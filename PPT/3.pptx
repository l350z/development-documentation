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av" ContentType="audio/x-wav"/>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tags/tag2.xml" ContentType="application/vnd.openxmlformats-officedocument.presentationml.tag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1"/>
  </p:notesMasterIdLst>
  <p:sldIdLst>
    <p:sldId id="343" r:id="rId2"/>
    <p:sldId id="344" r:id="rId3"/>
    <p:sldId id="309" r:id="rId4"/>
    <p:sldId id="317" r:id="rId5"/>
    <p:sldId id="322" r:id="rId6"/>
    <p:sldId id="323" r:id="rId7"/>
    <p:sldId id="324" r:id="rId8"/>
    <p:sldId id="325" r:id="rId9"/>
    <p:sldId id="326" r:id="rId10"/>
    <p:sldId id="327" r:id="rId11"/>
    <p:sldId id="328" r:id="rId12"/>
    <p:sldId id="345" r:id="rId13"/>
    <p:sldId id="329" r:id="rId14"/>
    <p:sldId id="330" r:id="rId15"/>
    <p:sldId id="331" r:id="rId16"/>
    <p:sldId id="332" r:id="rId17"/>
    <p:sldId id="333" r:id="rId18"/>
    <p:sldId id="346" r:id="rId19"/>
    <p:sldId id="334" r:id="rId20"/>
    <p:sldId id="335" r:id="rId21"/>
    <p:sldId id="336" r:id="rId22"/>
    <p:sldId id="337" r:id="rId23"/>
    <p:sldId id="347" r:id="rId24"/>
    <p:sldId id="338" r:id="rId25"/>
    <p:sldId id="339" r:id="rId26"/>
    <p:sldId id="340" r:id="rId27"/>
    <p:sldId id="341" r:id="rId28"/>
    <p:sldId id="342" r:id="rId29"/>
    <p:sldId id="301" r:id="rId30"/>
  </p:sldIdLst>
  <p:sldSz cx="12192000" cy="6858000"/>
  <p:notesSz cx="6858000" cy="9144000"/>
  <p:custDataLst>
    <p:tags r:id="rId32"/>
  </p:custDataLst>
  <p:defaultTextStyle>
    <a:defPPr>
      <a:defRPr lang="zh-CN"/>
    </a:defPPr>
    <a:lvl1pPr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buFont typeface="Arial" panose="020B0604020202020204" pitchFamily="34" charset="0"/>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328">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1557AE"/>
    <a:srgbClr val="0066CC"/>
    <a:srgbClr val="0000FF"/>
    <a:srgbClr val="0033CC"/>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10" d="100"/>
          <a:sy n="110" d="100"/>
        </p:scale>
        <p:origin x="594" y="102"/>
      </p:cViewPr>
      <p:guideLst>
        <p:guide orient="horz" pos="2328"/>
        <p:guide pos="3840"/>
      </p:guideLst>
    </p:cSldViewPr>
  </p:slideViewPr>
  <p:notesTextViewPr>
    <p:cViewPr>
      <p:scale>
        <a:sx n="1" d="1"/>
        <a:sy n="1" d="1"/>
      </p:scale>
      <p:origin x="0" y="0"/>
    </p:cViewPr>
  </p:notesTextViewPr>
  <p:sorterViewPr>
    <p:cViewPr>
      <p:scale>
        <a:sx n="33" d="100"/>
        <a:sy n="33" d="100"/>
      </p:scale>
      <p:origin x="0" y="0"/>
    </p:cViewPr>
  </p:sorterViewPr>
  <p:gridSpacing cx="72005" cy="72005"/>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3314" name="页眉占位符 1"/>
          <p:cNvSpPr>
            <a:spLocks noGrp="1" noChangeArrowheads="1"/>
          </p:cNvSpPr>
          <p:nvPr>
            <p:ph type="hdr" sz="quarter" idx="4294967295"/>
          </p:nvPr>
        </p:nvSpPr>
        <p:spPr bwMode="auto">
          <a:xfrm>
            <a:off x="0"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defRPr sz="1200" smtClean="0"/>
            </a:lvl1pPr>
          </a:lstStyle>
          <a:p>
            <a:pPr>
              <a:defRPr/>
            </a:pPr>
            <a:endParaRPr lang="zh-CN" altLang="en-US"/>
          </a:p>
        </p:txBody>
      </p:sp>
      <p:sp>
        <p:nvSpPr>
          <p:cNvPr id="13315" name="日期占位符 2"/>
          <p:cNvSpPr>
            <a:spLocks noGrp="1" noChangeArrowheads="1"/>
          </p:cNvSpPr>
          <p:nvPr>
            <p:ph type="dt" idx="1"/>
          </p:nvPr>
        </p:nvSpPr>
        <p:spPr bwMode="auto">
          <a:xfrm>
            <a:off x="3884613" y="0"/>
            <a:ext cx="297180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mtClean="0"/>
            </a:lvl1pPr>
          </a:lstStyle>
          <a:p>
            <a:pPr>
              <a:defRPr/>
            </a:pPr>
            <a:fld id="{4BEA77D2-31BA-45F2-8C2A-4D149D6B0E6F}" type="datetime1">
              <a:rPr lang="zh-CN" altLang="en-US"/>
              <a:pPr>
                <a:defRPr/>
              </a:pPr>
              <a:t>2022/11/7</a:t>
            </a:fld>
            <a:endParaRPr lang="zh-CN" altLang="en-US" sz="1200"/>
          </a:p>
        </p:txBody>
      </p:sp>
      <p:sp>
        <p:nvSpPr>
          <p:cNvPr id="71684" name="幻灯片图像占位符 3"/>
          <p:cNvSpPr>
            <a:spLocks noGrp="1" noRot="1" noChangeAspect="1" noChangeArrowheads="1"/>
          </p:cNvSpPr>
          <p:nvPr>
            <p:ph type="sldImg" idx="2"/>
          </p:nvPr>
        </p:nvSpPr>
        <p:spPr bwMode="auto">
          <a:xfrm>
            <a:off x="685800" y="1143000"/>
            <a:ext cx="5486400"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71685" name="备注占位符 4"/>
          <p:cNvSpPr>
            <a:spLocks noGrp="1" noRot="1" noChangeAspect="1" noChangeArrowheads="1"/>
          </p:cNvSpPr>
          <p:nvPr/>
        </p:nvSpPr>
        <p:spPr bwMode="auto">
          <a:xfrm>
            <a:off x="685800" y="4400550"/>
            <a:ext cx="5486400"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spcBef>
                <a:spcPct val="30000"/>
              </a:spcBef>
            </a:pPr>
            <a:r>
              <a:rPr lang="zh-CN" altLang="zh-CN" sz="1200"/>
              <a:t>单击此处编辑母版文本样式</a:t>
            </a:r>
          </a:p>
          <a:p>
            <a:pPr>
              <a:spcBef>
                <a:spcPct val="30000"/>
              </a:spcBef>
            </a:pPr>
            <a:r>
              <a:rPr lang="zh-CN" altLang="zh-CN" sz="1200"/>
              <a:t>第二级</a:t>
            </a:r>
          </a:p>
          <a:p>
            <a:pPr>
              <a:spcBef>
                <a:spcPct val="30000"/>
              </a:spcBef>
            </a:pPr>
            <a:r>
              <a:rPr lang="zh-CN" altLang="zh-CN" sz="1200"/>
              <a:t>第三级</a:t>
            </a:r>
          </a:p>
          <a:p>
            <a:pPr>
              <a:spcBef>
                <a:spcPct val="30000"/>
              </a:spcBef>
            </a:pPr>
            <a:r>
              <a:rPr lang="zh-CN" altLang="zh-CN" sz="1200"/>
              <a:t>第四级</a:t>
            </a:r>
          </a:p>
          <a:p>
            <a:pPr>
              <a:spcBef>
                <a:spcPct val="30000"/>
              </a:spcBef>
            </a:pPr>
            <a:r>
              <a:rPr lang="zh-CN" altLang="zh-CN" sz="1200"/>
              <a:t>第五级</a:t>
            </a:r>
          </a:p>
        </p:txBody>
      </p:sp>
      <p:sp>
        <p:nvSpPr>
          <p:cNvPr id="13318" name="页脚占位符 5"/>
          <p:cNvSpPr>
            <a:spLocks noGrp="1" noChangeArrowheads="1"/>
          </p:cNvSpPr>
          <p:nvPr>
            <p:ph type="ftr" sz="quarter" idx="4"/>
          </p:nvPr>
        </p:nvSpPr>
        <p:spPr bwMode="auto">
          <a:xfrm>
            <a:off x="0"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defRPr sz="1200" smtClean="0"/>
            </a:lvl1pPr>
          </a:lstStyle>
          <a:p>
            <a:pPr>
              <a:defRPr/>
            </a:pPr>
            <a:endParaRPr lang="zh-CN" altLang="en-US"/>
          </a:p>
        </p:txBody>
      </p:sp>
      <p:sp>
        <p:nvSpPr>
          <p:cNvPr id="13319" name="灯片编号占位符 6"/>
          <p:cNvSpPr>
            <a:spLocks noGrp="1" noChangeArrowheads="1"/>
          </p:cNvSpPr>
          <p:nvPr>
            <p:ph type="sldNum" sz="quarter" idx="5"/>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lvl1pPr algn="r">
              <a:defRPr/>
            </a:lvl1pPr>
          </a:lstStyle>
          <a:p>
            <a:fld id="{4AC6BF3C-37ED-4868-8C8C-07B54E59A2F4}" type="slidenum">
              <a:rPr lang="zh-CN" altLang="en-US"/>
              <a:pPr/>
              <a:t>‹#›</a:t>
            </a:fld>
            <a:endParaRPr lang="zh-CN" altLang="en-US" sz="1200"/>
          </a:p>
        </p:txBody>
      </p:sp>
    </p:spTree>
    <p:extLst>
      <p:ext uri="{BB962C8B-B14F-4D97-AF65-F5344CB8AC3E}">
        <p14:creationId xmlns:p14="http://schemas.microsoft.com/office/powerpoint/2010/main" val="4133844955"/>
      </p:ext>
    </p:extLst>
  </p:cSld>
  <p:clrMap bg1="lt1" tx1="dk1" bg2="lt2" tx2="dk2" accent1="accent1" accent2="accent2" accent3="accent3" accent4="accent4" accent5="accent5" accent6="accent6" hlink="hlink" folHlink="folHlink"/>
  <p:notesStyle>
    <a:lvl1pPr algn="l" defTabSz="0"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1pPr>
    <a:lvl2pPr marL="457200" algn="l" defTabSz="0"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2pPr>
    <a:lvl3pPr marL="914400" algn="l" defTabSz="0"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3pPr>
    <a:lvl4pPr marL="1371600" algn="l" defTabSz="0"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4pPr>
    <a:lvl5pPr marL="1828800" algn="l" defTabSz="0" rtl="0" eaLnBrk="0" fontAlgn="base" hangingPunct="0">
      <a:spcBef>
        <a:spcPct val="30000"/>
      </a:spcBef>
      <a:spcAft>
        <a:spcPct val="0"/>
      </a:spcAft>
      <a:defRPr sz="1200" kern="1200">
        <a:solidFill>
          <a:schemeClr val="tx1"/>
        </a:solidFill>
        <a:latin typeface="Arial" pitchFamily="34"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6B286D78-31DF-493B-968A-39C1B2506957}" type="slidenum">
              <a:rPr lang="zh-CN" altLang="en-US" smtClean="0"/>
              <a:t>1</a:t>
            </a:fld>
            <a:endParaRPr lang="zh-CN" altLang="en-US"/>
          </a:p>
        </p:txBody>
      </p:sp>
    </p:spTree>
    <p:extLst>
      <p:ext uri="{BB962C8B-B14F-4D97-AF65-F5344CB8AC3E}">
        <p14:creationId xmlns:p14="http://schemas.microsoft.com/office/powerpoint/2010/main" val="37712754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343400"/>
            <a:ext cx="5486400" cy="411480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DF7CD64D-B72C-4FF8-85BB-4AA899BC1DF5}" type="slidenum">
              <a:rPr lang="zh-CN" altLang="en-US" smtClean="0"/>
              <a:t>2</a:t>
            </a:fld>
            <a:endParaRPr lang="zh-CN" altLang="en-US"/>
          </a:p>
        </p:txBody>
      </p:sp>
    </p:spTree>
    <p:extLst>
      <p:ext uri="{BB962C8B-B14F-4D97-AF65-F5344CB8AC3E}">
        <p14:creationId xmlns:p14="http://schemas.microsoft.com/office/powerpoint/2010/main" val="33769846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3</a:t>
            </a:fld>
            <a:endParaRPr lang="zh-CN" altLang="en-US" sz="1200"/>
          </a:p>
        </p:txBody>
      </p:sp>
    </p:spTree>
    <p:extLst>
      <p:ext uri="{BB962C8B-B14F-4D97-AF65-F5344CB8AC3E}">
        <p14:creationId xmlns:p14="http://schemas.microsoft.com/office/powerpoint/2010/main" val="11083625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4</a:t>
            </a:fld>
            <a:endParaRPr lang="zh-CN" altLang="en-US" sz="1200"/>
          </a:p>
        </p:txBody>
      </p:sp>
    </p:spTree>
    <p:extLst>
      <p:ext uri="{BB962C8B-B14F-4D97-AF65-F5344CB8AC3E}">
        <p14:creationId xmlns:p14="http://schemas.microsoft.com/office/powerpoint/2010/main" val="326851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幻灯片图像占位符 1"/>
          <p:cNvSpPr>
            <a:spLocks noGrp="1" noRot="1" noChangeAspect="1" noTextEdit="1"/>
          </p:cNvSpPr>
          <p:nvPr>
            <p:ph type="sldImg"/>
          </p:nvPr>
        </p:nvSpPr>
        <p:spPr/>
      </p:sp>
      <p:sp>
        <p:nvSpPr>
          <p:cNvPr id="72707"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2708"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9A591352-EF2D-4012-B9EB-C44608C46CF8}" type="slidenum">
              <a:rPr lang="zh-CN" altLang="en-US">
                <a:solidFill>
                  <a:srgbClr val="000000"/>
                </a:solidFill>
              </a:rPr>
              <a:pPr eaLnBrk="1" hangingPunct="1"/>
              <a:t>5</a:t>
            </a:fld>
            <a:endParaRPr lang="zh-CN" altLang="en-US">
              <a:solidFill>
                <a:srgbClr val="000000"/>
              </a:solidFill>
            </a:endParaRPr>
          </a:p>
        </p:txBody>
      </p:sp>
    </p:spTree>
    <p:extLst>
      <p:ext uri="{BB962C8B-B14F-4D97-AF65-F5344CB8AC3E}">
        <p14:creationId xmlns:p14="http://schemas.microsoft.com/office/powerpoint/2010/main" val="13094938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幻灯片图像占位符 1"/>
          <p:cNvSpPr>
            <a:spLocks noGrp="1" noRot="1" noChangeAspect="1" noTextEdit="1"/>
          </p:cNvSpPr>
          <p:nvPr>
            <p:ph type="sldImg"/>
          </p:nvPr>
        </p:nvSpPr>
        <p:spPr>
          <a:xfrm>
            <a:off x="381000" y="685800"/>
            <a:ext cx="6096000" cy="3429000"/>
          </a:xfrm>
        </p:spPr>
      </p:sp>
      <p:sp>
        <p:nvSpPr>
          <p:cNvPr id="73731"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373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558FE6A6-164E-45E6-8E80-C7A23301ED7E}" type="slidenum">
              <a:rPr lang="zh-CN" altLang="en-US">
                <a:solidFill>
                  <a:srgbClr val="000000"/>
                </a:solidFill>
              </a:rPr>
              <a:pPr eaLnBrk="1" hangingPunct="1"/>
              <a:t>6</a:t>
            </a:fld>
            <a:endParaRPr lang="zh-CN" altLang="en-US">
              <a:solidFill>
                <a:srgbClr val="000000"/>
              </a:solidFill>
            </a:endParaRPr>
          </a:p>
        </p:txBody>
      </p:sp>
    </p:spTree>
    <p:extLst>
      <p:ext uri="{BB962C8B-B14F-4D97-AF65-F5344CB8AC3E}">
        <p14:creationId xmlns:p14="http://schemas.microsoft.com/office/powerpoint/2010/main" val="32862969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幻灯片图像占位符 1"/>
          <p:cNvSpPr>
            <a:spLocks noGrp="1" noRot="1" noChangeAspect="1" noTextEdit="1"/>
          </p:cNvSpPr>
          <p:nvPr>
            <p:ph type="sldImg"/>
          </p:nvPr>
        </p:nvSpPr>
        <p:spPr>
          <a:xfrm>
            <a:off x="381000" y="685800"/>
            <a:ext cx="6096000" cy="3429000"/>
          </a:xfrm>
        </p:spPr>
      </p:sp>
      <p:sp>
        <p:nvSpPr>
          <p:cNvPr id="74755"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4756"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2D2371B4-2E3C-483C-8F5F-AF539843E313}" type="slidenum">
              <a:rPr lang="zh-CN" altLang="en-US">
                <a:solidFill>
                  <a:srgbClr val="000000"/>
                </a:solidFill>
              </a:rPr>
              <a:pPr eaLnBrk="1" hangingPunct="1"/>
              <a:t>7</a:t>
            </a:fld>
            <a:endParaRPr lang="zh-CN" altLang="en-US">
              <a:solidFill>
                <a:srgbClr val="000000"/>
              </a:solidFill>
            </a:endParaRPr>
          </a:p>
        </p:txBody>
      </p:sp>
    </p:spTree>
    <p:extLst>
      <p:ext uri="{BB962C8B-B14F-4D97-AF65-F5344CB8AC3E}">
        <p14:creationId xmlns:p14="http://schemas.microsoft.com/office/powerpoint/2010/main" val="18520378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幻灯片图像占位符 1"/>
          <p:cNvSpPr>
            <a:spLocks noGrp="1" noRot="1" noChangeAspect="1" noTextEdit="1"/>
          </p:cNvSpPr>
          <p:nvPr>
            <p:ph type="sldImg"/>
          </p:nvPr>
        </p:nvSpPr>
        <p:spPr/>
      </p:sp>
      <p:sp>
        <p:nvSpPr>
          <p:cNvPr id="75779"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5780"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320760AC-A48F-43D9-A18D-A630D45AAEE6}" type="slidenum">
              <a:rPr lang="zh-CN" altLang="en-US">
                <a:solidFill>
                  <a:srgbClr val="000000"/>
                </a:solidFill>
              </a:rPr>
              <a:pPr eaLnBrk="1" hangingPunct="1"/>
              <a:t>8</a:t>
            </a:fld>
            <a:endParaRPr lang="zh-CN" altLang="en-US">
              <a:solidFill>
                <a:srgbClr val="000000"/>
              </a:solidFill>
            </a:endParaRPr>
          </a:p>
        </p:txBody>
      </p:sp>
    </p:spTree>
    <p:extLst>
      <p:ext uri="{BB962C8B-B14F-4D97-AF65-F5344CB8AC3E}">
        <p14:creationId xmlns:p14="http://schemas.microsoft.com/office/powerpoint/2010/main" val="12677562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幻灯片图像占位符 1"/>
          <p:cNvSpPr>
            <a:spLocks noGrp="1" noRot="1" noChangeAspect="1" noTextEdit="1"/>
          </p:cNvSpPr>
          <p:nvPr>
            <p:ph type="sldImg"/>
          </p:nvPr>
        </p:nvSpPr>
        <p:spPr/>
      </p:sp>
      <p:sp>
        <p:nvSpPr>
          <p:cNvPr id="76803"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6804"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2C633CA5-A8AF-4649-8556-70C5153A9794}" type="slidenum">
              <a:rPr lang="zh-CN" altLang="en-US">
                <a:solidFill>
                  <a:srgbClr val="000000"/>
                </a:solidFill>
              </a:rPr>
              <a:pPr eaLnBrk="1" hangingPunct="1"/>
              <a:t>9</a:t>
            </a:fld>
            <a:endParaRPr lang="en-US" altLang="zh-CN">
              <a:solidFill>
                <a:srgbClr val="000000"/>
              </a:solidFill>
            </a:endParaRPr>
          </a:p>
        </p:txBody>
      </p:sp>
    </p:spTree>
    <p:extLst>
      <p:ext uri="{BB962C8B-B14F-4D97-AF65-F5344CB8AC3E}">
        <p14:creationId xmlns:p14="http://schemas.microsoft.com/office/powerpoint/2010/main" val="74147501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幻灯片图像占位符 1"/>
          <p:cNvSpPr>
            <a:spLocks noGrp="1" noRot="1" noChangeAspect="1" noTextEdit="1"/>
          </p:cNvSpPr>
          <p:nvPr>
            <p:ph type="sldImg"/>
          </p:nvPr>
        </p:nvSpPr>
        <p:spPr>
          <a:xfrm>
            <a:off x="381000" y="685800"/>
            <a:ext cx="6096000" cy="3429000"/>
          </a:xfrm>
        </p:spPr>
      </p:sp>
      <p:sp>
        <p:nvSpPr>
          <p:cNvPr id="77827"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7828"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8712305A-1F8A-446C-88DD-6B489ECA8A74}" type="slidenum">
              <a:rPr lang="zh-CN" altLang="en-US">
                <a:solidFill>
                  <a:srgbClr val="000000"/>
                </a:solidFill>
              </a:rPr>
              <a:pPr eaLnBrk="1" hangingPunct="1"/>
              <a:t>10</a:t>
            </a:fld>
            <a:endParaRPr lang="en-US" altLang="zh-CN">
              <a:solidFill>
                <a:srgbClr val="000000"/>
              </a:solidFill>
            </a:endParaRPr>
          </a:p>
        </p:txBody>
      </p:sp>
    </p:spTree>
    <p:extLst>
      <p:ext uri="{BB962C8B-B14F-4D97-AF65-F5344CB8AC3E}">
        <p14:creationId xmlns:p14="http://schemas.microsoft.com/office/powerpoint/2010/main" val="3961954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幻灯片图像占位符 1"/>
          <p:cNvSpPr>
            <a:spLocks noGrp="1" noRot="1" noChangeAspect="1" noTextEdit="1"/>
          </p:cNvSpPr>
          <p:nvPr>
            <p:ph type="sldImg"/>
          </p:nvPr>
        </p:nvSpPr>
        <p:spPr/>
      </p:sp>
      <p:sp>
        <p:nvSpPr>
          <p:cNvPr id="78851"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885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17E45BF9-550D-40AB-9742-671D3BC26636}" type="slidenum">
              <a:rPr lang="zh-CN" altLang="en-US">
                <a:solidFill>
                  <a:srgbClr val="000000"/>
                </a:solidFill>
              </a:rPr>
              <a:pPr eaLnBrk="1" hangingPunct="1"/>
              <a:t>11</a:t>
            </a:fld>
            <a:endParaRPr lang="zh-CN" altLang="en-US">
              <a:solidFill>
                <a:srgbClr val="000000"/>
              </a:solidFill>
            </a:endParaRPr>
          </a:p>
        </p:txBody>
      </p:sp>
    </p:spTree>
    <p:extLst>
      <p:ext uri="{BB962C8B-B14F-4D97-AF65-F5344CB8AC3E}">
        <p14:creationId xmlns:p14="http://schemas.microsoft.com/office/powerpoint/2010/main" val="41299934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12</a:t>
            </a:fld>
            <a:endParaRPr lang="zh-CN" altLang="en-US" sz="1200"/>
          </a:p>
        </p:txBody>
      </p:sp>
    </p:spTree>
    <p:extLst>
      <p:ext uri="{BB962C8B-B14F-4D97-AF65-F5344CB8AC3E}">
        <p14:creationId xmlns:p14="http://schemas.microsoft.com/office/powerpoint/2010/main" val="37665298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幻灯片图像占位符 1"/>
          <p:cNvSpPr>
            <a:spLocks noGrp="1" noRot="1" noChangeAspect="1" noTextEdit="1"/>
          </p:cNvSpPr>
          <p:nvPr>
            <p:ph type="sldImg"/>
          </p:nvPr>
        </p:nvSpPr>
        <p:spPr/>
      </p:sp>
      <p:sp>
        <p:nvSpPr>
          <p:cNvPr id="79875"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79876"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EF8A0876-F37E-4FEC-A93A-7C8D6114E2CA}" type="slidenum">
              <a:rPr lang="zh-CN" altLang="en-US">
                <a:solidFill>
                  <a:srgbClr val="000000"/>
                </a:solidFill>
              </a:rPr>
              <a:pPr eaLnBrk="1" hangingPunct="1"/>
              <a:t>13</a:t>
            </a:fld>
            <a:endParaRPr lang="en-US" altLang="zh-CN">
              <a:solidFill>
                <a:srgbClr val="000000"/>
              </a:solidFill>
            </a:endParaRPr>
          </a:p>
        </p:txBody>
      </p:sp>
    </p:spTree>
    <p:extLst>
      <p:ext uri="{BB962C8B-B14F-4D97-AF65-F5344CB8AC3E}">
        <p14:creationId xmlns:p14="http://schemas.microsoft.com/office/powerpoint/2010/main" val="346273666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幻灯片图像占位符 1"/>
          <p:cNvSpPr>
            <a:spLocks noGrp="1" noRot="1" noChangeAspect="1" noTextEdit="1"/>
          </p:cNvSpPr>
          <p:nvPr>
            <p:ph type="sldImg"/>
          </p:nvPr>
        </p:nvSpPr>
        <p:spPr/>
      </p:sp>
      <p:sp>
        <p:nvSpPr>
          <p:cNvPr id="80899"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0900"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B55B25FE-77DB-4ADB-9C98-17C19A98F655}" type="slidenum">
              <a:rPr lang="zh-CN" altLang="en-US">
                <a:solidFill>
                  <a:srgbClr val="000000"/>
                </a:solidFill>
              </a:rPr>
              <a:pPr eaLnBrk="1" hangingPunct="1"/>
              <a:t>14</a:t>
            </a:fld>
            <a:endParaRPr lang="en-US" altLang="zh-CN">
              <a:solidFill>
                <a:srgbClr val="000000"/>
              </a:solidFill>
            </a:endParaRPr>
          </a:p>
        </p:txBody>
      </p:sp>
    </p:spTree>
    <p:extLst>
      <p:ext uri="{BB962C8B-B14F-4D97-AF65-F5344CB8AC3E}">
        <p14:creationId xmlns:p14="http://schemas.microsoft.com/office/powerpoint/2010/main" val="39364514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15</a:t>
            </a:fld>
            <a:endParaRPr lang="zh-CN" altLang="en-US" sz="1200"/>
          </a:p>
        </p:txBody>
      </p:sp>
    </p:spTree>
    <p:extLst>
      <p:ext uri="{BB962C8B-B14F-4D97-AF65-F5344CB8AC3E}">
        <p14:creationId xmlns:p14="http://schemas.microsoft.com/office/powerpoint/2010/main" val="230819487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16</a:t>
            </a:fld>
            <a:endParaRPr lang="zh-CN" altLang="en-US" sz="1200"/>
          </a:p>
        </p:txBody>
      </p:sp>
    </p:spTree>
    <p:extLst>
      <p:ext uri="{BB962C8B-B14F-4D97-AF65-F5344CB8AC3E}">
        <p14:creationId xmlns:p14="http://schemas.microsoft.com/office/powerpoint/2010/main" val="198983096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p:sp>
      <p:sp>
        <p:nvSpPr>
          <p:cNvPr id="81923"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1924"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ADB9ADE1-4249-4F64-B0A4-0D3D766DCA1C}" type="slidenum">
              <a:rPr lang="zh-CN" altLang="en-US">
                <a:solidFill>
                  <a:srgbClr val="000000"/>
                </a:solidFill>
              </a:rPr>
              <a:pPr eaLnBrk="1" hangingPunct="1"/>
              <a:t>17</a:t>
            </a:fld>
            <a:endParaRPr lang="en-US" altLang="zh-CN">
              <a:solidFill>
                <a:srgbClr val="000000"/>
              </a:solidFill>
            </a:endParaRPr>
          </a:p>
        </p:txBody>
      </p:sp>
    </p:spTree>
    <p:extLst>
      <p:ext uri="{BB962C8B-B14F-4D97-AF65-F5344CB8AC3E}">
        <p14:creationId xmlns:p14="http://schemas.microsoft.com/office/powerpoint/2010/main" val="9671349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18</a:t>
            </a:fld>
            <a:endParaRPr lang="zh-CN" altLang="en-US" sz="1200"/>
          </a:p>
        </p:txBody>
      </p:sp>
    </p:spTree>
    <p:extLst>
      <p:ext uri="{BB962C8B-B14F-4D97-AF65-F5344CB8AC3E}">
        <p14:creationId xmlns:p14="http://schemas.microsoft.com/office/powerpoint/2010/main" val="183344639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幻灯片图像占位符 1"/>
          <p:cNvSpPr>
            <a:spLocks noGrp="1" noRot="1" noChangeAspect="1" noTextEdit="1"/>
          </p:cNvSpPr>
          <p:nvPr>
            <p:ph type="sldImg"/>
          </p:nvPr>
        </p:nvSpPr>
        <p:spPr/>
      </p:sp>
      <p:sp>
        <p:nvSpPr>
          <p:cNvPr id="82947"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2948"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EA7D100A-EE09-40DE-BCF0-B4EA8FA3C2C9}" type="slidenum">
              <a:rPr lang="zh-CN" altLang="en-US">
                <a:solidFill>
                  <a:srgbClr val="000000"/>
                </a:solidFill>
              </a:rPr>
              <a:pPr eaLnBrk="1" hangingPunct="1"/>
              <a:t>19</a:t>
            </a:fld>
            <a:endParaRPr lang="zh-CN" altLang="en-US">
              <a:solidFill>
                <a:srgbClr val="000000"/>
              </a:solidFill>
            </a:endParaRPr>
          </a:p>
        </p:txBody>
      </p:sp>
    </p:spTree>
    <p:extLst>
      <p:ext uri="{BB962C8B-B14F-4D97-AF65-F5344CB8AC3E}">
        <p14:creationId xmlns:p14="http://schemas.microsoft.com/office/powerpoint/2010/main" val="2762057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幻灯片图像占位符 1"/>
          <p:cNvSpPr>
            <a:spLocks noGrp="1" noRot="1" noChangeAspect="1" noTextEdit="1"/>
          </p:cNvSpPr>
          <p:nvPr>
            <p:ph type="sldImg"/>
          </p:nvPr>
        </p:nvSpPr>
        <p:spPr/>
      </p:sp>
      <p:sp>
        <p:nvSpPr>
          <p:cNvPr id="83971"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397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1CB33DEA-3474-4B0F-AEA9-7613807D3AE4}" type="slidenum">
              <a:rPr lang="zh-CN" altLang="en-US">
                <a:solidFill>
                  <a:srgbClr val="000000"/>
                </a:solidFill>
              </a:rPr>
              <a:pPr eaLnBrk="1" hangingPunct="1"/>
              <a:t>20</a:t>
            </a:fld>
            <a:endParaRPr lang="en-US" altLang="zh-CN">
              <a:solidFill>
                <a:srgbClr val="000000"/>
              </a:solidFill>
            </a:endParaRPr>
          </a:p>
        </p:txBody>
      </p:sp>
    </p:spTree>
    <p:extLst>
      <p:ext uri="{BB962C8B-B14F-4D97-AF65-F5344CB8AC3E}">
        <p14:creationId xmlns:p14="http://schemas.microsoft.com/office/powerpoint/2010/main" val="409871046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幻灯片图像占位符 1"/>
          <p:cNvSpPr>
            <a:spLocks noGrp="1" noRot="1" noChangeAspect="1" noTextEdit="1"/>
          </p:cNvSpPr>
          <p:nvPr>
            <p:ph type="sldImg"/>
          </p:nvPr>
        </p:nvSpPr>
        <p:spPr/>
      </p:sp>
      <p:sp>
        <p:nvSpPr>
          <p:cNvPr id="84995"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4996"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72891CC2-4FD5-40C9-B3B1-FC38E32821DA}" type="slidenum">
              <a:rPr lang="zh-CN" altLang="en-US">
                <a:solidFill>
                  <a:srgbClr val="000000"/>
                </a:solidFill>
              </a:rPr>
              <a:pPr eaLnBrk="1" hangingPunct="1"/>
              <a:t>21</a:t>
            </a:fld>
            <a:endParaRPr lang="zh-CN" altLang="en-US">
              <a:solidFill>
                <a:srgbClr val="000000"/>
              </a:solidFill>
            </a:endParaRPr>
          </a:p>
        </p:txBody>
      </p:sp>
    </p:spTree>
    <p:extLst>
      <p:ext uri="{BB962C8B-B14F-4D97-AF65-F5344CB8AC3E}">
        <p14:creationId xmlns:p14="http://schemas.microsoft.com/office/powerpoint/2010/main" val="13601719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幻灯片图像占位符 1"/>
          <p:cNvSpPr>
            <a:spLocks noGrp="1" noRot="1" noChangeAspect="1" noTextEdit="1"/>
          </p:cNvSpPr>
          <p:nvPr>
            <p:ph type="sldImg"/>
          </p:nvPr>
        </p:nvSpPr>
        <p:spPr/>
      </p:sp>
      <p:sp>
        <p:nvSpPr>
          <p:cNvPr id="86019"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6020"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CA4039AB-CF79-4C21-872D-B9C8076F1D25}" type="slidenum">
              <a:rPr lang="zh-CN" altLang="en-US">
                <a:solidFill>
                  <a:srgbClr val="000000"/>
                </a:solidFill>
              </a:rPr>
              <a:pPr eaLnBrk="1" hangingPunct="1"/>
              <a:t>22</a:t>
            </a:fld>
            <a:endParaRPr lang="zh-CN" altLang="en-US">
              <a:solidFill>
                <a:srgbClr val="000000"/>
              </a:solidFill>
            </a:endParaRPr>
          </a:p>
        </p:txBody>
      </p:sp>
    </p:spTree>
    <p:extLst>
      <p:ext uri="{BB962C8B-B14F-4D97-AF65-F5344CB8AC3E}">
        <p14:creationId xmlns:p14="http://schemas.microsoft.com/office/powerpoint/2010/main" val="23205965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23</a:t>
            </a:fld>
            <a:endParaRPr lang="zh-CN" altLang="en-US" sz="1200"/>
          </a:p>
        </p:txBody>
      </p:sp>
    </p:spTree>
    <p:extLst>
      <p:ext uri="{BB962C8B-B14F-4D97-AF65-F5344CB8AC3E}">
        <p14:creationId xmlns:p14="http://schemas.microsoft.com/office/powerpoint/2010/main" val="181094487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幻灯片图像占位符 1"/>
          <p:cNvSpPr>
            <a:spLocks noGrp="1" noRot="1" noChangeAspect="1" noTextEdit="1"/>
          </p:cNvSpPr>
          <p:nvPr>
            <p:ph type="sldImg"/>
          </p:nvPr>
        </p:nvSpPr>
        <p:spPr/>
      </p:sp>
      <p:sp>
        <p:nvSpPr>
          <p:cNvPr id="87043"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7044"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47C5546E-985B-404C-BDB0-D15CE47801B1}" type="slidenum">
              <a:rPr lang="zh-CN" altLang="en-US">
                <a:solidFill>
                  <a:srgbClr val="000000"/>
                </a:solidFill>
              </a:rPr>
              <a:pPr eaLnBrk="1" hangingPunct="1"/>
              <a:t>24</a:t>
            </a:fld>
            <a:endParaRPr lang="en-US" altLang="zh-CN">
              <a:solidFill>
                <a:srgbClr val="000000"/>
              </a:solidFill>
            </a:endParaRPr>
          </a:p>
        </p:txBody>
      </p:sp>
    </p:spTree>
    <p:extLst>
      <p:ext uri="{BB962C8B-B14F-4D97-AF65-F5344CB8AC3E}">
        <p14:creationId xmlns:p14="http://schemas.microsoft.com/office/powerpoint/2010/main" val="51011624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6" name="幻灯片图像占位符 1"/>
          <p:cNvSpPr>
            <a:spLocks noGrp="1" noRot="1" noChangeAspect="1" noTextEdit="1"/>
          </p:cNvSpPr>
          <p:nvPr>
            <p:ph type="sldImg"/>
          </p:nvPr>
        </p:nvSpPr>
        <p:spPr/>
      </p:sp>
      <p:sp>
        <p:nvSpPr>
          <p:cNvPr id="88067"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8068"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964B953A-700D-41B1-A661-AAC5144D089F}" type="slidenum">
              <a:rPr lang="zh-CN" altLang="en-US">
                <a:solidFill>
                  <a:srgbClr val="000000"/>
                </a:solidFill>
              </a:rPr>
              <a:pPr eaLnBrk="1" hangingPunct="1"/>
              <a:t>25</a:t>
            </a:fld>
            <a:endParaRPr lang="en-US" altLang="zh-CN">
              <a:solidFill>
                <a:srgbClr val="000000"/>
              </a:solidFill>
            </a:endParaRPr>
          </a:p>
        </p:txBody>
      </p:sp>
    </p:spTree>
    <p:extLst>
      <p:ext uri="{BB962C8B-B14F-4D97-AF65-F5344CB8AC3E}">
        <p14:creationId xmlns:p14="http://schemas.microsoft.com/office/powerpoint/2010/main" val="186543538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幻灯片图像占位符 1"/>
          <p:cNvSpPr>
            <a:spLocks noGrp="1" noRot="1" noChangeAspect="1" noTextEdit="1"/>
          </p:cNvSpPr>
          <p:nvPr>
            <p:ph type="sldImg"/>
          </p:nvPr>
        </p:nvSpPr>
        <p:spPr/>
      </p:sp>
      <p:sp>
        <p:nvSpPr>
          <p:cNvPr id="89091"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89092"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9DFDC9A6-985A-427F-8622-888FCBED3F6E}" type="slidenum">
              <a:rPr lang="zh-CN" altLang="en-US">
                <a:solidFill>
                  <a:srgbClr val="000000"/>
                </a:solidFill>
              </a:rPr>
              <a:pPr eaLnBrk="1" hangingPunct="1"/>
              <a:t>26</a:t>
            </a:fld>
            <a:endParaRPr lang="en-US" altLang="zh-CN">
              <a:solidFill>
                <a:srgbClr val="000000"/>
              </a:solidFill>
            </a:endParaRPr>
          </a:p>
        </p:txBody>
      </p:sp>
    </p:spTree>
    <p:extLst>
      <p:ext uri="{BB962C8B-B14F-4D97-AF65-F5344CB8AC3E}">
        <p14:creationId xmlns:p14="http://schemas.microsoft.com/office/powerpoint/2010/main" val="14451787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幻灯片图像占位符 1"/>
          <p:cNvSpPr>
            <a:spLocks noGrp="1" noRot="1" noChangeAspect="1" noTextEdit="1"/>
          </p:cNvSpPr>
          <p:nvPr>
            <p:ph type="sldImg"/>
          </p:nvPr>
        </p:nvSpPr>
        <p:spPr/>
      </p:sp>
      <p:sp>
        <p:nvSpPr>
          <p:cNvPr id="90115"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0116"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42EE6483-10C7-4623-87C7-9BE924E060C3}" type="slidenum">
              <a:rPr lang="zh-CN" altLang="en-US">
                <a:solidFill>
                  <a:srgbClr val="000000"/>
                </a:solidFill>
              </a:rPr>
              <a:pPr eaLnBrk="1" hangingPunct="1"/>
              <a:t>27</a:t>
            </a:fld>
            <a:endParaRPr lang="en-US" altLang="zh-CN">
              <a:solidFill>
                <a:srgbClr val="000000"/>
              </a:solidFill>
            </a:endParaRPr>
          </a:p>
        </p:txBody>
      </p:sp>
    </p:spTree>
    <p:extLst>
      <p:ext uri="{BB962C8B-B14F-4D97-AF65-F5344CB8AC3E}">
        <p14:creationId xmlns:p14="http://schemas.microsoft.com/office/powerpoint/2010/main" val="269375779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幻灯片图像占位符 1"/>
          <p:cNvSpPr>
            <a:spLocks noGrp="1" noRot="1" noChangeAspect="1" noTextEdit="1"/>
          </p:cNvSpPr>
          <p:nvPr>
            <p:ph type="sldImg"/>
          </p:nvPr>
        </p:nvSpPr>
        <p:spPr/>
      </p:sp>
      <p:sp>
        <p:nvSpPr>
          <p:cNvPr id="91139" name="备注占位符 2"/>
          <p:cNvSpPr>
            <a:spLocks noGrp="1"/>
          </p:cNvSpPr>
          <p:nvPr>
            <p:ph type="body" idx="1"/>
          </p:nvPr>
        </p:nvSpPr>
        <p:spPr bwMode="auto">
          <a:xfrm>
            <a:off x="685800" y="4343400"/>
            <a:ext cx="54864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91140" name="灯片编号占位符 3"/>
          <p:cNvSpPr>
            <a:spLocks noGrp="1"/>
          </p:cNvSpPr>
          <p:nvPr>
            <p:ph type="sldNum" sz="quarter" idx="5"/>
          </p:nvPr>
        </p:nvSpPr>
        <p:spPr>
          <a:noFill/>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fld id="{B6C76DE7-3DEB-4E83-A428-D090769C89B2}" type="slidenum">
              <a:rPr lang="zh-CN" altLang="en-US">
                <a:solidFill>
                  <a:srgbClr val="000000"/>
                </a:solidFill>
              </a:rPr>
              <a:pPr eaLnBrk="1" hangingPunct="1"/>
              <a:t>28</a:t>
            </a:fld>
            <a:endParaRPr lang="en-US" altLang="zh-CN">
              <a:solidFill>
                <a:srgbClr val="000000"/>
              </a:solidFill>
            </a:endParaRPr>
          </a:p>
        </p:txBody>
      </p:sp>
    </p:spTree>
    <p:extLst>
      <p:ext uri="{BB962C8B-B14F-4D97-AF65-F5344CB8AC3E}">
        <p14:creationId xmlns:p14="http://schemas.microsoft.com/office/powerpoint/2010/main" val="17575646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a:xfrm>
            <a:off x="685800" y="4400550"/>
            <a:ext cx="5486400" cy="3600450"/>
          </a:xfrm>
          <a:prstGeom prst="rect">
            <a:avLst/>
          </a:prstGeom>
        </p:spPr>
        <p:txBody>
          <a:bodyPr/>
          <a:lstStyle/>
          <a:p>
            <a:endParaRPr lang="zh-CN" altLang="en-US"/>
          </a:p>
        </p:txBody>
      </p:sp>
      <p:sp>
        <p:nvSpPr>
          <p:cNvPr id="4" name="灯片编号占位符 3"/>
          <p:cNvSpPr>
            <a:spLocks noGrp="1"/>
          </p:cNvSpPr>
          <p:nvPr>
            <p:ph type="sldNum" sz="quarter" idx="10"/>
          </p:nvPr>
        </p:nvSpPr>
        <p:spPr/>
        <p:txBody>
          <a:bodyPr/>
          <a:lstStyle/>
          <a:p>
            <a:fld id="{4AC6BF3C-37ED-4868-8C8C-07B54E59A2F4}" type="slidenum">
              <a:rPr lang="zh-CN" altLang="en-US" smtClean="0"/>
              <a:pPr/>
              <a:t>29</a:t>
            </a:fld>
            <a:endParaRPr lang="zh-CN" altLang="en-US" sz="1200"/>
          </a:p>
        </p:txBody>
      </p:sp>
    </p:spTree>
    <p:extLst>
      <p:ext uri="{BB962C8B-B14F-4D97-AF65-F5344CB8AC3E}">
        <p14:creationId xmlns:p14="http://schemas.microsoft.com/office/powerpoint/2010/main" val="33499044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914400" y="2130425"/>
            <a:ext cx="10363200" cy="1470025"/>
          </a:xfrm>
        </p:spPr>
        <p:txBody>
          <a:bodyPr/>
          <a:lstStyle/>
          <a:p>
            <a:r>
              <a:rPr lang="zh-CN" altLang="en-US"/>
              <a:t>单击此处编辑母版标题样式</a:t>
            </a:r>
          </a:p>
        </p:txBody>
      </p:sp>
      <p:sp>
        <p:nvSpPr>
          <p:cNvPr id="3" name="副标题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a:ln/>
        </p:spPr>
        <p:txBody>
          <a:bodyPr/>
          <a:lstStyle>
            <a:lvl1pPr>
              <a:defRPr/>
            </a:lvl1pPr>
          </a:lstStyle>
          <a:p>
            <a:pPr>
              <a:defRPr/>
            </a:pPr>
            <a:fld id="{F2411F5E-D749-4137-B756-9AAD8C886D7E}" type="datetime1">
              <a:rPr lang="zh-CN" altLang="en-US"/>
              <a:pPr>
                <a:defRPr/>
              </a:pPr>
              <a:t>2022/11/7</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68AEC35A-5682-4F17-A5AB-C9E9AF695351}" type="slidenum">
              <a:rPr lang="zh-CN" altLang="en-US"/>
              <a:pPr/>
              <a:t>‹#›</a:t>
            </a:fld>
            <a:endParaRPr lang="zh-CN" altLang="en-US"/>
          </a:p>
        </p:txBody>
      </p:sp>
    </p:spTree>
    <p:extLst>
      <p:ext uri="{BB962C8B-B14F-4D97-AF65-F5344CB8AC3E}">
        <p14:creationId xmlns:p14="http://schemas.microsoft.com/office/powerpoint/2010/main" val="3495409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4614D55F-C23B-40AB-BAAB-38C4B654E624}" type="datetime1">
              <a:rPr lang="zh-CN" altLang="en-US"/>
              <a:pPr>
                <a:defRPr/>
              </a:pPr>
              <a:t>2022/11/7</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B2BA5CE9-ECEE-46DA-AF75-4E9A5D9FF569}" type="slidenum">
              <a:rPr lang="zh-CN" altLang="en-US"/>
              <a:pPr/>
              <a:t>‹#›</a:t>
            </a:fld>
            <a:endParaRPr lang="zh-CN" altLang="en-US"/>
          </a:p>
        </p:txBody>
      </p:sp>
    </p:spTree>
    <p:extLst>
      <p:ext uri="{BB962C8B-B14F-4D97-AF65-F5344CB8AC3E}">
        <p14:creationId xmlns:p14="http://schemas.microsoft.com/office/powerpoint/2010/main" val="33002862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613" y="4406900"/>
            <a:ext cx="103632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613"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a:ln/>
        </p:spPr>
        <p:txBody>
          <a:bodyPr/>
          <a:lstStyle>
            <a:lvl1pPr>
              <a:defRPr/>
            </a:lvl1pPr>
          </a:lstStyle>
          <a:p>
            <a:pPr>
              <a:defRPr/>
            </a:pPr>
            <a:fld id="{EEAE3082-D925-431A-8259-3815CAF33930}" type="datetime1">
              <a:rPr lang="zh-CN" altLang="en-US"/>
              <a:pPr>
                <a:defRPr/>
              </a:pPr>
              <a:t>2022/11/7</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32E075C-E9B8-4F62-BA85-8B5FA56C8C7B}" type="slidenum">
              <a:rPr lang="zh-CN" altLang="en-US"/>
              <a:pPr/>
              <a:t>‹#›</a:t>
            </a:fld>
            <a:endParaRPr lang="zh-CN" altLang="en-US"/>
          </a:p>
        </p:txBody>
      </p:sp>
    </p:spTree>
    <p:extLst>
      <p:ext uri="{BB962C8B-B14F-4D97-AF65-F5344CB8AC3E}">
        <p14:creationId xmlns:p14="http://schemas.microsoft.com/office/powerpoint/2010/main" val="2836427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a:ln/>
        </p:spPr>
        <p:txBody>
          <a:bodyPr/>
          <a:lstStyle>
            <a:lvl1pPr>
              <a:defRPr/>
            </a:lvl1pPr>
          </a:lstStyle>
          <a:p>
            <a:pPr>
              <a:defRPr/>
            </a:pPr>
            <a:fld id="{E925F8CD-82AB-442A-820D-3BE2658FF08E}" type="datetime1">
              <a:rPr lang="zh-CN" altLang="en-US"/>
              <a:pPr>
                <a:defRPr/>
              </a:pPr>
              <a:t>2022/11/7</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89D68BDB-6830-4116-AA9A-DB8303DEB5C5}" type="slidenum">
              <a:rPr lang="zh-CN" altLang="en-US"/>
              <a:pPr/>
              <a:t>‹#›</a:t>
            </a:fld>
            <a:endParaRPr lang="zh-CN" altLang="en-US"/>
          </a:p>
        </p:txBody>
      </p:sp>
    </p:spTree>
    <p:extLst>
      <p:ext uri="{BB962C8B-B14F-4D97-AF65-F5344CB8AC3E}">
        <p14:creationId xmlns:p14="http://schemas.microsoft.com/office/powerpoint/2010/main" val="11172296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3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3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2838" y="1535113"/>
            <a:ext cx="5389562"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2838" y="2174875"/>
            <a:ext cx="5389562"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a:ln/>
        </p:spPr>
        <p:txBody>
          <a:bodyPr/>
          <a:lstStyle>
            <a:lvl1pPr>
              <a:defRPr/>
            </a:lvl1pPr>
          </a:lstStyle>
          <a:p>
            <a:pPr>
              <a:defRPr/>
            </a:pPr>
            <a:fld id="{A5DCFD49-45A7-419C-A6C5-B15C8FC6F5F0}" type="datetime1">
              <a:rPr lang="zh-CN" altLang="en-US"/>
              <a:pPr>
                <a:defRPr/>
              </a:pPr>
              <a:t>2022/11/7</a:t>
            </a:fld>
            <a:endParaRPr lang="zh-CN" altLang="en-US"/>
          </a:p>
        </p:txBody>
      </p:sp>
      <p:sp>
        <p:nvSpPr>
          <p:cNvPr id="8"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a:ln/>
        </p:spPr>
        <p:txBody>
          <a:bodyPr/>
          <a:lstStyle>
            <a:lvl1pPr>
              <a:defRPr/>
            </a:lvl1pPr>
          </a:lstStyle>
          <a:p>
            <a:fld id="{BA5396C9-17AF-47CA-A2A8-773574A051A6}" type="slidenum">
              <a:rPr lang="zh-CN" altLang="en-US"/>
              <a:pPr/>
              <a:t>‹#›</a:t>
            </a:fld>
            <a:endParaRPr lang="zh-CN" altLang="en-US"/>
          </a:p>
        </p:txBody>
      </p:sp>
    </p:spTree>
    <p:extLst>
      <p:ext uri="{BB962C8B-B14F-4D97-AF65-F5344CB8AC3E}">
        <p14:creationId xmlns:p14="http://schemas.microsoft.com/office/powerpoint/2010/main" val="12502901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a:ln/>
        </p:spPr>
        <p:txBody>
          <a:bodyPr/>
          <a:lstStyle>
            <a:lvl1pPr>
              <a:defRPr/>
            </a:lvl1pPr>
          </a:lstStyle>
          <a:p>
            <a:pPr>
              <a:defRPr/>
            </a:pPr>
            <a:fld id="{8CECA0FD-F51F-4C71-8395-0CB15C369598}" type="datetime1">
              <a:rPr lang="zh-CN" altLang="en-US"/>
              <a:pPr>
                <a:defRPr/>
              </a:pPr>
              <a:t>2022/11/7</a:t>
            </a:fld>
            <a:endParaRPr lang="zh-CN" altLang="en-US"/>
          </a:p>
        </p:txBody>
      </p:sp>
      <p:sp>
        <p:nvSpPr>
          <p:cNvPr id="4"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a:ln/>
        </p:spPr>
        <p:txBody>
          <a:bodyPr/>
          <a:lstStyle>
            <a:lvl1pPr>
              <a:defRPr/>
            </a:lvl1pPr>
          </a:lstStyle>
          <a:p>
            <a:fld id="{FBF69C8D-9696-4284-BE11-55AEF1E18DAA}" type="slidenum">
              <a:rPr lang="zh-CN" altLang="en-US"/>
              <a:pPr/>
              <a:t>‹#›</a:t>
            </a:fld>
            <a:endParaRPr lang="zh-CN" altLang="en-US"/>
          </a:p>
        </p:txBody>
      </p:sp>
    </p:spTree>
    <p:extLst>
      <p:ext uri="{BB962C8B-B14F-4D97-AF65-F5344CB8AC3E}">
        <p14:creationId xmlns:p14="http://schemas.microsoft.com/office/powerpoint/2010/main" val="5971840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noChangeArrowheads="1"/>
          </p:cNvSpPr>
          <p:nvPr>
            <p:ph type="dt" sz="half" idx="10"/>
          </p:nvPr>
        </p:nvSpPr>
        <p:spPr>
          <a:ln/>
        </p:spPr>
        <p:txBody>
          <a:bodyPr/>
          <a:lstStyle>
            <a:lvl1pPr>
              <a:defRPr/>
            </a:lvl1pPr>
          </a:lstStyle>
          <a:p>
            <a:pPr>
              <a:defRPr/>
            </a:pPr>
            <a:fld id="{CD57C1D9-947C-48DD-8EAE-4D8315C2BCB8}" type="datetime1">
              <a:rPr lang="zh-CN" altLang="en-US"/>
              <a:pPr>
                <a:defRPr/>
              </a:pPr>
              <a:t>2022/11/7</a:t>
            </a:fld>
            <a:endParaRPr lang="zh-CN" altLang="en-US"/>
          </a:p>
        </p:txBody>
      </p:sp>
      <p:sp>
        <p:nvSpPr>
          <p:cNvPr id="3"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4" name="灯片编号占位符 5"/>
          <p:cNvSpPr>
            <a:spLocks noGrp="1" noChangeArrowheads="1"/>
          </p:cNvSpPr>
          <p:nvPr>
            <p:ph type="sldNum" sz="quarter" idx="12"/>
          </p:nvPr>
        </p:nvSpPr>
        <p:spPr>
          <a:ln/>
        </p:spPr>
        <p:txBody>
          <a:bodyPr/>
          <a:lstStyle>
            <a:lvl1pPr>
              <a:defRPr/>
            </a:lvl1pPr>
          </a:lstStyle>
          <a:p>
            <a:fld id="{5DB6A1ED-02BB-4ED0-8832-6A23D34BFEBE}" type="slidenum">
              <a:rPr lang="zh-CN" altLang="en-US"/>
              <a:pPr/>
              <a:t>‹#›</a:t>
            </a:fld>
            <a:endParaRPr lang="zh-CN" altLang="en-US"/>
          </a:p>
        </p:txBody>
      </p:sp>
    </p:spTree>
    <p:extLst>
      <p:ext uri="{BB962C8B-B14F-4D97-AF65-F5344CB8AC3E}">
        <p14:creationId xmlns:p14="http://schemas.microsoft.com/office/powerpoint/2010/main" val="40887441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3050"/>
            <a:ext cx="40116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263" y="273050"/>
            <a:ext cx="681513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0" y="1435100"/>
            <a:ext cx="40116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4CD7E5BF-EEC9-4F92-8140-E5C484FBF76E}" type="datetime1">
              <a:rPr lang="zh-CN" altLang="en-US"/>
              <a:pPr>
                <a:defRPr/>
              </a:pPr>
              <a:t>2022/11/7</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F8D0C606-10B4-4F0B-B4DD-2D6E2FBA5313}" type="slidenum">
              <a:rPr lang="zh-CN" altLang="en-US"/>
              <a:pPr/>
              <a:t>‹#›</a:t>
            </a:fld>
            <a:endParaRPr lang="zh-CN" altLang="en-US"/>
          </a:p>
        </p:txBody>
      </p:sp>
    </p:spTree>
    <p:extLst>
      <p:ext uri="{BB962C8B-B14F-4D97-AF65-F5344CB8AC3E}">
        <p14:creationId xmlns:p14="http://schemas.microsoft.com/office/powerpoint/2010/main" val="32339396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188" y="4800600"/>
            <a:ext cx="73152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188"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sym typeface="Calibri" pitchFamily="34" charset="0"/>
            </a:endParaRPr>
          </a:p>
        </p:txBody>
      </p:sp>
      <p:sp>
        <p:nvSpPr>
          <p:cNvPr id="4" name="文本占位符 3"/>
          <p:cNvSpPr>
            <a:spLocks noGrp="1"/>
          </p:cNvSpPr>
          <p:nvPr>
            <p:ph type="body" sz="half" idx="2"/>
          </p:nvPr>
        </p:nvSpPr>
        <p:spPr>
          <a:xfrm>
            <a:off x="2389188"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a:ln/>
        </p:spPr>
        <p:txBody>
          <a:bodyPr/>
          <a:lstStyle>
            <a:lvl1pPr>
              <a:defRPr/>
            </a:lvl1pPr>
          </a:lstStyle>
          <a:p>
            <a:pPr>
              <a:defRPr/>
            </a:pPr>
            <a:fld id="{61830C00-2554-435C-87A5-DDF50042A1AB}" type="datetime1">
              <a:rPr lang="zh-CN" altLang="en-US"/>
              <a:pPr>
                <a:defRPr/>
              </a:pPr>
              <a:t>2022/11/7</a:t>
            </a:fld>
            <a:endParaRPr lang="zh-CN" altLang="en-US"/>
          </a:p>
        </p:txBody>
      </p:sp>
      <p:sp>
        <p:nvSpPr>
          <p:cNvPr id="6"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a:ln/>
        </p:spPr>
        <p:txBody>
          <a:bodyPr/>
          <a:lstStyle>
            <a:lvl1pPr>
              <a:defRPr/>
            </a:lvl1pPr>
          </a:lstStyle>
          <a:p>
            <a:fld id="{5DC9E1F8-3F99-4052-8168-96A7E6A5D5A7}" type="slidenum">
              <a:rPr lang="zh-CN" altLang="en-US"/>
              <a:pPr/>
              <a:t>‹#›</a:t>
            </a:fld>
            <a:endParaRPr lang="zh-CN" altLang="en-US"/>
          </a:p>
        </p:txBody>
      </p:sp>
    </p:spTree>
    <p:extLst>
      <p:ext uri="{BB962C8B-B14F-4D97-AF65-F5344CB8AC3E}">
        <p14:creationId xmlns:p14="http://schemas.microsoft.com/office/powerpoint/2010/main" val="2965035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FA177360-1DB7-4EDE-A4F0-73DF19AF951D}" type="datetime1">
              <a:rPr lang="zh-CN" altLang="en-US"/>
              <a:pPr>
                <a:defRPr/>
              </a:pPr>
              <a:t>2022/11/7</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93070EA6-541C-440E-9F91-7FD6A3344A0E}" type="slidenum">
              <a:rPr lang="zh-CN" altLang="en-US"/>
              <a:pPr/>
              <a:t>‹#›</a:t>
            </a:fld>
            <a:endParaRPr lang="zh-CN" altLang="en-US"/>
          </a:p>
        </p:txBody>
      </p:sp>
    </p:spTree>
    <p:extLst>
      <p:ext uri="{BB962C8B-B14F-4D97-AF65-F5344CB8AC3E}">
        <p14:creationId xmlns:p14="http://schemas.microsoft.com/office/powerpoint/2010/main" val="188284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a:ln/>
        </p:spPr>
        <p:txBody>
          <a:bodyPr/>
          <a:lstStyle>
            <a:lvl1pPr>
              <a:defRPr/>
            </a:lvl1pPr>
          </a:lstStyle>
          <a:p>
            <a:pPr>
              <a:defRPr/>
            </a:pPr>
            <a:fld id="{75E059A9-847B-4C54-BF37-D0CA150EED2E}" type="datetime1">
              <a:rPr lang="zh-CN" altLang="en-US"/>
              <a:pPr>
                <a:defRPr/>
              </a:pPr>
              <a:t>2022/11/7</a:t>
            </a:fld>
            <a:endParaRPr lang="zh-CN" altLang="en-US"/>
          </a:p>
        </p:txBody>
      </p:sp>
      <p:sp>
        <p:nvSpPr>
          <p:cNvPr id="5" name="页脚占位符 4"/>
          <p:cNvSpPr>
            <a:spLocks noGrp="1" noChangeArrowheads="1"/>
          </p:cNvSpPr>
          <p:nvPr>
            <p:ph type="ftr" sz="quarter" idx="11"/>
          </p:nvPr>
        </p:nvSpPr>
        <p:spPr>
          <a:ln/>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a:ln/>
        </p:spPr>
        <p:txBody>
          <a:bodyPr/>
          <a:lstStyle>
            <a:lvl1pPr>
              <a:defRPr/>
            </a:lvl1pPr>
          </a:lstStyle>
          <a:p>
            <a:fld id="{A2598AF1-EBD8-49B5-A0CF-DCFA712BE910}" type="slidenum">
              <a:rPr lang="zh-CN" altLang="en-US"/>
              <a:pPr/>
              <a:t>‹#›</a:t>
            </a:fld>
            <a:endParaRPr lang="zh-CN" altLang="en-US"/>
          </a:p>
        </p:txBody>
      </p:sp>
    </p:spTree>
    <p:extLst>
      <p:ext uri="{BB962C8B-B14F-4D97-AF65-F5344CB8AC3E}">
        <p14:creationId xmlns:p14="http://schemas.microsoft.com/office/powerpoint/2010/main" val="36729351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标题幻灯片">
    <p:spTree>
      <p:nvGrpSpPr>
        <p:cNvPr id="1" name=""/>
        <p:cNvGrpSpPr/>
        <p:nvPr/>
      </p:nvGrpSpPr>
      <p:grpSpPr>
        <a:xfrm>
          <a:off x="0" y="0"/>
          <a:ext cx="0" cy="0"/>
          <a:chOff x="0" y="0"/>
          <a:chExt cx="0" cy="0"/>
        </a:xfrm>
      </p:grpSpPr>
      <p:sp>
        <p:nvSpPr>
          <p:cNvPr id="3" name="矩形 3"/>
          <p:cNvSpPr/>
          <p:nvPr userDrawn="1"/>
        </p:nvSpPr>
        <p:spPr>
          <a:xfrm>
            <a:off x="1067911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4" name="矩形 3"/>
          <p:cNvSpPr/>
          <p:nvPr userDrawn="1"/>
        </p:nvSpPr>
        <p:spPr>
          <a:xfrm flipH="1" flipV="1">
            <a:off x="972502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文本框 26"/>
          <p:cNvSpPr txBox="1">
            <a:spLocks noChangeArrowheads="1"/>
          </p:cNvSpPr>
          <p:nvPr userDrawn="1"/>
        </p:nvSpPr>
        <p:spPr bwMode="auto">
          <a:xfrm>
            <a:off x="788988" y="549275"/>
            <a:ext cx="1249362"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500">
                <a:latin typeface="Calibri" panose="020F0502020204030204" pitchFamily="34" charset="0"/>
              </a:rPr>
              <a:t>PARK 01</a:t>
            </a:r>
            <a:endParaRPr lang="zh-CN" altLang="en-US" sz="2500">
              <a:latin typeface="Calibri" panose="020F0502020204030204" pitchFamily="34" charset="0"/>
            </a:endParaRPr>
          </a:p>
        </p:txBody>
      </p:sp>
      <p:sp>
        <p:nvSpPr>
          <p:cNvPr id="6" name="文本框 27"/>
          <p:cNvSpPr txBox="1">
            <a:spLocks noChangeArrowheads="1"/>
          </p:cNvSpPr>
          <p:nvPr userDrawn="1"/>
        </p:nvSpPr>
        <p:spPr bwMode="auto">
          <a:xfrm>
            <a:off x="981233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7" name="文本框 28"/>
          <p:cNvSpPr txBox="1">
            <a:spLocks noChangeArrowheads="1"/>
          </p:cNvSpPr>
          <p:nvPr userDrawn="1"/>
        </p:nvSpPr>
        <p:spPr bwMode="auto">
          <a:xfrm>
            <a:off x="10858500" y="636588"/>
            <a:ext cx="7096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4240213" y="835025"/>
            <a:ext cx="5178425" cy="1270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grpSp>
        <p:nvGrpSpPr>
          <p:cNvPr id="9" name="组合 126"/>
          <p:cNvGrpSpPr>
            <a:grpSpLocks/>
          </p:cNvGrpSpPr>
          <p:nvPr userDrawn="1"/>
        </p:nvGrpSpPr>
        <p:grpSpPr bwMode="auto">
          <a:xfrm flipH="1">
            <a:off x="-12700" y="549275"/>
            <a:ext cx="825500" cy="439738"/>
            <a:chOff x="0" y="0"/>
            <a:chExt cx="1787532" cy="1257300"/>
          </a:xfrm>
        </p:grpSpPr>
        <p:sp>
          <p:nvSpPr>
            <p:cNvPr id="10" name="矩形 127"/>
            <p:cNvSpPr>
              <a:spLocks noChangeArrowheads="1"/>
            </p:cNvSpPr>
            <p:nvPr/>
          </p:nvSpPr>
          <p:spPr bwMode="auto">
            <a:xfrm>
              <a:off x="0" y="0"/>
              <a:ext cx="364382" cy="1257300"/>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1" name="矩形 128"/>
            <p:cNvSpPr>
              <a:spLocks noChangeArrowheads="1"/>
            </p:cNvSpPr>
            <p:nvPr/>
          </p:nvSpPr>
          <p:spPr bwMode="auto">
            <a:xfrm>
              <a:off x="446883" y="0"/>
              <a:ext cx="577510" cy="125730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2" name="矩形 129"/>
            <p:cNvSpPr>
              <a:spLocks noChangeArrowheads="1"/>
            </p:cNvSpPr>
            <p:nvPr/>
          </p:nvSpPr>
          <p:spPr bwMode="auto">
            <a:xfrm>
              <a:off x="1106895" y="0"/>
              <a:ext cx="680637" cy="1257300"/>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31663858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标题幻灯片">
    <p:spTree>
      <p:nvGrpSpPr>
        <p:cNvPr id="1" name=""/>
        <p:cNvGrpSpPr/>
        <p:nvPr/>
      </p:nvGrpSpPr>
      <p:grpSpPr>
        <a:xfrm>
          <a:off x="0" y="0"/>
          <a:ext cx="0" cy="0"/>
          <a:chOff x="0" y="0"/>
          <a:chExt cx="0" cy="0"/>
        </a:xfrm>
      </p:grpSpPr>
      <p:sp>
        <p:nvSpPr>
          <p:cNvPr id="2" name="矩形 3"/>
          <p:cNvSpPr/>
          <p:nvPr userDrawn="1"/>
        </p:nvSpPr>
        <p:spPr>
          <a:xfrm>
            <a:off x="1067911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3" name="矩形 3"/>
          <p:cNvSpPr/>
          <p:nvPr userDrawn="1"/>
        </p:nvSpPr>
        <p:spPr>
          <a:xfrm flipH="1" flipV="1">
            <a:off x="972502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4" name="文本框 26"/>
          <p:cNvSpPr txBox="1">
            <a:spLocks noChangeArrowheads="1"/>
          </p:cNvSpPr>
          <p:nvPr userDrawn="1"/>
        </p:nvSpPr>
        <p:spPr bwMode="auto">
          <a:xfrm>
            <a:off x="788988" y="549275"/>
            <a:ext cx="1249362"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500">
                <a:latin typeface="Calibri" panose="020F0502020204030204" pitchFamily="34" charset="0"/>
              </a:rPr>
              <a:t>PARK 02</a:t>
            </a:r>
            <a:endParaRPr lang="zh-CN" altLang="en-US" sz="2500">
              <a:latin typeface="Calibri" panose="020F0502020204030204" pitchFamily="34" charset="0"/>
            </a:endParaRPr>
          </a:p>
        </p:txBody>
      </p:sp>
      <p:sp>
        <p:nvSpPr>
          <p:cNvPr id="5" name="文本框 27"/>
          <p:cNvSpPr txBox="1">
            <a:spLocks noChangeArrowheads="1"/>
          </p:cNvSpPr>
          <p:nvPr userDrawn="1"/>
        </p:nvSpPr>
        <p:spPr bwMode="auto">
          <a:xfrm>
            <a:off x="981233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6" name="文本框 28"/>
          <p:cNvSpPr txBox="1">
            <a:spLocks noChangeArrowheads="1"/>
          </p:cNvSpPr>
          <p:nvPr userDrawn="1"/>
        </p:nvSpPr>
        <p:spPr bwMode="auto">
          <a:xfrm>
            <a:off x="10858500" y="636588"/>
            <a:ext cx="7096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7" name="直接连接符 6"/>
          <p:cNvCxnSpPr/>
          <p:nvPr userDrawn="1"/>
        </p:nvCxnSpPr>
        <p:spPr>
          <a:xfrm>
            <a:off x="4240213" y="835025"/>
            <a:ext cx="5178425" cy="1270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grpSp>
        <p:nvGrpSpPr>
          <p:cNvPr id="8" name="组合 126"/>
          <p:cNvGrpSpPr>
            <a:grpSpLocks/>
          </p:cNvGrpSpPr>
          <p:nvPr userDrawn="1"/>
        </p:nvGrpSpPr>
        <p:grpSpPr bwMode="auto">
          <a:xfrm flipH="1">
            <a:off x="-12700" y="549275"/>
            <a:ext cx="825500" cy="439738"/>
            <a:chOff x="0" y="0"/>
            <a:chExt cx="1787532" cy="1257300"/>
          </a:xfrm>
        </p:grpSpPr>
        <p:sp>
          <p:nvSpPr>
            <p:cNvPr id="9" name="矩形 127"/>
            <p:cNvSpPr>
              <a:spLocks noChangeArrowheads="1"/>
            </p:cNvSpPr>
            <p:nvPr/>
          </p:nvSpPr>
          <p:spPr bwMode="auto">
            <a:xfrm>
              <a:off x="0" y="0"/>
              <a:ext cx="364382" cy="1257300"/>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0" name="矩形 128"/>
            <p:cNvSpPr>
              <a:spLocks noChangeArrowheads="1"/>
            </p:cNvSpPr>
            <p:nvPr/>
          </p:nvSpPr>
          <p:spPr bwMode="auto">
            <a:xfrm>
              <a:off x="446883" y="0"/>
              <a:ext cx="577510" cy="125730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1" name="矩形 129"/>
            <p:cNvSpPr>
              <a:spLocks noChangeArrowheads="1"/>
            </p:cNvSpPr>
            <p:nvPr/>
          </p:nvSpPr>
          <p:spPr bwMode="auto">
            <a:xfrm>
              <a:off x="1106895" y="0"/>
              <a:ext cx="680637" cy="1257300"/>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8551764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仅标题">
    <p:spTree>
      <p:nvGrpSpPr>
        <p:cNvPr id="1" name=""/>
        <p:cNvGrpSpPr/>
        <p:nvPr/>
      </p:nvGrpSpPr>
      <p:grpSpPr>
        <a:xfrm>
          <a:off x="0" y="0"/>
          <a:ext cx="0" cy="0"/>
          <a:chOff x="0" y="0"/>
          <a:chExt cx="0" cy="0"/>
        </a:xfrm>
      </p:grpSpPr>
      <p:sp>
        <p:nvSpPr>
          <p:cNvPr id="3" name="矩形 3"/>
          <p:cNvSpPr/>
          <p:nvPr userDrawn="1"/>
        </p:nvSpPr>
        <p:spPr>
          <a:xfrm>
            <a:off x="1067911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4" name="矩形 3"/>
          <p:cNvSpPr/>
          <p:nvPr userDrawn="1"/>
        </p:nvSpPr>
        <p:spPr>
          <a:xfrm flipH="1" flipV="1">
            <a:off x="972502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文本框 26"/>
          <p:cNvSpPr txBox="1">
            <a:spLocks noChangeArrowheads="1"/>
          </p:cNvSpPr>
          <p:nvPr userDrawn="1"/>
        </p:nvSpPr>
        <p:spPr bwMode="auto">
          <a:xfrm>
            <a:off x="788988" y="549275"/>
            <a:ext cx="1249362"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500">
                <a:latin typeface="Calibri" panose="020F0502020204030204" pitchFamily="34" charset="0"/>
              </a:rPr>
              <a:t>PARK 03</a:t>
            </a:r>
            <a:endParaRPr lang="zh-CN" altLang="en-US" sz="2500">
              <a:latin typeface="Calibri" panose="020F0502020204030204" pitchFamily="34" charset="0"/>
            </a:endParaRPr>
          </a:p>
        </p:txBody>
      </p:sp>
      <p:sp>
        <p:nvSpPr>
          <p:cNvPr id="6" name="文本框 27"/>
          <p:cNvSpPr txBox="1">
            <a:spLocks noChangeArrowheads="1"/>
          </p:cNvSpPr>
          <p:nvPr userDrawn="1"/>
        </p:nvSpPr>
        <p:spPr bwMode="auto">
          <a:xfrm>
            <a:off x="981233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7" name="文本框 28"/>
          <p:cNvSpPr txBox="1">
            <a:spLocks noChangeArrowheads="1"/>
          </p:cNvSpPr>
          <p:nvPr userDrawn="1"/>
        </p:nvSpPr>
        <p:spPr bwMode="auto">
          <a:xfrm>
            <a:off x="10858500" y="636588"/>
            <a:ext cx="7096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4240213" y="835025"/>
            <a:ext cx="5178425" cy="1270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grpSp>
        <p:nvGrpSpPr>
          <p:cNvPr id="9" name="组合 126"/>
          <p:cNvGrpSpPr>
            <a:grpSpLocks/>
          </p:cNvGrpSpPr>
          <p:nvPr userDrawn="1"/>
        </p:nvGrpSpPr>
        <p:grpSpPr bwMode="auto">
          <a:xfrm flipH="1">
            <a:off x="-12700" y="549275"/>
            <a:ext cx="825500" cy="439738"/>
            <a:chOff x="0" y="0"/>
            <a:chExt cx="1787532" cy="1257300"/>
          </a:xfrm>
        </p:grpSpPr>
        <p:sp>
          <p:nvSpPr>
            <p:cNvPr id="10" name="矩形 127"/>
            <p:cNvSpPr>
              <a:spLocks noChangeArrowheads="1"/>
            </p:cNvSpPr>
            <p:nvPr/>
          </p:nvSpPr>
          <p:spPr bwMode="auto">
            <a:xfrm>
              <a:off x="0" y="0"/>
              <a:ext cx="364382" cy="1257300"/>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1" name="矩形 128"/>
            <p:cNvSpPr>
              <a:spLocks noChangeArrowheads="1"/>
            </p:cNvSpPr>
            <p:nvPr/>
          </p:nvSpPr>
          <p:spPr bwMode="auto">
            <a:xfrm>
              <a:off x="446883" y="0"/>
              <a:ext cx="577510" cy="125730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2" name="矩形 129"/>
            <p:cNvSpPr>
              <a:spLocks noChangeArrowheads="1"/>
            </p:cNvSpPr>
            <p:nvPr/>
          </p:nvSpPr>
          <p:spPr bwMode="auto">
            <a:xfrm>
              <a:off x="1106895" y="0"/>
              <a:ext cx="680637" cy="1257300"/>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51268434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内容与标题">
    <p:spTree>
      <p:nvGrpSpPr>
        <p:cNvPr id="1" name=""/>
        <p:cNvGrpSpPr/>
        <p:nvPr/>
      </p:nvGrpSpPr>
      <p:grpSpPr>
        <a:xfrm>
          <a:off x="0" y="0"/>
          <a:ext cx="0" cy="0"/>
          <a:chOff x="0" y="0"/>
          <a:chExt cx="0" cy="0"/>
        </a:xfrm>
      </p:grpSpPr>
      <p:sp>
        <p:nvSpPr>
          <p:cNvPr id="3" name="矩形 3"/>
          <p:cNvSpPr/>
          <p:nvPr userDrawn="1"/>
        </p:nvSpPr>
        <p:spPr>
          <a:xfrm>
            <a:off x="1067911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4" name="矩形 3"/>
          <p:cNvSpPr/>
          <p:nvPr userDrawn="1"/>
        </p:nvSpPr>
        <p:spPr>
          <a:xfrm flipH="1" flipV="1">
            <a:off x="972502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文本框 26"/>
          <p:cNvSpPr txBox="1">
            <a:spLocks noChangeArrowheads="1"/>
          </p:cNvSpPr>
          <p:nvPr userDrawn="1"/>
        </p:nvSpPr>
        <p:spPr bwMode="auto">
          <a:xfrm>
            <a:off x="788988" y="549275"/>
            <a:ext cx="1249362" cy="477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500">
                <a:latin typeface="Calibri" panose="020F0502020204030204" pitchFamily="34" charset="0"/>
              </a:rPr>
              <a:t>PARK 04</a:t>
            </a:r>
            <a:endParaRPr lang="zh-CN" altLang="en-US" sz="2500">
              <a:latin typeface="Calibri" panose="020F0502020204030204" pitchFamily="34" charset="0"/>
            </a:endParaRPr>
          </a:p>
        </p:txBody>
      </p:sp>
      <p:sp>
        <p:nvSpPr>
          <p:cNvPr id="6" name="文本框 27"/>
          <p:cNvSpPr txBox="1">
            <a:spLocks noChangeArrowheads="1"/>
          </p:cNvSpPr>
          <p:nvPr userDrawn="1"/>
        </p:nvSpPr>
        <p:spPr bwMode="auto">
          <a:xfrm>
            <a:off x="981233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7" name="文本框 28"/>
          <p:cNvSpPr txBox="1">
            <a:spLocks noChangeArrowheads="1"/>
          </p:cNvSpPr>
          <p:nvPr userDrawn="1"/>
        </p:nvSpPr>
        <p:spPr bwMode="auto">
          <a:xfrm>
            <a:off x="10858500" y="636588"/>
            <a:ext cx="709613"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8" name="直接连接符 7"/>
          <p:cNvCxnSpPr/>
          <p:nvPr userDrawn="1"/>
        </p:nvCxnSpPr>
        <p:spPr>
          <a:xfrm>
            <a:off x="4240213" y="835025"/>
            <a:ext cx="5178425" cy="1270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grpSp>
        <p:nvGrpSpPr>
          <p:cNvPr id="9" name="组合 126"/>
          <p:cNvGrpSpPr>
            <a:grpSpLocks/>
          </p:cNvGrpSpPr>
          <p:nvPr userDrawn="1"/>
        </p:nvGrpSpPr>
        <p:grpSpPr bwMode="auto">
          <a:xfrm flipH="1">
            <a:off x="-12700" y="549275"/>
            <a:ext cx="825500" cy="439738"/>
            <a:chOff x="0" y="0"/>
            <a:chExt cx="1787532" cy="1257300"/>
          </a:xfrm>
        </p:grpSpPr>
        <p:sp>
          <p:nvSpPr>
            <p:cNvPr id="10" name="矩形 127"/>
            <p:cNvSpPr>
              <a:spLocks noChangeArrowheads="1"/>
            </p:cNvSpPr>
            <p:nvPr/>
          </p:nvSpPr>
          <p:spPr bwMode="auto">
            <a:xfrm>
              <a:off x="0" y="0"/>
              <a:ext cx="364382" cy="1257300"/>
            </a:xfrm>
            <a:prstGeom prst="rect">
              <a:avLst/>
            </a:prstGeom>
            <a:solidFill>
              <a:schemeClr val="accent1">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1" name="矩形 128"/>
            <p:cNvSpPr>
              <a:spLocks noChangeArrowheads="1"/>
            </p:cNvSpPr>
            <p:nvPr/>
          </p:nvSpPr>
          <p:spPr bwMode="auto">
            <a:xfrm>
              <a:off x="446883" y="0"/>
              <a:ext cx="577510" cy="1257300"/>
            </a:xfrm>
            <a:prstGeom prst="rect">
              <a:avLst/>
            </a:prstGeom>
            <a:solidFill>
              <a:schemeClr val="accent1">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2" name="矩形 129"/>
            <p:cNvSpPr>
              <a:spLocks noChangeArrowheads="1"/>
            </p:cNvSpPr>
            <p:nvPr/>
          </p:nvSpPr>
          <p:spPr bwMode="auto">
            <a:xfrm>
              <a:off x="1106895" y="0"/>
              <a:ext cx="680637" cy="1257300"/>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410155064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398584275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7_标题和内容">
    <p:spTree>
      <p:nvGrpSpPr>
        <p:cNvPr id="1" name=""/>
        <p:cNvGrpSpPr/>
        <p:nvPr/>
      </p:nvGrpSpPr>
      <p:grpSpPr>
        <a:xfrm>
          <a:off x="0" y="0"/>
          <a:ext cx="0" cy="0"/>
          <a:chOff x="0" y="0"/>
          <a:chExt cx="0" cy="0"/>
        </a:xfrm>
      </p:grpSpPr>
      <p:grpSp>
        <p:nvGrpSpPr>
          <p:cNvPr id="2" name="组合 1"/>
          <p:cNvGrpSpPr>
            <a:grpSpLocks/>
          </p:cNvGrpSpPr>
          <p:nvPr userDrawn="1"/>
        </p:nvGrpSpPr>
        <p:grpSpPr bwMode="auto">
          <a:xfrm>
            <a:off x="338138" y="-26988"/>
            <a:ext cx="900112" cy="831851"/>
            <a:chOff x="2506532" y="465192"/>
            <a:chExt cx="675190" cy="623007"/>
          </a:xfrm>
        </p:grpSpPr>
        <p:sp>
          <p:nvSpPr>
            <p:cNvPr id="3" name="文本框 2"/>
            <p:cNvSpPr txBox="1">
              <a:spLocks noChangeArrowheads="1"/>
            </p:cNvSpPr>
            <p:nvPr/>
          </p:nvSpPr>
          <p:spPr bwMode="auto">
            <a:xfrm>
              <a:off x="2506532" y="465192"/>
              <a:ext cx="236971" cy="623007"/>
            </a:xfrm>
            <a:prstGeom prst="rect">
              <a:avLst/>
            </a:prstGeom>
            <a:noFill/>
            <a:ln w="9525">
              <a:noFill/>
              <a:miter lim="800000"/>
              <a:headEnd/>
              <a:tailEnd/>
            </a:ln>
          </p:spPr>
          <p:txBody>
            <a:bodyPr>
              <a:spAutoFit/>
            </a:bodyPr>
            <a:lstStyle/>
            <a:p>
              <a:pPr fontAlgn="auto">
                <a:spcBef>
                  <a:spcPts val="0"/>
                </a:spcBef>
                <a:spcAft>
                  <a:spcPts val="0"/>
                </a:spcAft>
                <a:buFontTx/>
                <a:buNone/>
                <a:defRPr/>
              </a:pPr>
              <a:r>
                <a:rPr lang="en-US" altLang="zh-CN" sz="4799" dirty="0">
                  <a:solidFill>
                    <a:srgbClr val="005292"/>
                  </a:solidFill>
                  <a:latin typeface="Impact" pitchFamily="34" charset="0"/>
                  <a:ea typeface="宋体"/>
                </a:rPr>
                <a:t>1</a:t>
              </a:r>
              <a:endParaRPr lang="zh-CN" altLang="en-US" sz="4799" dirty="0">
                <a:solidFill>
                  <a:srgbClr val="005292"/>
                </a:solidFill>
                <a:latin typeface="Impact" pitchFamily="34" charset="0"/>
                <a:ea typeface="宋体"/>
              </a:endParaRPr>
            </a:p>
          </p:txBody>
        </p:sp>
        <p:cxnSp>
          <p:nvCxnSpPr>
            <p:cNvPr id="4" name="直接连接符 3"/>
            <p:cNvCxnSpPr/>
            <p:nvPr/>
          </p:nvCxnSpPr>
          <p:spPr>
            <a:xfrm flipH="1">
              <a:off x="2722069" y="599543"/>
              <a:ext cx="459653" cy="458932"/>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5" name="矩形 4"/>
          <p:cNvSpPr/>
          <p:nvPr userDrawn="1"/>
        </p:nvSpPr>
        <p:spPr>
          <a:xfrm>
            <a:off x="0" y="763588"/>
            <a:ext cx="12184063" cy="4445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121870" tIns="60934" rIns="121870" bIns="60934" anchor="ctr"/>
          <a:lstStyle/>
          <a:p>
            <a:pPr algn="ctr" fontAlgn="auto">
              <a:spcBef>
                <a:spcPts val="0"/>
              </a:spcBef>
              <a:spcAft>
                <a:spcPts val="0"/>
              </a:spcAft>
              <a:buFontTx/>
              <a:buNone/>
              <a:defRPr/>
            </a:pPr>
            <a:endParaRPr lang="zh-CN" altLang="en-US">
              <a:solidFill>
                <a:srgbClr val="FFFFFF"/>
              </a:solidFill>
            </a:endParaRPr>
          </a:p>
        </p:txBody>
      </p:sp>
    </p:spTree>
    <p:extLst>
      <p:ext uri="{BB962C8B-B14F-4D97-AF65-F5344CB8AC3E}">
        <p14:creationId xmlns:p14="http://schemas.microsoft.com/office/powerpoint/2010/main" val="3955603413"/>
      </p:ext>
    </p:extLst>
  </p:cSld>
  <p:clrMapOvr>
    <a:masterClrMapping/>
  </p:clrMapOvr>
  <p:transition spd="slow" advClick="0" advTm="0"/>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8_标题和内容">
    <p:spTree>
      <p:nvGrpSpPr>
        <p:cNvPr id="1" name=""/>
        <p:cNvGrpSpPr/>
        <p:nvPr/>
      </p:nvGrpSpPr>
      <p:grpSpPr>
        <a:xfrm>
          <a:off x="0" y="0"/>
          <a:ext cx="0" cy="0"/>
          <a:chOff x="0" y="0"/>
          <a:chExt cx="0" cy="0"/>
        </a:xfrm>
      </p:grpSpPr>
      <p:grpSp>
        <p:nvGrpSpPr>
          <p:cNvPr id="2" name="组合 1"/>
          <p:cNvGrpSpPr>
            <a:grpSpLocks/>
          </p:cNvGrpSpPr>
          <p:nvPr userDrawn="1"/>
        </p:nvGrpSpPr>
        <p:grpSpPr bwMode="auto">
          <a:xfrm>
            <a:off x="338138" y="-26988"/>
            <a:ext cx="900112" cy="831851"/>
            <a:chOff x="2506532" y="465192"/>
            <a:chExt cx="675190" cy="623007"/>
          </a:xfrm>
        </p:grpSpPr>
        <p:sp>
          <p:nvSpPr>
            <p:cNvPr id="3" name="文本框 2"/>
            <p:cNvSpPr txBox="1">
              <a:spLocks noChangeArrowheads="1"/>
            </p:cNvSpPr>
            <p:nvPr/>
          </p:nvSpPr>
          <p:spPr bwMode="auto">
            <a:xfrm>
              <a:off x="2506532" y="465192"/>
              <a:ext cx="236971" cy="623007"/>
            </a:xfrm>
            <a:prstGeom prst="rect">
              <a:avLst/>
            </a:prstGeom>
            <a:noFill/>
            <a:ln w="9525">
              <a:noFill/>
              <a:miter lim="800000"/>
              <a:headEnd/>
              <a:tailEnd/>
            </a:ln>
          </p:spPr>
          <p:txBody>
            <a:bodyPr>
              <a:spAutoFit/>
            </a:bodyPr>
            <a:lstStyle/>
            <a:p>
              <a:pPr fontAlgn="auto">
                <a:spcBef>
                  <a:spcPts val="0"/>
                </a:spcBef>
                <a:spcAft>
                  <a:spcPts val="0"/>
                </a:spcAft>
                <a:buFontTx/>
                <a:buNone/>
                <a:defRPr/>
              </a:pPr>
              <a:r>
                <a:rPr lang="en-US" altLang="zh-CN" sz="4799" dirty="0">
                  <a:solidFill>
                    <a:srgbClr val="005292"/>
                  </a:solidFill>
                  <a:latin typeface="Impact" pitchFamily="34" charset="0"/>
                  <a:ea typeface="宋体"/>
                </a:rPr>
                <a:t>1</a:t>
              </a:r>
              <a:endParaRPr lang="zh-CN" altLang="en-US" sz="4799" dirty="0">
                <a:solidFill>
                  <a:srgbClr val="005292"/>
                </a:solidFill>
                <a:latin typeface="Impact" pitchFamily="34" charset="0"/>
                <a:ea typeface="宋体"/>
              </a:endParaRPr>
            </a:p>
          </p:txBody>
        </p:sp>
        <p:cxnSp>
          <p:nvCxnSpPr>
            <p:cNvPr id="4" name="直接连接符 3"/>
            <p:cNvCxnSpPr/>
            <p:nvPr/>
          </p:nvCxnSpPr>
          <p:spPr>
            <a:xfrm flipH="1">
              <a:off x="2722069" y="599543"/>
              <a:ext cx="459653" cy="458932"/>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5" name="矩形 4"/>
          <p:cNvSpPr/>
          <p:nvPr userDrawn="1"/>
        </p:nvSpPr>
        <p:spPr>
          <a:xfrm>
            <a:off x="0" y="763588"/>
            <a:ext cx="12184063" cy="4445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121870" tIns="60934" rIns="121870" bIns="60934" anchor="ctr"/>
          <a:lstStyle/>
          <a:p>
            <a:pPr algn="ctr" fontAlgn="auto">
              <a:spcBef>
                <a:spcPts val="0"/>
              </a:spcBef>
              <a:spcAft>
                <a:spcPts val="0"/>
              </a:spcAft>
              <a:buFontTx/>
              <a:buNone/>
              <a:defRPr/>
            </a:pPr>
            <a:endParaRPr lang="zh-CN" altLang="en-US">
              <a:solidFill>
                <a:srgbClr val="FFFFFF"/>
              </a:solidFill>
            </a:endParaRPr>
          </a:p>
        </p:txBody>
      </p:sp>
    </p:spTree>
    <p:extLst>
      <p:ext uri="{BB962C8B-B14F-4D97-AF65-F5344CB8AC3E}">
        <p14:creationId xmlns:p14="http://schemas.microsoft.com/office/powerpoint/2010/main" val="307517977"/>
      </p:ext>
    </p:extLst>
  </p:cSld>
  <p:clrMapOvr>
    <a:masterClrMapping/>
  </p:clrMapOvr>
  <p:transition spd="slow" advClick="0" advTm="0"/>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8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68389420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0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7713059"/>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35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820073004"/>
      </p:ext>
    </p:extLst>
  </p:cSld>
  <p:clrMapOvr>
    <a:masterClrMapping/>
  </p:clrMapOvr>
  <p:transition spd="slow" advClick="0" advTm="0"/>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2_仅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1"/>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02</a:t>
            </a:r>
            <a:endParaRPr lang="zh-CN" altLang="en-US" sz="2400">
              <a:solidFill>
                <a:srgbClr val="FFFFFF"/>
              </a:solidFill>
              <a:latin typeface="Calibri" panose="020F0502020204030204" pitchFamily="34" charset="0"/>
            </a:endParaRPr>
          </a:p>
        </p:txBody>
      </p:sp>
      <p:sp>
        <p:nvSpPr>
          <p:cNvPr id="9" name="文本框 12"/>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3"/>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8874171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3_仅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1"/>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02</a:t>
            </a:r>
            <a:endParaRPr lang="zh-CN" altLang="en-US" sz="2400">
              <a:solidFill>
                <a:srgbClr val="FFFFFF"/>
              </a:solidFill>
              <a:latin typeface="Calibri" panose="020F0502020204030204" pitchFamily="34" charset="0"/>
            </a:endParaRPr>
          </a:p>
        </p:txBody>
      </p:sp>
      <p:sp>
        <p:nvSpPr>
          <p:cNvPr id="9" name="文本框 12"/>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3"/>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09888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4_仅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1"/>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02</a:t>
            </a:r>
            <a:endParaRPr lang="zh-CN" altLang="en-US" sz="2400">
              <a:solidFill>
                <a:srgbClr val="FFFFFF"/>
              </a:solidFill>
              <a:latin typeface="Calibri" panose="020F0502020204030204" pitchFamily="34" charset="0"/>
            </a:endParaRPr>
          </a:p>
        </p:txBody>
      </p:sp>
      <p:sp>
        <p:nvSpPr>
          <p:cNvPr id="9" name="文本框 12"/>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3"/>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148724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5_仅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1"/>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02</a:t>
            </a:r>
            <a:endParaRPr lang="zh-CN" altLang="en-US" sz="2400">
              <a:solidFill>
                <a:srgbClr val="FFFFFF"/>
              </a:solidFill>
              <a:latin typeface="Calibri" panose="020F0502020204030204" pitchFamily="34" charset="0"/>
            </a:endParaRPr>
          </a:p>
        </p:txBody>
      </p:sp>
      <p:sp>
        <p:nvSpPr>
          <p:cNvPr id="9" name="文本框 12"/>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3"/>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899489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6_仅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1"/>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02</a:t>
            </a:r>
            <a:endParaRPr lang="zh-CN" altLang="en-US" sz="2400">
              <a:solidFill>
                <a:srgbClr val="FFFFFF"/>
              </a:solidFill>
              <a:latin typeface="Calibri" panose="020F0502020204030204" pitchFamily="34" charset="0"/>
            </a:endParaRPr>
          </a:p>
        </p:txBody>
      </p:sp>
      <p:sp>
        <p:nvSpPr>
          <p:cNvPr id="9" name="文本框 12"/>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3"/>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113117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424137"/>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5_标题幻灯片">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26"/>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01</a:t>
            </a:r>
            <a:endParaRPr lang="zh-CN" altLang="en-US" sz="2400">
              <a:solidFill>
                <a:srgbClr val="FFFFFF"/>
              </a:solidFill>
              <a:latin typeface="Calibri" panose="020F0502020204030204" pitchFamily="34" charset="0"/>
            </a:endParaRPr>
          </a:p>
        </p:txBody>
      </p:sp>
      <p:sp>
        <p:nvSpPr>
          <p:cNvPr id="9" name="文本框 27"/>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28"/>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80720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2_内容与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3"/>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04</a:t>
            </a:r>
            <a:endParaRPr lang="zh-CN" altLang="en-US" sz="2400">
              <a:solidFill>
                <a:srgbClr val="FFFFFF"/>
              </a:solidFill>
              <a:latin typeface="Calibri" panose="020F0502020204030204" pitchFamily="34" charset="0"/>
            </a:endParaRPr>
          </a:p>
        </p:txBody>
      </p:sp>
      <p:sp>
        <p:nvSpPr>
          <p:cNvPr id="9" name="文本框 14"/>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5"/>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5887533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6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410256132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9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66361482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11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8705735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36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2406272701"/>
      </p:ext>
    </p:extLst>
  </p:cSld>
  <p:clrMapOvr>
    <a:masterClrMapping/>
  </p:clrMapOvr>
  <p:transition spd="slow" advClick="0" advTm="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7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83966073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2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160318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userDrawn="1">
  <p:cSld name="13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143413181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37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5252100"/>
      </p:ext>
    </p:extLst>
  </p:cSld>
  <p:clrMapOvr>
    <a:masterClrMapping/>
  </p:clrMapOvr>
  <p:transition spd="slow" advClick="0" advTm="0"/>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3_内容与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3"/>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04</a:t>
            </a:r>
            <a:endParaRPr lang="zh-CN" altLang="en-US" sz="2400">
              <a:solidFill>
                <a:srgbClr val="FFFFFF"/>
              </a:solidFill>
              <a:latin typeface="Calibri" panose="020F0502020204030204" pitchFamily="34" charset="0"/>
            </a:endParaRPr>
          </a:p>
        </p:txBody>
      </p:sp>
      <p:sp>
        <p:nvSpPr>
          <p:cNvPr id="9" name="文本框 14"/>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5"/>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14197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userDrawn="1">
  <p:cSld name="4_内容与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3"/>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04</a:t>
            </a:r>
            <a:endParaRPr lang="zh-CN" altLang="en-US" sz="2400">
              <a:solidFill>
                <a:srgbClr val="FFFFFF"/>
              </a:solidFill>
              <a:latin typeface="Calibri" panose="020F0502020204030204" pitchFamily="34" charset="0"/>
            </a:endParaRPr>
          </a:p>
        </p:txBody>
      </p:sp>
      <p:sp>
        <p:nvSpPr>
          <p:cNvPr id="9" name="文本框 14"/>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5"/>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9074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userDrawn="1">
  <p:cSld name="5_内容与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3"/>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04</a:t>
            </a:r>
            <a:endParaRPr lang="zh-CN" altLang="en-US" sz="2400">
              <a:solidFill>
                <a:srgbClr val="FFFFFF"/>
              </a:solidFill>
              <a:latin typeface="Calibri" panose="020F0502020204030204" pitchFamily="34" charset="0"/>
            </a:endParaRPr>
          </a:p>
        </p:txBody>
      </p:sp>
      <p:sp>
        <p:nvSpPr>
          <p:cNvPr id="9" name="文本框 14"/>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5"/>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4423862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6_内容与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3"/>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04</a:t>
            </a:r>
            <a:endParaRPr lang="zh-CN" altLang="en-US" sz="2400">
              <a:solidFill>
                <a:srgbClr val="FFFFFF"/>
              </a:solidFill>
              <a:latin typeface="Calibri" panose="020F0502020204030204" pitchFamily="34" charset="0"/>
            </a:endParaRPr>
          </a:p>
        </p:txBody>
      </p:sp>
      <p:sp>
        <p:nvSpPr>
          <p:cNvPr id="9" name="文本框 14"/>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5"/>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84363421"/>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7_内容与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3"/>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04</a:t>
            </a:r>
            <a:endParaRPr lang="zh-CN" altLang="en-US" sz="2400">
              <a:solidFill>
                <a:srgbClr val="FFFFFF"/>
              </a:solidFill>
              <a:latin typeface="Calibri" panose="020F0502020204030204" pitchFamily="34" charset="0"/>
            </a:endParaRPr>
          </a:p>
        </p:txBody>
      </p:sp>
      <p:sp>
        <p:nvSpPr>
          <p:cNvPr id="9" name="文本框 14"/>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5"/>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996012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8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293547466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9_标题幻灯片">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26"/>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01</a:t>
            </a:r>
            <a:endParaRPr lang="zh-CN" altLang="en-US" sz="2400">
              <a:solidFill>
                <a:srgbClr val="FFFFFF"/>
              </a:solidFill>
              <a:latin typeface="Calibri" panose="020F0502020204030204" pitchFamily="34" charset="0"/>
            </a:endParaRPr>
          </a:p>
        </p:txBody>
      </p:sp>
      <p:sp>
        <p:nvSpPr>
          <p:cNvPr id="9" name="文本框 27"/>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28"/>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831562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7_仅标题">
    <p:spTree>
      <p:nvGrpSpPr>
        <p:cNvPr id="1" name=""/>
        <p:cNvGrpSpPr/>
        <p:nvPr/>
      </p:nvGrpSpPr>
      <p:grpSpPr>
        <a:xfrm>
          <a:off x="0" y="0"/>
          <a:ext cx="0" cy="0"/>
          <a:chOff x="0" y="0"/>
          <a:chExt cx="0" cy="0"/>
        </a:xfrm>
      </p:grpSpPr>
      <p:sp>
        <p:nvSpPr>
          <p:cNvPr id="2" name="矩形 1"/>
          <p:cNvSpPr/>
          <p:nvPr userDrawn="1"/>
        </p:nvSpPr>
        <p:spPr>
          <a:xfrm>
            <a:off x="0" y="0"/>
            <a:ext cx="12192000" cy="6858000"/>
          </a:xfrm>
          <a:prstGeom prst="rect">
            <a:avLst/>
          </a:prstGeom>
          <a:solidFill>
            <a:srgbClr val="EEEDE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srgbClr val="FFFFFF"/>
              </a:solidFill>
            </a:endParaRPr>
          </a:p>
        </p:txBody>
      </p:sp>
      <p:grpSp>
        <p:nvGrpSpPr>
          <p:cNvPr id="3" name="组合 7"/>
          <p:cNvGrpSpPr>
            <a:grpSpLocks/>
          </p:cNvGrpSpPr>
          <p:nvPr userDrawn="1"/>
        </p:nvGrpSpPr>
        <p:grpSpPr bwMode="auto">
          <a:xfrm>
            <a:off x="0" y="579438"/>
            <a:ext cx="1360488" cy="366712"/>
            <a:chOff x="0" y="981610"/>
            <a:chExt cx="1360170" cy="367794"/>
          </a:xfrm>
        </p:grpSpPr>
        <p:sp>
          <p:nvSpPr>
            <p:cNvPr id="4" name="矩形 3"/>
            <p:cNvSpPr/>
            <p:nvPr/>
          </p:nvSpPr>
          <p:spPr>
            <a:xfrm>
              <a:off x="531689" y="1038929"/>
              <a:ext cx="828481" cy="253157"/>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5" name="矩形 3"/>
            <p:cNvSpPr/>
            <p:nvPr/>
          </p:nvSpPr>
          <p:spPr>
            <a:xfrm>
              <a:off x="0" y="981610"/>
              <a:ext cx="1204631" cy="367794"/>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67794">
                  <a:moveTo>
                    <a:pt x="0" y="3810"/>
                  </a:moveTo>
                  <a:lnTo>
                    <a:pt x="1203960" y="0"/>
                  </a:lnTo>
                  <a:lnTo>
                    <a:pt x="1116330" y="367794"/>
                  </a:lnTo>
                  <a:lnTo>
                    <a:pt x="0" y="367794"/>
                  </a:lnTo>
                  <a:lnTo>
                    <a:pt x="0" y="381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grpSp>
      <p:sp>
        <p:nvSpPr>
          <p:cNvPr id="6" name="矩形 3"/>
          <p:cNvSpPr/>
          <p:nvPr userDrawn="1"/>
        </p:nvSpPr>
        <p:spPr>
          <a:xfrm>
            <a:off x="10253663" y="661988"/>
            <a:ext cx="969962" cy="201612"/>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7" name="矩形 3"/>
          <p:cNvSpPr/>
          <p:nvPr userDrawn="1"/>
        </p:nvSpPr>
        <p:spPr>
          <a:xfrm flipH="1" flipV="1">
            <a:off x="9299575" y="663575"/>
            <a:ext cx="1082675" cy="200025"/>
          </a:xfrm>
          <a:custGeom>
            <a:avLst/>
            <a:gdLst>
              <a:gd name="connsiteX0" fmla="*/ 0 w 1116330"/>
              <a:gd name="connsiteY0" fmla="*/ 0 h 363984"/>
              <a:gd name="connsiteX1" fmla="*/ 1116330 w 1116330"/>
              <a:gd name="connsiteY1" fmla="*/ 0 h 363984"/>
              <a:gd name="connsiteX2" fmla="*/ 1116330 w 1116330"/>
              <a:gd name="connsiteY2" fmla="*/ 363984 h 363984"/>
              <a:gd name="connsiteX3" fmla="*/ 0 w 1116330"/>
              <a:gd name="connsiteY3" fmla="*/ 363984 h 363984"/>
              <a:gd name="connsiteX4" fmla="*/ 0 w 1116330"/>
              <a:gd name="connsiteY4" fmla="*/ 0 h 363984"/>
              <a:gd name="connsiteX0" fmla="*/ 0 w 1205865"/>
              <a:gd name="connsiteY0" fmla="*/ 7620 h 371604"/>
              <a:gd name="connsiteX1" fmla="*/ 1205865 w 1205865"/>
              <a:gd name="connsiteY1" fmla="*/ 0 h 371604"/>
              <a:gd name="connsiteX2" fmla="*/ 1116330 w 1205865"/>
              <a:gd name="connsiteY2" fmla="*/ 371604 h 371604"/>
              <a:gd name="connsiteX3" fmla="*/ 0 w 1205865"/>
              <a:gd name="connsiteY3" fmla="*/ 371604 h 371604"/>
              <a:gd name="connsiteX4" fmla="*/ 0 w 1205865"/>
              <a:gd name="connsiteY4" fmla="*/ 7620 h 371604"/>
              <a:gd name="connsiteX0" fmla="*/ 0 w 1203960"/>
              <a:gd name="connsiteY0" fmla="*/ 3810 h 367794"/>
              <a:gd name="connsiteX1" fmla="*/ 1203960 w 1203960"/>
              <a:gd name="connsiteY1" fmla="*/ 0 h 367794"/>
              <a:gd name="connsiteX2" fmla="*/ 1116330 w 1203960"/>
              <a:gd name="connsiteY2" fmla="*/ 367794 h 367794"/>
              <a:gd name="connsiteX3" fmla="*/ 0 w 1203960"/>
              <a:gd name="connsiteY3" fmla="*/ 367794 h 367794"/>
              <a:gd name="connsiteX4" fmla="*/ 0 w 1203960"/>
              <a:gd name="connsiteY4" fmla="*/ 3810 h 367794"/>
              <a:gd name="connsiteX0" fmla="*/ 0 w 1203960"/>
              <a:gd name="connsiteY0" fmla="*/ 6423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 name="connsiteX5" fmla="*/ 0 w 1203960"/>
              <a:gd name="connsiteY5" fmla="*/ 6423 h 370407"/>
              <a:gd name="connsiteX0" fmla="*/ 0 w 1203960"/>
              <a:gd name="connsiteY0" fmla="*/ 370407 h 370407"/>
              <a:gd name="connsiteX1" fmla="*/ 145383 w 1203960"/>
              <a:gd name="connsiteY1" fmla="*/ 0 h 370407"/>
              <a:gd name="connsiteX2" fmla="*/ 1203960 w 1203960"/>
              <a:gd name="connsiteY2" fmla="*/ 2613 h 370407"/>
              <a:gd name="connsiteX3" fmla="*/ 1116330 w 1203960"/>
              <a:gd name="connsiteY3" fmla="*/ 370407 h 370407"/>
              <a:gd name="connsiteX4" fmla="*/ 0 w 1203960"/>
              <a:gd name="connsiteY4" fmla="*/ 370407 h 37040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03960" h="370407">
                <a:moveTo>
                  <a:pt x="0" y="370407"/>
                </a:moveTo>
                <a:lnTo>
                  <a:pt x="145383" y="0"/>
                </a:lnTo>
                <a:lnTo>
                  <a:pt x="1203960" y="2613"/>
                </a:lnTo>
                <a:lnTo>
                  <a:pt x="1116330" y="370407"/>
                </a:lnTo>
                <a:lnTo>
                  <a:pt x="0" y="370407"/>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dirty="0">
              <a:solidFill>
                <a:srgbClr val="FFFFFF"/>
              </a:solidFill>
            </a:endParaRPr>
          </a:p>
        </p:txBody>
      </p:sp>
      <p:sp>
        <p:nvSpPr>
          <p:cNvPr id="8" name="文本框 11"/>
          <p:cNvSpPr txBox="1">
            <a:spLocks noChangeArrowheads="1"/>
          </p:cNvSpPr>
          <p:nvPr userDrawn="1"/>
        </p:nvSpPr>
        <p:spPr bwMode="auto">
          <a:xfrm>
            <a:off x="-34925" y="531813"/>
            <a:ext cx="12049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2400">
                <a:solidFill>
                  <a:srgbClr val="FFFFFF"/>
                </a:solidFill>
                <a:latin typeface="Calibri" panose="020F0502020204030204" pitchFamily="34" charset="0"/>
              </a:rPr>
              <a:t>PARK 02</a:t>
            </a:r>
            <a:endParaRPr lang="zh-CN" altLang="en-US" sz="2400">
              <a:solidFill>
                <a:srgbClr val="FFFFFF"/>
              </a:solidFill>
              <a:latin typeface="Calibri" panose="020F0502020204030204" pitchFamily="34" charset="0"/>
            </a:endParaRPr>
          </a:p>
        </p:txBody>
      </p:sp>
      <p:sp>
        <p:nvSpPr>
          <p:cNvPr id="9" name="文本框 12"/>
          <p:cNvSpPr txBox="1">
            <a:spLocks noChangeArrowheads="1"/>
          </p:cNvSpPr>
          <p:nvPr userDrawn="1"/>
        </p:nvSpPr>
        <p:spPr bwMode="auto">
          <a:xfrm>
            <a:off x="9386888" y="615950"/>
            <a:ext cx="852487" cy="293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300">
                <a:solidFill>
                  <a:srgbClr val="FFFFFF"/>
                </a:solidFill>
                <a:latin typeface="微软雅黑" panose="020B0503020204020204" pitchFamily="34" charset="-122"/>
                <a:ea typeface="微软雅黑" panose="020B0503020204020204" pitchFamily="34" charset="-122"/>
              </a:rPr>
              <a:t>公司名字</a:t>
            </a:r>
          </a:p>
        </p:txBody>
      </p:sp>
      <p:sp>
        <p:nvSpPr>
          <p:cNvPr id="10" name="文本框 13"/>
          <p:cNvSpPr txBox="1">
            <a:spLocks noChangeArrowheads="1"/>
          </p:cNvSpPr>
          <p:nvPr userDrawn="1"/>
        </p:nvSpPr>
        <p:spPr bwMode="auto">
          <a:xfrm>
            <a:off x="10433050" y="636588"/>
            <a:ext cx="708025" cy="292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1300">
                <a:solidFill>
                  <a:srgbClr val="FFFFFF"/>
                </a:solidFill>
                <a:latin typeface="微软雅黑" panose="020B0503020204020204" pitchFamily="34" charset="-122"/>
                <a:ea typeface="微软雅黑" panose="020B0503020204020204" pitchFamily="34" charset="-122"/>
              </a:rPr>
              <a:t>LOGO </a:t>
            </a:r>
            <a:endParaRPr lang="zh-CN" altLang="en-US" sz="1300">
              <a:solidFill>
                <a:srgbClr val="FFFFFF"/>
              </a:solidFill>
              <a:latin typeface="微软雅黑" panose="020B0503020204020204" pitchFamily="34" charset="-122"/>
              <a:ea typeface="微软雅黑" panose="020B0503020204020204" pitchFamily="34" charset="-122"/>
            </a:endParaRPr>
          </a:p>
        </p:txBody>
      </p:sp>
      <p:cxnSp>
        <p:nvCxnSpPr>
          <p:cNvPr id="11" name="直接连接符 10"/>
          <p:cNvCxnSpPr/>
          <p:nvPr userDrawn="1"/>
        </p:nvCxnSpPr>
        <p:spPr>
          <a:xfrm>
            <a:off x="3911600" y="863600"/>
            <a:ext cx="5475288" cy="0"/>
          </a:xfrm>
          <a:prstGeom prst="line">
            <a:avLst/>
          </a:prstGeom>
          <a:ln w="19050">
            <a:solidFill>
              <a:srgbClr val="D6D6D6"/>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95580457"/>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10_标题幻灯片">
    <p:spTree>
      <p:nvGrpSpPr>
        <p:cNvPr id="1" name=""/>
        <p:cNvGrpSpPr/>
        <p:nvPr/>
      </p:nvGrpSpPr>
      <p:grpSpPr>
        <a:xfrm>
          <a:off x="0" y="0"/>
          <a:ext cx="0" cy="0"/>
          <a:chOff x="0" y="0"/>
          <a:chExt cx="0" cy="0"/>
        </a:xfrm>
      </p:grpSpPr>
    </p:spTree>
    <p:extLst>
      <p:ext uri="{BB962C8B-B14F-4D97-AF65-F5344CB8AC3E}">
        <p14:creationId xmlns:p14="http://schemas.microsoft.com/office/powerpoint/2010/main" val="770634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userDrawn="1">
  <p:cSld name="19_标题和内容">
    <p:spTree>
      <p:nvGrpSpPr>
        <p:cNvPr id="1" name=""/>
        <p:cNvGrpSpPr/>
        <p:nvPr/>
      </p:nvGrpSpPr>
      <p:grpSpPr>
        <a:xfrm>
          <a:off x="0" y="0"/>
          <a:ext cx="0" cy="0"/>
          <a:chOff x="0" y="0"/>
          <a:chExt cx="0" cy="0"/>
        </a:xfrm>
      </p:grpSpPr>
      <p:grpSp>
        <p:nvGrpSpPr>
          <p:cNvPr id="2" name="组合 1"/>
          <p:cNvGrpSpPr>
            <a:grpSpLocks/>
          </p:cNvGrpSpPr>
          <p:nvPr userDrawn="1"/>
        </p:nvGrpSpPr>
        <p:grpSpPr bwMode="auto">
          <a:xfrm>
            <a:off x="338138" y="-26988"/>
            <a:ext cx="900112" cy="831851"/>
            <a:chOff x="2506532" y="465192"/>
            <a:chExt cx="675190" cy="623007"/>
          </a:xfrm>
        </p:grpSpPr>
        <p:sp>
          <p:nvSpPr>
            <p:cNvPr id="3" name="文本框 2"/>
            <p:cNvSpPr txBox="1">
              <a:spLocks noChangeArrowheads="1"/>
            </p:cNvSpPr>
            <p:nvPr/>
          </p:nvSpPr>
          <p:spPr bwMode="auto">
            <a:xfrm>
              <a:off x="2506532" y="465192"/>
              <a:ext cx="236971" cy="623007"/>
            </a:xfrm>
            <a:prstGeom prst="rect">
              <a:avLst/>
            </a:prstGeom>
            <a:noFill/>
            <a:ln w="9525">
              <a:noFill/>
              <a:miter lim="800000"/>
              <a:headEnd/>
              <a:tailEnd/>
            </a:ln>
          </p:spPr>
          <p:txBody>
            <a:bodyPr>
              <a:spAutoFit/>
            </a:bodyPr>
            <a:lstStyle/>
            <a:p>
              <a:pPr fontAlgn="auto">
                <a:spcBef>
                  <a:spcPts val="0"/>
                </a:spcBef>
                <a:spcAft>
                  <a:spcPts val="0"/>
                </a:spcAft>
                <a:buFontTx/>
                <a:buNone/>
                <a:defRPr/>
              </a:pPr>
              <a:r>
                <a:rPr lang="en-US" altLang="zh-CN" sz="4799" dirty="0">
                  <a:solidFill>
                    <a:srgbClr val="005292"/>
                  </a:solidFill>
                  <a:latin typeface="Impact" pitchFamily="34" charset="0"/>
                  <a:ea typeface="宋体"/>
                </a:rPr>
                <a:t>1</a:t>
              </a:r>
              <a:endParaRPr lang="zh-CN" altLang="en-US" sz="4799" dirty="0">
                <a:solidFill>
                  <a:srgbClr val="005292"/>
                </a:solidFill>
                <a:latin typeface="Impact" pitchFamily="34" charset="0"/>
                <a:ea typeface="宋体"/>
              </a:endParaRPr>
            </a:p>
          </p:txBody>
        </p:sp>
        <p:cxnSp>
          <p:nvCxnSpPr>
            <p:cNvPr id="4" name="直接连接符 3"/>
            <p:cNvCxnSpPr/>
            <p:nvPr/>
          </p:nvCxnSpPr>
          <p:spPr>
            <a:xfrm flipH="1">
              <a:off x="2722069" y="599543"/>
              <a:ext cx="459653" cy="458932"/>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5" name="矩形 4"/>
          <p:cNvSpPr/>
          <p:nvPr userDrawn="1"/>
        </p:nvSpPr>
        <p:spPr>
          <a:xfrm>
            <a:off x="0" y="763588"/>
            <a:ext cx="12184063" cy="4445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121870" tIns="60934" rIns="121870" bIns="60934" anchor="ctr"/>
          <a:lstStyle/>
          <a:p>
            <a:pPr algn="ctr" fontAlgn="auto">
              <a:spcBef>
                <a:spcPts val="0"/>
              </a:spcBef>
              <a:spcAft>
                <a:spcPts val="0"/>
              </a:spcAft>
              <a:buFontTx/>
              <a:buNone/>
              <a:defRPr/>
            </a:pPr>
            <a:endParaRPr lang="zh-CN" altLang="en-US">
              <a:solidFill>
                <a:srgbClr val="FFFFFF"/>
              </a:solidFill>
            </a:endParaRPr>
          </a:p>
        </p:txBody>
      </p:sp>
    </p:spTree>
    <p:extLst>
      <p:ext uri="{BB962C8B-B14F-4D97-AF65-F5344CB8AC3E}">
        <p14:creationId xmlns:p14="http://schemas.microsoft.com/office/powerpoint/2010/main" val="479386814"/>
      </p:ext>
    </p:extLst>
  </p:cSld>
  <p:clrMapOvr>
    <a:masterClrMapping/>
  </p:clrMapOvr>
  <p:transition spd="slow" advClick="0" advTm="0"/>
</p:sldLayout>
</file>

<file path=ppt/slideLayouts/slideLayout48.xml><?xml version="1.0" encoding="utf-8"?>
<p:sldLayout xmlns:a="http://schemas.openxmlformats.org/drawingml/2006/main" xmlns:r="http://schemas.openxmlformats.org/officeDocument/2006/relationships" xmlns:p="http://schemas.openxmlformats.org/presentationml/2006/main" userDrawn="1">
  <p:cSld name="20_标题和内容">
    <p:spTree>
      <p:nvGrpSpPr>
        <p:cNvPr id="1" name=""/>
        <p:cNvGrpSpPr/>
        <p:nvPr/>
      </p:nvGrpSpPr>
      <p:grpSpPr>
        <a:xfrm>
          <a:off x="0" y="0"/>
          <a:ext cx="0" cy="0"/>
          <a:chOff x="0" y="0"/>
          <a:chExt cx="0" cy="0"/>
        </a:xfrm>
      </p:grpSpPr>
      <p:grpSp>
        <p:nvGrpSpPr>
          <p:cNvPr id="2" name="组合 1"/>
          <p:cNvGrpSpPr>
            <a:grpSpLocks/>
          </p:cNvGrpSpPr>
          <p:nvPr userDrawn="1"/>
        </p:nvGrpSpPr>
        <p:grpSpPr bwMode="auto">
          <a:xfrm>
            <a:off x="338138" y="-26988"/>
            <a:ext cx="900112" cy="831851"/>
            <a:chOff x="2506532" y="465192"/>
            <a:chExt cx="675190" cy="623007"/>
          </a:xfrm>
        </p:grpSpPr>
        <p:sp>
          <p:nvSpPr>
            <p:cNvPr id="3" name="文本框 2"/>
            <p:cNvSpPr txBox="1">
              <a:spLocks noChangeArrowheads="1"/>
            </p:cNvSpPr>
            <p:nvPr/>
          </p:nvSpPr>
          <p:spPr bwMode="auto">
            <a:xfrm>
              <a:off x="2506532" y="465192"/>
              <a:ext cx="236971" cy="623007"/>
            </a:xfrm>
            <a:prstGeom prst="rect">
              <a:avLst/>
            </a:prstGeom>
            <a:noFill/>
            <a:ln w="9525">
              <a:noFill/>
              <a:miter lim="800000"/>
              <a:headEnd/>
              <a:tailEnd/>
            </a:ln>
          </p:spPr>
          <p:txBody>
            <a:bodyPr>
              <a:spAutoFit/>
            </a:bodyPr>
            <a:lstStyle/>
            <a:p>
              <a:pPr fontAlgn="auto">
                <a:spcBef>
                  <a:spcPts val="0"/>
                </a:spcBef>
                <a:spcAft>
                  <a:spcPts val="0"/>
                </a:spcAft>
                <a:buFontTx/>
                <a:buNone/>
                <a:defRPr/>
              </a:pPr>
              <a:r>
                <a:rPr lang="en-US" altLang="zh-CN" sz="4799" dirty="0">
                  <a:solidFill>
                    <a:srgbClr val="005292"/>
                  </a:solidFill>
                  <a:latin typeface="Impact" pitchFamily="34" charset="0"/>
                  <a:ea typeface="宋体"/>
                </a:rPr>
                <a:t>1</a:t>
              </a:r>
              <a:endParaRPr lang="zh-CN" altLang="en-US" sz="4799" dirty="0">
                <a:solidFill>
                  <a:srgbClr val="005292"/>
                </a:solidFill>
                <a:latin typeface="Impact" pitchFamily="34" charset="0"/>
                <a:ea typeface="宋体"/>
              </a:endParaRPr>
            </a:p>
          </p:txBody>
        </p:sp>
        <p:cxnSp>
          <p:nvCxnSpPr>
            <p:cNvPr id="4" name="直接连接符 3"/>
            <p:cNvCxnSpPr/>
            <p:nvPr/>
          </p:nvCxnSpPr>
          <p:spPr>
            <a:xfrm flipH="1">
              <a:off x="2722069" y="599543"/>
              <a:ext cx="459653" cy="458932"/>
            </a:xfrm>
            <a:prstGeom prst="line">
              <a:avLst/>
            </a:prstGeom>
            <a:ln w="28575">
              <a:solidFill>
                <a:srgbClr val="005292"/>
              </a:solidFill>
            </a:ln>
          </p:spPr>
          <p:style>
            <a:lnRef idx="1">
              <a:schemeClr val="accent1"/>
            </a:lnRef>
            <a:fillRef idx="0">
              <a:schemeClr val="accent1"/>
            </a:fillRef>
            <a:effectRef idx="0">
              <a:schemeClr val="accent1"/>
            </a:effectRef>
            <a:fontRef idx="minor">
              <a:schemeClr val="tx1"/>
            </a:fontRef>
          </p:style>
        </p:cxnSp>
      </p:grpSp>
      <p:sp>
        <p:nvSpPr>
          <p:cNvPr id="5" name="矩形 4"/>
          <p:cNvSpPr/>
          <p:nvPr userDrawn="1"/>
        </p:nvSpPr>
        <p:spPr>
          <a:xfrm>
            <a:off x="0" y="763588"/>
            <a:ext cx="12184063" cy="44450"/>
          </a:xfrm>
          <a:prstGeom prst="rect">
            <a:avLst/>
          </a:prstGeom>
          <a:solidFill>
            <a:srgbClr val="005292"/>
          </a:solidFill>
          <a:ln>
            <a:solidFill>
              <a:srgbClr val="005292"/>
            </a:solidFill>
          </a:ln>
        </p:spPr>
        <p:style>
          <a:lnRef idx="2">
            <a:schemeClr val="accent1">
              <a:shade val="50000"/>
            </a:schemeClr>
          </a:lnRef>
          <a:fillRef idx="1">
            <a:schemeClr val="accent1"/>
          </a:fillRef>
          <a:effectRef idx="0">
            <a:schemeClr val="accent1"/>
          </a:effectRef>
          <a:fontRef idx="minor">
            <a:schemeClr val="lt1"/>
          </a:fontRef>
        </p:style>
        <p:txBody>
          <a:bodyPr lIns="121870" tIns="60934" rIns="121870" bIns="60934" anchor="ctr"/>
          <a:lstStyle/>
          <a:p>
            <a:pPr algn="ctr" fontAlgn="auto">
              <a:spcBef>
                <a:spcPts val="0"/>
              </a:spcBef>
              <a:spcAft>
                <a:spcPts val="0"/>
              </a:spcAft>
              <a:buFontTx/>
              <a:buNone/>
              <a:defRPr/>
            </a:pPr>
            <a:endParaRPr lang="zh-CN" altLang="en-US">
              <a:solidFill>
                <a:srgbClr val="FFFFFF"/>
              </a:solidFill>
            </a:endParaRPr>
          </a:p>
        </p:txBody>
      </p:sp>
    </p:spTree>
    <p:extLst>
      <p:ext uri="{BB962C8B-B14F-4D97-AF65-F5344CB8AC3E}">
        <p14:creationId xmlns:p14="http://schemas.microsoft.com/office/powerpoint/2010/main" val="2548092771"/>
      </p:ext>
    </p:extLst>
  </p:cSld>
  <p:clrMapOvr>
    <a:masterClrMapping/>
  </p:clrMapOvr>
  <p:transition spd="slow" advClick="0" advTm="0"/>
</p:sldLayout>
</file>

<file path=ppt/slideLayouts/slideLayout49.xml><?xml version="1.0" encoding="utf-8"?>
<p:sldLayout xmlns:a="http://schemas.openxmlformats.org/drawingml/2006/main" xmlns:r="http://schemas.openxmlformats.org/officeDocument/2006/relationships" xmlns:p="http://schemas.openxmlformats.org/presentationml/2006/main" userDrawn="1">
  <p:cSld name="14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78461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userDrawn="1">
  <p:cSld name="15_仅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71785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38_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6208327"/>
      </p:ext>
    </p:extLst>
  </p:cSld>
  <p:clrMapOvr>
    <a:masterClrMapping/>
  </p:clrMapOvr>
  <p:transition spd="slow" advClick="0" advTm="0"/>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1">
          <a:blip r:embed="rId53">
            <a:lum/>
          </a:blip>
          <a:srcRect/>
          <a:stretch>
            <a:fillRect/>
          </a:stretch>
        </a:blip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idx="4294967295"/>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zh-CN">
                <a:sym typeface="Calibri Light" panose="020F0302020204030204" pitchFamily="34" charset="0"/>
              </a:rPr>
              <a:t>单击此处编辑母版标题样式</a:t>
            </a:r>
          </a:p>
        </p:txBody>
      </p:sp>
      <p:sp>
        <p:nvSpPr>
          <p:cNvPr id="1027" name="文本占位符 2"/>
          <p:cNvSpPr>
            <a:spLocks noGrp="1" noChangeArrowheads="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zh-CN">
                <a:sym typeface="Calibri" panose="020F0502020204030204" pitchFamily="34" charset="0"/>
              </a:rPr>
              <a:t>单击此处编辑母版文本样式</a:t>
            </a:r>
          </a:p>
          <a:p>
            <a:pPr lvl="1"/>
            <a:r>
              <a:rPr lang="zh-CN" altLang="zh-CN">
                <a:sym typeface="Calibri" panose="020F0502020204030204" pitchFamily="34" charset="0"/>
              </a:rPr>
              <a:t>第二级</a:t>
            </a:r>
          </a:p>
          <a:p>
            <a:pPr lvl="2"/>
            <a:r>
              <a:rPr lang="zh-CN" altLang="zh-CN">
                <a:sym typeface="Calibri" panose="020F0502020204030204" pitchFamily="34" charset="0"/>
              </a:rPr>
              <a:t>第三级</a:t>
            </a:r>
          </a:p>
          <a:p>
            <a:pPr lvl="3"/>
            <a:r>
              <a:rPr lang="zh-CN" altLang="zh-CN">
                <a:sym typeface="Calibri" panose="020F0502020204030204" pitchFamily="34" charset="0"/>
              </a:rPr>
              <a:t>第四级</a:t>
            </a:r>
          </a:p>
          <a:p>
            <a:pPr lvl="4"/>
            <a:r>
              <a:rPr lang="zh-CN" altLang="zh-CN">
                <a:sym typeface="Calibri" panose="020F0502020204030204" pitchFamily="34" charset="0"/>
              </a:rPr>
              <a:t>第五级</a:t>
            </a:r>
          </a:p>
        </p:txBody>
      </p:sp>
      <p:sp>
        <p:nvSpPr>
          <p:cNvPr id="1028" name="日期占位符 3"/>
          <p:cNvSpPr>
            <a:spLocks noGrp="1" noChangeArrowheads="1"/>
          </p:cNvSpPr>
          <p:nvPr>
            <p:ph type="dt" sz="half" idx="2"/>
          </p:nvPr>
        </p:nvSpPr>
        <p:spPr bwMode="auto">
          <a:xfrm>
            <a:off x="8382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sz="1200" smtClean="0">
                <a:solidFill>
                  <a:srgbClr val="898989"/>
                </a:solidFill>
              </a:defRPr>
            </a:lvl1pPr>
          </a:lstStyle>
          <a:p>
            <a:pPr>
              <a:defRPr/>
            </a:pPr>
            <a:fld id="{7377A612-1B1F-4290-AA15-3321C3431C58}" type="datetime1">
              <a:rPr lang="zh-CN" altLang="en-US"/>
              <a:pPr>
                <a:defRPr/>
              </a:pPr>
              <a:t>2022/11/7</a:t>
            </a:fld>
            <a:endParaRPr lang="zh-CN" altLang="en-US"/>
          </a:p>
        </p:txBody>
      </p:sp>
      <p:sp>
        <p:nvSpPr>
          <p:cNvPr id="1029" name="页脚占位符 4"/>
          <p:cNvSpPr>
            <a:spLocks noGrp="1" noChangeArrowheads="1"/>
          </p:cNvSpPr>
          <p:nvPr>
            <p:ph type="ftr" sz="quarter" idx="3"/>
          </p:nvPr>
        </p:nvSpPr>
        <p:spPr bwMode="auto">
          <a:xfrm>
            <a:off x="4038600" y="6356350"/>
            <a:ext cx="41148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a:defRPr sz="1200" smtClean="0">
                <a:solidFill>
                  <a:srgbClr val="898989"/>
                </a:solidFill>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8610600" y="63563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r">
              <a:defRPr sz="1200">
                <a:solidFill>
                  <a:srgbClr val="898989"/>
                </a:solidFill>
              </a:defRPr>
            </a:lvl1pPr>
          </a:lstStyle>
          <a:p>
            <a:fld id="{F171FB11-ECD9-4EB6-951B-FCC4E535DAB7}"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916" r:id="rId1"/>
    <p:sldLayoutId id="2147483917" r:id="rId2"/>
    <p:sldLayoutId id="2147483918" r:id="rId3"/>
    <p:sldLayoutId id="2147483919" r:id="rId4"/>
    <p:sldLayoutId id="2147483920" r:id="rId5"/>
    <p:sldLayoutId id="2147483921" r:id="rId6"/>
    <p:sldLayoutId id="2147483922" r:id="rId7"/>
    <p:sldLayoutId id="2147483923" r:id="rId8"/>
    <p:sldLayoutId id="2147483924" r:id="rId9"/>
    <p:sldLayoutId id="2147483925" r:id="rId10"/>
    <p:sldLayoutId id="2147483926" r:id="rId11"/>
    <p:sldLayoutId id="2147483927" r:id="rId12"/>
    <p:sldLayoutId id="2147483928" r:id="rId13"/>
    <p:sldLayoutId id="2147483929" r:id="rId14"/>
    <p:sldLayoutId id="2147483930" r:id="rId15"/>
    <p:sldLayoutId id="2147483931" r:id="rId16"/>
    <p:sldLayoutId id="2147483932" r:id="rId17"/>
    <p:sldLayoutId id="2147483933" r:id="rId18"/>
    <p:sldLayoutId id="2147483934" r:id="rId19"/>
    <p:sldLayoutId id="2147483935" r:id="rId20"/>
    <p:sldLayoutId id="2147483936" r:id="rId21"/>
    <p:sldLayoutId id="2147483937" r:id="rId22"/>
    <p:sldLayoutId id="2147483938" r:id="rId23"/>
    <p:sldLayoutId id="2147483939" r:id="rId24"/>
    <p:sldLayoutId id="2147483940" r:id="rId25"/>
    <p:sldLayoutId id="2147483941" r:id="rId26"/>
    <p:sldLayoutId id="2147483942" r:id="rId27"/>
    <p:sldLayoutId id="2147483943" r:id="rId28"/>
    <p:sldLayoutId id="2147483944" r:id="rId29"/>
    <p:sldLayoutId id="2147483945" r:id="rId30"/>
    <p:sldLayoutId id="2147483946" r:id="rId31"/>
    <p:sldLayoutId id="2147483947" r:id="rId32"/>
    <p:sldLayoutId id="2147483948" r:id="rId33"/>
    <p:sldLayoutId id="2147483949" r:id="rId34"/>
    <p:sldLayoutId id="2147483950" r:id="rId35"/>
    <p:sldLayoutId id="2147483951" r:id="rId36"/>
    <p:sldLayoutId id="2147483952" r:id="rId37"/>
    <p:sldLayoutId id="2147483953" r:id="rId38"/>
    <p:sldLayoutId id="2147483954" r:id="rId39"/>
    <p:sldLayoutId id="2147483955" r:id="rId40"/>
    <p:sldLayoutId id="2147483956" r:id="rId41"/>
    <p:sldLayoutId id="2147483957" r:id="rId42"/>
    <p:sldLayoutId id="2147483958" r:id="rId43"/>
    <p:sldLayoutId id="2147483959" r:id="rId44"/>
    <p:sldLayoutId id="2147483960" r:id="rId45"/>
    <p:sldLayoutId id="2147483961" r:id="rId46"/>
    <p:sldLayoutId id="2147483962" r:id="rId47"/>
    <p:sldLayoutId id="2147483963" r:id="rId48"/>
    <p:sldLayoutId id="2147483964" r:id="rId49"/>
    <p:sldLayoutId id="2147483965" r:id="rId50"/>
    <p:sldLayoutId id="2147483966" r:id="rId51"/>
  </p:sldLayoutIdLst>
  <p:txStyles>
    <p:titleStyle>
      <a:lvl1pPr marL="914400" indent="-914400" algn="l" rtl="0" eaLnBrk="0" fontAlgn="base" hangingPunct="0">
        <a:lnSpc>
          <a:spcPct val="90000"/>
        </a:lnSpc>
        <a:spcBef>
          <a:spcPct val="0"/>
        </a:spcBef>
        <a:spcAft>
          <a:spcPct val="0"/>
        </a:spcAft>
        <a:defRPr sz="4400">
          <a:solidFill>
            <a:schemeClr val="tx1"/>
          </a:solidFill>
          <a:latin typeface="+mj-lt"/>
          <a:ea typeface="+mj-ea"/>
          <a:cs typeface="+mj-cs"/>
          <a:sym typeface="Calibri Light" panose="020F0302020204030204" pitchFamily="34" charset="0"/>
        </a:defRPr>
      </a:lvl1pPr>
      <a:lvl2pPr marL="9144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anose="020F0302020204030204" pitchFamily="34" charset="0"/>
        </a:defRPr>
      </a:lvl2pPr>
      <a:lvl3pPr marL="9144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anose="020F0302020204030204" pitchFamily="34" charset="0"/>
        </a:defRPr>
      </a:lvl3pPr>
      <a:lvl4pPr marL="9144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anose="020F0302020204030204" pitchFamily="34" charset="0"/>
        </a:defRPr>
      </a:lvl4pPr>
      <a:lvl5pPr marL="9144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anose="020F0302020204030204" pitchFamily="34" charset="0"/>
        </a:defRPr>
      </a:lvl5pPr>
      <a:lvl6pPr marL="13716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itchFamily="34" charset="0"/>
        </a:defRPr>
      </a:lvl6pPr>
      <a:lvl7pPr marL="18288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itchFamily="34" charset="0"/>
        </a:defRPr>
      </a:lvl7pPr>
      <a:lvl8pPr marL="22860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itchFamily="34" charset="0"/>
        </a:defRPr>
      </a:lvl8pPr>
      <a:lvl9pPr marL="2743200" indent="-914400" algn="l" rtl="0" eaLnBrk="0" fontAlgn="base" hangingPunct="0">
        <a:lnSpc>
          <a:spcPct val="90000"/>
        </a:lnSpc>
        <a:spcBef>
          <a:spcPct val="0"/>
        </a:spcBef>
        <a:spcAft>
          <a:spcPct val="0"/>
        </a:spcAft>
        <a:defRPr sz="4400">
          <a:solidFill>
            <a:schemeClr val="tx1"/>
          </a:solidFill>
          <a:latin typeface="Calibri Light" pitchFamily="34" charset="0"/>
          <a:ea typeface="宋体" pitchFamily="2" charset="-122"/>
          <a:sym typeface="Calibri Light" pitchFamily="34"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a:solidFill>
            <a:schemeClr val="tx1"/>
          </a:solidFill>
          <a:latin typeface="+mn-lt"/>
          <a:ea typeface="+mn-ea"/>
          <a:cs typeface="+mn-cs"/>
          <a:sym typeface="Calibri" panose="020F0502020204030204" pitchFamily="34"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a:solidFill>
            <a:schemeClr val="tx1"/>
          </a:solidFill>
          <a:latin typeface="+mn-lt"/>
          <a:ea typeface="+mn-ea"/>
          <a:sym typeface="Calibri" panose="020F0502020204030204" pitchFamily="34"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mn-lt"/>
          <a:ea typeface="+mn-ea"/>
          <a:sym typeface="Calibri" panose="020F0502020204030204" pitchFamily="34"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a:solidFill>
            <a:schemeClr val="tx1"/>
          </a:solidFill>
          <a:latin typeface="+mn-lt"/>
          <a:ea typeface="+mn-ea"/>
          <a:sym typeface="Calibri" panose="020F0502020204030204" pitchFamily="34" charset="0"/>
        </a:defRPr>
      </a:lvl5pPr>
      <a:lvl6pPr marL="25146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6pPr>
      <a:lvl7pPr marL="29718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7pPr>
      <a:lvl8pPr marL="34290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8pPr>
      <a:lvl9pPr marL="3886200" indent="-228600" algn="l" rtl="0" eaLnBrk="0" fontAlgn="base" hangingPunct="0">
        <a:lnSpc>
          <a:spcPct val="90000"/>
        </a:lnSpc>
        <a:spcBef>
          <a:spcPts val="500"/>
        </a:spcBef>
        <a:spcAft>
          <a:spcPct val="0"/>
        </a:spcAft>
        <a:buFont typeface="Arial" pitchFamily="34" charset="0"/>
        <a:buChar char="•"/>
        <a:defRPr>
          <a:solidFill>
            <a:schemeClr val="tx1"/>
          </a:solidFill>
          <a:latin typeface="+mn-lt"/>
          <a:ea typeface="+mn-ea"/>
          <a:sym typeface="Calibri" pitchFamily="34"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7" Type="http://schemas.openxmlformats.org/officeDocument/2006/relationships/image" Target="../media/image4.jpeg"/><Relationship Id="rId2" Type="http://schemas.openxmlformats.org/officeDocument/2006/relationships/audio" Target="../media/media1.wav"/><Relationship Id="rId1" Type="http://schemas.microsoft.com/office/2007/relationships/media" Target="../media/media1.wav"/><Relationship Id="rId6" Type="http://schemas.openxmlformats.org/officeDocument/2006/relationships/image" Target="../media/image3.jpeg"/><Relationship Id="rId5"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0.xml"/><Relationship Id="rId1" Type="http://schemas.openxmlformats.org/officeDocument/2006/relationships/slideLayout" Target="../slideLayouts/slideLayout12.xml"/><Relationship Id="rId5" Type="http://schemas.openxmlformats.org/officeDocument/2006/relationships/image" Target="../media/image9.jpeg"/><Relationship Id="rId4" Type="http://schemas.openxmlformats.org/officeDocument/2006/relationships/image" Target="../media/image8.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tags" Target="../tags/tag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13.xml"/><Relationship Id="rId4" Type="http://schemas.openxmlformats.org/officeDocument/2006/relationships/image" Target="../media/image11.jpe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2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1.xml"/><Relationship Id="rId1" Type="http://schemas.openxmlformats.org/officeDocument/2006/relationships/slideLayout" Target="../slideLayouts/slideLayout14.xml"/><Relationship Id="rId4" Type="http://schemas.openxmlformats.org/officeDocument/2006/relationships/image" Target="../media/image17.jpeg"/></Relationships>
</file>

<file path=ppt/slides/_rels/slide22.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2.xml"/><Relationship Id="rId1" Type="http://schemas.openxmlformats.org/officeDocument/2006/relationships/slideLayout" Target="../slideLayouts/slideLayout14.xml"/><Relationship Id="rId5" Type="http://schemas.openxmlformats.org/officeDocument/2006/relationships/image" Target="../media/image20.jpeg"/><Relationship Id="rId4" Type="http://schemas.openxmlformats.org/officeDocument/2006/relationships/image" Target="../media/image19.jpe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两首“成功”.wav">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1065937" y="4111135"/>
            <a:ext cx="812588" cy="731330"/>
          </a:xfrm>
          <a:prstGeom prst="rect">
            <a:avLst/>
          </a:prstGeom>
        </p:spPr>
      </p:pic>
      <p:pic>
        <p:nvPicPr>
          <p:cNvPr id="6" name="图片 5"/>
          <p:cNvPicPr>
            <a:picLocks noChangeAspect="1"/>
          </p:cNvPicPr>
          <p:nvPr/>
        </p:nvPicPr>
        <p:blipFill>
          <a:blip r:embed="rId6">
            <a:extLst>
              <a:ext uri="{28A0092B-C50C-407E-A947-70E740481C1C}">
                <a14:useLocalDpi xmlns:a14="http://schemas.microsoft.com/office/drawing/2010/main" val="0"/>
              </a:ext>
            </a:extLst>
          </a:blip>
          <a:srcRect l="30166" t="22083" r="56876" b="67617"/>
          <a:stretch>
            <a:fillRect/>
          </a:stretch>
        </p:blipFill>
        <p:spPr>
          <a:xfrm>
            <a:off x="8170751" y="895"/>
            <a:ext cx="1883689" cy="941602"/>
          </a:xfrm>
          <a:custGeom>
            <a:avLst/>
            <a:gdLst>
              <a:gd name="connsiteX0" fmla="*/ 0 w 1413135"/>
              <a:gd name="connsiteY0" fmla="*/ 0 h 706385"/>
              <a:gd name="connsiteX1" fmla="*/ 1413135 w 1413135"/>
              <a:gd name="connsiteY1" fmla="*/ 0 h 706385"/>
              <a:gd name="connsiteX2" fmla="*/ 690511 w 1413135"/>
              <a:gd name="connsiteY2" fmla="*/ 706385 h 706385"/>
              <a:gd name="connsiteX3" fmla="*/ 0 w 1413135"/>
              <a:gd name="connsiteY3" fmla="*/ 0 h 706385"/>
            </a:gdLst>
            <a:ahLst/>
            <a:cxnLst>
              <a:cxn ang="0">
                <a:pos x="connsiteX0" y="connsiteY0"/>
              </a:cxn>
              <a:cxn ang="0">
                <a:pos x="connsiteX1" y="connsiteY1"/>
              </a:cxn>
              <a:cxn ang="0">
                <a:pos x="connsiteX2" y="connsiteY2"/>
              </a:cxn>
              <a:cxn ang="0">
                <a:pos x="connsiteX3" y="connsiteY3"/>
              </a:cxn>
            </a:cxnLst>
            <a:rect l="l" t="t" r="r" b="b"/>
            <a:pathLst>
              <a:path w="1413135" h="706385">
                <a:moveTo>
                  <a:pt x="0" y="0"/>
                </a:moveTo>
                <a:lnTo>
                  <a:pt x="1413135" y="0"/>
                </a:lnTo>
                <a:lnTo>
                  <a:pt x="690511" y="706385"/>
                </a:lnTo>
                <a:lnTo>
                  <a:pt x="0" y="0"/>
                </a:lnTo>
                <a:close/>
              </a:path>
            </a:pathLst>
          </a:custGeom>
        </p:spPr>
      </p:pic>
      <p:pic>
        <p:nvPicPr>
          <p:cNvPr id="7" name="图片 6"/>
          <p:cNvPicPr>
            <a:picLocks noChangeAspect="1"/>
          </p:cNvPicPr>
          <p:nvPr/>
        </p:nvPicPr>
        <p:blipFill>
          <a:blip r:embed="rId6">
            <a:extLst>
              <a:ext uri="{28A0092B-C50C-407E-A947-70E740481C1C}">
                <a14:useLocalDpi xmlns:a14="http://schemas.microsoft.com/office/drawing/2010/main" val="0"/>
              </a:ext>
            </a:extLst>
          </a:blip>
          <a:srcRect l="40398" t="22083" r="36072" b="33091"/>
          <a:stretch>
            <a:fillRect/>
          </a:stretch>
        </p:blipFill>
        <p:spPr>
          <a:xfrm>
            <a:off x="9658137" y="894"/>
            <a:ext cx="3420454" cy="4097784"/>
          </a:xfrm>
          <a:custGeom>
            <a:avLst/>
            <a:gdLst>
              <a:gd name="connsiteX0" fmla="*/ 468300 w 2566009"/>
              <a:gd name="connsiteY0" fmla="*/ 0 h 3074138"/>
              <a:gd name="connsiteX1" fmla="*/ 2566009 w 2566009"/>
              <a:gd name="connsiteY1" fmla="*/ 0 h 3074138"/>
              <a:gd name="connsiteX2" fmla="*/ 2566009 w 2566009"/>
              <a:gd name="connsiteY2" fmla="*/ 3065886 h 3074138"/>
              <a:gd name="connsiteX3" fmla="*/ 2557567 w 2566009"/>
              <a:gd name="connsiteY3" fmla="*/ 3074138 h 3074138"/>
              <a:gd name="connsiteX4" fmla="*/ 0 w 2566009"/>
              <a:gd name="connsiteY4" fmla="*/ 457776 h 3074138"/>
              <a:gd name="connsiteX5" fmla="*/ 468300 w 2566009"/>
              <a:gd name="connsiteY5" fmla="*/ 0 h 3074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566009" h="3074138">
                <a:moveTo>
                  <a:pt x="468300" y="0"/>
                </a:moveTo>
                <a:lnTo>
                  <a:pt x="2566009" y="0"/>
                </a:lnTo>
                <a:lnTo>
                  <a:pt x="2566009" y="3065886"/>
                </a:lnTo>
                <a:lnTo>
                  <a:pt x="2557567" y="3074138"/>
                </a:lnTo>
                <a:lnTo>
                  <a:pt x="0" y="457776"/>
                </a:lnTo>
                <a:lnTo>
                  <a:pt x="468300" y="0"/>
                </a:lnTo>
                <a:close/>
              </a:path>
            </a:pathLst>
          </a:custGeom>
        </p:spPr>
      </p:pic>
      <p:pic>
        <p:nvPicPr>
          <p:cNvPr id="8" name="图片 7"/>
          <p:cNvPicPr>
            <a:picLocks noChangeAspect="1"/>
          </p:cNvPicPr>
          <p:nvPr/>
        </p:nvPicPr>
        <p:blipFill>
          <a:blip r:embed="rId7">
            <a:extLst>
              <a:ext uri="{28A0092B-C50C-407E-A947-70E740481C1C}">
                <a14:useLocalDpi xmlns:a14="http://schemas.microsoft.com/office/drawing/2010/main" val="0"/>
              </a:ext>
            </a:extLst>
          </a:blip>
          <a:srcRect l="22860" t="23467" r="64545" b="56491"/>
          <a:stretch>
            <a:fillRect/>
          </a:stretch>
        </p:blipFill>
        <p:spPr>
          <a:xfrm>
            <a:off x="7108654" y="127433"/>
            <a:ext cx="1830934" cy="1832092"/>
          </a:xfrm>
          <a:custGeom>
            <a:avLst/>
            <a:gdLst>
              <a:gd name="connsiteX0" fmla="*/ 675477 w 1373558"/>
              <a:gd name="connsiteY0" fmla="*/ 0 h 1374427"/>
              <a:gd name="connsiteX1" fmla="*/ 1373558 w 1373558"/>
              <a:gd name="connsiteY1" fmla="*/ 714129 h 1374427"/>
              <a:gd name="connsiteX2" fmla="*/ 698081 w 1373558"/>
              <a:gd name="connsiteY2" fmla="*/ 1374427 h 1374427"/>
              <a:gd name="connsiteX3" fmla="*/ 0 w 1373558"/>
              <a:gd name="connsiteY3" fmla="*/ 660298 h 1374427"/>
              <a:gd name="connsiteX4" fmla="*/ 675477 w 1373558"/>
              <a:gd name="connsiteY4" fmla="*/ 0 h 13744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73558" h="1374427">
                <a:moveTo>
                  <a:pt x="675477" y="0"/>
                </a:moveTo>
                <a:lnTo>
                  <a:pt x="1373558" y="714129"/>
                </a:lnTo>
                <a:lnTo>
                  <a:pt x="698081" y="1374427"/>
                </a:lnTo>
                <a:lnTo>
                  <a:pt x="0" y="660298"/>
                </a:lnTo>
                <a:lnTo>
                  <a:pt x="675477" y="0"/>
                </a:lnTo>
                <a:close/>
              </a:path>
            </a:pathLst>
          </a:custGeom>
        </p:spPr>
      </p:pic>
      <p:pic>
        <p:nvPicPr>
          <p:cNvPr id="11" name="图片 10"/>
          <p:cNvPicPr>
            <a:picLocks noChangeAspect="1"/>
          </p:cNvPicPr>
          <p:nvPr/>
        </p:nvPicPr>
        <p:blipFill>
          <a:blip r:embed="rId6">
            <a:extLst>
              <a:ext uri="{28A0092B-C50C-407E-A947-70E740481C1C}">
                <a14:useLocalDpi xmlns:a14="http://schemas.microsoft.com/office/drawing/2010/main" val="0"/>
              </a:ext>
            </a:extLst>
          </a:blip>
          <a:srcRect l="30126" t="30312" r="51245" b="40065"/>
          <a:stretch>
            <a:fillRect/>
          </a:stretch>
        </p:blipFill>
        <p:spPr>
          <a:xfrm>
            <a:off x="8164916" y="753175"/>
            <a:ext cx="2707963" cy="2707963"/>
          </a:xfrm>
          <a:custGeom>
            <a:avLst/>
            <a:gdLst>
              <a:gd name="connsiteX0" fmla="*/ 1027293 w 2031501"/>
              <a:gd name="connsiteY0" fmla="*/ 0 h 2031501"/>
              <a:gd name="connsiteX1" fmla="*/ 2031501 w 2031501"/>
              <a:gd name="connsiteY1" fmla="*/ 1027293 h 2031501"/>
              <a:gd name="connsiteX2" fmla="*/ 1004208 w 2031501"/>
              <a:gd name="connsiteY2" fmla="*/ 2031501 h 2031501"/>
              <a:gd name="connsiteX3" fmla="*/ 0 w 2031501"/>
              <a:gd name="connsiteY3" fmla="*/ 1004208 h 2031501"/>
              <a:gd name="connsiteX4" fmla="*/ 1027293 w 2031501"/>
              <a:gd name="connsiteY4" fmla="*/ 0 h 203150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31501" h="2031501">
                <a:moveTo>
                  <a:pt x="1027293" y="0"/>
                </a:moveTo>
                <a:lnTo>
                  <a:pt x="2031501" y="1027293"/>
                </a:lnTo>
                <a:lnTo>
                  <a:pt x="1004208" y="2031501"/>
                </a:lnTo>
                <a:lnTo>
                  <a:pt x="0" y="1004208"/>
                </a:lnTo>
                <a:lnTo>
                  <a:pt x="1027293" y="0"/>
                </a:lnTo>
                <a:close/>
              </a:path>
            </a:pathLst>
          </a:custGeom>
        </p:spPr>
      </p:pic>
      <p:pic>
        <p:nvPicPr>
          <p:cNvPr id="13" name="图片 12"/>
          <p:cNvPicPr>
            <a:picLocks noChangeAspect="1"/>
          </p:cNvPicPr>
          <p:nvPr/>
        </p:nvPicPr>
        <p:blipFill>
          <a:blip r:embed="rId7">
            <a:extLst>
              <a:ext uri="{28A0092B-C50C-407E-A947-70E740481C1C}">
                <a14:useLocalDpi xmlns:a14="http://schemas.microsoft.com/office/drawing/2010/main" val="0"/>
              </a:ext>
            </a:extLst>
          </a:blip>
          <a:srcRect l="19079" t="34136" r="75228" b="56812"/>
          <a:stretch>
            <a:fillRect/>
          </a:stretch>
        </p:blipFill>
        <p:spPr>
          <a:xfrm>
            <a:off x="6559075" y="1102732"/>
            <a:ext cx="827488" cy="827488"/>
          </a:xfrm>
          <a:custGeom>
            <a:avLst/>
            <a:gdLst>
              <a:gd name="connsiteX0" fmla="*/ 313915 w 620777"/>
              <a:gd name="connsiteY0" fmla="*/ 0 h 620777"/>
              <a:gd name="connsiteX1" fmla="*/ 620777 w 620777"/>
              <a:gd name="connsiteY1" fmla="*/ 313915 h 620777"/>
              <a:gd name="connsiteX2" fmla="*/ 306861 w 620777"/>
              <a:gd name="connsiteY2" fmla="*/ 620777 h 620777"/>
              <a:gd name="connsiteX3" fmla="*/ 0 w 620777"/>
              <a:gd name="connsiteY3" fmla="*/ 306861 h 620777"/>
              <a:gd name="connsiteX4" fmla="*/ 313915 w 620777"/>
              <a:gd name="connsiteY4" fmla="*/ 0 h 6207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20777" h="620777">
                <a:moveTo>
                  <a:pt x="313915" y="0"/>
                </a:moveTo>
                <a:lnTo>
                  <a:pt x="620777" y="313915"/>
                </a:lnTo>
                <a:lnTo>
                  <a:pt x="306861" y="620777"/>
                </a:lnTo>
                <a:lnTo>
                  <a:pt x="0" y="306861"/>
                </a:lnTo>
                <a:lnTo>
                  <a:pt x="313915" y="0"/>
                </a:lnTo>
                <a:close/>
              </a:path>
            </a:pathLst>
          </a:custGeom>
        </p:spPr>
      </p:pic>
      <p:sp>
        <p:nvSpPr>
          <p:cNvPr id="14" name="矩形 13"/>
          <p:cNvSpPr/>
          <p:nvPr/>
        </p:nvSpPr>
        <p:spPr>
          <a:xfrm rot="2685974">
            <a:off x="10373870" y="2520336"/>
            <a:ext cx="1218883" cy="1218883"/>
          </a:xfrm>
          <a:prstGeom prst="rect">
            <a:avLst/>
          </a:pr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15" name="矩形 14"/>
          <p:cNvSpPr/>
          <p:nvPr/>
        </p:nvSpPr>
        <p:spPr>
          <a:xfrm rot="2685974">
            <a:off x="8720291" y="3232031"/>
            <a:ext cx="438590" cy="4385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16" name="矩形 15"/>
          <p:cNvSpPr/>
          <p:nvPr/>
        </p:nvSpPr>
        <p:spPr>
          <a:xfrm rot="2657183">
            <a:off x="7182848" y="1789165"/>
            <a:ext cx="641862" cy="54201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17" name="矩形 16"/>
          <p:cNvSpPr/>
          <p:nvPr/>
        </p:nvSpPr>
        <p:spPr>
          <a:xfrm rot="2685974">
            <a:off x="6047025" y="1340595"/>
            <a:ext cx="340847" cy="340847"/>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18" name="矩形 17"/>
          <p:cNvSpPr/>
          <p:nvPr/>
        </p:nvSpPr>
        <p:spPr>
          <a:xfrm rot="2685974">
            <a:off x="6017997" y="739169"/>
            <a:ext cx="165232" cy="165232"/>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19" name="矩形 18"/>
          <p:cNvSpPr/>
          <p:nvPr/>
        </p:nvSpPr>
        <p:spPr>
          <a:xfrm rot="2685974">
            <a:off x="12264022" y="3630904"/>
            <a:ext cx="165232" cy="165232"/>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20" name="矩形 19"/>
          <p:cNvSpPr/>
          <p:nvPr/>
        </p:nvSpPr>
        <p:spPr>
          <a:xfrm rot="2731766">
            <a:off x="7500264" y="2462608"/>
            <a:ext cx="1057433" cy="1072310"/>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21" name="矩形 20"/>
          <p:cNvSpPr/>
          <p:nvPr/>
        </p:nvSpPr>
        <p:spPr>
          <a:xfrm rot="2685974">
            <a:off x="6946874" y="3184097"/>
            <a:ext cx="438590" cy="43859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22" name="矩形 21"/>
          <p:cNvSpPr/>
          <p:nvPr/>
        </p:nvSpPr>
        <p:spPr>
          <a:xfrm rot="2685974">
            <a:off x="6561002" y="3320776"/>
            <a:ext cx="165232" cy="165232"/>
          </a:xfrm>
          <a:prstGeom prst="rect">
            <a:avLst/>
          </a:prstGeom>
          <a:solidFill>
            <a:schemeClr val="accent1">
              <a:lumMod val="20000"/>
              <a:lumOff val="80000"/>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sp>
        <p:nvSpPr>
          <p:cNvPr id="23" name="任意多边形 22"/>
          <p:cNvSpPr/>
          <p:nvPr/>
        </p:nvSpPr>
        <p:spPr>
          <a:xfrm rot="2680233">
            <a:off x="6742263" y="4871861"/>
            <a:ext cx="7189341" cy="6330688"/>
          </a:xfrm>
          <a:custGeom>
            <a:avLst/>
            <a:gdLst>
              <a:gd name="connsiteX0" fmla="*/ 0 w 5393410"/>
              <a:gd name="connsiteY0" fmla="*/ 0 h 4749253"/>
              <a:gd name="connsiteX1" fmla="*/ 4406292 w 5393410"/>
              <a:gd name="connsiteY1" fmla="*/ 0 h 4749253"/>
              <a:gd name="connsiteX2" fmla="*/ 5393410 w 5393410"/>
              <a:gd name="connsiteY2" fmla="*/ 998536 h 4749253"/>
              <a:gd name="connsiteX3" fmla="*/ 1599309 w 5393410"/>
              <a:gd name="connsiteY3" fmla="*/ 4749253 h 4749253"/>
              <a:gd name="connsiteX4" fmla="*/ 0 w 5393410"/>
              <a:gd name="connsiteY4" fmla="*/ 4749253 h 474925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393410" h="4749253">
                <a:moveTo>
                  <a:pt x="0" y="0"/>
                </a:moveTo>
                <a:lnTo>
                  <a:pt x="4406292" y="0"/>
                </a:lnTo>
                <a:lnTo>
                  <a:pt x="5393410" y="998536"/>
                </a:lnTo>
                <a:lnTo>
                  <a:pt x="1599309" y="4749253"/>
                </a:lnTo>
                <a:lnTo>
                  <a:pt x="0" y="4749253"/>
                </a:lnTo>
                <a:close/>
              </a:path>
            </a:pathLst>
          </a:custGeom>
          <a:solidFill>
            <a:srgbClr val="1557A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399"/>
          </a:p>
        </p:txBody>
      </p:sp>
      <p:cxnSp>
        <p:nvCxnSpPr>
          <p:cNvPr id="24" name="直接连接符 23"/>
          <p:cNvCxnSpPr/>
          <p:nvPr/>
        </p:nvCxnSpPr>
        <p:spPr>
          <a:xfrm>
            <a:off x="10000463" y="3597100"/>
            <a:ext cx="4182434" cy="4082033"/>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5930045" y="3637307"/>
            <a:ext cx="4072256" cy="4090179"/>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5047881" y="7738836"/>
            <a:ext cx="4182434" cy="4082033"/>
          </a:xfrm>
          <a:prstGeom prst="line">
            <a:avLst/>
          </a:prstGeom>
          <a:ln w="19050">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27" name="TextBox 26"/>
          <p:cNvSpPr txBox="1"/>
          <p:nvPr/>
        </p:nvSpPr>
        <p:spPr>
          <a:xfrm>
            <a:off x="144890" y="2104551"/>
            <a:ext cx="4230645" cy="2061462"/>
          </a:xfrm>
          <a:prstGeom prst="rect">
            <a:avLst/>
          </a:prstGeom>
          <a:noFill/>
        </p:spPr>
        <p:txBody>
          <a:bodyPr wrap="none" rtlCol="0">
            <a:spAutoFit/>
          </a:bodyPr>
          <a:lstStyle/>
          <a:p>
            <a:r>
              <a:rPr lang="en-US" altLang="zh-CN" sz="12796" b="1" dirty="0">
                <a:solidFill>
                  <a:srgbClr val="1557AE"/>
                </a:solidFill>
                <a:latin typeface="微软雅黑" pitchFamily="34" charset="-122"/>
                <a:ea typeface="微软雅黑" pitchFamily="34" charset="-122"/>
              </a:rPr>
              <a:t>2022</a:t>
            </a:r>
            <a:endParaRPr lang="zh-CN" altLang="en-US" sz="12796" b="1" dirty="0">
              <a:solidFill>
                <a:srgbClr val="1557AE"/>
              </a:solidFill>
              <a:latin typeface="微软雅黑" pitchFamily="34" charset="-122"/>
              <a:ea typeface="微软雅黑" pitchFamily="34" charset="-122"/>
            </a:endParaRPr>
          </a:p>
        </p:txBody>
      </p:sp>
      <p:sp>
        <p:nvSpPr>
          <p:cNvPr id="28" name="TextBox 27"/>
          <p:cNvSpPr txBox="1"/>
          <p:nvPr/>
        </p:nvSpPr>
        <p:spPr>
          <a:xfrm>
            <a:off x="144889" y="3897317"/>
            <a:ext cx="8926667" cy="748793"/>
          </a:xfrm>
          <a:prstGeom prst="rect">
            <a:avLst/>
          </a:prstGeom>
          <a:noFill/>
        </p:spPr>
        <p:txBody>
          <a:bodyPr wrap="square" rtlCol="0">
            <a:spAutoFit/>
          </a:bodyPr>
          <a:lstStyle/>
          <a:p>
            <a:r>
              <a:rPr lang="zh-CN" altLang="en-US" sz="4266" b="1" dirty="0">
                <a:solidFill>
                  <a:srgbClr val="1557AE"/>
                </a:solidFill>
                <a:latin typeface="微软雅黑" panose="020B0503020204020204" pitchFamily="34" charset="-122"/>
                <a:ea typeface="微软雅黑" panose="020B0503020204020204" pitchFamily="34" charset="-122"/>
              </a:rPr>
              <a:t>框架完整工作计划总结</a:t>
            </a:r>
            <a:r>
              <a:rPr lang="en-US" altLang="zh-CN" sz="4266" b="1" dirty="0">
                <a:solidFill>
                  <a:srgbClr val="1557AE"/>
                </a:solidFill>
                <a:latin typeface="微软雅黑" panose="020B0503020204020204" pitchFamily="34" charset="-122"/>
                <a:ea typeface="微软雅黑" panose="020B0503020204020204" pitchFamily="34" charset="-122"/>
              </a:rPr>
              <a:t>PPT</a:t>
            </a:r>
            <a:r>
              <a:rPr lang="zh-CN" altLang="en-US" sz="4266" b="1" dirty="0">
                <a:solidFill>
                  <a:srgbClr val="1557AE"/>
                </a:solidFill>
                <a:latin typeface="微软雅黑" panose="020B0503020204020204" pitchFamily="34" charset="-122"/>
                <a:ea typeface="微软雅黑" panose="020B0503020204020204" pitchFamily="34" charset="-122"/>
              </a:rPr>
              <a:t>模板</a:t>
            </a:r>
          </a:p>
        </p:txBody>
      </p:sp>
      <p:sp>
        <p:nvSpPr>
          <p:cNvPr id="29" name="矩形 28"/>
          <p:cNvSpPr/>
          <p:nvPr/>
        </p:nvSpPr>
        <p:spPr>
          <a:xfrm>
            <a:off x="144889" y="5418379"/>
            <a:ext cx="1856598" cy="379463"/>
          </a:xfrm>
          <a:prstGeom prst="rect">
            <a:avLst/>
          </a:prstGeom>
          <a:effectLst/>
        </p:spPr>
        <p:txBody>
          <a:bodyPr wrap="none">
            <a:spAutoFit/>
          </a:bodyPr>
          <a:lstStyle/>
          <a:p>
            <a:r>
              <a:rPr lang="zh-CN" altLang="en-US" sz="1866" dirty="0">
                <a:solidFill>
                  <a:srgbClr val="1557AE"/>
                </a:solidFill>
                <a:latin typeface="微软雅黑" panose="020B0503020204020204" pitchFamily="34" charset="-122"/>
                <a:ea typeface="微软雅黑" panose="020B0503020204020204" pitchFamily="34" charset="-122"/>
              </a:rPr>
              <a:t>汇报人：大熊猫</a:t>
            </a:r>
          </a:p>
        </p:txBody>
      </p:sp>
      <p:cxnSp>
        <p:nvCxnSpPr>
          <p:cNvPr id="30" name="直接连接符 29"/>
          <p:cNvCxnSpPr/>
          <p:nvPr/>
        </p:nvCxnSpPr>
        <p:spPr>
          <a:xfrm>
            <a:off x="333836" y="4833174"/>
            <a:ext cx="7777863" cy="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sp>
        <p:nvSpPr>
          <p:cNvPr id="31" name="矩形 30"/>
          <p:cNvSpPr/>
          <p:nvPr/>
        </p:nvSpPr>
        <p:spPr>
          <a:xfrm>
            <a:off x="333838" y="4813826"/>
            <a:ext cx="5500671" cy="479928"/>
          </a:xfrm>
          <a:prstGeom prst="rect">
            <a:avLst/>
          </a:pr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2399">
              <a:solidFill>
                <a:srgbClr val="1557AE"/>
              </a:solidFill>
            </a:endParaRPr>
          </a:p>
        </p:txBody>
      </p:sp>
      <p:sp>
        <p:nvSpPr>
          <p:cNvPr id="32" name="矩形 31"/>
          <p:cNvSpPr/>
          <p:nvPr/>
        </p:nvSpPr>
        <p:spPr>
          <a:xfrm>
            <a:off x="333836" y="4842465"/>
            <a:ext cx="5530844" cy="420455"/>
          </a:xfrm>
          <a:prstGeom prst="rect">
            <a:avLst/>
          </a:prstGeom>
          <a:noFill/>
          <a:ln>
            <a:noFill/>
          </a:ln>
          <a:effectLst/>
        </p:spPr>
        <p:txBody>
          <a:bodyPr wrap="none">
            <a:spAutoFit/>
          </a:bodyPr>
          <a:lstStyle/>
          <a:p>
            <a:r>
              <a:rPr lang="zh-CN" altLang="en-US" sz="2132" dirty="0">
                <a:solidFill>
                  <a:schemeClr val="bg1"/>
                </a:solidFill>
                <a:latin typeface="微软雅黑" panose="020B0503020204020204" pitchFamily="34" charset="-122"/>
                <a:ea typeface="微软雅黑" panose="020B0503020204020204" pitchFamily="34" charset="-122"/>
              </a:rPr>
              <a:t>工作总结    会议报告    商务演示    工作计划</a:t>
            </a:r>
          </a:p>
        </p:txBody>
      </p:sp>
    </p:spTree>
    <p:extLst>
      <p:ext uri="{BB962C8B-B14F-4D97-AF65-F5344CB8AC3E}">
        <p14:creationId xmlns:p14="http://schemas.microsoft.com/office/powerpoint/2010/main" val="649088753"/>
      </p:ext>
    </p:extLst>
  </p:cSld>
  <p:clrMapOvr>
    <a:masterClrMapping/>
  </p:clrMapOvr>
  <mc:AlternateContent xmlns:mc="http://schemas.openxmlformats.org/markup-compatibility/2006" xmlns:p14="http://schemas.microsoft.com/office/powerpoint/2010/main">
    <mc:Choice Requires="p14">
      <p:transition spd="slow" p14:dur="4000" advTm="0">
        <p14:vortex dir="u"/>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
                                      <p:cBhvr>
                                        <p:cTn id="6" dur="1" fill="hold"/>
                                        <p:tgtEl>
                                          <p:spTgt spid="45"/>
                                        </p:tgtEl>
                                      </p:cBhvr>
                                    </p:cmd>
                                  </p:childTnLst>
                                </p:cTn>
                              </p:par>
                            </p:childTnLst>
                          </p:cTn>
                        </p:par>
                        <p:par>
                          <p:cTn id="7" fill="hold">
                            <p:stCondLst>
                              <p:cond delay="0"/>
                            </p:stCondLst>
                            <p:childTnLst>
                              <p:par>
                                <p:cTn id="8" presetID="31" presetClass="entr" presetSubtype="0" fill="hold" nodeType="afterEffect">
                                  <p:stCondLst>
                                    <p:cond delay="0"/>
                                  </p:stCondLst>
                                  <p:childTnLst>
                                    <p:set>
                                      <p:cBhvr>
                                        <p:cTn id="9" dur="1" fill="hold">
                                          <p:stCondLst>
                                            <p:cond delay="0"/>
                                          </p:stCondLst>
                                        </p:cTn>
                                        <p:tgtEl>
                                          <p:spTgt spid="6"/>
                                        </p:tgtEl>
                                        <p:attrNameLst>
                                          <p:attrName>style.visibility</p:attrName>
                                        </p:attrNameLst>
                                      </p:cBhvr>
                                      <p:to>
                                        <p:strVal val="visible"/>
                                      </p:to>
                                    </p:set>
                                    <p:anim calcmode="lin" valueType="num">
                                      <p:cBhvr>
                                        <p:cTn id="10" dur="1000" fill="hold"/>
                                        <p:tgtEl>
                                          <p:spTgt spid="6"/>
                                        </p:tgtEl>
                                        <p:attrNameLst>
                                          <p:attrName>ppt_w</p:attrName>
                                        </p:attrNameLst>
                                      </p:cBhvr>
                                      <p:tavLst>
                                        <p:tav tm="0">
                                          <p:val>
                                            <p:fltVal val="0"/>
                                          </p:val>
                                        </p:tav>
                                        <p:tav tm="100000">
                                          <p:val>
                                            <p:strVal val="#ppt_w"/>
                                          </p:val>
                                        </p:tav>
                                      </p:tavLst>
                                    </p:anim>
                                    <p:anim calcmode="lin" valueType="num">
                                      <p:cBhvr>
                                        <p:cTn id="11" dur="1000" fill="hold"/>
                                        <p:tgtEl>
                                          <p:spTgt spid="6"/>
                                        </p:tgtEl>
                                        <p:attrNameLst>
                                          <p:attrName>ppt_h</p:attrName>
                                        </p:attrNameLst>
                                      </p:cBhvr>
                                      <p:tavLst>
                                        <p:tav tm="0">
                                          <p:val>
                                            <p:fltVal val="0"/>
                                          </p:val>
                                        </p:tav>
                                        <p:tav tm="100000">
                                          <p:val>
                                            <p:strVal val="#ppt_h"/>
                                          </p:val>
                                        </p:tav>
                                      </p:tavLst>
                                    </p:anim>
                                    <p:anim calcmode="lin" valueType="num">
                                      <p:cBhvr>
                                        <p:cTn id="12" dur="1000" fill="hold"/>
                                        <p:tgtEl>
                                          <p:spTgt spid="6"/>
                                        </p:tgtEl>
                                        <p:attrNameLst>
                                          <p:attrName>style.rotation</p:attrName>
                                        </p:attrNameLst>
                                      </p:cBhvr>
                                      <p:tavLst>
                                        <p:tav tm="0">
                                          <p:val>
                                            <p:fltVal val="90"/>
                                          </p:val>
                                        </p:tav>
                                        <p:tav tm="100000">
                                          <p:val>
                                            <p:fltVal val="0"/>
                                          </p:val>
                                        </p:tav>
                                      </p:tavLst>
                                    </p:anim>
                                    <p:animEffect transition="in" filter="fade">
                                      <p:cBhvr>
                                        <p:cTn id="13" dur="1000"/>
                                        <p:tgtEl>
                                          <p:spTgt spid="6"/>
                                        </p:tgtEl>
                                      </p:cBhvr>
                                    </p:animEffect>
                                  </p:childTnLst>
                                </p:cTn>
                              </p:par>
                              <p:par>
                                <p:cTn id="14" presetID="31" presetClass="entr" presetSubtype="0" fill="hold" nodeType="withEffect">
                                  <p:stCondLst>
                                    <p:cond delay="200"/>
                                  </p:stCondLst>
                                  <p:childTnLst>
                                    <p:set>
                                      <p:cBhvr>
                                        <p:cTn id="15" dur="1" fill="hold">
                                          <p:stCondLst>
                                            <p:cond delay="0"/>
                                          </p:stCondLst>
                                        </p:cTn>
                                        <p:tgtEl>
                                          <p:spTgt spid="7"/>
                                        </p:tgtEl>
                                        <p:attrNameLst>
                                          <p:attrName>style.visibility</p:attrName>
                                        </p:attrNameLst>
                                      </p:cBhvr>
                                      <p:to>
                                        <p:strVal val="visible"/>
                                      </p:to>
                                    </p:set>
                                    <p:anim calcmode="lin" valueType="num">
                                      <p:cBhvr>
                                        <p:cTn id="16" dur="1000" fill="hold"/>
                                        <p:tgtEl>
                                          <p:spTgt spid="7"/>
                                        </p:tgtEl>
                                        <p:attrNameLst>
                                          <p:attrName>ppt_w</p:attrName>
                                        </p:attrNameLst>
                                      </p:cBhvr>
                                      <p:tavLst>
                                        <p:tav tm="0">
                                          <p:val>
                                            <p:fltVal val="0"/>
                                          </p:val>
                                        </p:tav>
                                        <p:tav tm="100000">
                                          <p:val>
                                            <p:strVal val="#ppt_w"/>
                                          </p:val>
                                        </p:tav>
                                      </p:tavLst>
                                    </p:anim>
                                    <p:anim calcmode="lin" valueType="num">
                                      <p:cBhvr>
                                        <p:cTn id="17" dur="1000" fill="hold"/>
                                        <p:tgtEl>
                                          <p:spTgt spid="7"/>
                                        </p:tgtEl>
                                        <p:attrNameLst>
                                          <p:attrName>ppt_h</p:attrName>
                                        </p:attrNameLst>
                                      </p:cBhvr>
                                      <p:tavLst>
                                        <p:tav tm="0">
                                          <p:val>
                                            <p:fltVal val="0"/>
                                          </p:val>
                                        </p:tav>
                                        <p:tav tm="100000">
                                          <p:val>
                                            <p:strVal val="#ppt_h"/>
                                          </p:val>
                                        </p:tav>
                                      </p:tavLst>
                                    </p:anim>
                                    <p:anim calcmode="lin" valueType="num">
                                      <p:cBhvr>
                                        <p:cTn id="18" dur="1000" fill="hold"/>
                                        <p:tgtEl>
                                          <p:spTgt spid="7"/>
                                        </p:tgtEl>
                                        <p:attrNameLst>
                                          <p:attrName>style.rotation</p:attrName>
                                        </p:attrNameLst>
                                      </p:cBhvr>
                                      <p:tavLst>
                                        <p:tav tm="0">
                                          <p:val>
                                            <p:fltVal val="90"/>
                                          </p:val>
                                        </p:tav>
                                        <p:tav tm="100000">
                                          <p:val>
                                            <p:fltVal val="0"/>
                                          </p:val>
                                        </p:tav>
                                      </p:tavLst>
                                    </p:anim>
                                    <p:animEffect transition="in" filter="fade">
                                      <p:cBhvr>
                                        <p:cTn id="19" dur="1000"/>
                                        <p:tgtEl>
                                          <p:spTgt spid="7"/>
                                        </p:tgtEl>
                                      </p:cBhvr>
                                    </p:animEffect>
                                  </p:childTnLst>
                                </p:cTn>
                              </p:par>
                              <p:par>
                                <p:cTn id="20" presetID="31" presetClass="entr" presetSubtype="0" fill="hold" nodeType="withEffect">
                                  <p:stCondLst>
                                    <p:cond delay="300"/>
                                  </p:stCondLst>
                                  <p:childTnLst>
                                    <p:set>
                                      <p:cBhvr>
                                        <p:cTn id="21" dur="1" fill="hold">
                                          <p:stCondLst>
                                            <p:cond delay="0"/>
                                          </p:stCondLst>
                                        </p:cTn>
                                        <p:tgtEl>
                                          <p:spTgt spid="8"/>
                                        </p:tgtEl>
                                        <p:attrNameLst>
                                          <p:attrName>style.visibility</p:attrName>
                                        </p:attrNameLst>
                                      </p:cBhvr>
                                      <p:to>
                                        <p:strVal val="visible"/>
                                      </p:to>
                                    </p:set>
                                    <p:anim calcmode="lin" valueType="num">
                                      <p:cBhvr>
                                        <p:cTn id="22" dur="1000" fill="hold"/>
                                        <p:tgtEl>
                                          <p:spTgt spid="8"/>
                                        </p:tgtEl>
                                        <p:attrNameLst>
                                          <p:attrName>ppt_w</p:attrName>
                                        </p:attrNameLst>
                                      </p:cBhvr>
                                      <p:tavLst>
                                        <p:tav tm="0">
                                          <p:val>
                                            <p:fltVal val="0"/>
                                          </p:val>
                                        </p:tav>
                                        <p:tav tm="100000">
                                          <p:val>
                                            <p:strVal val="#ppt_w"/>
                                          </p:val>
                                        </p:tav>
                                      </p:tavLst>
                                    </p:anim>
                                    <p:anim calcmode="lin" valueType="num">
                                      <p:cBhvr>
                                        <p:cTn id="23" dur="1000" fill="hold"/>
                                        <p:tgtEl>
                                          <p:spTgt spid="8"/>
                                        </p:tgtEl>
                                        <p:attrNameLst>
                                          <p:attrName>ppt_h</p:attrName>
                                        </p:attrNameLst>
                                      </p:cBhvr>
                                      <p:tavLst>
                                        <p:tav tm="0">
                                          <p:val>
                                            <p:fltVal val="0"/>
                                          </p:val>
                                        </p:tav>
                                        <p:tav tm="100000">
                                          <p:val>
                                            <p:strVal val="#ppt_h"/>
                                          </p:val>
                                        </p:tav>
                                      </p:tavLst>
                                    </p:anim>
                                    <p:anim calcmode="lin" valueType="num">
                                      <p:cBhvr>
                                        <p:cTn id="24" dur="1000" fill="hold"/>
                                        <p:tgtEl>
                                          <p:spTgt spid="8"/>
                                        </p:tgtEl>
                                        <p:attrNameLst>
                                          <p:attrName>style.rotation</p:attrName>
                                        </p:attrNameLst>
                                      </p:cBhvr>
                                      <p:tavLst>
                                        <p:tav tm="0">
                                          <p:val>
                                            <p:fltVal val="90"/>
                                          </p:val>
                                        </p:tav>
                                        <p:tav tm="100000">
                                          <p:val>
                                            <p:fltVal val="0"/>
                                          </p:val>
                                        </p:tav>
                                      </p:tavLst>
                                    </p:anim>
                                    <p:animEffect transition="in" filter="fade">
                                      <p:cBhvr>
                                        <p:cTn id="25" dur="1000"/>
                                        <p:tgtEl>
                                          <p:spTgt spid="8"/>
                                        </p:tgtEl>
                                      </p:cBhvr>
                                    </p:animEffect>
                                  </p:childTnLst>
                                </p:cTn>
                              </p:par>
                              <p:par>
                                <p:cTn id="26" presetID="31"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1000" fill="hold"/>
                                        <p:tgtEl>
                                          <p:spTgt spid="11"/>
                                        </p:tgtEl>
                                        <p:attrNameLst>
                                          <p:attrName>ppt_w</p:attrName>
                                        </p:attrNameLst>
                                      </p:cBhvr>
                                      <p:tavLst>
                                        <p:tav tm="0">
                                          <p:val>
                                            <p:fltVal val="0"/>
                                          </p:val>
                                        </p:tav>
                                        <p:tav tm="100000">
                                          <p:val>
                                            <p:strVal val="#ppt_w"/>
                                          </p:val>
                                        </p:tav>
                                      </p:tavLst>
                                    </p:anim>
                                    <p:anim calcmode="lin" valueType="num">
                                      <p:cBhvr>
                                        <p:cTn id="29" dur="1000" fill="hold"/>
                                        <p:tgtEl>
                                          <p:spTgt spid="11"/>
                                        </p:tgtEl>
                                        <p:attrNameLst>
                                          <p:attrName>ppt_h</p:attrName>
                                        </p:attrNameLst>
                                      </p:cBhvr>
                                      <p:tavLst>
                                        <p:tav tm="0">
                                          <p:val>
                                            <p:fltVal val="0"/>
                                          </p:val>
                                        </p:tav>
                                        <p:tav tm="100000">
                                          <p:val>
                                            <p:strVal val="#ppt_h"/>
                                          </p:val>
                                        </p:tav>
                                      </p:tavLst>
                                    </p:anim>
                                    <p:anim calcmode="lin" valueType="num">
                                      <p:cBhvr>
                                        <p:cTn id="30" dur="1000" fill="hold"/>
                                        <p:tgtEl>
                                          <p:spTgt spid="11"/>
                                        </p:tgtEl>
                                        <p:attrNameLst>
                                          <p:attrName>style.rotation</p:attrName>
                                        </p:attrNameLst>
                                      </p:cBhvr>
                                      <p:tavLst>
                                        <p:tav tm="0">
                                          <p:val>
                                            <p:fltVal val="90"/>
                                          </p:val>
                                        </p:tav>
                                        <p:tav tm="100000">
                                          <p:val>
                                            <p:fltVal val="0"/>
                                          </p:val>
                                        </p:tav>
                                      </p:tavLst>
                                    </p:anim>
                                    <p:animEffect transition="in" filter="fade">
                                      <p:cBhvr>
                                        <p:cTn id="31" dur="1000"/>
                                        <p:tgtEl>
                                          <p:spTgt spid="11"/>
                                        </p:tgtEl>
                                      </p:cBhvr>
                                    </p:animEffect>
                                  </p:childTnLst>
                                </p:cTn>
                              </p:par>
                              <p:par>
                                <p:cTn id="32" presetID="31" presetClass="entr" presetSubtype="0" fill="hold" nodeType="withEffect">
                                  <p:stCondLst>
                                    <p:cond delay="400"/>
                                  </p:stCondLst>
                                  <p:childTnLst>
                                    <p:set>
                                      <p:cBhvr>
                                        <p:cTn id="33" dur="1" fill="hold">
                                          <p:stCondLst>
                                            <p:cond delay="0"/>
                                          </p:stCondLst>
                                        </p:cTn>
                                        <p:tgtEl>
                                          <p:spTgt spid="13"/>
                                        </p:tgtEl>
                                        <p:attrNameLst>
                                          <p:attrName>style.visibility</p:attrName>
                                        </p:attrNameLst>
                                      </p:cBhvr>
                                      <p:to>
                                        <p:strVal val="visible"/>
                                      </p:to>
                                    </p:set>
                                    <p:anim calcmode="lin" valueType="num">
                                      <p:cBhvr>
                                        <p:cTn id="34" dur="1000" fill="hold"/>
                                        <p:tgtEl>
                                          <p:spTgt spid="13"/>
                                        </p:tgtEl>
                                        <p:attrNameLst>
                                          <p:attrName>ppt_w</p:attrName>
                                        </p:attrNameLst>
                                      </p:cBhvr>
                                      <p:tavLst>
                                        <p:tav tm="0">
                                          <p:val>
                                            <p:fltVal val="0"/>
                                          </p:val>
                                        </p:tav>
                                        <p:tav tm="100000">
                                          <p:val>
                                            <p:strVal val="#ppt_w"/>
                                          </p:val>
                                        </p:tav>
                                      </p:tavLst>
                                    </p:anim>
                                    <p:anim calcmode="lin" valueType="num">
                                      <p:cBhvr>
                                        <p:cTn id="35" dur="1000" fill="hold"/>
                                        <p:tgtEl>
                                          <p:spTgt spid="13"/>
                                        </p:tgtEl>
                                        <p:attrNameLst>
                                          <p:attrName>ppt_h</p:attrName>
                                        </p:attrNameLst>
                                      </p:cBhvr>
                                      <p:tavLst>
                                        <p:tav tm="0">
                                          <p:val>
                                            <p:fltVal val="0"/>
                                          </p:val>
                                        </p:tav>
                                        <p:tav tm="100000">
                                          <p:val>
                                            <p:strVal val="#ppt_h"/>
                                          </p:val>
                                        </p:tav>
                                      </p:tavLst>
                                    </p:anim>
                                    <p:anim calcmode="lin" valueType="num">
                                      <p:cBhvr>
                                        <p:cTn id="36" dur="1000" fill="hold"/>
                                        <p:tgtEl>
                                          <p:spTgt spid="13"/>
                                        </p:tgtEl>
                                        <p:attrNameLst>
                                          <p:attrName>style.rotation</p:attrName>
                                        </p:attrNameLst>
                                      </p:cBhvr>
                                      <p:tavLst>
                                        <p:tav tm="0">
                                          <p:val>
                                            <p:fltVal val="90"/>
                                          </p:val>
                                        </p:tav>
                                        <p:tav tm="100000">
                                          <p:val>
                                            <p:fltVal val="0"/>
                                          </p:val>
                                        </p:tav>
                                      </p:tavLst>
                                    </p:anim>
                                    <p:animEffect transition="in" filter="fade">
                                      <p:cBhvr>
                                        <p:cTn id="37" dur="1000"/>
                                        <p:tgtEl>
                                          <p:spTgt spid="13"/>
                                        </p:tgtEl>
                                      </p:cBhvr>
                                    </p:animEffect>
                                  </p:childTnLst>
                                </p:cTn>
                              </p:par>
                              <p:par>
                                <p:cTn id="38" presetID="31"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 calcmode="lin" valueType="num">
                                      <p:cBhvr>
                                        <p:cTn id="40" dur="1000" fill="hold"/>
                                        <p:tgtEl>
                                          <p:spTgt spid="14"/>
                                        </p:tgtEl>
                                        <p:attrNameLst>
                                          <p:attrName>ppt_w</p:attrName>
                                        </p:attrNameLst>
                                      </p:cBhvr>
                                      <p:tavLst>
                                        <p:tav tm="0">
                                          <p:val>
                                            <p:fltVal val="0"/>
                                          </p:val>
                                        </p:tav>
                                        <p:tav tm="100000">
                                          <p:val>
                                            <p:strVal val="#ppt_w"/>
                                          </p:val>
                                        </p:tav>
                                      </p:tavLst>
                                    </p:anim>
                                    <p:anim calcmode="lin" valueType="num">
                                      <p:cBhvr>
                                        <p:cTn id="41" dur="1000" fill="hold"/>
                                        <p:tgtEl>
                                          <p:spTgt spid="14"/>
                                        </p:tgtEl>
                                        <p:attrNameLst>
                                          <p:attrName>ppt_h</p:attrName>
                                        </p:attrNameLst>
                                      </p:cBhvr>
                                      <p:tavLst>
                                        <p:tav tm="0">
                                          <p:val>
                                            <p:fltVal val="0"/>
                                          </p:val>
                                        </p:tav>
                                        <p:tav tm="100000">
                                          <p:val>
                                            <p:strVal val="#ppt_h"/>
                                          </p:val>
                                        </p:tav>
                                      </p:tavLst>
                                    </p:anim>
                                    <p:anim calcmode="lin" valueType="num">
                                      <p:cBhvr>
                                        <p:cTn id="42" dur="1000" fill="hold"/>
                                        <p:tgtEl>
                                          <p:spTgt spid="14"/>
                                        </p:tgtEl>
                                        <p:attrNameLst>
                                          <p:attrName>style.rotation</p:attrName>
                                        </p:attrNameLst>
                                      </p:cBhvr>
                                      <p:tavLst>
                                        <p:tav tm="0">
                                          <p:val>
                                            <p:fltVal val="90"/>
                                          </p:val>
                                        </p:tav>
                                        <p:tav tm="100000">
                                          <p:val>
                                            <p:fltVal val="0"/>
                                          </p:val>
                                        </p:tav>
                                      </p:tavLst>
                                    </p:anim>
                                    <p:animEffect transition="in" filter="fade">
                                      <p:cBhvr>
                                        <p:cTn id="43" dur="1000"/>
                                        <p:tgtEl>
                                          <p:spTgt spid="14"/>
                                        </p:tgtEl>
                                      </p:cBhvr>
                                    </p:animEffect>
                                  </p:childTnLst>
                                </p:cTn>
                              </p:par>
                              <p:par>
                                <p:cTn id="44" presetID="31" presetClass="entr" presetSubtype="0" fill="hold" grpId="0" nodeType="withEffect">
                                  <p:stCondLst>
                                    <p:cond delay="0"/>
                                  </p:stCondLst>
                                  <p:childTnLst>
                                    <p:set>
                                      <p:cBhvr>
                                        <p:cTn id="45" dur="1" fill="hold">
                                          <p:stCondLst>
                                            <p:cond delay="0"/>
                                          </p:stCondLst>
                                        </p:cTn>
                                        <p:tgtEl>
                                          <p:spTgt spid="15"/>
                                        </p:tgtEl>
                                        <p:attrNameLst>
                                          <p:attrName>style.visibility</p:attrName>
                                        </p:attrNameLst>
                                      </p:cBhvr>
                                      <p:to>
                                        <p:strVal val="visible"/>
                                      </p:to>
                                    </p:set>
                                    <p:anim calcmode="lin" valueType="num">
                                      <p:cBhvr>
                                        <p:cTn id="46" dur="1200" fill="hold"/>
                                        <p:tgtEl>
                                          <p:spTgt spid="15"/>
                                        </p:tgtEl>
                                        <p:attrNameLst>
                                          <p:attrName>ppt_w</p:attrName>
                                        </p:attrNameLst>
                                      </p:cBhvr>
                                      <p:tavLst>
                                        <p:tav tm="0">
                                          <p:val>
                                            <p:fltVal val="0"/>
                                          </p:val>
                                        </p:tav>
                                        <p:tav tm="100000">
                                          <p:val>
                                            <p:strVal val="#ppt_w"/>
                                          </p:val>
                                        </p:tav>
                                      </p:tavLst>
                                    </p:anim>
                                    <p:anim calcmode="lin" valueType="num">
                                      <p:cBhvr>
                                        <p:cTn id="47" dur="1200" fill="hold"/>
                                        <p:tgtEl>
                                          <p:spTgt spid="15"/>
                                        </p:tgtEl>
                                        <p:attrNameLst>
                                          <p:attrName>ppt_h</p:attrName>
                                        </p:attrNameLst>
                                      </p:cBhvr>
                                      <p:tavLst>
                                        <p:tav tm="0">
                                          <p:val>
                                            <p:fltVal val="0"/>
                                          </p:val>
                                        </p:tav>
                                        <p:tav tm="100000">
                                          <p:val>
                                            <p:strVal val="#ppt_h"/>
                                          </p:val>
                                        </p:tav>
                                      </p:tavLst>
                                    </p:anim>
                                    <p:anim calcmode="lin" valueType="num">
                                      <p:cBhvr>
                                        <p:cTn id="48" dur="1200" fill="hold"/>
                                        <p:tgtEl>
                                          <p:spTgt spid="15"/>
                                        </p:tgtEl>
                                        <p:attrNameLst>
                                          <p:attrName>style.rotation</p:attrName>
                                        </p:attrNameLst>
                                      </p:cBhvr>
                                      <p:tavLst>
                                        <p:tav tm="0">
                                          <p:val>
                                            <p:fltVal val="90"/>
                                          </p:val>
                                        </p:tav>
                                        <p:tav tm="100000">
                                          <p:val>
                                            <p:fltVal val="0"/>
                                          </p:val>
                                        </p:tav>
                                      </p:tavLst>
                                    </p:anim>
                                    <p:animEffect transition="in" filter="fade">
                                      <p:cBhvr>
                                        <p:cTn id="49" dur="1200"/>
                                        <p:tgtEl>
                                          <p:spTgt spid="15"/>
                                        </p:tgtEl>
                                      </p:cBhvr>
                                    </p:animEffect>
                                  </p:childTnLst>
                                </p:cTn>
                              </p:par>
                              <p:par>
                                <p:cTn id="50" presetID="31" presetClass="entr" presetSubtype="0" fill="hold" grpId="0" nodeType="withEffect">
                                  <p:stCondLst>
                                    <p:cond delay="300"/>
                                  </p:stCondLst>
                                  <p:childTnLst>
                                    <p:set>
                                      <p:cBhvr>
                                        <p:cTn id="51" dur="1" fill="hold">
                                          <p:stCondLst>
                                            <p:cond delay="0"/>
                                          </p:stCondLst>
                                        </p:cTn>
                                        <p:tgtEl>
                                          <p:spTgt spid="16"/>
                                        </p:tgtEl>
                                        <p:attrNameLst>
                                          <p:attrName>style.visibility</p:attrName>
                                        </p:attrNameLst>
                                      </p:cBhvr>
                                      <p:to>
                                        <p:strVal val="visible"/>
                                      </p:to>
                                    </p:set>
                                    <p:anim calcmode="lin" valueType="num">
                                      <p:cBhvr>
                                        <p:cTn id="52" dur="1000" fill="hold"/>
                                        <p:tgtEl>
                                          <p:spTgt spid="16"/>
                                        </p:tgtEl>
                                        <p:attrNameLst>
                                          <p:attrName>ppt_w</p:attrName>
                                        </p:attrNameLst>
                                      </p:cBhvr>
                                      <p:tavLst>
                                        <p:tav tm="0">
                                          <p:val>
                                            <p:fltVal val="0"/>
                                          </p:val>
                                        </p:tav>
                                        <p:tav tm="100000">
                                          <p:val>
                                            <p:strVal val="#ppt_w"/>
                                          </p:val>
                                        </p:tav>
                                      </p:tavLst>
                                    </p:anim>
                                    <p:anim calcmode="lin" valueType="num">
                                      <p:cBhvr>
                                        <p:cTn id="53" dur="1000" fill="hold"/>
                                        <p:tgtEl>
                                          <p:spTgt spid="16"/>
                                        </p:tgtEl>
                                        <p:attrNameLst>
                                          <p:attrName>ppt_h</p:attrName>
                                        </p:attrNameLst>
                                      </p:cBhvr>
                                      <p:tavLst>
                                        <p:tav tm="0">
                                          <p:val>
                                            <p:fltVal val="0"/>
                                          </p:val>
                                        </p:tav>
                                        <p:tav tm="100000">
                                          <p:val>
                                            <p:strVal val="#ppt_h"/>
                                          </p:val>
                                        </p:tav>
                                      </p:tavLst>
                                    </p:anim>
                                    <p:anim calcmode="lin" valueType="num">
                                      <p:cBhvr>
                                        <p:cTn id="54" dur="1000" fill="hold"/>
                                        <p:tgtEl>
                                          <p:spTgt spid="16"/>
                                        </p:tgtEl>
                                        <p:attrNameLst>
                                          <p:attrName>style.rotation</p:attrName>
                                        </p:attrNameLst>
                                      </p:cBhvr>
                                      <p:tavLst>
                                        <p:tav tm="0">
                                          <p:val>
                                            <p:fltVal val="90"/>
                                          </p:val>
                                        </p:tav>
                                        <p:tav tm="100000">
                                          <p:val>
                                            <p:fltVal val="0"/>
                                          </p:val>
                                        </p:tav>
                                      </p:tavLst>
                                    </p:anim>
                                    <p:animEffect transition="in" filter="fade">
                                      <p:cBhvr>
                                        <p:cTn id="55" dur="1000"/>
                                        <p:tgtEl>
                                          <p:spTgt spid="16"/>
                                        </p:tgtEl>
                                      </p:cBhvr>
                                    </p:animEffect>
                                  </p:childTnLst>
                                </p:cTn>
                              </p:par>
                              <p:par>
                                <p:cTn id="56" presetID="31" presetClass="entr" presetSubtype="0" fill="hold" grpId="0" nodeType="withEffect">
                                  <p:stCondLst>
                                    <p:cond delay="0"/>
                                  </p:stCondLst>
                                  <p:childTnLst>
                                    <p:set>
                                      <p:cBhvr>
                                        <p:cTn id="57" dur="1" fill="hold">
                                          <p:stCondLst>
                                            <p:cond delay="0"/>
                                          </p:stCondLst>
                                        </p:cTn>
                                        <p:tgtEl>
                                          <p:spTgt spid="17"/>
                                        </p:tgtEl>
                                        <p:attrNameLst>
                                          <p:attrName>style.visibility</p:attrName>
                                        </p:attrNameLst>
                                      </p:cBhvr>
                                      <p:to>
                                        <p:strVal val="visible"/>
                                      </p:to>
                                    </p:set>
                                    <p:anim calcmode="lin" valueType="num">
                                      <p:cBhvr>
                                        <p:cTn id="58" dur="1000" fill="hold"/>
                                        <p:tgtEl>
                                          <p:spTgt spid="17"/>
                                        </p:tgtEl>
                                        <p:attrNameLst>
                                          <p:attrName>ppt_w</p:attrName>
                                        </p:attrNameLst>
                                      </p:cBhvr>
                                      <p:tavLst>
                                        <p:tav tm="0">
                                          <p:val>
                                            <p:fltVal val="0"/>
                                          </p:val>
                                        </p:tav>
                                        <p:tav tm="100000">
                                          <p:val>
                                            <p:strVal val="#ppt_w"/>
                                          </p:val>
                                        </p:tav>
                                      </p:tavLst>
                                    </p:anim>
                                    <p:anim calcmode="lin" valueType="num">
                                      <p:cBhvr>
                                        <p:cTn id="59" dur="1000" fill="hold"/>
                                        <p:tgtEl>
                                          <p:spTgt spid="17"/>
                                        </p:tgtEl>
                                        <p:attrNameLst>
                                          <p:attrName>ppt_h</p:attrName>
                                        </p:attrNameLst>
                                      </p:cBhvr>
                                      <p:tavLst>
                                        <p:tav tm="0">
                                          <p:val>
                                            <p:fltVal val="0"/>
                                          </p:val>
                                        </p:tav>
                                        <p:tav tm="100000">
                                          <p:val>
                                            <p:strVal val="#ppt_h"/>
                                          </p:val>
                                        </p:tav>
                                      </p:tavLst>
                                    </p:anim>
                                    <p:anim calcmode="lin" valueType="num">
                                      <p:cBhvr>
                                        <p:cTn id="60" dur="1000" fill="hold"/>
                                        <p:tgtEl>
                                          <p:spTgt spid="17"/>
                                        </p:tgtEl>
                                        <p:attrNameLst>
                                          <p:attrName>style.rotation</p:attrName>
                                        </p:attrNameLst>
                                      </p:cBhvr>
                                      <p:tavLst>
                                        <p:tav tm="0">
                                          <p:val>
                                            <p:fltVal val="90"/>
                                          </p:val>
                                        </p:tav>
                                        <p:tav tm="100000">
                                          <p:val>
                                            <p:fltVal val="0"/>
                                          </p:val>
                                        </p:tav>
                                      </p:tavLst>
                                    </p:anim>
                                    <p:animEffect transition="in" filter="fade">
                                      <p:cBhvr>
                                        <p:cTn id="61" dur="1000"/>
                                        <p:tgtEl>
                                          <p:spTgt spid="17"/>
                                        </p:tgtEl>
                                      </p:cBhvr>
                                    </p:animEffect>
                                  </p:childTnLst>
                                </p:cTn>
                              </p:par>
                              <p:par>
                                <p:cTn id="62" presetID="31" presetClass="entr" presetSubtype="0" fill="hold" grpId="0" nodeType="withEffect">
                                  <p:stCondLst>
                                    <p:cond delay="700"/>
                                  </p:stCondLst>
                                  <p:childTnLst>
                                    <p:set>
                                      <p:cBhvr>
                                        <p:cTn id="63" dur="1" fill="hold">
                                          <p:stCondLst>
                                            <p:cond delay="0"/>
                                          </p:stCondLst>
                                        </p:cTn>
                                        <p:tgtEl>
                                          <p:spTgt spid="18"/>
                                        </p:tgtEl>
                                        <p:attrNameLst>
                                          <p:attrName>style.visibility</p:attrName>
                                        </p:attrNameLst>
                                      </p:cBhvr>
                                      <p:to>
                                        <p:strVal val="visible"/>
                                      </p:to>
                                    </p:set>
                                    <p:anim calcmode="lin" valueType="num">
                                      <p:cBhvr>
                                        <p:cTn id="64" dur="1000" fill="hold"/>
                                        <p:tgtEl>
                                          <p:spTgt spid="18"/>
                                        </p:tgtEl>
                                        <p:attrNameLst>
                                          <p:attrName>ppt_w</p:attrName>
                                        </p:attrNameLst>
                                      </p:cBhvr>
                                      <p:tavLst>
                                        <p:tav tm="0">
                                          <p:val>
                                            <p:fltVal val="0"/>
                                          </p:val>
                                        </p:tav>
                                        <p:tav tm="100000">
                                          <p:val>
                                            <p:strVal val="#ppt_w"/>
                                          </p:val>
                                        </p:tav>
                                      </p:tavLst>
                                    </p:anim>
                                    <p:anim calcmode="lin" valueType="num">
                                      <p:cBhvr>
                                        <p:cTn id="65" dur="1000" fill="hold"/>
                                        <p:tgtEl>
                                          <p:spTgt spid="18"/>
                                        </p:tgtEl>
                                        <p:attrNameLst>
                                          <p:attrName>ppt_h</p:attrName>
                                        </p:attrNameLst>
                                      </p:cBhvr>
                                      <p:tavLst>
                                        <p:tav tm="0">
                                          <p:val>
                                            <p:fltVal val="0"/>
                                          </p:val>
                                        </p:tav>
                                        <p:tav tm="100000">
                                          <p:val>
                                            <p:strVal val="#ppt_h"/>
                                          </p:val>
                                        </p:tav>
                                      </p:tavLst>
                                    </p:anim>
                                    <p:anim calcmode="lin" valueType="num">
                                      <p:cBhvr>
                                        <p:cTn id="66" dur="1000" fill="hold"/>
                                        <p:tgtEl>
                                          <p:spTgt spid="18"/>
                                        </p:tgtEl>
                                        <p:attrNameLst>
                                          <p:attrName>style.rotation</p:attrName>
                                        </p:attrNameLst>
                                      </p:cBhvr>
                                      <p:tavLst>
                                        <p:tav tm="0">
                                          <p:val>
                                            <p:fltVal val="90"/>
                                          </p:val>
                                        </p:tav>
                                        <p:tav tm="100000">
                                          <p:val>
                                            <p:fltVal val="0"/>
                                          </p:val>
                                        </p:tav>
                                      </p:tavLst>
                                    </p:anim>
                                    <p:animEffect transition="in" filter="fade">
                                      <p:cBhvr>
                                        <p:cTn id="67" dur="1000"/>
                                        <p:tgtEl>
                                          <p:spTgt spid="18"/>
                                        </p:tgtEl>
                                      </p:cBhvr>
                                    </p:animEffect>
                                  </p:childTnLst>
                                </p:cTn>
                              </p:par>
                              <p:par>
                                <p:cTn id="68" presetID="31" presetClass="entr" presetSubtype="0" fill="hold" grpId="0" nodeType="withEffect">
                                  <p:stCondLst>
                                    <p:cond delay="200"/>
                                  </p:stCondLst>
                                  <p:childTnLst>
                                    <p:set>
                                      <p:cBhvr>
                                        <p:cTn id="69" dur="1" fill="hold">
                                          <p:stCondLst>
                                            <p:cond delay="0"/>
                                          </p:stCondLst>
                                        </p:cTn>
                                        <p:tgtEl>
                                          <p:spTgt spid="19"/>
                                        </p:tgtEl>
                                        <p:attrNameLst>
                                          <p:attrName>style.visibility</p:attrName>
                                        </p:attrNameLst>
                                      </p:cBhvr>
                                      <p:to>
                                        <p:strVal val="visible"/>
                                      </p:to>
                                    </p:set>
                                    <p:anim calcmode="lin" valueType="num">
                                      <p:cBhvr>
                                        <p:cTn id="70" dur="1000" fill="hold"/>
                                        <p:tgtEl>
                                          <p:spTgt spid="19"/>
                                        </p:tgtEl>
                                        <p:attrNameLst>
                                          <p:attrName>ppt_w</p:attrName>
                                        </p:attrNameLst>
                                      </p:cBhvr>
                                      <p:tavLst>
                                        <p:tav tm="0">
                                          <p:val>
                                            <p:fltVal val="0"/>
                                          </p:val>
                                        </p:tav>
                                        <p:tav tm="100000">
                                          <p:val>
                                            <p:strVal val="#ppt_w"/>
                                          </p:val>
                                        </p:tav>
                                      </p:tavLst>
                                    </p:anim>
                                    <p:anim calcmode="lin" valueType="num">
                                      <p:cBhvr>
                                        <p:cTn id="71" dur="1000" fill="hold"/>
                                        <p:tgtEl>
                                          <p:spTgt spid="19"/>
                                        </p:tgtEl>
                                        <p:attrNameLst>
                                          <p:attrName>ppt_h</p:attrName>
                                        </p:attrNameLst>
                                      </p:cBhvr>
                                      <p:tavLst>
                                        <p:tav tm="0">
                                          <p:val>
                                            <p:fltVal val="0"/>
                                          </p:val>
                                        </p:tav>
                                        <p:tav tm="100000">
                                          <p:val>
                                            <p:strVal val="#ppt_h"/>
                                          </p:val>
                                        </p:tav>
                                      </p:tavLst>
                                    </p:anim>
                                    <p:anim calcmode="lin" valueType="num">
                                      <p:cBhvr>
                                        <p:cTn id="72" dur="1000" fill="hold"/>
                                        <p:tgtEl>
                                          <p:spTgt spid="19"/>
                                        </p:tgtEl>
                                        <p:attrNameLst>
                                          <p:attrName>style.rotation</p:attrName>
                                        </p:attrNameLst>
                                      </p:cBhvr>
                                      <p:tavLst>
                                        <p:tav tm="0">
                                          <p:val>
                                            <p:fltVal val="90"/>
                                          </p:val>
                                        </p:tav>
                                        <p:tav tm="100000">
                                          <p:val>
                                            <p:fltVal val="0"/>
                                          </p:val>
                                        </p:tav>
                                      </p:tavLst>
                                    </p:anim>
                                    <p:animEffect transition="in" filter="fade">
                                      <p:cBhvr>
                                        <p:cTn id="73" dur="1000"/>
                                        <p:tgtEl>
                                          <p:spTgt spid="19"/>
                                        </p:tgtEl>
                                      </p:cBhvr>
                                    </p:animEffect>
                                  </p:childTnLst>
                                </p:cTn>
                              </p:par>
                              <p:par>
                                <p:cTn id="74" presetID="31" presetClass="entr" presetSubtype="0" fill="hold" grpId="0" nodeType="withEffect">
                                  <p:stCondLst>
                                    <p:cond delay="0"/>
                                  </p:stCondLst>
                                  <p:childTnLst>
                                    <p:set>
                                      <p:cBhvr>
                                        <p:cTn id="75" dur="1" fill="hold">
                                          <p:stCondLst>
                                            <p:cond delay="0"/>
                                          </p:stCondLst>
                                        </p:cTn>
                                        <p:tgtEl>
                                          <p:spTgt spid="20"/>
                                        </p:tgtEl>
                                        <p:attrNameLst>
                                          <p:attrName>style.visibility</p:attrName>
                                        </p:attrNameLst>
                                      </p:cBhvr>
                                      <p:to>
                                        <p:strVal val="visible"/>
                                      </p:to>
                                    </p:set>
                                    <p:anim calcmode="lin" valueType="num">
                                      <p:cBhvr>
                                        <p:cTn id="76" dur="1000" fill="hold"/>
                                        <p:tgtEl>
                                          <p:spTgt spid="20"/>
                                        </p:tgtEl>
                                        <p:attrNameLst>
                                          <p:attrName>ppt_w</p:attrName>
                                        </p:attrNameLst>
                                      </p:cBhvr>
                                      <p:tavLst>
                                        <p:tav tm="0">
                                          <p:val>
                                            <p:fltVal val="0"/>
                                          </p:val>
                                        </p:tav>
                                        <p:tav tm="100000">
                                          <p:val>
                                            <p:strVal val="#ppt_w"/>
                                          </p:val>
                                        </p:tav>
                                      </p:tavLst>
                                    </p:anim>
                                    <p:anim calcmode="lin" valueType="num">
                                      <p:cBhvr>
                                        <p:cTn id="77" dur="1000" fill="hold"/>
                                        <p:tgtEl>
                                          <p:spTgt spid="20"/>
                                        </p:tgtEl>
                                        <p:attrNameLst>
                                          <p:attrName>ppt_h</p:attrName>
                                        </p:attrNameLst>
                                      </p:cBhvr>
                                      <p:tavLst>
                                        <p:tav tm="0">
                                          <p:val>
                                            <p:fltVal val="0"/>
                                          </p:val>
                                        </p:tav>
                                        <p:tav tm="100000">
                                          <p:val>
                                            <p:strVal val="#ppt_h"/>
                                          </p:val>
                                        </p:tav>
                                      </p:tavLst>
                                    </p:anim>
                                    <p:anim calcmode="lin" valueType="num">
                                      <p:cBhvr>
                                        <p:cTn id="78" dur="1000" fill="hold"/>
                                        <p:tgtEl>
                                          <p:spTgt spid="20"/>
                                        </p:tgtEl>
                                        <p:attrNameLst>
                                          <p:attrName>style.rotation</p:attrName>
                                        </p:attrNameLst>
                                      </p:cBhvr>
                                      <p:tavLst>
                                        <p:tav tm="0">
                                          <p:val>
                                            <p:fltVal val="90"/>
                                          </p:val>
                                        </p:tav>
                                        <p:tav tm="100000">
                                          <p:val>
                                            <p:fltVal val="0"/>
                                          </p:val>
                                        </p:tav>
                                      </p:tavLst>
                                    </p:anim>
                                    <p:animEffect transition="in" filter="fade">
                                      <p:cBhvr>
                                        <p:cTn id="79" dur="1000"/>
                                        <p:tgtEl>
                                          <p:spTgt spid="20"/>
                                        </p:tgtEl>
                                      </p:cBhvr>
                                    </p:animEffect>
                                  </p:childTnLst>
                                </p:cTn>
                              </p:par>
                              <p:par>
                                <p:cTn id="80" presetID="31" presetClass="entr" presetSubtype="0" fill="hold" grpId="0" nodeType="withEffect">
                                  <p:stCondLst>
                                    <p:cond delay="300"/>
                                  </p:stCondLst>
                                  <p:childTnLst>
                                    <p:set>
                                      <p:cBhvr>
                                        <p:cTn id="81" dur="1" fill="hold">
                                          <p:stCondLst>
                                            <p:cond delay="0"/>
                                          </p:stCondLst>
                                        </p:cTn>
                                        <p:tgtEl>
                                          <p:spTgt spid="21"/>
                                        </p:tgtEl>
                                        <p:attrNameLst>
                                          <p:attrName>style.visibility</p:attrName>
                                        </p:attrNameLst>
                                      </p:cBhvr>
                                      <p:to>
                                        <p:strVal val="visible"/>
                                      </p:to>
                                    </p:set>
                                    <p:anim calcmode="lin" valueType="num">
                                      <p:cBhvr>
                                        <p:cTn id="82" dur="1000" fill="hold"/>
                                        <p:tgtEl>
                                          <p:spTgt spid="21"/>
                                        </p:tgtEl>
                                        <p:attrNameLst>
                                          <p:attrName>ppt_w</p:attrName>
                                        </p:attrNameLst>
                                      </p:cBhvr>
                                      <p:tavLst>
                                        <p:tav tm="0">
                                          <p:val>
                                            <p:fltVal val="0"/>
                                          </p:val>
                                        </p:tav>
                                        <p:tav tm="100000">
                                          <p:val>
                                            <p:strVal val="#ppt_w"/>
                                          </p:val>
                                        </p:tav>
                                      </p:tavLst>
                                    </p:anim>
                                    <p:anim calcmode="lin" valueType="num">
                                      <p:cBhvr>
                                        <p:cTn id="83" dur="1000" fill="hold"/>
                                        <p:tgtEl>
                                          <p:spTgt spid="21"/>
                                        </p:tgtEl>
                                        <p:attrNameLst>
                                          <p:attrName>ppt_h</p:attrName>
                                        </p:attrNameLst>
                                      </p:cBhvr>
                                      <p:tavLst>
                                        <p:tav tm="0">
                                          <p:val>
                                            <p:fltVal val="0"/>
                                          </p:val>
                                        </p:tav>
                                        <p:tav tm="100000">
                                          <p:val>
                                            <p:strVal val="#ppt_h"/>
                                          </p:val>
                                        </p:tav>
                                      </p:tavLst>
                                    </p:anim>
                                    <p:anim calcmode="lin" valueType="num">
                                      <p:cBhvr>
                                        <p:cTn id="84" dur="1000" fill="hold"/>
                                        <p:tgtEl>
                                          <p:spTgt spid="21"/>
                                        </p:tgtEl>
                                        <p:attrNameLst>
                                          <p:attrName>style.rotation</p:attrName>
                                        </p:attrNameLst>
                                      </p:cBhvr>
                                      <p:tavLst>
                                        <p:tav tm="0">
                                          <p:val>
                                            <p:fltVal val="90"/>
                                          </p:val>
                                        </p:tav>
                                        <p:tav tm="100000">
                                          <p:val>
                                            <p:fltVal val="0"/>
                                          </p:val>
                                        </p:tav>
                                      </p:tavLst>
                                    </p:anim>
                                    <p:animEffect transition="in" filter="fade">
                                      <p:cBhvr>
                                        <p:cTn id="85" dur="1000"/>
                                        <p:tgtEl>
                                          <p:spTgt spid="21"/>
                                        </p:tgtEl>
                                      </p:cBhvr>
                                    </p:animEffect>
                                  </p:childTnLst>
                                </p:cTn>
                              </p:par>
                              <p:par>
                                <p:cTn id="86" presetID="31" presetClass="entr" presetSubtype="0" fill="hold" grpId="0" nodeType="withEffect">
                                  <p:stCondLst>
                                    <p:cond delay="0"/>
                                  </p:stCondLst>
                                  <p:childTnLst>
                                    <p:set>
                                      <p:cBhvr>
                                        <p:cTn id="87" dur="1" fill="hold">
                                          <p:stCondLst>
                                            <p:cond delay="0"/>
                                          </p:stCondLst>
                                        </p:cTn>
                                        <p:tgtEl>
                                          <p:spTgt spid="22"/>
                                        </p:tgtEl>
                                        <p:attrNameLst>
                                          <p:attrName>style.visibility</p:attrName>
                                        </p:attrNameLst>
                                      </p:cBhvr>
                                      <p:to>
                                        <p:strVal val="visible"/>
                                      </p:to>
                                    </p:set>
                                    <p:anim calcmode="lin" valueType="num">
                                      <p:cBhvr>
                                        <p:cTn id="88" dur="1000" fill="hold"/>
                                        <p:tgtEl>
                                          <p:spTgt spid="22"/>
                                        </p:tgtEl>
                                        <p:attrNameLst>
                                          <p:attrName>ppt_w</p:attrName>
                                        </p:attrNameLst>
                                      </p:cBhvr>
                                      <p:tavLst>
                                        <p:tav tm="0">
                                          <p:val>
                                            <p:fltVal val="0"/>
                                          </p:val>
                                        </p:tav>
                                        <p:tav tm="100000">
                                          <p:val>
                                            <p:strVal val="#ppt_w"/>
                                          </p:val>
                                        </p:tav>
                                      </p:tavLst>
                                    </p:anim>
                                    <p:anim calcmode="lin" valueType="num">
                                      <p:cBhvr>
                                        <p:cTn id="89" dur="1000" fill="hold"/>
                                        <p:tgtEl>
                                          <p:spTgt spid="22"/>
                                        </p:tgtEl>
                                        <p:attrNameLst>
                                          <p:attrName>ppt_h</p:attrName>
                                        </p:attrNameLst>
                                      </p:cBhvr>
                                      <p:tavLst>
                                        <p:tav tm="0">
                                          <p:val>
                                            <p:fltVal val="0"/>
                                          </p:val>
                                        </p:tav>
                                        <p:tav tm="100000">
                                          <p:val>
                                            <p:strVal val="#ppt_h"/>
                                          </p:val>
                                        </p:tav>
                                      </p:tavLst>
                                    </p:anim>
                                    <p:anim calcmode="lin" valueType="num">
                                      <p:cBhvr>
                                        <p:cTn id="90" dur="1000" fill="hold"/>
                                        <p:tgtEl>
                                          <p:spTgt spid="22"/>
                                        </p:tgtEl>
                                        <p:attrNameLst>
                                          <p:attrName>style.rotation</p:attrName>
                                        </p:attrNameLst>
                                      </p:cBhvr>
                                      <p:tavLst>
                                        <p:tav tm="0">
                                          <p:val>
                                            <p:fltVal val="90"/>
                                          </p:val>
                                        </p:tav>
                                        <p:tav tm="100000">
                                          <p:val>
                                            <p:fltVal val="0"/>
                                          </p:val>
                                        </p:tav>
                                      </p:tavLst>
                                    </p:anim>
                                    <p:animEffect transition="in" filter="fade">
                                      <p:cBhvr>
                                        <p:cTn id="91" dur="1000"/>
                                        <p:tgtEl>
                                          <p:spTgt spid="22"/>
                                        </p:tgtEl>
                                      </p:cBhvr>
                                    </p:animEffect>
                                  </p:childTnLst>
                                </p:cTn>
                              </p:par>
                            </p:childTnLst>
                          </p:cTn>
                        </p:par>
                        <p:par>
                          <p:cTn id="92" fill="hold">
                            <p:stCondLst>
                              <p:cond delay="1700"/>
                            </p:stCondLst>
                            <p:childTnLst>
                              <p:par>
                                <p:cTn id="93" presetID="42" presetClass="entr" presetSubtype="0" fill="hold" grpId="0" nodeType="afterEffect">
                                  <p:stCondLst>
                                    <p:cond delay="0"/>
                                  </p:stCondLst>
                                  <p:childTnLst>
                                    <p:set>
                                      <p:cBhvr>
                                        <p:cTn id="94" dur="1" fill="hold">
                                          <p:stCondLst>
                                            <p:cond delay="0"/>
                                          </p:stCondLst>
                                        </p:cTn>
                                        <p:tgtEl>
                                          <p:spTgt spid="23"/>
                                        </p:tgtEl>
                                        <p:attrNameLst>
                                          <p:attrName>style.visibility</p:attrName>
                                        </p:attrNameLst>
                                      </p:cBhvr>
                                      <p:to>
                                        <p:strVal val="visible"/>
                                      </p:to>
                                    </p:set>
                                    <p:animEffect transition="in" filter="fade">
                                      <p:cBhvr>
                                        <p:cTn id="95" dur="1000"/>
                                        <p:tgtEl>
                                          <p:spTgt spid="23"/>
                                        </p:tgtEl>
                                      </p:cBhvr>
                                    </p:animEffect>
                                    <p:anim calcmode="lin" valueType="num">
                                      <p:cBhvr>
                                        <p:cTn id="96" dur="1000" fill="hold"/>
                                        <p:tgtEl>
                                          <p:spTgt spid="23"/>
                                        </p:tgtEl>
                                        <p:attrNameLst>
                                          <p:attrName>ppt_x</p:attrName>
                                        </p:attrNameLst>
                                      </p:cBhvr>
                                      <p:tavLst>
                                        <p:tav tm="0">
                                          <p:val>
                                            <p:strVal val="#ppt_x"/>
                                          </p:val>
                                        </p:tav>
                                        <p:tav tm="100000">
                                          <p:val>
                                            <p:strVal val="#ppt_x"/>
                                          </p:val>
                                        </p:tav>
                                      </p:tavLst>
                                    </p:anim>
                                    <p:anim calcmode="lin" valueType="num">
                                      <p:cBhvr>
                                        <p:cTn id="97" dur="1000" fill="hold"/>
                                        <p:tgtEl>
                                          <p:spTgt spid="23"/>
                                        </p:tgtEl>
                                        <p:attrNameLst>
                                          <p:attrName>ppt_y</p:attrName>
                                        </p:attrNameLst>
                                      </p:cBhvr>
                                      <p:tavLst>
                                        <p:tav tm="0">
                                          <p:val>
                                            <p:strVal val="#ppt_y+.1"/>
                                          </p:val>
                                        </p:tav>
                                        <p:tav tm="100000">
                                          <p:val>
                                            <p:strVal val="#ppt_y"/>
                                          </p:val>
                                        </p:tav>
                                      </p:tavLst>
                                    </p:anim>
                                  </p:childTnLst>
                                </p:cTn>
                              </p:par>
                              <p:par>
                                <p:cTn id="98" presetID="42" presetClass="entr" presetSubtype="0" fill="hold" nodeType="withEffect">
                                  <p:stCondLst>
                                    <p:cond delay="0"/>
                                  </p:stCondLst>
                                  <p:childTnLst>
                                    <p:set>
                                      <p:cBhvr>
                                        <p:cTn id="99" dur="1" fill="hold">
                                          <p:stCondLst>
                                            <p:cond delay="0"/>
                                          </p:stCondLst>
                                        </p:cTn>
                                        <p:tgtEl>
                                          <p:spTgt spid="25"/>
                                        </p:tgtEl>
                                        <p:attrNameLst>
                                          <p:attrName>style.visibility</p:attrName>
                                        </p:attrNameLst>
                                      </p:cBhvr>
                                      <p:to>
                                        <p:strVal val="visible"/>
                                      </p:to>
                                    </p:set>
                                    <p:animEffect transition="in" filter="fade">
                                      <p:cBhvr>
                                        <p:cTn id="100" dur="1000"/>
                                        <p:tgtEl>
                                          <p:spTgt spid="25"/>
                                        </p:tgtEl>
                                      </p:cBhvr>
                                    </p:animEffect>
                                    <p:anim calcmode="lin" valueType="num">
                                      <p:cBhvr>
                                        <p:cTn id="101" dur="1000" fill="hold"/>
                                        <p:tgtEl>
                                          <p:spTgt spid="25"/>
                                        </p:tgtEl>
                                        <p:attrNameLst>
                                          <p:attrName>ppt_x</p:attrName>
                                        </p:attrNameLst>
                                      </p:cBhvr>
                                      <p:tavLst>
                                        <p:tav tm="0">
                                          <p:val>
                                            <p:strVal val="#ppt_x"/>
                                          </p:val>
                                        </p:tav>
                                        <p:tav tm="100000">
                                          <p:val>
                                            <p:strVal val="#ppt_x"/>
                                          </p:val>
                                        </p:tav>
                                      </p:tavLst>
                                    </p:anim>
                                    <p:anim calcmode="lin" valueType="num">
                                      <p:cBhvr>
                                        <p:cTn id="102" dur="1000" fill="hold"/>
                                        <p:tgtEl>
                                          <p:spTgt spid="25"/>
                                        </p:tgtEl>
                                        <p:attrNameLst>
                                          <p:attrName>ppt_y</p:attrName>
                                        </p:attrNameLst>
                                      </p:cBhvr>
                                      <p:tavLst>
                                        <p:tav tm="0">
                                          <p:val>
                                            <p:strVal val="#ppt_y+.1"/>
                                          </p:val>
                                        </p:tav>
                                        <p:tav tm="100000">
                                          <p:val>
                                            <p:strVal val="#ppt_y"/>
                                          </p:val>
                                        </p:tav>
                                      </p:tavLst>
                                    </p:anim>
                                  </p:childTnLst>
                                </p:cTn>
                              </p:par>
                              <p:par>
                                <p:cTn id="103" presetID="42" presetClass="entr" presetSubtype="0" fill="hold" nodeType="withEffect">
                                  <p:stCondLst>
                                    <p:cond delay="0"/>
                                  </p:stCondLst>
                                  <p:childTnLst>
                                    <p:set>
                                      <p:cBhvr>
                                        <p:cTn id="104" dur="1" fill="hold">
                                          <p:stCondLst>
                                            <p:cond delay="0"/>
                                          </p:stCondLst>
                                        </p:cTn>
                                        <p:tgtEl>
                                          <p:spTgt spid="24"/>
                                        </p:tgtEl>
                                        <p:attrNameLst>
                                          <p:attrName>style.visibility</p:attrName>
                                        </p:attrNameLst>
                                      </p:cBhvr>
                                      <p:to>
                                        <p:strVal val="visible"/>
                                      </p:to>
                                    </p:set>
                                    <p:animEffect transition="in" filter="fade">
                                      <p:cBhvr>
                                        <p:cTn id="105" dur="1000"/>
                                        <p:tgtEl>
                                          <p:spTgt spid="24"/>
                                        </p:tgtEl>
                                      </p:cBhvr>
                                    </p:animEffect>
                                    <p:anim calcmode="lin" valueType="num">
                                      <p:cBhvr>
                                        <p:cTn id="106" dur="1000" fill="hold"/>
                                        <p:tgtEl>
                                          <p:spTgt spid="24"/>
                                        </p:tgtEl>
                                        <p:attrNameLst>
                                          <p:attrName>ppt_x</p:attrName>
                                        </p:attrNameLst>
                                      </p:cBhvr>
                                      <p:tavLst>
                                        <p:tav tm="0">
                                          <p:val>
                                            <p:strVal val="#ppt_x"/>
                                          </p:val>
                                        </p:tav>
                                        <p:tav tm="100000">
                                          <p:val>
                                            <p:strVal val="#ppt_x"/>
                                          </p:val>
                                        </p:tav>
                                      </p:tavLst>
                                    </p:anim>
                                    <p:anim calcmode="lin" valueType="num">
                                      <p:cBhvr>
                                        <p:cTn id="107" dur="1000" fill="hold"/>
                                        <p:tgtEl>
                                          <p:spTgt spid="24"/>
                                        </p:tgtEl>
                                        <p:attrNameLst>
                                          <p:attrName>ppt_y</p:attrName>
                                        </p:attrNameLst>
                                      </p:cBhvr>
                                      <p:tavLst>
                                        <p:tav tm="0">
                                          <p:val>
                                            <p:strVal val="#ppt_y+.1"/>
                                          </p:val>
                                        </p:tav>
                                        <p:tav tm="100000">
                                          <p:val>
                                            <p:strVal val="#ppt_y"/>
                                          </p:val>
                                        </p:tav>
                                      </p:tavLst>
                                    </p:anim>
                                  </p:childTnLst>
                                </p:cTn>
                              </p:par>
                            </p:childTnLst>
                          </p:cTn>
                        </p:par>
                        <p:par>
                          <p:cTn id="108" fill="hold">
                            <p:stCondLst>
                              <p:cond delay="2700"/>
                            </p:stCondLst>
                            <p:childTnLst>
                              <p:par>
                                <p:cTn id="109" presetID="2" presetClass="entr" presetSubtype="4" fill="hold" grpId="0" nodeType="afterEffect">
                                  <p:stCondLst>
                                    <p:cond delay="0"/>
                                  </p:stCondLst>
                                  <p:childTnLst>
                                    <p:set>
                                      <p:cBhvr>
                                        <p:cTn id="110" dur="1" fill="hold">
                                          <p:stCondLst>
                                            <p:cond delay="0"/>
                                          </p:stCondLst>
                                        </p:cTn>
                                        <p:tgtEl>
                                          <p:spTgt spid="27"/>
                                        </p:tgtEl>
                                        <p:attrNameLst>
                                          <p:attrName>style.visibility</p:attrName>
                                        </p:attrNameLst>
                                      </p:cBhvr>
                                      <p:to>
                                        <p:strVal val="visible"/>
                                      </p:to>
                                    </p:set>
                                    <p:anim calcmode="lin" valueType="num">
                                      <p:cBhvr additive="base">
                                        <p:cTn id="111" dur="500" fill="hold"/>
                                        <p:tgtEl>
                                          <p:spTgt spid="27"/>
                                        </p:tgtEl>
                                        <p:attrNameLst>
                                          <p:attrName>ppt_x</p:attrName>
                                        </p:attrNameLst>
                                      </p:cBhvr>
                                      <p:tavLst>
                                        <p:tav tm="0">
                                          <p:val>
                                            <p:strVal val="#ppt_x"/>
                                          </p:val>
                                        </p:tav>
                                        <p:tav tm="100000">
                                          <p:val>
                                            <p:strVal val="#ppt_x"/>
                                          </p:val>
                                        </p:tav>
                                      </p:tavLst>
                                    </p:anim>
                                    <p:anim calcmode="lin" valueType="num">
                                      <p:cBhvr additive="base">
                                        <p:cTn id="112" dur="500" fill="hold"/>
                                        <p:tgtEl>
                                          <p:spTgt spid="27"/>
                                        </p:tgtEl>
                                        <p:attrNameLst>
                                          <p:attrName>ppt_y</p:attrName>
                                        </p:attrNameLst>
                                      </p:cBhvr>
                                      <p:tavLst>
                                        <p:tav tm="0">
                                          <p:val>
                                            <p:strVal val="1+#ppt_h/2"/>
                                          </p:val>
                                        </p:tav>
                                        <p:tav tm="100000">
                                          <p:val>
                                            <p:strVal val="#ppt_y"/>
                                          </p:val>
                                        </p:tav>
                                      </p:tavLst>
                                    </p:anim>
                                  </p:childTnLst>
                                </p:cTn>
                              </p:par>
                            </p:childTnLst>
                          </p:cTn>
                        </p:par>
                        <p:par>
                          <p:cTn id="113" fill="hold">
                            <p:stCondLst>
                              <p:cond delay="3200"/>
                            </p:stCondLst>
                            <p:childTnLst>
                              <p:par>
                                <p:cTn id="114" presetID="41" presetClass="entr" presetSubtype="0" fill="hold" grpId="0" nodeType="afterEffect">
                                  <p:stCondLst>
                                    <p:cond delay="0"/>
                                  </p:stCondLst>
                                  <p:iterate type="lt">
                                    <p:tmPct val="10000"/>
                                  </p:iterate>
                                  <p:childTnLst>
                                    <p:set>
                                      <p:cBhvr>
                                        <p:cTn id="115" dur="1" fill="hold">
                                          <p:stCondLst>
                                            <p:cond delay="0"/>
                                          </p:stCondLst>
                                        </p:cTn>
                                        <p:tgtEl>
                                          <p:spTgt spid="28"/>
                                        </p:tgtEl>
                                        <p:attrNameLst>
                                          <p:attrName>style.visibility</p:attrName>
                                        </p:attrNameLst>
                                      </p:cBhvr>
                                      <p:to>
                                        <p:strVal val="visible"/>
                                      </p:to>
                                    </p:set>
                                    <p:anim calcmode="lin" valueType="num">
                                      <p:cBhvr>
                                        <p:cTn id="116" dur="500" fill="hold"/>
                                        <p:tgtEl>
                                          <p:spTgt spid="28"/>
                                        </p:tgtEl>
                                        <p:attrNameLst>
                                          <p:attrName>ppt_x</p:attrName>
                                        </p:attrNameLst>
                                      </p:cBhvr>
                                      <p:tavLst>
                                        <p:tav tm="0">
                                          <p:val>
                                            <p:strVal val="#ppt_x"/>
                                          </p:val>
                                        </p:tav>
                                        <p:tav tm="50000">
                                          <p:val>
                                            <p:strVal val="#ppt_x+.1"/>
                                          </p:val>
                                        </p:tav>
                                        <p:tav tm="100000">
                                          <p:val>
                                            <p:strVal val="#ppt_x"/>
                                          </p:val>
                                        </p:tav>
                                      </p:tavLst>
                                    </p:anim>
                                    <p:anim calcmode="lin" valueType="num">
                                      <p:cBhvr>
                                        <p:cTn id="117" dur="500" fill="hold"/>
                                        <p:tgtEl>
                                          <p:spTgt spid="28"/>
                                        </p:tgtEl>
                                        <p:attrNameLst>
                                          <p:attrName>ppt_y</p:attrName>
                                        </p:attrNameLst>
                                      </p:cBhvr>
                                      <p:tavLst>
                                        <p:tav tm="0">
                                          <p:val>
                                            <p:strVal val="#ppt_y"/>
                                          </p:val>
                                        </p:tav>
                                        <p:tav tm="100000">
                                          <p:val>
                                            <p:strVal val="#ppt_y"/>
                                          </p:val>
                                        </p:tav>
                                      </p:tavLst>
                                    </p:anim>
                                    <p:anim calcmode="lin" valueType="num">
                                      <p:cBhvr>
                                        <p:cTn id="118" dur="500" fill="hold"/>
                                        <p:tgtEl>
                                          <p:spTgt spid="28"/>
                                        </p:tgtEl>
                                        <p:attrNameLst>
                                          <p:attrName>ppt_h</p:attrName>
                                        </p:attrNameLst>
                                      </p:cBhvr>
                                      <p:tavLst>
                                        <p:tav tm="0">
                                          <p:val>
                                            <p:strVal val="#ppt_h/10"/>
                                          </p:val>
                                        </p:tav>
                                        <p:tav tm="50000">
                                          <p:val>
                                            <p:strVal val="#ppt_h+.01"/>
                                          </p:val>
                                        </p:tav>
                                        <p:tav tm="100000">
                                          <p:val>
                                            <p:strVal val="#ppt_h"/>
                                          </p:val>
                                        </p:tav>
                                      </p:tavLst>
                                    </p:anim>
                                    <p:anim calcmode="lin" valueType="num">
                                      <p:cBhvr>
                                        <p:cTn id="119" dur="500" fill="hold"/>
                                        <p:tgtEl>
                                          <p:spTgt spid="28"/>
                                        </p:tgtEl>
                                        <p:attrNameLst>
                                          <p:attrName>ppt_w</p:attrName>
                                        </p:attrNameLst>
                                      </p:cBhvr>
                                      <p:tavLst>
                                        <p:tav tm="0">
                                          <p:val>
                                            <p:strVal val="#ppt_w/10"/>
                                          </p:val>
                                        </p:tav>
                                        <p:tav tm="50000">
                                          <p:val>
                                            <p:strVal val="#ppt_w+.01"/>
                                          </p:val>
                                        </p:tav>
                                        <p:tav tm="100000">
                                          <p:val>
                                            <p:strVal val="#ppt_w"/>
                                          </p:val>
                                        </p:tav>
                                      </p:tavLst>
                                    </p:anim>
                                    <p:animEffect transition="in" filter="fade">
                                      <p:cBhvr>
                                        <p:cTn id="120" dur="500" tmFilter="0,0; .5, 1; 1, 1"/>
                                        <p:tgtEl>
                                          <p:spTgt spid="28"/>
                                        </p:tgtEl>
                                      </p:cBhvr>
                                    </p:animEffect>
                                  </p:childTnLst>
                                </p:cTn>
                              </p:par>
                            </p:childTnLst>
                          </p:cTn>
                        </p:par>
                        <p:par>
                          <p:cTn id="121" fill="hold">
                            <p:stCondLst>
                              <p:cond delay="4400"/>
                            </p:stCondLst>
                            <p:childTnLst>
                              <p:par>
                                <p:cTn id="122" presetID="22" presetClass="entr" presetSubtype="8" fill="hold" nodeType="afterEffect">
                                  <p:stCondLst>
                                    <p:cond delay="0"/>
                                  </p:stCondLst>
                                  <p:childTnLst>
                                    <p:set>
                                      <p:cBhvr>
                                        <p:cTn id="123" dur="1" fill="hold">
                                          <p:stCondLst>
                                            <p:cond delay="0"/>
                                          </p:stCondLst>
                                        </p:cTn>
                                        <p:tgtEl>
                                          <p:spTgt spid="30"/>
                                        </p:tgtEl>
                                        <p:attrNameLst>
                                          <p:attrName>style.visibility</p:attrName>
                                        </p:attrNameLst>
                                      </p:cBhvr>
                                      <p:to>
                                        <p:strVal val="visible"/>
                                      </p:to>
                                    </p:set>
                                    <p:animEffect transition="in" filter="wipe(left)">
                                      <p:cBhvr>
                                        <p:cTn id="124" dur="500"/>
                                        <p:tgtEl>
                                          <p:spTgt spid="30"/>
                                        </p:tgtEl>
                                      </p:cBhvr>
                                    </p:animEffect>
                                  </p:childTnLst>
                                </p:cTn>
                              </p:par>
                            </p:childTnLst>
                          </p:cTn>
                        </p:par>
                        <p:par>
                          <p:cTn id="125" fill="hold">
                            <p:stCondLst>
                              <p:cond delay="4900"/>
                            </p:stCondLst>
                            <p:childTnLst>
                              <p:par>
                                <p:cTn id="126" presetID="22" presetClass="entr" presetSubtype="2" fill="hold" grpId="0" nodeType="afterEffect">
                                  <p:stCondLst>
                                    <p:cond delay="0"/>
                                  </p:stCondLst>
                                  <p:childTnLst>
                                    <p:set>
                                      <p:cBhvr>
                                        <p:cTn id="127" dur="1" fill="hold">
                                          <p:stCondLst>
                                            <p:cond delay="0"/>
                                          </p:stCondLst>
                                        </p:cTn>
                                        <p:tgtEl>
                                          <p:spTgt spid="31"/>
                                        </p:tgtEl>
                                        <p:attrNameLst>
                                          <p:attrName>style.visibility</p:attrName>
                                        </p:attrNameLst>
                                      </p:cBhvr>
                                      <p:to>
                                        <p:strVal val="visible"/>
                                      </p:to>
                                    </p:set>
                                    <p:animEffect transition="in" filter="wipe(right)">
                                      <p:cBhvr>
                                        <p:cTn id="128" dur="500"/>
                                        <p:tgtEl>
                                          <p:spTgt spid="31"/>
                                        </p:tgtEl>
                                      </p:cBhvr>
                                    </p:animEffect>
                                  </p:childTnLst>
                                </p:cTn>
                              </p:par>
                            </p:childTnLst>
                          </p:cTn>
                        </p:par>
                        <p:par>
                          <p:cTn id="129" fill="hold">
                            <p:stCondLst>
                              <p:cond delay="5400"/>
                            </p:stCondLst>
                            <p:childTnLst>
                              <p:par>
                                <p:cTn id="130" presetID="53" presetClass="entr" presetSubtype="16" fill="hold" grpId="0" nodeType="afterEffect">
                                  <p:stCondLst>
                                    <p:cond delay="0"/>
                                  </p:stCondLst>
                                  <p:childTnLst>
                                    <p:set>
                                      <p:cBhvr>
                                        <p:cTn id="131" dur="1" fill="hold">
                                          <p:stCondLst>
                                            <p:cond delay="0"/>
                                          </p:stCondLst>
                                        </p:cTn>
                                        <p:tgtEl>
                                          <p:spTgt spid="32"/>
                                        </p:tgtEl>
                                        <p:attrNameLst>
                                          <p:attrName>style.visibility</p:attrName>
                                        </p:attrNameLst>
                                      </p:cBhvr>
                                      <p:to>
                                        <p:strVal val="visible"/>
                                      </p:to>
                                    </p:set>
                                    <p:anim calcmode="lin" valueType="num">
                                      <p:cBhvr>
                                        <p:cTn id="132" dur="500" fill="hold"/>
                                        <p:tgtEl>
                                          <p:spTgt spid="32"/>
                                        </p:tgtEl>
                                        <p:attrNameLst>
                                          <p:attrName>ppt_w</p:attrName>
                                        </p:attrNameLst>
                                      </p:cBhvr>
                                      <p:tavLst>
                                        <p:tav tm="0">
                                          <p:val>
                                            <p:fltVal val="0"/>
                                          </p:val>
                                        </p:tav>
                                        <p:tav tm="100000">
                                          <p:val>
                                            <p:strVal val="#ppt_w"/>
                                          </p:val>
                                        </p:tav>
                                      </p:tavLst>
                                    </p:anim>
                                    <p:anim calcmode="lin" valueType="num">
                                      <p:cBhvr>
                                        <p:cTn id="133" dur="500" fill="hold"/>
                                        <p:tgtEl>
                                          <p:spTgt spid="32"/>
                                        </p:tgtEl>
                                        <p:attrNameLst>
                                          <p:attrName>ppt_h</p:attrName>
                                        </p:attrNameLst>
                                      </p:cBhvr>
                                      <p:tavLst>
                                        <p:tav tm="0">
                                          <p:val>
                                            <p:fltVal val="0"/>
                                          </p:val>
                                        </p:tav>
                                        <p:tav tm="100000">
                                          <p:val>
                                            <p:strVal val="#ppt_h"/>
                                          </p:val>
                                        </p:tav>
                                      </p:tavLst>
                                    </p:anim>
                                    <p:animEffect transition="in" filter="fade">
                                      <p:cBhvr>
                                        <p:cTn id="134" dur="500"/>
                                        <p:tgtEl>
                                          <p:spTgt spid="32"/>
                                        </p:tgtEl>
                                      </p:cBhvr>
                                    </p:animEffect>
                                  </p:childTnLst>
                                </p:cTn>
                              </p:par>
                            </p:childTnLst>
                          </p:cTn>
                        </p:par>
                        <p:par>
                          <p:cTn id="135" fill="hold">
                            <p:stCondLst>
                              <p:cond delay="5900"/>
                            </p:stCondLst>
                            <p:childTnLst>
                              <p:par>
                                <p:cTn id="136" presetID="47" presetClass="entr" presetSubtype="0" fill="hold" grpId="0" nodeType="afterEffect">
                                  <p:stCondLst>
                                    <p:cond delay="0"/>
                                  </p:stCondLst>
                                  <p:childTnLst>
                                    <p:set>
                                      <p:cBhvr>
                                        <p:cTn id="137" dur="1" fill="hold">
                                          <p:stCondLst>
                                            <p:cond delay="0"/>
                                          </p:stCondLst>
                                        </p:cTn>
                                        <p:tgtEl>
                                          <p:spTgt spid="29"/>
                                        </p:tgtEl>
                                        <p:attrNameLst>
                                          <p:attrName>style.visibility</p:attrName>
                                        </p:attrNameLst>
                                      </p:cBhvr>
                                      <p:to>
                                        <p:strVal val="visible"/>
                                      </p:to>
                                    </p:set>
                                    <p:animEffect transition="in" filter="fade">
                                      <p:cBhvr>
                                        <p:cTn id="138" dur="1000"/>
                                        <p:tgtEl>
                                          <p:spTgt spid="29"/>
                                        </p:tgtEl>
                                      </p:cBhvr>
                                    </p:animEffect>
                                    <p:anim calcmode="lin" valueType="num">
                                      <p:cBhvr>
                                        <p:cTn id="139" dur="1000" fill="hold"/>
                                        <p:tgtEl>
                                          <p:spTgt spid="29"/>
                                        </p:tgtEl>
                                        <p:attrNameLst>
                                          <p:attrName>ppt_x</p:attrName>
                                        </p:attrNameLst>
                                      </p:cBhvr>
                                      <p:tavLst>
                                        <p:tav tm="0">
                                          <p:val>
                                            <p:strVal val="#ppt_x"/>
                                          </p:val>
                                        </p:tav>
                                        <p:tav tm="100000">
                                          <p:val>
                                            <p:strVal val="#ppt_x"/>
                                          </p:val>
                                        </p:tav>
                                      </p:tavLst>
                                    </p:anim>
                                    <p:anim calcmode="lin" valueType="num">
                                      <p:cBhvr>
                                        <p:cTn id="140" dur="1000" fill="hold"/>
                                        <p:tgtEl>
                                          <p:spTgt spid="2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audio>
              <p:cMediaNode vol="80000" numSld="999">
                <p:cTn id="141" repeatCount="indefinite" fill="hold" display="0">
                  <p:stCondLst>
                    <p:cond delay="indefinite"/>
                  </p:stCondLst>
                  <p:endCondLst>
                    <p:cond evt="onStopAudio" delay="0">
                      <p:tgtEl>
                        <p:sldTgt/>
                      </p:tgtEl>
                    </p:cond>
                  </p:endCondLst>
                </p:cTn>
                <p:tgtEl>
                  <p:spTgt spid="45"/>
                </p:tgtEl>
              </p:cMediaNode>
            </p:audio>
          </p:childTnLst>
        </p:cTn>
      </p:par>
    </p:tnLst>
    <p:bldLst>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7" grpId="0"/>
      <p:bldP spid="28" grpId="0"/>
      <p:bldP spid="29" grpId="0"/>
      <p:bldP spid="31" grpId="0" animBg="1"/>
      <p:bldP spid="3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1541619" y="1806405"/>
            <a:ext cx="9334752" cy="3682399"/>
          </a:xfrm>
          <a:prstGeom prst="rect">
            <a:avLst/>
          </a:prstGeom>
          <a:noFill/>
          <a:ln w="7620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TextBox 9"/>
          <p:cNvSpPr>
            <a:spLocks noChangeArrowheads="1"/>
          </p:cNvSpPr>
          <p:nvPr/>
        </p:nvSpPr>
        <p:spPr bwMode="auto">
          <a:xfrm>
            <a:off x="2028371" y="2551394"/>
            <a:ext cx="8458974" cy="2533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121880" tIns="60940" rIns="121880" bIns="60940">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gn="just" eaLnBrk="1" hangingPunct="1">
              <a:lnSpc>
                <a:spcPts val="2199"/>
              </a:lnSpc>
              <a:spcAft>
                <a:spcPts val="1200"/>
              </a:spcAft>
            </a:pPr>
            <a:r>
              <a:rPr lang="zh-CN" altLang="en-US" sz="2399" b="1" dirty="0">
                <a:solidFill>
                  <a:srgbClr val="0070C0"/>
                </a:solidFill>
                <a:latin typeface="微软雅黑" pitchFamily="34" charset="-122"/>
                <a:ea typeface="微软雅黑" pitchFamily="34" charset="-122"/>
                <a:sym typeface="微软雅黑" pitchFamily="34" charset="-122"/>
              </a:rPr>
              <a:t>首先</a:t>
            </a:r>
            <a:r>
              <a:rPr lang="zh-CN" altLang="en-US" sz="1400" dirty="0">
                <a:solidFill>
                  <a:srgbClr val="0070C0"/>
                </a:solidFill>
                <a:latin typeface="微软雅黑" pitchFamily="34" charset="-122"/>
                <a:ea typeface="微软雅黑" pitchFamily="34" charset="-122"/>
                <a:sym typeface="微软雅黑" pitchFamily="34" charset="-122"/>
              </a:rPr>
              <a:t>感谢您在百忙之中审阅，当您打开这个文件时，您将开始对我的能力进行评估，对我的经历进行阅读；希望当您关闭这个胶片时，我能够契合您的要求，加入一个新的家庭，共同奋斗！</a:t>
            </a:r>
            <a:r>
              <a:rPr lang="zh-CN" altLang="en-US" sz="1400" dirty="0">
                <a:solidFill>
                  <a:srgbClr val="0070C0"/>
                </a:solidFill>
                <a:latin typeface="微软雅黑" pitchFamily="34" charset="-122"/>
                <a:ea typeface="微软雅黑" pitchFamily="34" charset="-122"/>
              </a:rPr>
              <a:t>您的内容打在这里，或者通过复制您的文本后，在此框中选择粘贴，并选择只保留文字。</a:t>
            </a:r>
            <a:r>
              <a:rPr lang="zh-CN" altLang="en-US" sz="1400" dirty="0">
                <a:solidFill>
                  <a:srgbClr val="0070C0"/>
                </a:solidFill>
                <a:latin typeface="微软雅黑" pitchFamily="34" charset="-122"/>
                <a:ea typeface="微软雅黑" pitchFamily="34" charset="-122"/>
                <a:sym typeface="微软雅黑" pitchFamily="34" charset="-122"/>
              </a:rPr>
              <a:t>在此录入上述图表的综合描述说明，在此录入上述图表的综合描述说明。在此录入上述图表的综合描述说明，在此录入上述图表的综合描述说明，在此录入上述图表的综合描述说明，在此录入上述图表的综合描述说明。</a:t>
            </a:r>
            <a:endParaRPr lang="en-US" altLang="zh-CN" sz="1400" dirty="0">
              <a:solidFill>
                <a:srgbClr val="0070C0"/>
              </a:solidFill>
              <a:latin typeface="微软雅黑" pitchFamily="34" charset="-122"/>
              <a:ea typeface="微软雅黑" pitchFamily="34" charset="-122"/>
              <a:sym typeface="微软雅黑" pitchFamily="34" charset="-122"/>
            </a:endParaRPr>
          </a:p>
          <a:p>
            <a:pPr algn="just" eaLnBrk="1" hangingPunct="1">
              <a:lnSpc>
                <a:spcPts val="2199"/>
              </a:lnSpc>
              <a:spcAft>
                <a:spcPts val="1200"/>
              </a:spcAft>
            </a:pPr>
            <a:r>
              <a:rPr lang="zh-CN" altLang="en-US" sz="1400" dirty="0">
                <a:solidFill>
                  <a:srgbClr val="0070C0"/>
                </a:solidFill>
                <a:latin typeface="微软雅黑" pitchFamily="34" charset="-122"/>
                <a:ea typeface="微软雅黑" pitchFamily="34" charset="-122"/>
                <a:sym typeface="微软雅黑" pitchFamily="34" charset="-122"/>
              </a:rPr>
              <a:t>右键点击图片选择设置图片格式可直接替换图片。</a:t>
            </a:r>
            <a:r>
              <a:rPr lang="zh-CN" altLang="en-US" sz="1400" dirty="0">
                <a:solidFill>
                  <a:srgbClr val="0070C0"/>
                </a:solidFill>
                <a:latin typeface="微软雅黑" pitchFamily="34" charset="-122"/>
                <a:ea typeface="微软雅黑" pitchFamily="34" charset="-122"/>
              </a:rPr>
              <a:t>您的内容打在这里，或者通过复制您的文本后，在此框中选择粘贴，并选择只保留文字。</a:t>
            </a:r>
            <a:r>
              <a:rPr lang="zh-CN" altLang="en-US" sz="1400" dirty="0">
                <a:solidFill>
                  <a:srgbClr val="0070C0"/>
                </a:solidFill>
                <a:latin typeface="微软雅黑" pitchFamily="34" charset="-122"/>
                <a:ea typeface="微软雅黑" pitchFamily="34" charset="-122"/>
                <a:sym typeface="微软雅黑" pitchFamily="34" charset="-122"/>
              </a:rPr>
              <a:t>在此录入上述图表的描述说明，在此录入上述图表的综合描述说明，在此录入上述图表的综合描述说明，在此录入上述图表的综合描述说明。</a:t>
            </a:r>
            <a:endParaRPr lang="en-US" altLang="zh-CN" sz="1400" dirty="0">
              <a:solidFill>
                <a:srgbClr val="0070C0"/>
              </a:solidFill>
              <a:latin typeface="微软雅黑" pitchFamily="34" charset="-122"/>
              <a:ea typeface="微软雅黑" pitchFamily="34" charset="-122"/>
              <a:sym typeface="微软雅黑" pitchFamily="34" charset="-122"/>
            </a:endParaRPr>
          </a:p>
        </p:txBody>
      </p:sp>
      <p:grpSp>
        <p:nvGrpSpPr>
          <p:cNvPr id="15" name="组合 14"/>
          <p:cNvGrpSpPr/>
          <p:nvPr/>
        </p:nvGrpSpPr>
        <p:grpSpPr>
          <a:xfrm>
            <a:off x="1848634" y="549430"/>
            <a:ext cx="1756150" cy="1756150"/>
            <a:chOff x="4333987" y="2362200"/>
            <a:chExt cx="2905011" cy="2905012"/>
          </a:xfrm>
          <a:gradFill>
            <a:gsLst>
              <a:gs pos="62000">
                <a:srgbClr val="C69135"/>
              </a:gs>
              <a:gs pos="34200">
                <a:srgbClr val="E6D38F"/>
              </a:gs>
              <a:gs pos="0">
                <a:srgbClr val="FCD860"/>
              </a:gs>
              <a:gs pos="100000">
                <a:srgbClr val="F1DF97"/>
              </a:gs>
            </a:gsLst>
            <a:lin ang="12000000" scaled="0"/>
          </a:gradFill>
          <a:effectLst>
            <a:outerShdw blurRad="177800" dist="88900" dir="2700000" algn="tl" rotWithShape="0">
              <a:prstClr val="black">
                <a:alpha val="30000"/>
              </a:prstClr>
            </a:outerShdw>
          </a:effectLst>
        </p:grpSpPr>
        <p:sp>
          <p:nvSpPr>
            <p:cNvPr id="16" name="任意多边形 15"/>
            <p:cNvSpPr/>
            <p:nvPr/>
          </p:nvSpPr>
          <p:spPr>
            <a:xfrm>
              <a:off x="4333987" y="2362200"/>
              <a:ext cx="2905011" cy="2905012"/>
            </a:xfrm>
            <a:custGeom>
              <a:avLst/>
              <a:gdLst>
                <a:gd name="connsiteX0" fmla="*/ 1452506 w 2905012"/>
                <a:gd name="connsiteY0" fmla="*/ 376181 h 2905012"/>
                <a:gd name="connsiteX1" fmla="*/ 376181 w 2905012"/>
                <a:gd name="connsiteY1" fmla="*/ 1452506 h 2905012"/>
                <a:gd name="connsiteX2" fmla="*/ 1452506 w 2905012"/>
                <a:gd name="connsiteY2" fmla="*/ 2528831 h 2905012"/>
                <a:gd name="connsiteX3" fmla="*/ 2528831 w 2905012"/>
                <a:gd name="connsiteY3" fmla="*/ 1452506 h 2905012"/>
                <a:gd name="connsiteX4" fmla="*/ 1452506 w 2905012"/>
                <a:gd name="connsiteY4" fmla="*/ 376181 h 2905012"/>
                <a:gd name="connsiteX5" fmla="*/ 1452506 w 2905012"/>
                <a:gd name="connsiteY5" fmla="*/ 0 h 2905012"/>
                <a:gd name="connsiteX6" fmla="*/ 1601017 w 2905012"/>
                <a:gd name="connsiteY6" fmla="*/ 7499 h 2905012"/>
                <a:gd name="connsiteX7" fmla="*/ 1643977 w 2905012"/>
                <a:gd name="connsiteY7" fmla="*/ 14056 h 2905012"/>
                <a:gd name="connsiteX8" fmla="*/ 1695533 w 2905012"/>
                <a:gd name="connsiteY8" fmla="*/ 284571 h 2905012"/>
                <a:gd name="connsiteX9" fmla="*/ 1769616 w 2905012"/>
                <a:gd name="connsiteY9" fmla="*/ 301003 h 2905012"/>
                <a:gd name="connsiteX10" fmla="*/ 1825934 w 2905012"/>
                <a:gd name="connsiteY10" fmla="*/ 319615 h 2905012"/>
                <a:gd name="connsiteX11" fmla="*/ 2006748 w 2905012"/>
                <a:gd name="connsiteY11" fmla="*/ 110068 h 2905012"/>
                <a:gd name="connsiteX12" fmla="*/ 2017887 w 2905012"/>
                <a:gd name="connsiteY12" fmla="*/ 114145 h 2905012"/>
                <a:gd name="connsiteX13" fmla="*/ 2264616 w 2905012"/>
                <a:gd name="connsiteY13" fmla="*/ 248065 h 2905012"/>
                <a:gd name="connsiteX14" fmla="*/ 2337523 w 2905012"/>
                <a:gd name="connsiteY14" fmla="*/ 302584 h 2905012"/>
                <a:gd name="connsiteX15" fmla="*/ 2247066 w 2905012"/>
                <a:gd name="connsiteY15" fmla="*/ 562199 h 2905012"/>
                <a:gd name="connsiteX16" fmla="*/ 2280217 w 2905012"/>
                <a:gd name="connsiteY16" fmla="*/ 591137 h 2905012"/>
                <a:gd name="connsiteX17" fmla="*/ 2343125 w 2905012"/>
                <a:gd name="connsiteY17" fmla="*/ 657838 h 2905012"/>
                <a:gd name="connsiteX18" fmla="*/ 2602428 w 2905012"/>
                <a:gd name="connsiteY18" fmla="*/ 567489 h 2905012"/>
                <a:gd name="connsiteX19" fmla="*/ 2656947 w 2905012"/>
                <a:gd name="connsiteY19" fmla="*/ 640396 h 2905012"/>
                <a:gd name="connsiteX20" fmla="*/ 2790867 w 2905012"/>
                <a:gd name="connsiteY20" fmla="*/ 887125 h 2905012"/>
                <a:gd name="connsiteX21" fmla="*/ 2794944 w 2905012"/>
                <a:gd name="connsiteY21" fmla="*/ 898265 h 2905012"/>
                <a:gd name="connsiteX22" fmla="*/ 2586495 w 2905012"/>
                <a:gd name="connsiteY22" fmla="*/ 1078131 h 2905012"/>
                <a:gd name="connsiteX23" fmla="*/ 2616181 w 2905012"/>
                <a:gd name="connsiteY23" fmla="*/ 1182468 h 2905012"/>
                <a:gd name="connsiteX24" fmla="*/ 2621126 w 2905012"/>
                <a:gd name="connsiteY24" fmla="*/ 1209611 h 2905012"/>
                <a:gd name="connsiteX25" fmla="*/ 2890957 w 2905012"/>
                <a:gd name="connsiteY25" fmla="*/ 1261036 h 2905012"/>
                <a:gd name="connsiteX26" fmla="*/ 2897513 w 2905012"/>
                <a:gd name="connsiteY26" fmla="*/ 1303996 h 2905012"/>
                <a:gd name="connsiteX27" fmla="*/ 2905012 w 2905012"/>
                <a:gd name="connsiteY27" fmla="*/ 1452506 h 2905012"/>
                <a:gd name="connsiteX28" fmla="*/ 2897513 w 2905012"/>
                <a:gd name="connsiteY28" fmla="*/ 1601016 h 2905012"/>
                <a:gd name="connsiteX29" fmla="*/ 2890957 w 2905012"/>
                <a:gd name="connsiteY29" fmla="*/ 1643977 h 2905012"/>
                <a:gd name="connsiteX30" fmla="*/ 2620440 w 2905012"/>
                <a:gd name="connsiteY30" fmla="*/ 1695533 h 2905012"/>
                <a:gd name="connsiteX31" fmla="*/ 2604008 w 2905012"/>
                <a:gd name="connsiteY31" fmla="*/ 1769614 h 2905012"/>
                <a:gd name="connsiteX32" fmla="*/ 2585396 w 2905012"/>
                <a:gd name="connsiteY32" fmla="*/ 1825933 h 2905012"/>
                <a:gd name="connsiteX33" fmla="*/ 2794944 w 2905012"/>
                <a:gd name="connsiteY33" fmla="*/ 2006748 h 2905012"/>
                <a:gd name="connsiteX34" fmla="*/ 2790867 w 2905012"/>
                <a:gd name="connsiteY34" fmla="*/ 2017887 h 2905012"/>
                <a:gd name="connsiteX35" fmla="*/ 2656947 w 2905012"/>
                <a:gd name="connsiteY35" fmla="*/ 2264616 h 2905012"/>
                <a:gd name="connsiteX36" fmla="*/ 2602428 w 2905012"/>
                <a:gd name="connsiteY36" fmla="*/ 2337523 h 2905012"/>
                <a:gd name="connsiteX37" fmla="*/ 2342811 w 2905012"/>
                <a:gd name="connsiteY37" fmla="*/ 2247065 h 2905012"/>
                <a:gd name="connsiteX38" fmla="*/ 2313875 w 2905012"/>
                <a:gd name="connsiteY38" fmla="*/ 2280215 h 2905012"/>
                <a:gd name="connsiteX39" fmla="*/ 2247174 w 2905012"/>
                <a:gd name="connsiteY39" fmla="*/ 2343123 h 2905012"/>
                <a:gd name="connsiteX40" fmla="*/ 2337523 w 2905012"/>
                <a:gd name="connsiteY40" fmla="*/ 2602428 h 2905012"/>
                <a:gd name="connsiteX41" fmla="*/ 2264616 w 2905012"/>
                <a:gd name="connsiteY41" fmla="*/ 2656947 h 2905012"/>
                <a:gd name="connsiteX42" fmla="*/ 2017887 w 2905012"/>
                <a:gd name="connsiteY42" fmla="*/ 2790867 h 2905012"/>
                <a:gd name="connsiteX43" fmla="*/ 2006748 w 2905012"/>
                <a:gd name="connsiteY43" fmla="*/ 2794944 h 2905012"/>
                <a:gd name="connsiteX44" fmla="*/ 1826880 w 2905012"/>
                <a:gd name="connsiteY44" fmla="*/ 2586493 h 2905012"/>
                <a:gd name="connsiteX45" fmla="*/ 1722544 w 2905012"/>
                <a:gd name="connsiteY45" fmla="*/ 2616179 h 2905012"/>
                <a:gd name="connsiteX46" fmla="*/ 1695403 w 2905012"/>
                <a:gd name="connsiteY46" fmla="*/ 2621123 h 2905012"/>
                <a:gd name="connsiteX47" fmla="*/ 1643977 w 2905012"/>
                <a:gd name="connsiteY47" fmla="*/ 2890957 h 2905012"/>
                <a:gd name="connsiteX48" fmla="*/ 1601017 w 2905012"/>
                <a:gd name="connsiteY48" fmla="*/ 2897513 h 2905012"/>
                <a:gd name="connsiteX49" fmla="*/ 1452506 w 2905012"/>
                <a:gd name="connsiteY49" fmla="*/ 2905012 h 2905012"/>
                <a:gd name="connsiteX50" fmla="*/ 1303996 w 2905012"/>
                <a:gd name="connsiteY50" fmla="*/ 2897513 h 2905012"/>
                <a:gd name="connsiteX51" fmla="*/ 1261036 w 2905012"/>
                <a:gd name="connsiteY51" fmla="*/ 2890957 h 2905012"/>
                <a:gd name="connsiteX52" fmla="*/ 1209479 w 2905012"/>
                <a:gd name="connsiteY52" fmla="*/ 2620437 h 2905012"/>
                <a:gd name="connsiteX53" fmla="*/ 1135396 w 2905012"/>
                <a:gd name="connsiteY53" fmla="*/ 2604005 h 2905012"/>
                <a:gd name="connsiteX54" fmla="*/ 1079081 w 2905012"/>
                <a:gd name="connsiteY54" fmla="*/ 2585394 h 2905012"/>
                <a:gd name="connsiteX55" fmla="*/ 898265 w 2905012"/>
                <a:gd name="connsiteY55" fmla="*/ 2794944 h 2905012"/>
                <a:gd name="connsiteX56" fmla="*/ 887125 w 2905012"/>
                <a:gd name="connsiteY56" fmla="*/ 2790867 h 2905012"/>
                <a:gd name="connsiteX57" fmla="*/ 640396 w 2905012"/>
                <a:gd name="connsiteY57" fmla="*/ 2656947 h 2905012"/>
                <a:gd name="connsiteX58" fmla="*/ 567489 w 2905012"/>
                <a:gd name="connsiteY58" fmla="*/ 2602428 h 2905012"/>
                <a:gd name="connsiteX59" fmla="*/ 657947 w 2905012"/>
                <a:gd name="connsiteY59" fmla="*/ 2342810 h 2905012"/>
                <a:gd name="connsiteX60" fmla="*/ 624796 w 2905012"/>
                <a:gd name="connsiteY60" fmla="*/ 2313872 h 2905012"/>
                <a:gd name="connsiteX61" fmla="*/ 561890 w 2905012"/>
                <a:gd name="connsiteY61" fmla="*/ 2247174 h 2905012"/>
                <a:gd name="connsiteX62" fmla="*/ 302584 w 2905012"/>
                <a:gd name="connsiteY62" fmla="*/ 2337523 h 2905012"/>
                <a:gd name="connsiteX63" fmla="*/ 248066 w 2905012"/>
                <a:gd name="connsiteY63" fmla="*/ 2264616 h 2905012"/>
                <a:gd name="connsiteX64" fmla="*/ 114145 w 2905012"/>
                <a:gd name="connsiteY64" fmla="*/ 2017887 h 2905012"/>
                <a:gd name="connsiteX65" fmla="*/ 110068 w 2905012"/>
                <a:gd name="connsiteY65" fmla="*/ 2006748 h 2905012"/>
                <a:gd name="connsiteX66" fmla="*/ 318519 w 2905012"/>
                <a:gd name="connsiteY66" fmla="*/ 1826880 h 2905012"/>
                <a:gd name="connsiteX67" fmla="*/ 288831 w 2905012"/>
                <a:gd name="connsiteY67" fmla="*/ 1722541 h 2905012"/>
                <a:gd name="connsiteX68" fmla="*/ 283887 w 2905012"/>
                <a:gd name="connsiteY68" fmla="*/ 1695402 h 2905012"/>
                <a:gd name="connsiteX69" fmla="*/ 14056 w 2905012"/>
                <a:gd name="connsiteY69" fmla="*/ 1643977 h 2905012"/>
                <a:gd name="connsiteX70" fmla="*/ 7499 w 2905012"/>
                <a:gd name="connsiteY70" fmla="*/ 1601016 h 2905012"/>
                <a:gd name="connsiteX71" fmla="*/ 0 w 2905012"/>
                <a:gd name="connsiteY71" fmla="*/ 1452506 h 2905012"/>
                <a:gd name="connsiteX72" fmla="*/ 7499 w 2905012"/>
                <a:gd name="connsiteY72" fmla="*/ 1303996 h 2905012"/>
                <a:gd name="connsiteX73" fmla="*/ 14056 w 2905012"/>
                <a:gd name="connsiteY73" fmla="*/ 1261036 h 2905012"/>
                <a:gd name="connsiteX74" fmla="*/ 284572 w 2905012"/>
                <a:gd name="connsiteY74" fmla="*/ 1209480 h 2905012"/>
                <a:gd name="connsiteX75" fmla="*/ 301005 w 2905012"/>
                <a:gd name="connsiteY75" fmla="*/ 1135394 h 2905012"/>
                <a:gd name="connsiteX76" fmla="*/ 319616 w 2905012"/>
                <a:gd name="connsiteY76" fmla="*/ 1079079 h 2905012"/>
                <a:gd name="connsiteX77" fmla="*/ 110068 w 2905012"/>
                <a:gd name="connsiteY77" fmla="*/ 898264 h 2905012"/>
                <a:gd name="connsiteX78" fmla="*/ 114145 w 2905012"/>
                <a:gd name="connsiteY78" fmla="*/ 887125 h 2905012"/>
                <a:gd name="connsiteX79" fmla="*/ 248066 w 2905012"/>
                <a:gd name="connsiteY79" fmla="*/ 640396 h 2905012"/>
                <a:gd name="connsiteX80" fmla="*/ 302584 w 2905012"/>
                <a:gd name="connsiteY80" fmla="*/ 567489 h 2905012"/>
                <a:gd name="connsiteX81" fmla="*/ 562199 w 2905012"/>
                <a:gd name="connsiteY81" fmla="*/ 657946 h 2905012"/>
                <a:gd name="connsiteX82" fmla="*/ 591138 w 2905012"/>
                <a:gd name="connsiteY82" fmla="*/ 624794 h 2905012"/>
                <a:gd name="connsiteX83" fmla="*/ 657838 w 2905012"/>
                <a:gd name="connsiteY83" fmla="*/ 561888 h 2905012"/>
                <a:gd name="connsiteX84" fmla="*/ 567489 w 2905012"/>
                <a:gd name="connsiteY84" fmla="*/ 302584 h 2905012"/>
                <a:gd name="connsiteX85" fmla="*/ 640396 w 2905012"/>
                <a:gd name="connsiteY85" fmla="*/ 248065 h 2905012"/>
                <a:gd name="connsiteX86" fmla="*/ 887125 w 2905012"/>
                <a:gd name="connsiteY86" fmla="*/ 114145 h 2905012"/>
                <a:gd name="connsiteX87" fmla="*/ 898265 w 2905012"/>
                <a:gd name="connsiteY87" fmla="*/ 110068 h 2905012"/>
                <a:gd name="connsiteX88" fmla="*/ 1078131 w 2905012"/>
                <a:gd name="connsiteY88" fmla="*/ 318516 h 2905012"/>
                <a:gd name="connsiteX89" fmla="*/ 1182469 w 2905012"/>
                <a:gd name="connsiteY89" fmla="*/ 288830 h 2905012"/>
                <a:gd name="connsiteX90" fmla="*/ 1209611 w 2905012"/>
                <a:gd name="connsiteY90" fmla="*/ 283886 h 2905012"/>
                <a:gd name="connsiteX91" fmla="*/ 1261036 w 2905012"/>
                <a:gd name="connsiteY91" fmla="*/ 14056 h 2905012"/>
                <a:gd name="connsiteX92" fmla="*/ 1303996 w 2905012"/>
                <a:gd name="connsiteY92" fmla="*/ 7499 h 2905012"/>
                <a:gd name="connsiteX93" fmla="*/ 1452506 w 2905012"/>
                <a:gd name="connsiteY93" fmla="*/ 0 h 29050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905012" h="2905012">
                  <a:moveTo>
                    <a:pt x="1452506" y="376181"/>
                  </a:moveTo>
                  <a:cubicBezTo>
                    <a:pt x="858068" y="376181"/>
                    <a:pt x="376181" y="858068"/>
                    <a:pt x="376181" y="1452506"/>
                  </a:cubicBezTo>
                  <a:cubicBezTo>
                    <a:pt x="376181" y="2046944"/>
                    <a:pt x="858068" y="2528831"/>
                    <a:pt x="1452506" y="2528831"/>
                  </a:cubicBezTo>
                  <a:cubicBezTo>
                    <a:pt x="2046944" y="2528831"/>
                    <a:pt x="2528831" y="2046944"/>
                    <a:pt x="2528831" y="1452506"/>
                  </a:cubicBezTo>
                  <a:cubicBezTo>
                    <a:pt x="2528831" y="858068"/>
                    <a:pt x="2046944" y="376181"/>
                    <a:pt x="1452506" y="376181"/>
                  </a:cubicBezTo>
                  <a:close/>
                  <a:moveTo>
                    <a:pt x="1452506" y="0"/>
                  </a:moveTo>
                  <a:cubicBezTo>
                    <a:pt x="1502644" y="0"/>
                    <a:pt x="1552188" y="2540"/>
                    <a:pt x="1601017" y="7499"/>
                  </a:cubicBezTo>
                  <a:lnTo>
                    <a:pt x="1643977" y="14056"/>
                  </a:lnTo>
                  <a:lnTo>
                    <a:pt x="1695533" y="284571"/>
                  </a:lnTo>
                  <a:lnTo>
                    <a:pt x="1769616" y="301003"/>
                  </a:lnTo>
                  <a:lnTo>
                    <a:pt x="1825934" y="319615"/>
                  </a:lnTo>
                  <a:lnTo>
                    <a:pt x="2006748" y="110068"/>
                  </a:lnTo>
                  <a:lnTo>
                    <a:pt x="2017887" y="114145"/>
                  </a:lnTo>
                  <a:cubicBezTo>
                    <a:pt x="2104775" y="150896"/>
                    <a:pt x="2187342" y="195860"/>
                    <a:pt x="2264616" y="248065"/>
                  </a:cubicBezTo>
                  <a:lnTo>
                    <a:pt x="2337523" y="302584"/>
                  </a:lnTo>
                  <a:lnTo>
                    <a:pt x="2247066" y="562199"/>
                  </a:lnTo>
                  <a:lnTo>
                    <a:pt x="2280217" y="591137"/>
                  </a:lnTo>
                  <a:lnTo>
                    <a:pt x="2343125" y="657838"/>
                  </a:lnTo>
                  <a:lnTo>
                    <a:pt x="2602428" y="567489"/>
                  </a:lnTo>
                  <a:lnTo>
                    <a:pt x="2656947" y="640396"/>
                  </a:lnTo>
                  <a:cubicBezTo>
                    <a:pt x="2709152" y="717670"/>
                    <a:pt x="2754117" y="800238"/>
                    <a:pt x="2790867" y="887125"/>
                  </a:cubicBezTo>
                  <a:lnTo>
                    <a:pt x="2794944" y="898265"/>
                  </a:lnTo>
                  <a:lnTo>
                    <a:pt x="2586495" y="1078131"/>
                  </a:lnTo>
                  <a:lnTo>
                    <a:pt x="2616181" y="1182468"/>
                  </a:lnTo>
                  <a:lnTo>
                    <a:pt x="2621126" y="1209611"/>
                  </a:lnTo>
                  <a:lnTo>
                    <a:pt x="2890957" y="1261036"/>
                  </a:lnTo>
                  <a:lnTo>
                    <a:pt x="2897513" y="1303996"/>
                  </a:lnTo>
                  <a:cubicBezTo>
                    <a:pt x="2902472" y="1352825"/>
                    <a:pt x="2905012" y="1402369"/>
                    <a:pt x="2905012" y="1452506"/>
                  </a:cubicBezTo>
                  <a:cubicBezTo>
                    <a:pt x="2905012" y="1502643"/>
                    <a:pt x="2902472" y="1552187"/>
                    <a:pt x="2897513" y="1601016"/>
                  </a:cubicBezTo>
                  <a:lnTo>
                    <a:pt x="2890957" y="1643977"/>
                  </a:lnTo>
                  <a:lnTo>
                    <a:pt x="2620440" y="1695533"/>
                  </a:lnTo>
                  <a:lnTo>
                    <a:pt x="2604008" y="1769614"/>
                  </a:lnTo>
                  <a:lnTo>
                    <a:pt x="2585396" y="1825933"/>
                  </a:lnTo>
                  <a:lnTo>
                    <a:pt x="2794944" y="2006748"/>
                  </a:lnTo>
                  <a:lnTo>
                    <a:pt x="2790867" y="2017887"/>
                  </a:lnTo>
                  <a:cubicBezTo>
                    <a:pt x="2754117" y="2104775"/>
                    <a:pt x="2709152" y="2187342"/>
                    <a:pt x="2656947" y="2264616"/>
                  </a:cubicBezTo>
                  <a:lnTo>
                    <a:pt x="2602428" y="2337523"/>
                  </a:lnTo>
                  <a:lnTo>
                    <a:pt x="2342811" y="2247065"/>
                  </a:lnTo>
                  <a:lnTo>
                    <a:pt x="2313875" y="2280215"/>
                  </a:lnTo>
                  <a:lnTo>
                    <a:pt x="2247174" y="2343123"/>
                  </a:lnTo>
                  <a:lnTo>
                    <a:pt x="2337523" y="2602428"/>
                  </a:lnTo>
                  <a:lnTo>
                    <a:pt x="2264616" y="2656947"/>
                  </a:lnTo>
                  <a:cubicBezTo>
                    <a:pt x="2187342" y="2709152"/>
                    <a:pt x="2104775" y="2754117"/>
                    <a:pt x="2017887" y="2790867"/>
                  </a:cubicBezTo>
                  <a:lnTo>
                    <a:pt x="2006748" y="2794944"/>
                  </a:lnTo>
                  <a:lnTo>
                    <a:pt x="1826880" y="2586493"/>
                  </a:lnTo>
                  <a:lnTo>
                    <a:pt x="1722544" y="2616179"/>
                  </a:lnTo>
                  <a:lnTo>
                    <a:pt x="1695403" y="2621123"/>
                  </a:lnTo>
                  <a:lnTo>
                    <a:pt x="1643977" y="2890957"/>
                  </a:lnTo>
                  <a:lnTo>
                    <a:pt x="1601017" y="2897513"/>
                  </a:lnTo>
                  <a:cubicBezTo>
                    <a:pt x="1552188" y="2902472"/>
                    <a:pt x="1502644" y="2905012"/>
                    <a:pt x="1452506" y="2905012"/>
                  </a:cubicBezTo>
                  <a:cubicBezTo>
                    <a:pt x="1402369" y="2905012"/>
                    <a:pt x="1352825" y="2902472"/>
                    <a:pt x="1303996" y="2897513"/>
                  </a:cubicBezTo>
                  <a:lnTo>
                    <a:pt x="1261036" y="2890957"/>
                  </a:lnTo>
                  <a:lnTo>
                    <a:pt x="1209479" y="2620437"/>
                  </a:lnTo>
                  <a:lnTo>
                    <a:pt x="1135396" y="2604005"/>
                  </a:lnTo>
                  <a:lnTo>
                    <a:pt x="1079081" y="2585394"/>
                  </a:lnTo>
                  <a:lnTo>
                    <a:pt x="898265" y="2794944"/>
                  </a:lnTo>
                  <a:lnTo>
                    <a:pt x="887125" y="2790867"/>
                  </a:lnTo>
                  <a:cubicBezTo>
                    <a:pt x="800238" y="2754117"/>
                    <a:pt x="717670" y="2709152"/>
                    <a:pt x="640396" y="2656947"/>
                  </a:cubicBezTo>
                  <a:lnTo>
                    <a:pt x="567489" y="2602428"/>
                  </a:lnTo>
                  <a:lnTo>
                    <a:pt x="657947" y="2342810"/>
                  </a:lnTo>
                  <a:lnTo>
                    <a:pt x="624796" y="2313872"/>
                  </a:lnTo>
                  <a:lnTo>
                    <a:pt x="561890" y="2247174"/>
                  </a:lnTo>
                  <a:lnTo>
                    <a:pt x="302584" y="2337523"/>
                  </a:lnTo>
                  <a:lnTo>
                    <a:pt x="248066" y="2264616"/>
                  </a:lnTo>
                  <a:cubicBezTo>
                    <a:pt x="195860" y="2187342"/>
                    <a:pt x="150896" y="2104775"/>
                    <a:pt x="114145" y="2017887"/>
                  </a:cubicBezTo>
                  <a:lnTo>
                    <a:pt x="110068" y="2006748"/>
                  </a:lnTo>
                  <a:lnTo>
                    <a:pt x="318519" y="1826880"/>
                  </a:lnTo>
                  <a:lnTo>
                    <a:pt x="288831" y="1722541"/>
                  </a:lnTo>
                  <a:lnTo>
                    <a:pt x="283887" y="1695402"/>
                  </a:lnTo>
                  <a:lnTo>
                    <a:pt x="14056" y="1643977"/>
                  </a:lnTo>
                  <a:lnTo>
                    <a:pt x="7499" y="1601016"/>
                  </a:lnTo>
                  <a:cubicBezTo>
                    <a:pt x="2541" y="1552187"/>
                    <a:pt x="0" y="1502643"/>
                    <a:pt x="0" y="1452506"/>
                  </a:cubicBezTo>
                  <a:cubicBezTo>
                    <a:pt x="0" y="1402369"/>
                    <a:pt x="2541" y="1352825"/>
                    <a:pt x="7499" y="1303996"/>
                  </a:cubicBezTo>
                  <a:lnTo>
                    <a:pt x="14056" y="1261036"/>
                  </a:lnTo>
                  <a:lnTo>
                    <a:pt x="284572" y="1209480"/>
                  </a:lnTo>
                  <a:lnTo>
                    <a:pt x="301005" y="1135394"/>
                  </a:lnTo>
                  <a:lnTo>
                    <a:pt x="319616" y="1079079"/>
                  </a:lnTo>
                  <a:lnTo>
                    <a:pt x="110068" y="898264"/>
                  </a:lnTo>
                  <a:lnTo>
                    <a:pt x="114145" y="887125"/>
                  </a:lnTo>
                  <a:cubicBezTo>
                    <a:pt x="150896" y="800238"/>
                    <a:pt x="195860" y="717670"/>
                    <a:pt x="248066" y="640396"/>
                  </a:cubicBezTo>
                  <a:lnTo>
                    <a:pt x="302584" y="567489"/>
                  </a:lnTo>
                  <a:lnTo>
                    <a:pt x="562199" y="657946"/>
                  </a:lnTo>
                  <a:lnTo>
                    <a:pt x="591138" y="624794"/>
                  </a:lnTo>
                  <a:lnTo>
                    <a:pt x="657838" y="561888"/>
                  </a:lnTo>
                  <a:lnTo>
                    <a:pt x="567489" y="302584"/>
                  </a:lnTo>
                  <a:lnTo>
                    <a:pt x="640396" y="248065"/>
                  </a:lnTo>
                  <a:cubicBezTo>
                    <a:pt x="717670" y="195860"/>
                    <a:pt x="800238" y="150896"/>
                    <a:pt x="887125" y="114145"/>
                  </a:cubicBezTo>
                  <a:lnTo>
                    <a:pt x="898265" y="110068"/>
                  </a:lnTo>
                  <a:lnTo>
                    <a:pt x="1078131" y="318516"/>
                  </a:lnTo>
                  <a:lnTo>
                    <a:pt x="1182469" y="288830"/>
                  </a:lnTo>
                  <a:lnTo>
                    <a:pt x="1209611" y="283886"/>
                  </a:lnTo>
                  <a:lnTo>
                    <a:pt x="1261036" y="14056"/>
                  </a:lnTo>
                  <a:lnTo>
                    <a:pt x="1303996" y="7499"/>
                  </a:lnTo>
                  <a:cubicBezTo>
                    <a:pt x="1352825" y="2540"/>
                    <a:pt x="1402369" y="0"/>
                    <a:pt x="1452506" y="0"/>
                  </a:cubicBezTo>
                  <a:close/>
                </a:path>
              </a:pathLst>
            </a:custGeom>
            <a:solidFill>
              <a:srgbClr val="007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E932F"/>
                </a:solidFill>
              </a:endParaRPr>
            </a:p>
          </p:txBody>
        </p:sp>
        <p:sp>
          <p:nvSpPr>
            <p:cNvPr id="17" name="椭圆 16"/>
            <p:cNvSpPr/>
            <p:nvPr/>
          </p:nvSpPr>
          <p:spPr>
            <a:xfrm>
              <a:off x="4710168" y="2738381"/>
              <a:ext cx="2152649" cy="2152650"/>
            </a:xfrm>
            <a:prstGeom prst="ellipse">
              <a:avLst/>
            </a:prstGeom>
            <a:grpFill/>
            <a:ln w="19050">
              <a:gradFill>
                <a:gsLst>
                  <a:gs pos="100000">
                    <a:schemeClr val="accent1">
                      <a:lumMod val="5000"/>
                      <a:lumOff val="95000"/>
                    </a:schemeClr>
                  </a:gs>
                  <a:gs pos="0">
                    <a:srgbClr val="EEEEEE"/>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E932F"/>
                </a:solidFill>
              </a:endParaRPr>
            </a:p>
          </p:txBody>
        </p:sp>
        <p:sp>
          <p:nvSpPr>
            <p:cNvPr id="18" name="椭圆 17"/>
            <p:cNvSpPr/>
            <p:nvPr/>
          </p:nvSpPr>
          <p:spPr>
            <a:xfrm>
              <a:off x="4710169" y="2738382"/>
              <a:ext cx="2152650" cy="2152648"/>
            </a:xfrm>
            <a:prstGeom prst="ellipse">
              <a:avLst/>
            </a:prstGeom>
            <a:solidFill>
              <a:schemeClr val="bg1">
                <a:lumMod val="95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DE932F"/>
                </a:solidFill>
              </a:endParaRPr>
            </a:p>
          </p:txBody>
        </p:sp>
      </p:grpSp>
      <p:sp>
        <p:nvSpPr>
          <p:cNvPr id="20" name="TextBox 7"/>
          <p:cNvSpPr>
            <a:spLocks noChangeArrowheads="1"/>
          </p:cNvSpPr>
          <p:nvPr/>
        </p:nvSpPr>
        <p:spPr bwMode="auto">
          <a:xfrm>
            <a:off x="1983366" y="1200566"/>
            <a:ext cx="1486687" cy="49231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p>
            <a:pPr algn="ctr" fontAlgn="auto">
              <a:spcBef>
                <a:spcPts val="0"/>
              </a:spcBef>
              <a:spcAft>
                <a:spcPts val="0"/>
              </a:spcAft>
              <a:defRPr/>
            </a:pPr>
            <a:r>
              <a:rPr lang="zh-CN" altLang="en-US" sz="3199" b="1" dirty="0">
                <a:solidFill>
                  <a:srgbClr val="0070C0"/>
                </a:solidFill>
                <a:latin typeface="微软雅黑" pitchFamily="34" charset="-122"/>
                <a:ea typeface="微软雅黑" pitchFamily="34" charset="-122"/>
                <a:sym typeface="微软雅黑" pitchFamily="34" charset="-122"/>
              </a:rPr>
              <a:t>前言</a:t>
            </a:r>
          </a:p>
        </p:txBody>
      </p:sp>
      <p:grpSp>
        <p:nvGrpSpPr>
          <p:cNvPr id="23" name="组合 22"/>
          <p:cNvGrpSpPr/>
          <p:nvPr/>
        </p:nvGrpSpPr>
        <p:grpSpPr>
          <a:xfrm>
            <a:off x="11201753" y="5200057"/>
            <a:ext cx="719893" cy="719893"/>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24" name="椭圆 23"/>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99"/>
            </a:p>
          </p:txBody>
        </p:sp>
      </p:grpSp>
      <p:grpSp>
        <p:nvGrpSpPr>
          <p:cNvPr id="26" name="组合 25"/>
          <p:cNvGrpSpPr/>
          <p:nvPr/>
        </p:nvGrpSpPr>
        <p:grpSpPr>
          <a:xfrm>
            <a:off x="10985786" y="5906261"/>
            <a:ext cx="359946" cy="359946"/>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27" name="椭圆 26"/>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7"/>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99"/>
            </a:p>
          </p:txBody>
        </p:sp>
      </p:grpSp>
      <p:grpSp>
        <p:nvGrpSpPr>
          <p:cNvPr id="29" name="组合 28"/>
          <p:cNvGrpSpPr/>
          <p:nvPr/>
        </p:nvGrpSpPr>
        <p:grpSpPr>
          <a:xfrm>
            <a:off x="8777386" y="5243317"/>
            <a:ext cx="946048" cy="946048"/>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30" name="椭圆 29"/>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0"/>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99"/>
            </a:p>
          </p:txBody>
        </p:sp>
      </p:grpSp>
      <p:grpSp>
        <p:nvGrpSpPr>
          <p:cNvPr id="32" name="组合 31"/>
          <p:cNvGrpSpPr/>
          <p:nvPr/>
        </p:nvGrpSpPr>
        <p:grpSpPr>
          <a:xfrm>
            <a:off x="9911430" y="6293578"/>
            <a:ext cx="222130" cy="222130"/>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33" name="椭圆 32"/>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3"/>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99"/>
            </a:p>
          </p:txBody>
        </p:sp>
      </p:grpSp>
      <p:grpSp>
        <p:nvGrpSpPr>
          <p:cNvPr id="35" name="组合 34"/>
          <p:cNvGrpSpPr/>
          <p:nvPr/>
        </p:nvGrpSpPr>
        <p:grpSpPr>
          <a:xfrm>
            <a:off x="10594556" y="4226720"/>
            <a:ext cx="719893" cy="719893"/>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36" name="椭圆 35"/>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6"/>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99"/>
            </a:p>
          </p:txBody>
        </p:sp>
      </p:grpSp>
      <p:grpSp>
        <p:nvGrpSpPr>
          <p:cNvPr id="38" name="组合 37"/>
          <p:cNvGrpSpPr/>
          <p:nvPr/>
        </p:nvGrpSpPr>
        <p:grpSpPr>
          <a:xfrm>
            <a:off x="10926206" y="5040492"/>
            <a:ext cx="222130" cy="222130"/>
            <a:chOff x="3724323" y="1908536"/>
            <a:chExt cx="1329153" cy="1329153"/>
          </a:xfrm>
          <a:gradFill>
            <a:gsLst>
              <a:gs pos="62000">
                <a:srgbClr val="C69135"/>
              </a:gs>
              <a:gs pos="34200">
                <a:srgbClr val="E6D38F"/>
              </a:gs>
              <a:gs pos="0">
                <a:srgbClr val="FCD860"/>
              </a:gs>
              <a:gs pos="100000">
                <a:srgbClr val="F1DF97"/>
              </a:gs>
            </a:gsLst>
            <a:lin ang="12000000" scaled="0"/>
          </a:gradFill>
        </p:grpSpPr>
        <p:sp>
          <p:nvSpPr>
            <p:cNvPr id="39" name="椭圆 38"/>
            <p:cNvSpPr/>
            <p:nvPr/>
          </p:nvSpPr>
          <p:spPr>
            <a:xfrm>
              <a:off x="3724323" y="1908536"/>
              <a:ext cx="1329153" cy="1329153"/>
            </a:xfrm>
            <a:prstGeom prst="ellipse">
              <a:avLst/>
            </a:prstGeom>
            <a:solidFill>
              <a:srgbClr val="0070C0"/>
            </a:solidFill>
            <a:ln w="28575">
              <a:solidFill>
                <a:srgbClr val="0070C0"/>
              </a:solidFill>
            </a:ln>
            <a:effectLst>
              <a:outerShdw blurRad="279400" dist="889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3839838" y="2024052"/>
              <a:ext cx="1098122" cy="1098122"/>
            </a:xfrm>
            <a:prstGeom prst="ellipse">
              <a:avLst/>
            </a:prstGeom>
            <a:solidFill>
              <a:schemeClr val="bg1">
                <a:lumMod val="95000"/>
              </a:schemeClr>
            </a:solidFill>
            <a:ln>
              <a:noFill/>
            </a:ln>
            <a:effectLst>
              <a:innerShdw blurRad="63500" dist="50800" dir="189000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799"/>
            </a:p>
          </p:txBody>
        </p:sp>
      </p:grpSp>
      <p:sp>
        <p:nvSpPr>
          <p:cNvPr id="41" name="TextBox 40"/>
          <p:cNvSpPr txBox="1"/>
          <p:nvPr/>
        </p:nvSpPr>
        <p:spPr>
          <a:xfrm>
            <a:off x="13510893" y="7029355"/>
            <a:ext cx="876935" cy="369236"/>
          </a:xfrm>
          <a:prstGeom prst="rect">
            <a:avLst/>
          </a:prstGeom>
          <a:noFill/>
        </p:spPr>
        <p:txBody>
          <a:bodyPr wrap="none" rtlCol="0">
            <a:spAutoFit/>
          </a:bodyPr>
          <a:lstStyle/>
          <a:p>
            <a:r>
              <a:rPr lang="zh-CN" altLang="en-US" dirty="0"/>
              <a:t>延时符</a:t>
            </a:r>
          </a:p>
        </p:txBody>
      </p:sp>
    </p:spTree>
    <p:extLst>
      <p:ext uri="{BB962C8B-B14F-4D97-AF65-F5344CB8AC3E}">
        <p14:creationId xmlns:p14="http://schemas.microsoft.com/office/powerpoint/2010/main" val="2723572440"/>
      </p:ext>
    </p:extLst>
  </p:cSld>
  <p:clrMapOvr>
    <a:masterClrMapping/>
  </p:clrMapOvr>
  <mc:AlternateContent xmlns:mc="http://schemas.openxmlformats.org/markup-compatibility/2006" xmlns:p14="http://schemas.microsoft.com/office/powerpoint/2010/main">
    <mc:Choice Requires="p14">
      <p:transition spd="slow" p14:dur="1200" advTm="0">
        <p14:prism/>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heel(1)">
                                      <p:cBhvr>
                                        <p:cTn id="7" dur="2000"/>
                                        <p:tgtEl>
                                          <p:spTgt spid="9"/>
                                        </p:tgtEl>
                                      </p:cBhvr>
                                    </p:animEffect>
                                  </p:childTnLst>
                                </p:cTn>
                              </p:par>
                            </p:childTnLst>
                          </p:cTn>
                        </p:par>
                        <p:par>
                          <p:cTn id="8" fill="hold">
                            <p:stCondLst>
                              <p:cond delay="2000"/>
                            </p:stCondLst>
                            <p:childTnLst>
                              <p:par>
                                <p:cTn id="9" presetID="31" presetClass="entr" presetSubtype="0" fill="hold"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p:cTn id="11" dur="750" fill="hold"/>
                                        <p:tgtEl>
                                          <p:spTgt spid="15"/>
                                        </p:tgtEl>
                                        <p:attrNameLst>
                                          <p:attrName>ppt_w</p:attrName>
                                        </p:attrNameLst>
                                      </p:cBhvr>
                                      <p:tavLst>
                                        <p:tav tm="0">
                                          <p:val>
                                            <p:fltVal val="0"/>
                                          </p:val>
                                        </p:tav>
                                        <p:tav tm="100000">
                                          <p:val>
                                            <p:strVal val="#ppt_w"/>
                                          </p:val>
                                        </p:tav>
                                      </p:tavLst>
                                    </p:anim>
                                    <p:anim calcmode="lin" valueType="num">
                                      <p:cBhvr>
                                        <p:cTn id="12" dur="750" fill="hold"/>
                                        <p:tgtEl>
                                          <p:spTgt spid="15"/>
                                        </p:tgtEl>
                                        <p:attrNameLst>
                                          <p:attrName>ppt_h</p:attrName>
                                        </p:attrNameLst>
                                      </p:cBhvr>
                                      <p:tavLst>
                                        <p:tav tm="0">
                                          <p:val>
                                            <p:fltVal val="0"/>
                                          </p:val>
                                        </p:tav>
                                        <p:tav tm="100000">
                                          <p:val>
                                            <p:strVal val="#ppt_h"/>
                                          </p:val>
                                        </p:tav>
                                      </p:tavLst>
                                    </p:anim>
                                    <p:anim calcmode="lin" valueType="num">
                                      <p:cBhvr>
                                        <p:cTn id="13" dur="750" fill="hold"/>
                                        <p:tgtEl>
                                          <p:spTgt spid="15"/>
                                        </p:tgtEl>
                                        <p:attrNameLst>
                                          <p:attrName>style.rotation</p:attrName>
                                        </p:attrNameLst>
                                      </p:cBhvr>
                                      <p:tavLst>
                                        <p:tav tm="0">
                                          <p:val>
                                            <p:fltVal val="90"/>
                                          </p:val>
                                        </p:tav>
                                        <p:tav tm="100000">
                                          <p:val>
                                            <p:fltVal val="0"/>
                                          </p:val>
                                        </p:tav>
                                      </p:tavLst>
                                    </p:anim>
                                    <p:animEffect transition="in" filter="fade">
                                      <p:cBhvr>
                                        <p:cTn id="14" dur="750"/>
                                        <p:tgtEl>
                                          <p:spTgt spid="15"/>
                                        </p:tgtEl>
                                      </p:cBhvr>
                                    </p:animEffect>
                                  </p:childTnLst>
                                </p:cTn>
                              </p:par>
                            </p:childTnLst>
                          </p:cTn>
                        </p:par>
                        <p:par>
                          <p:cTn id="15" fill="hold">
                            <p:stCondLst>
                              <p:cond delay="2750"/>
                            </p:stCondLst>
                            <p:childTnLst>
                              <p:par>
                                <p:cTn id="16" presetID="53" presetClass="entr" presetSubtype="16" fill="hold" grpId="0" nodeType="afterEffect">
                                  <p:stCondLst>
                                    <p:cond delay="0"/>
                                  </p:stCondLst>
                                  <p:childTnLst>
                                    <p:set>
                                      <p:cBhvr>
                                        <p:cTn id="17" dur="1" fill="hold">
                                          <p:stCondLst>
                                            <p:cond delay="0"/>
                                          </p:stCondLst>
                                        </p:cTn>
                                        <p:tgtEl>
                                          <p:spTgt spid="20"/>
                                        </p:tgtEl>
                                        <p:attrNameLst>
                                          <p:attrName>style.visibility</p:attrName>
                                        </p:attrNameLst>
                                      </p:cBhvr>
                                      <p:to>
                                        <p:strVal val="visible"/>
                                      </p:to>
                                    </p:set>
                                    <p:anim calcmode="lin" valueType="num">
                                      <p:cBhvr>
                                        <p:cTn id="18" dur="500" fill="hold"/>
                                        <p:tgtEl>
                                          <p:spTgt spid="20"/>
                                        </p:tgtEl>
                                        <p:attrNameLst>
                                          <p:attrName>ppt_w</p:attrName>
                                        </p:attrNameLst>
                                      </p:cBhvr>
                                      <p:tavLst>
                                        <p:tav tm="0">
                                          <p:val>
                                            <p:fltVal val="0"/>
                                          </p:val>
                                        </p:tav>
                                        <p:tav tm="100000">
                                          <p:val>
                                            <p:strVal val="#ppt_w"/>
                                          </p:val>
                                        </p:tav>
                                      </p:tavLst>
                                    </p:anim>
                                    <p:anim calcmode="lin" valueType="num">
                                      <p:cBhvr>
                                        <p:cTn id="19" dur="500" fill="hold"/>
                                        <p:tgtEl>
                                          <p:spTgt spid="20"/>
                                        </p:tgtEl>
                                        <p:attrNameLst>
                                          <p:attrName>ppt_h</p:attrName>
                                        </p:attrNameLst>
                                      </p:cBhvr>
                                      <p:tavLst>
                                        <p:tav tm="0">
                                          <p:val>
                                            <p:fltVal val="0"/>
                                          </p:val>
                                        </p:tav>
                                        <p:tav tm="100000">
                                          <p:val>
                                            <p:strVal val="#ppt_h"/>
                                          </p:val>
                                        </p:tav>
                                      </p:tavLst>
                                    </p:anim>
                                    <p:animEffect transition="in" filter="fade">
                                      <p:cBhvr>
                                        <p:cTn id="20" dur="500"/>
                                        <p:tgtEl>
                                          <p:spTgt spid="20"/>
                                        </p:tgtEl>
                                      </p:cBhvr>
                                    </p:animEffect>
                                  </p:childTnLst>
                                </p:cTn>
                              </p:par>
                            </p:childTnLst>
                          </p:cTn>
                        </p:par>
                        <p:par>
                          <p:cTn id="21" fill="hold">
                            <p:stCondLst>
                              <p:cond delay="3250"/>
                            </p:stCondLst>
                            <p:childTnLst>
                              <p:par>
                                <p:cTn id="22" presetID="42" presetClass="entr" presetSubtype="0" fill="hold" grpId="0"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1000"/>
                                        <p:tgtEl>
                                          <p:spTgt spid="11"/>
                                        </p:tgtEl>
                                      </p:cBhvr>
                                    </p:animEffect>
                                    <p:anim calcmode="lin" valueType="num">
                                      <p:cBhvr>
                                        <p:cTn id="25" dur="1000" fill="hold"/>
                                        <p:tgtEl>
                                          <p:spTgt spid="11"/>
                                        </p:tgtEl>
                                        <p:attrNameLst>
                                          <p:attrName>ppt_x</p:attrName>
                                        </p:attrNameLst>
                                      </p:cBhvr>
                                      <p:tavLst>
                                        <p:tav tm="0">
                                          <p:val>
                                            <p:strVal val="#ppt_x"/>
                                          </p:val>
                                        </p:tav>
                                        <p:tav tm="100000">
                                          <p:val>
                                            <p:strVal val="#ppt_x"/>
                                          </p:val>
                                        </p:tav>
                                      </p:tavLst>
                                    </p:anim>
                                    <p:anim calcmode="lin" valueType="num">
                                      <p:cBhvr>
                                        <p:cTn id="26" dur="1000" fill="hold"/>
                                        <p:tgtEl>
                                          <p:spTgt spid="11"/>
                                        </p:tgtEl>
                                        <p:attrNameLst>
                                          <p:attrName>ppt_y</p:attrName>
                                        </p:attrNameLst>
                                      </p:cBhvr>
                                      <p:tavLst>
                                        <p:tav tm="0">
                                          <p:val>
                                            <p:strVal val="#ppt_y+.1"/>
                                          </p:val>
                                        </p:tav>
                                        <p:tav tm="100000">
                                          <p:val>
                                            <p:strVal val="#ppt_y"/>
                                          </p:val>
                                        </p:tav>
                                      </p:tavLst>
                                    </p:anim>
                                  </p:childTnLst>
                                </p:cTn>
                              </p:par>
                              <p:par>
                                <p:cTn id="27" presetID="2" presetClass="entr" presetSubtype="6" fill="hold" nodeType="withEffect">
                                  <p:stCondLst>
                                    <p:cond delay="750"/>
                                  </p:stCondLst>
                                  <p:childTnLst>
                                    <p:set>
                                      <p:cBhvr>
                                        <p:cTn id="28" dur="1" fill="hold">
                                          <p:stCondLst>
                                            <p:cond delay="0"/>
                                          </p:stCondLst>
                                        </p:cTn>
                                        <p:tgtEl>
                                          <p:spTgt spid="23"/>
                                        </p:tgtEl>
                                        <p:attrNameLst>
                                          <p:attrName>style.visibility</p:attrName>
                                        </p:attrNameLst>
                                      </p:cBhvr>
                                      <p:to>
                                        <p:strVal val="visible"/>
                                      </p:to>
                                    </p:set>
                                    <p:anim calcmode="lin" valueType="num">
                                      <p:cBhvr additive="base">
                                        <p:cTn id="29" dur="500" fill="hold"/>
                                        <p:tgtEl>
                                          <p:spTgt spid="23"/>
                                        </p:tgtEl>
                                        <p:attrNameLst>
                                          <p:attrName>ppt_x</p:attrName>
                                        </p:attrNameLst>
                                      </p:cBhvr>
                                      <p:tavLst>
                                        <p:tav tm="0">
                                          <p:val>
                                            <p:strVal val="1+#ppt_w/2"/>
                                          </p:val>
                                        </p:tav>
                                        <p:tav tm="100000">
                                          <p:val>
                                            <p:strVal val="#ppt_x"/>
                                          </p:val>
                                        </p:tav>
                                      </p:tavLst>
                                    </p:anim>
                                    <p:anim calcmode="lin" valueType="num">
                                      <p:cBhvr additive="base">
                                        <p:cTn id="30" dur="500" fill="hold"/>
                                        <p:tgtEl>
                                          <p:spTgt spid="23"/>
                                        </p:tgtEl>
                                        <p:attrNameLst>
                                          <p:attrName>ppt_y</p:attrName>
                                        </p:attrNameLst>
                                      </p:cBhvr>
                                      <p:tavLst>
                                        <p:tav tm="0">
                                          <p:val>
                                            <p:strVal val="1+#ppt_h/2"/>
                                          </p:val>
                                        </p:tav>
                                        <p:tav tm="100000">
                                          <p:val>
                                            <p:strVal val="#ppt_y"/>
                                          </p:val>
                                        </p:tav>
                                      </p:tavLst>
                                    </p:anim>
                                  </p:childTnLst>
                                </p:cTn>
                              </p:par>
                              <p:par>
                                <p:cTn id="31" presetID="2" presetClass="entr" presetSubtype="6" fill="hold" nodeType="withEffect">
                                  <p:stCondLst>
                                    <p:cond delay="750"/>
                                  </p:stCondLst>
                                  <p:childTnLst>
                                    <p:set>
                                      <p:cBhvr>
                                        <p:cTn id="32" dur="1" fill="hold">
                                          <p:stCondLst>
                                            <p:cond delay="0"/>
                                          </p:stCondLst>
                                        </p:cTn>
                                        <p:tgtEl>
                                          <p:spTgt spid="26"/>
                                        </p:tgtEl>
                                        <p:attrNameLst>
                                          <p:attrName>style.visibility</p:attrName>
                                        </p:attrNameLst>
                                      </p:cBhvr>
                                      <p:to>
                                        <p:strVal val="visible"/>
                                      </p:to>
                                    </p:set>
                                    <p:anim calcmode="lin" valueType="num">
                                      <p:cBhvr additive="base">
                                        <p:cTn id="33" dur="500" fill="hold"/>
                                        <p:tgtEl>
                                          <p:spTgt spid="26"/>
                                        </p:tgtEl>
                                        <p:attrNameLst>
                                          <p:attrName>ppt_x</p:attrName>
                                        </p:attrNameLst>
                                      </p:cBhvr>
                                      <p:tavLst>
                                        <p:tav tm="0">
                                          <p:val>
                                            <p:strVal val="1+#ppt_w/2"/>
                                          </p:val>
                                        </p:tav>
                                        <p:tav tm="100000">
                                          <p:val>
                                            <p:strVal val="#ppt_x"/>
                                          </p:val>
                                        </p:tav>
                                      </p:tavLst>
                                    </p:anim>
                                    <p:anim calcmode="lin" valueType="num">
                                      <p:cBhvr additive="base">
                                        <p:cTn id="34" dur="500" fill="hold"/>
                                        <p:tgtEl>
                                          <p:spTgt spid="26"/>
                                        </p:tgtEl>
                                        <p:attrNameLst>
                                          <p:attrName>ppt_y</p:attrName>
                                        </p:attrNameLst>
                                      </p:cBhvr>
                                      <p:tavLst>
                                        <p:tav tm="0">
                                          <p:val>
                                            <p:strVal val="1+#ppt_h/2"/>
                                          </p:val>
                                        </p:tav>
                                        <p:tav tm="100000">
                                          <p:val>
                                            <p:strVal val="#ppt_y"/>
                                          </p:val>
                                        </p:tav>
                                      </p:tavLst>
                                    </p:anim>
                                  </p:childTnLst>
                                </p:cTn>
                              </p:par>
                              <p:par>
                                <p:cTn id="35" presetID="2" presetClass="entr" presetSubtype="6" fill="hold" nodeType="withEffect">
                                  <p:stCondLst>
                                    <p:cond delay="750"/>
                                  </p:stCondLst>
                                  <p:childTnLst>
                                    <p:set>
                                      <p:cBhvr>
                                        <p:cTn id="36" dur="1" fill="hold">
                                          <p:stCondLst>
                                            <p:cond delay="0"/>
                                          </p:stCondLst>
                                        </p:cTn>
                                        <p:tgtEl>
                                          <p:spTgt spid="29"/>
                                        </p:tgtEl>
                                        <p:attrNameLst>
                                          <p:attrName>style.visibility</p:attrName>
                                        </p:attrNameLst>
                                      </p:cBhvr>
                                      <p:to>
                                        <p:strVal val="visible"/>
                                      </p:to>
                                    </p:set>
                                    <p:anim calcmode="lin" valueType="num">
                                      <p:cBhvr additive="base">
                                        <p:cTn id="37" dur="500" fill="hold"/>
                                        <p:tgtEl>
                                          <p:spTgt spid="29"/>
                                        </p:tgtEl>
                                        <p:attrNameLst>
                                          <p:attrName>ppt_x</p:attrName>
                                        </p:attrNameLst>
                                      </p:cBhvr>
                                      <p:tavLst>
                                        <p:tav tm="0">
                                          <p:val>
                                            <p:strVal val="1+#ppt_w/2"/>
                                          </p:val>
                                        </p:tav>
                                        <p:tav tm="100000">
                                          <p:val>
                                            <p:strVal val="#ppt_x"/>
                                          </p:val>
                                        </p:tav>
                                      </p:tavLst>
                                    </p:anim>
                                    <p:anim calcmode="lin" valueType="num">
                                      <p:cBhvr additive="base">
                                        <p:cTn id="38" dur="500" fill="hold"/>
                                        <p:tgtEl>
                                          <p:spTgt spid="29"/>
                                        </p:tgtEl>
                                        <p:attrNameLst>
                                          <p:attrName>ppt_y</p:attrName>
                                        </p:attrNameLst>
                                      </p:cBhvr>
                                      <p:tavLst>
                                        <p:tav tm="0">
                                          <p:val>
                                            <p:strVal val="1+#ppt_h/2"/>
                                          </p:val>
                                        </p:tav>
                                        <p:tav tm="100000">
                                          <p:val>
                                            <p:strVal val="#ppt_y"/>
                                          </p:val>
                                        </p:tav>
                                      </p:tavLst>
                                    </p:anim>
                                  </p:childTnLst>
                                </p:cTn>
                              </p:par>
                              <p:par>
                                <p:cTn id="39" presetID="2" presetClass="entr" presetSubtype="6" fill="hold" nodeType="withEffect">
                                  <p:stCondLst>
                                    <p:cond delay="750"/>
                                  </p:stCondLst>
                                  <p:childTnLst>
                                    <p:set>
                                      <p:cBhvr>
                                        <p:cTn id="40" dur="1" fill="hold">
                                          <p:stCondLst>
                                            <p:cond delay="0"/>
                                          </p:stCondLst>
                                        </p:cTn>
                                        <p:tgtEl>
                                          <p:spTgt spid="32"/>
                                        </p:tgtEl>
                                        <p:attrNameLst>
                                          <p:attrName>style.visibility</p:attrName>
                                        </p:attrNameLst>
                                      </p:cBhvr>
                                      <p:to>
                                        <p:strVal val="visible"/>
                                      </p:to>
                                    </p:set>
                                    <p:anim calcmode="lin" valueType="num">
                                      <p:cBhvr additive="base">
                                        <p:cTn id="41" dur="500" fill="hold"/>
                                        <p:tgtEl>
                                          <p:spTgt spid="32"/>
                                        </p:tgtEl>
                                        <p:attrNameLst>
                                          <p:attrName>ppt_x</p:attrName>
                                        </p:attrNameLst>
                                      </p:cBhvr>
                                      <p:tavLst>
                                        <p:tav tm="0">
                                          <p:val>
                                            <p:strVal val="1+#ppt_w/2"/>
                                          </p:val>
                                        </p:tav>
                                        <p:tav tm="100000">
                                          <p:val>
                                            <p:strVal val="#ppt_x"/>
                                          </p:val>
                                        </p:tav>
                                      </p:tavLst>
                                    </p:anim>
                                    <p:anim calcmode="lin" valueType="num">
                                      <p:cBhvr additive="base">
                                        <p:cTn id="42" dur="500" fill="hold"/>
                                        <p:tgtEl>
                                          <p:spTgt spid="32"/>
                                        </p:tgtEl>
                                        <p:attrNameLst>
                                          <p:attrName>ppt_y</p:attrName>
                                        </p:attrNameLst>
                                      </p:cBhvr>
                                      <p:tavLst>
                                        <p:tav tm="0">
                                          <p:val>
                                            <p:strVal val="1+#ppt_h/2"/>
                                          </p:val>
                                        </p:tav>
                                        <p:tav tm="100000">
                                          <p:val>
                                            <p:strVal val="#ppt_y"/>
                                          </p:val>
                                        </p:tav>
                                      </p:tavLst>
                                    </p:anim>
                                  </p:childTnLst>
                                </p:cTn>
                              </p:par>
                              <p:par>
                                <p:cTn id="43" presetID="2" presetClass="entr" presetSubtype="6" fill="hold" nodeType="withEffect">
                                  <p:stCondLst>
                                    <p:cond delay="75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1+#ppt_h/2"/>
                                          </p:val>
                                        </p:tav>
                                        <p:tav tm="100000">
                                          <p:val>
                                            <p:strVal val="#ppt_y"/>
                                          </p:val>
                                        </p:tav>
                                      </p:tavLst>
                                    </p:anim>
                                  </p:childTnLst>
                                </p:cTn>
                              </p:par>
                              <p:par>
                                <p:cTn id="47" presetID="2" presetClass="entr" presetSubtype="6" fill="hold" nodeType="withEffect">
                                  <p:stCondLst>
                                    <p:cond delay="750"/>
                                  </p:stCondLst>
                                  <p:childTnLst>
                                    <p:set>
                                      <p:cBhvr>
                                        <p:cTn id="48" dur="1" fill="hold">
                                          <p:stCondLst>
                                            <p:cond delay="0"/>
                                          </p:stCondLst>
                                        </p:cTn>
                                        <p:tgtEl>
                                          <p:spTgt spid="38"/>
                                        </p:tgtEl>
                                        <p:attrNameLst>
                                          <p:attrName>style.visibility</p:attrName>
                                        </p:attrNameLst>
                                      </p:cBhvr>
                                      <p:to>
                                        <p:strVal val="visible"/>
                                      </p:to>
                                    </p:set>
                                    <p:anim calcmode="lin" valueType="num">
                                      <p:cBhvr additive="base">
                                        <p:cTn id="49" dur="500" fill="hold"/>
                                        <p:tgtEl>
                                          <p:spTgt spid="38"/>
                                        </p:tgtEl>
                                        <p:attrNameLst>
                                          <p:attrName>ppt_x</p:attrName>
                                        </p:attrNameLst>
                                      </p:cBhvr>
                                      <p:tavLst>
                                        <p:tav tm="0">
                                          <p:val>
                                            <p:strVal val="1+#ppt_w/2"/>
                                          </p:val>
                                        </p:tav>
                                        <p:tav tm="100000">
                                          <p:val>
                                            <p:strVal val="#ppt_x"/>
                                          </p:val>
                                        </p:tav>
                                      </p:tavLst>
                                    </p:anim>
                                    <p:anim calcmode="lin" valueType="num">
                                      <p:cBhvr additive="base">
                                        <p:cTn id="50" dur="500" fill="hold"/>
                                        <p:tgtEl>
                                          <p:spTgt spid="38"/>
                                        </p:tgtEl>
                                        <p:attrNameLst>
                                          <p:attrName>ppt_y</p:attrName>
                                        </p:attrNameLst>
                                      </p:cBhvr>
                                      <p:tavLst>
                                        <p:tav tm="0">
                                          <p:val>
                                            <p:strVal val="1+#ppt_h/2"/>
                                          </p:val>
                                        </p:tav>
                                        <p:tav tm="100000">
                                          <p:val>
                                            <p:strVal val="#ppt_y"/>
                                          </p:val>
                                        </p:tav>
                                      </p:tavLst>
                                    </p:anim>
                                  </p:childTnLst>
                                </p:cTn>
                              </p:par>
                            </p:childTnLst>
                          </p:cTn>
                        </p:par>
                        <p:par>
                          <p:cTn id="51" fill="hold">
                            <p:stCondLst>
                              <p:cond delay="4500"/>
                            </p:stCondLst>
                            <p:childTnLst>
                              <p:par>
                                <p:cTn id="52" presetID="10" presetClass="entr" presetSubtype="0" fill="hold" grpId="0" nodeType="afterEffect">
                                  <p:stCondLst>
                                    <p:cond delay="0"/>
                                  </p:stCondLst>
                                  <p:childTnLst>
                                    <p:set>
                                      <p:cBhvr>
                                        <p:cTn id="53" dur="1" fill="hold">
                                          <p:stCondLst>
                                            <p:cond delay="0"/>
                                          </p:stCondLst>
                                        </p:cTn>
                                        <p:tgtEl>
                                          <p:spTgt spid="41"/>
                                        </p:tgtEl>
                                        <p:attrNameLst>
                                          <p:attrName>style.visibility</p:attrName>
                                        </p:attrNameLst>
                                      </p:cBhvr>
                                      <p:to>
                                        <p:strVal val="visible"/>
                                      </p:to>
                                    </p:set>
                                    <p:animEffect transition="in" filter="fade">
                                      <p:cBhvr>
                                        <p:cTn id="54" dur="125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p:bldP spid="20" grpId="0"/>
      <p:bldP spid="41"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任意多边形 111"/>
          <p:cNvSpPr>
            <a:spLocks/>
          </p:cNvSpPr>
          <p:nvPr/>
        </p:nvSpPr>
        <p:spPr bwMode="auto">
          <a:xfrm rot="20300013">
            <a:off x="5292725" y="6192838"/>
            <a:ext cx="3878263" cy="630237"/>
          </a:xfrm>
          <a:custGeom>
            <a:avLst/>
            <a:gdLst>
              <a:gd name="T0" fmla="*/ 3877060 w 3877060"/>
              <a:gd name="T1" fmla="*/ 0 h 696658"/>
              <a:gd name="T2" fmla="*/ 3877060 w 3877060"/>
              <a:gd name="T3" fmla="*/ 696658 h 696658"/>
              <a:gd name="T4" fmla="*/ 1753615 w 3877060"/>
              <a:gd name="T5" fmla="*/ 696658 h 696658"/>
              <a:gd name="T6" fmla="*/ 0 w 3877060"/>
              <a:gd name="T7" fmla="*/ 0 h 696658"/>
              <a:gd name="T8" fmla="*/ 0 w 3877060"/>
              <a:gd name="T9" fmla="*/ 0 h 696658"/>
              <a:gd name="T10" fmla="*/ 3877060 w 3877060"/>
              <a:gd name="T11" fmla="*/ 696658 h 696658"/>
            </a:gdLst>
            <a:ahLst/>
            <a:cxnLst>
              <a:cxn ang="0">
                <a:pos x="T0" y="T1"/>
              </a:cxn>
              <a:cxn ang="0">
                <a:pos x="T2" y="T3"/>
              </a:cxn>
              <a:cxn ang="0">
                <a:pos x="T4" y="T5"/>
              </a:cxn>
              <a:cxn ang="0">
                <a:pos x="T6" y="T7"/>
              </a:cxn>
            </a:cxnLst>
            <a:rect l="T8" t="T9" r="T10" b="T11"/>
            <a:pathLst>
              <a:path w="3877060" h="696658">
                <a:moveTo>
                  <a:pt x="3877060" y="0"/>
                </a:moveTo>
                <a:lnTo>
                  <a:pt x="3877060" y="696658"/>
                </a:lnTo>
                <a:lnTo>
                  <a:pt x="1753615" y="696658"/>
                </a:lnTo>
                <a:lnTo>
                  <a:pt x="0" y="0"/>
                </a:lnTo>
                <a:close/>
              </a:path>
            </a:pathLst>
          </a:custGeom>
          <a:solidFill>
            <a:schemeClr val="bg1">
              <a:lumMod val="75000"/>
            </a:schemeClr>
          </a:solidFill>
          <a:ln>
            <a:noFill/>
          </a:ln>
        </p:spPr>
        <p:txBody>
          <a:bodyPr anchor="ctr"/>
          <a:lstStyle/>
          <a:p>
            <a:pPr>
              <a:defRPr/>
            </a:pPr>
            <a:endParaRPr lang="zh-CN" altLang="en-US"/>
          </a:p>
        </p:txBody>
      </p:sp>
      <p:grpSp>
        <p:nvGrpSpPr>
          <p:cNvPr id="15363" name="组合 112"/>
          <p:cNvGrpSpPr>
            <a:grpSpLocks/>
          </p:cNvGrpSpPr>
          <p:nvPr/>
        </p:nvGrpSpPr>
        <p:grpSpPr bwMode="auto">
          <a:xfrm>
            <a:off x="3270250" y="2667453"/>
            <a:ext cx="5768975" cy="1122363"/>
            <a:chOff x="0" y="0"/>
            <a:chExt cx="5770322" cy="1121542"/>
          </a:xfrm>
          <a:solidFill>
            <a:schemeClr val="bg1">
              <a:lumMod val="65000"/>
            </a:schemeClr>
          </a:solidFill>
        </p:grpSpPr>
        <p:sp>
          <p:nvSpPr>
            <p:cNvPr id="15364" name="任意多边形 113"/>
            <p:cNvSpPr>
              <a:spLocks/>
            </p:cNvSpPr>
            <p:nvPr/>
          </p:nvSpPr>
          <p:spPr bwMode="auto">
            <a:xfrm rot="21420000">
              <a:off x="0" y="9517"/>
              <a:ext cx="5434943" cy="1112025"/>
            </a:xfrm>
            <a:custGeom>
              <a:avLst/>
              <a:gdLst>
                <a:gd name="T0" fmla="*/ 5434943 w 5434943"/>
                <a:gd name="T1" fmla="*/ 0 h 1112025"/>
                <a:gd name="T2" fmla="*/ 2056877 w 5434943"/>
                <a:gd name="T3" fmla="*/ 1112025 h 1112025"/>
                <a:gd name="T4" fmla="*/ 0 w 5434943"/>
                <a:gd name="T5" fmla="*/ 1112025 h 1112025"/>
                <a:gd name="T6" fmla="*/ 0 w 5434943"/>
                <a:gd name="T7" fmla="*/ 754453 h 1112025"/>
                <a:gd name="T8" fmla="*/ 2291847 w 5434943"/>
                <a:gd name="T9" fmla="*/ 0 h 1112025"/>
                <a:gd name="T10" fmla="*/ 0 w 5434943"/>
                <a:gd name="T11" fmla="*/ 0 h 1112025"/>
                <a:gd name="T12" fmla="*/ 5434943 w 5434943"/>
                <a:gd name="T13" fmla="*/ 1112025 h 1112025"/>
              </a:gdLst>
              <a:ahLst/>
              <a:cxnLst>
                <a:cxn ang="0">
                  <a:pos x="T0" y="T1"/>
                </a:cxn>
                <a:cxn ang="0">
                  <a:pos x="T2" y="T3"/>
                </a:cxn>
                <a:cxn ang="0">
                  <a:pos x="T4" y="T5"/>
                </a:cxn>
                <a:cxn ang="0">
                  <a:pos x="T6" y="T7"/>
                </a:cxn>
                <a:cxn ang="0">
                  <a:pos x="T8" y="T9"/>
                </a:cxn>
              </a:cxnLst>
              <a:rect l="T10" t="T11" r="T12" b="T13"/>
              <a:pathLst>
                <a:path w="5434943" h="1112025">
                  <a:moveTo>
                    <a:pt x="5434943" y="0"/>
                  </a:moveTo>
                  <a:lnTo>
                    <a:pt x="2056877" y="1112025"/>
                  </a:lnTo>
                  <a:lnTo>
                    <a:pt x="0" y="1112025"/>
                  </a:lnTo>
                  <a:lnTo>
                    <a:pt x="0" y="754453"/>
                  </a:lnTo>
                  <a:lnTo>
                    <a:pt x="22918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defRPr/>
              </a:pPr>
              <a:endParaRPr lang="zh-CN" altLang="en-US"/>
            </a:p>
          </p:txBody>
        </p:sp>
        <p:sp>
          <p:nvSpPr>
            <p:cNvPr id="15365" name="任意多边形 114"/>
            <p:cNvSpPr>
              <a:spLocks/>
            </p:cNvSpPr>
            <p:nvPr/>
          </p:nvSpPr>
          <p:spPr bwMode="auto">
            <a:xfrm rot="21420000">
              <a:off x="336822" y="0"/>
              <a:ext cx="5433500" cy="1112025"/>
            </a:xfrm>
            <a:custGeom>
              <a:avLst/>
              <a:gdLst>
                <a:gd name="T0" fmla="*/ 5433500 w 5433500"/>
                <a:gd name="T1" fmla="*/ 0 h 1112025"/>
                <a:gd name="T2" fmla="*/ 5433500 w 5433500"/>
                <a:gd name="T3" fmla="*/ 358047 h 1112025"/>
                <a:gd name="T4" fmla="*/ 3143096 w 5433500"/>
                <a:gd name="T5" fmla="*/ 1112025 h 1112025"/>
                <a:gd name="T6" fmla="*/ 0 w 5433500"/>
                <a:gd name="T7" fmla="*/ 1112025 h 1112025"/>
                <a:gd name="T8" fmla="*/ 3378066 w 5433500"/>
                <a:gd name="T9" fmla="*/ 0 h 1112025"/>
                <a:gd name="T10" fmla="*/ 0 w 5433500"/>
                <a:gd name="T11" fmla="*/ 0 h 1112025"/>
                <a:gd name="T12" fmla="*/ 5433500 w 5433500"/>
                <a:gd name="T13" fmla="*/ 1112025 h 1112025"/>
              </a:gdLst>
              <a:ahLst/>
              <a:cxnLst>
                <a:cxn ang="0">
                  <a:pos x="T0" y="T1"/>
                </a:cxn>
                <a:cxn ang="0">
                  <a:pos x="T2" y="T3"/>
                </a:cxn>
                <a:cxn ang="0">
                  <a:pos x="T4" y="T5"/>
                </a:cxn>
                <a:cxn ang="0">
                  <a:pos x="T6" y="T7"/>
                </a:cxn>
                <a:cxn ang="0">
                  <a:pos x="T8" y="T9"/>
                </a:cxn>
              </a:cxnLst>
              <a:rect l="T10" t="T11" r="T12" b="T13"/>
              <a:pathLst>
                <a:path w="5433500" h="1112025">
                  <a:moveTo>
                    <a:pt x="5433500" y="0"/>
                  </a:moveTo>
                  <a:lnTo>
                    <a:pt x="5433500" y="358047"/>
                  </a:lnTo>
                  <a:lnTo>
                    <a:pt x="3143096" y="1112025"/>
                  </a:lnTo>
                  <a:lnTo>
                    <a:pt x="0" y="1112025"/>
                  </a:lnTo>
                  <a:lnTo>
                    <a:pt x="33780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defRPr/>
              </a:pPr>
              <a:endParaRPr lang="zh-CN" altLang="en-US"/>
            </a:p>
          </p:txBody>
        </p:sp>
      </p:grpSp>
      <p:grpSp>
        <p:nvGrpSpPr>
          <p:cNvPr id="15366" name="组合 115"/>
          <p:cNvGrpSpPr>
            <a:grpSpLocks/>
          </p:cNvGrpSpPr>
          <p:nvPr/>
        </p:nvGrpSpPr>
        <p:grpSpPr bwMode="auto">
          <a:xfrm>
            <a:off x="3328988" y="3743778"/>
            <a:ext cx="5770562" cy="1120775"/>
            <a:chOff x="0" y="0"/>
            <a:chExt cx="5770322" cy="1121542"/>
          </a:xfrm>
          <a:solidFill>
            <a:schemeClr val="bg1">
              <a:lumMod val="65000"/>
            </a:schemeClr>
          </a:solidFill>
        </p:grpSpPr>
        <p:sp>
          <p:nvSpPr>
            <p:cNvPr id="15367" name="任意多边形 116"/>
            <p:cNvSpPr>
              <a:spLocks/>
            </p:cNvSpPr>
            <p:nvPr/>
          </p:nvSpPr>
          <p:spPr bwMode="auto">
            <a:xfrm rot="21420000">
              <a:off x="0" y="9517"/>
              <a:ext cx="5434943" cy="1112025"/>
            </a:xfrm>
            <a:custGeom>
              <a:avLst/>
              <a:gdLst>
                <a:gd name="T0" fmla="*/ 5434943 w 5434943"/>
                <a:gd name="T1" fmla="*/ 0 h 1112025"/>
                <a:gd name="T2" fmla="*/ 2056877 w 5434943"/>
                <a:gd name="T3" fmla="*/ 1112025 h 1112025"/>
                <a:gd name="T4" fmla="*/ 0 w 5434943"/>
                <a:gd name="T5" fmla="*/ 1112025 h 1112025"/>
                <a:gd name="T6" fmla="*/ 0 w 5434943"/>
                <a:gd name="T7" fmla="*/ 754453 h 1112025"/>
                <a:gd name="T8" fmla="*/ 2291847 w 5434943"/>
                <a:gd name="T9" fmla="*/ 0 h 1112025"/>
                <a:gd name="T10" fmla="*/ 0 w 5434943"/>
                <a:gd name="T11" fmla="*/ 0 h 1112025"/>
                <a:gd name="T12" fmla="*/ 5434943 w 5434943"/>
                <a:gd name="T13" fmla="*/ 1112025 h 1112025"/>
              </a:gdLst>
              <a:ahLst/>
              <a:cxnLst>
                <a:cxn ang="0">
                  <a:pos x="T0" y="T1"/>
                </a:cxn>
                <a:cxn ang="0">
                  <a:pos x="T2" y="T3"/>
                </a:cxn>
                <a:cxn ang="0">
                  <a:pos x="T4" y="T5"/>
                </a:cxn>
                <a:cxn ang="0">
                  <a:pos x="T6" y="T7"/>
                </a:cxn>
                <a:cxn ang="0">
                  <a:pos x="T8" y="T9"/>
                </a:cxn>
              </a:cxnLst>
              <a:rect l="T10" t="T11" r="T12" b="T13"/>
              <a:pathLst>
                <a:path w="5434943" h="1112025">
                  <a:moveTo>
                    <a:pt x="5434943" y="0"/>
                  </a:moveTo>
                  <a:lnTo>
                    <a:pt x="2056877" y="1112025"/>
                  </a:lnTo>
                  <a:lnTo>
                    <a:pt x="0" y="1112025"/>
                  </a:lnTo>
                  <a:lnTo>
                    <a:pt x="0" y="754453"/>
                  </a:lnTo>
                  <a:lnTo>
                    <a:pt x="22918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defRPr/>
              </a:pPr>
              <a:endParaRPr lang="zh-CN" altLang="en-US"/>
            </a:p>
          </p:txBody>
        </p:sp>
        <p:sp>
          <p:nvSpPr>
            <p:cNvPr id="15368" name="任意多边形 117"/>
            <p:cNvSpPr>
              <a:spLocks/>
            </p:cNvSpPr>
            <p:nvPr/>
          </p:nvSpPr>
          <p:spPr bwMode="auto">
            <a:xfrm rot="21420000">
              <a:off x="336822" y="0"/>
              <a:ext cx="5433500" cy="1112025"/>
            </a:xfrm>
            <a:custGeom>
              <a:avLst/>
              <a:gdLst>
                <a:gd name="T0" fmla="*/ 5433500 w 5433500"/>
                <a:gd name="T1" fmla="*/ 0 h 1112025"/>
                <a:gd name="T2" fmla="*/ 5433500 w 5433500"/>
                <a:gd name="T3" fmla="*/ 358047 h 1112025"/>
                <a:gd name="T4" fmla="*/ 3143096 w 5433500"/>
                <a:gd name="T5" fmla="*/ 1112025 h 1112025"/>
                <a:gd name="T6" fmla="*/ 0 w 5433500"/>
                <a:gd name="T7" fmla="*/ 1112025 h 1112025"/>
                <a:gd name="T8" fmla="*/ 3378066 w 5433500"/>
                <a:gd name="T9" fmla="*/ 0 h 1112025"/>
                <a:gd name="T10" fmla="*/ 0 w 5433500"/>
                <a:gd name="T11" fmla="*/ 0 h 1112025"/>
                <a:gd name="T12" fmla="*/ 5433500 w 5433500"/>
                <a:gd name="T13" fmla="*/ 1112025 h 1112025"/>
              </a:gdLst>
              <a:ahLst/>
              <a:cxnLst>
                <a:cxn ang="0">
                  <a:pos x="T0" y="T1"/>
                </a:cxn>
                <a:cxn ang="0">
                  <a:pos x="T2" y="T3"/>
                </a:cxn>
                <a:cxn ang="0">
                  <a:pos x="T4" y="T5"/>
                </a:cxn>
                <a:cxn ang="0">
                  <a:pos x="T6" y="T7"/>
                </a:cxn>
                <a:cxn ang="0">
                  <a:pos x="T8" y="T9"/>
                </a:cxn>
              </a:cxnLst>
              <a:rect l="T10" t="T11" r="T12" b="T13"/>
              <a:pathLst>
                <a:path w="5433500" h="1112025">
                  <a:moveTo>
                    <a:pt x="5433500" y="0"/>
                  </a:moveTo>
                  <a:lnTo>
                    <a:pt x="5433500" y="358047"/>
                  </a:lnTo>
                  <a:lnTo>
                    <a:pt x="3143096" y="1112025"/>
                  </a:lnTo>
                  <a:lnTo>
                    <a:pt x="0" y="1112025"/>
                  </a:lnTo>
                  <a:lnTo>
                    <a:pt x="33780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defRPr/>
              </a:pPr>
              <a:endParaRPr lang="zh-CN" altLang="en-US"/>
            </a:p>
          </p:txBody>
        </p:sp>
      </p:grpSp>
      <p:grpSp>
        <p:nvGrpSpPr>
          <p:cNvPr id="15369" name="组合 118"/>
          <p:cNvGrpSpPr>
            <a:grpSpLocks/>
          </p:cNvGrpSpPr>
          <p:nvPr/>
        </p:nvGrpSpPr>
        <p:grpSpPr bwMode="auto">
          <a:xfrm>
            <a:off x="3378200" y="4804228"/>
            <a:ext cx="5770563" cy="1136650"/>
            <a:chOff x="0" y="0"/>
            <a:chExt cx="5770322" cy="1136374"/>
          </a:xfrm>
          <a:solidFill>
            <a:schemeClr val="bg1">
              <a:lumMod val="65000"/>
            </a:schemeClr>
          </a:solidFill>
        </p:grpSpPr>
        <p:sp>
          <p:nvSpPr>
            <p:cNvPr id="15370" name="任意多边形 119"/>
            <p:cNvSpPr>
              <a:spLocks/>
            </p:cNvSpPr>
            <p:nvPr/>
          </p:nvSpPr>
          <p:spPr bwMode="auto">
            <a:xfrm rot="21420000">
              <a:off x="0" y="0"/>
              <a:ext cx="5434943" cy="1112025"/>
            </a:xfrm>
            <a:custGeom>
              <a:avLst/>
              <a:gdLst>
                <a:gd name="T0" fmla="*/ 5434943 w 5434943"/>
                <a:gd name="T1" fmla="*/ 0 h 1112025"/>
                <a:gd name="T2" fmla="*/ 2056877 w 5434943"/>
                <a:gd name="T3" fmla="*/ 1112025 h 1112025"/>
                <a:gd name="T4" fmla="*/ 0 w 5434943"/>
                <a:gd name="T5" fmla="*/ 1112025 h 1112025"/>
                <a:gd name="T6" fmla="*/ 0 w 5434943"/>
                <a:gd name="T7" fmla="*/ 754453 h 1112025"/>
                <a:gd name="T8" fmla="*/ 2291847 w 5434943"/>
                <a:gd name="T9" fmla="*/ 0 h 1112025"/>
                <a:gd name="T10" fmla="*/ 0 w 5434943"/>
                <a:gd name="T11" fmla="*/ 0 h 1112025"/>
                <a:gd name="T12" fmla="*/ 5434943 w 5434943"/>
                <a:gd name="T13" fmla="*/ 1112025 h 1112025"/>
              </a:gdLst>
              <a:ahLst/>
              <a:cxnLst>
                <a:cxn ang="0">
                  <a:pos x="T0" y="T1"/>
                </a:cxn>
                <a:cxn ang="0">
                  <a:pos x="T2" y="T3"/>
                </a:cxn>
                <a:cxn ang="0">
                  <a:pos x="T4" y="T5"/>
                </a:cxn>
                <a:cxn ang="0">
                  <a:pos x="T6" y="T7"/>
                </a:cxn>
                <a:cxn ang="0">
                  <a:pos x="T8" y="T9"/>
                </a:cxn>
              </a:cxnLst>
              <a:rect l="T10" t="T11" r="T12" b="T13"/>
              <a:pathLst>
                <a:path w="5434943" h="1112025">
                  <a:moveTo>
                    <a:pt x="5434943" y="0"/>
                  </a:moveTo>
                  <a:lnTo>
                    <a:pt x="2056877" y="1112025"/>
                  </a:lnTo>
                  <a:lnTo>
                    <a:pt x="0" y="1112025"/>
                  </a:lnTo>
                  <a:lnTo>
                    <a:pt x="0" y="754453"/>
                  </a:lnTo>
                  <a:lnTo>
                    <a:pt x="229184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defRPr/>
              </a:pPr>
              <a:endParaRPr lang="zh-CN" altLang="en-US"/>
            </a:p>
          </p:txBody>
        </p:sp>
        <p:sp>
          <p:nvSpPr>
            <p:cNvPr id="15371" name="任意多边形 120"/>
            <p:cNvSpPr>
              <a:spLocks/>
            </p:cNvSpPr>
            <p:nvPr/>
          </p:nvSpPr>
          <p:spPr bwMode="auto">
            <a:xfrm rot="21420000">
              <a:off x="336822" y="24349"/>
              <a:ext cx="5433500" cy="1112025"/>
            </a:xfrm>
            <a:custGeom>
              <a:avLst/>
              <a:gdLst>
                <a:gd name="T0" fmla="*/ 5433500 w 5433500"/>
                <a:gd name="T1" fmla="*/ 0 h 1112025"/>
                <a:gd name="T2" fmla="*/ 5433500 w 5433500"/>
                <a:gd name="T3" fmla="*/ 358047 h 1112025"/>
                <a:gd name="T4" fmla="*/ 3143096 w 5433500"/>
                <a:gd name="T5" fmla="*/ 1112025 h 1112025"/>
                <a:gd name="T6" fmla="*/ 0 w 5433500"/>
                <a:gd name="T7" fmla="*/ 1112025 h 1112025"/>
                <a:gd name="T8" fmla="*/ 3378066 w 5433500"/>
                <a:gd name="T9" fmla="*/ 0 h 1112025"/>
                <a:gd name="T10" fmla="*/ 0 w 5433500"/>
                <a:gd name="T11" fmla="*/ 0 h 1112025"/>
                <a:gd name="T12" fmla="*/ 5433500 w 5433500"/>
                <a:gd name="T13" fmla="*/ 1112025 h 1112025"/>
              </a:gdLst>
              <a:ahLst/>
              <a:cxnLst>
                <a:cxn ang="0">
                  <a:pos x="T0" y="T1"/>
                </a:cxn>
                <a:cxn ang="0">
                  <a:pos x="T2" y="T3"/>
                </a:cxn>
                <a:cxn ang="0">
                  <a:pos x="T4" y="T5"/>
                </a:cxn>
                <a:cxn ang="0">
                  <a:pos x="T6" y="T7"/>
                </a:cxn>
                <a:cxn ang="0">
                  <a:pos x="T8" y="T9"/>
                </a:cxn>
              </a:cxnLst>
              <a:rect l="T10" t="T11" r="T12" b="T13"/>
              <a:pathLst>
                <a:path w="5433500" h="1112025">
                  <a:moveTo>
                    <a:pt x="5433500" y="0"/>
                  </a:moveTo>
                  <a:lnTo>
                    <a:pt x="5433500" y="358047"/>
                  </a:lnTo>
                  <a:lnTo>
                    <a:pt x="3143096" y="1112025"/>
                  </a:lnTo>
                  <a:lnTo>
                    <a:pt x="0" y="1112025"/>
                  </a:lnTo>
                  <a:lnTo>
                    <a:pt x="33780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nchor="ctr"/>
            <a:lstStyle/>
            <a:p>
              <a:pPr>
                <a:defRPr/>
              </a:pPr>
              <a:endParaRPr lang="zh-CN" altLang="en-US"/>
            </a:p>
          </p:txBody>
        </p:sp>
      </p:grpSp>
      <p:grpSp>
        <p:nvGrpSpPr>
          <p:cNvPr id="44038" name="组合 121"/>
          <p:cNvGrpSpPr>
            <a:grpSpLocks/>
          </p:cNvGrpSpPr>
          <p:nvPr/>
        </p:nvGrpSpPr>
        <p:grpSpPr bwMode="auto">
          <a:xfrm>
            <a:off x="8228013" y="0"/>
            <a:ext cx="1420812" cy="969963"/>
            <a:chOff x="-61334" y="0"/>
            <a:chExt cx="2763269" cy="1257300"/>
          </a:xfrm>
        </p:grpSpPr>
        <p:sp>
          <p:nvSpPr>
            <p:cNvPr id="15373" name="矩形 122"/>
            <p:cNvSpPr>
              <a:spLocks noChangeArrowheads="1"/>
            </p:cNvSpPr>
            <p:nvPr/>
          </p:nvSpPr>
          <p:spPr bwMode="auto">
            <a:xfrm>
              <a:off x="-61334" y="0"/>
              <a:ext cx="364319" cy="125730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5374" name="矩形 123"/>
            <p:cNvSpPr>
              <a:spLocks noChangeArrowheads="1"/>
            </p:cNvSpPr>
            <p:nvPr/>
          </p:nvSpPr>
          <p:spPr bwMode="auto">
            <a:xfrm>
              <a:off x="448095" y="0"/>
              <a:ext cx="577355" cy="1257300"/>
            </a:xfrm>
            <a:prstGeom prst="rect">
              <a:avLst/>
            </a:prstGeom>
            <a:solidFill>
              <a:schemeClr val="tx2">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5375" name="矩形 124"/>
            <p:cNvSpPr>
              <a:spLocks noChangeArrowheads="1"/>
            </p:cNvSpPr>
            <p:nvPr/>
          </p:nvSpPr>
          <p:spPr bwMode="auto">
            <a:xfrm>
              <a:off x="1105723" y="0"/>
              <a:ext cx="682326" cy="1257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5376" name="矩形 125"/>
            <p:cNvSpPr>
              <a:spLocks noChangeArrowheads="1"/>
            </p:cNvSpPr>
            <p:nvPr/>
          </p:nvSpPr>
          <p:spPr bwMode="auto">
            <a:xfrm>
              <a:off x="1868323" y="0"/>
              <a:ext cx="833612" cy="1257300"/>
            </a:xfrm>
            <a:prstGeom prst="rect">
              <a:avLst/>
            </a:prstGeom>
            <a:solidFill>
              <a:srgbClr val="1557AE"/>
            </a:solidFill>
            <a:ln w="12700" cmpd="sng">
              <a:solidFill>
                <a:srgbClr val="6C5B7B"/>
              </a:solidFill>
              <a:miter lim="800000"/>
              <a:headEnd/>
              <a:tailEnd/>
            </a:ln>
          </p:spPr>
          <p:txBody>
            <a:bodyPr anchor="ctr"/>
            <a:lstStyle/>
            <a:p>
              <a:pPr algn="ctr">
                <a:defRPr/>
              </a:pPr>
              <a:endParaRPr lang="zh-CN" altLang="en-US">
                <a:solidFill>
                  <a:srgbClr val="FFFFFF"/>
                </a:solidFill>
                <a:latin typeface="宋体" pitchFamily="2" charset="-122"/>
                <a:sym typeface="宋体" pitchFamily="2" charset="-122"/>
              </a:endParaRPr>
            </a:p>
          </p:txBody>
        </p:sp>
      </p:grpSp>
      <p:grpSp>
        <p:nvGrpSpPr>
          <p:cNvPr id="44039" name="组合 126"/>
          <p:cNvGrpSpPr>
            <a:grpSpLocks/>
          </p:cNvGrpSpPr>
          <p:nvPr/>
        </p:nvGrpSpPr>
        <p:grpSpPr bwMode="auto">
          <a:xfrm flipH="1">
            <a:off x="2486025" y="0"/>
            <a:ext cx="1389063" cy="969963"/>
            <a:chOff x="0" y="0"/>
            <a:chExt cx="2701935" cy="1257300"/>
          </a:xfrm>
        </p:grpSpPr>
        <p:sp>
          <p:nvSpPr>
            <p:cNvPr id="15378" name="矩形 127"/>
            <p:cNvSpPr>
              <a:spLocks noChangeArrowheads="1"/>
            </p:cNvSpPr>
            <p:nvPr/>
          </p:nvSpPr>
          <p:spPr bwMode="auto">
            <a:xfrm>
              <a:off x="0" y="0"/>
              <a:ext cx="364375" cy="125730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5379" name="矩形 128"/>
            <p:cNvSpPr>
              <a:spLocks noChangeArrowheads="1"/>
            </p:cNvSpPr>
            <p:nvPr/>
          </p:nvSpPr>
          <p:spPr bwMode="auto">
            <a:xfrm>
              <a:off x="447750" y="0"/>
              <a:ext cx="577441" cy="1257300"/>
            </a:xfrm>
            <a:prstGeom prst="rect">
              <a:avLst/>
            </a:prstGeom>
            <a:solidFill>
              <a:schemeClr val="tx2">
                <a:lumMod val="60000"/>
                <a:lumOff val="4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5380" name="矩形 129"/>
            <p:cNvSpPr>
              <a:spLocks noChangeArrowheads="1"/>
            </p:cNvSpPr>
            <p:nvPr/>
          </p:nvSpPr>
          <p:spPr bwMode="auto">
            <a:xfrm>
              <a:off x="1108566" y="0"/>
              <a:ext cx="679343" cy="1257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15381" name="矩形 130"/>
            <p:cNvSpPr>
              <a:spLocks noChangeArrowheads="1"/>
            </p:cNvSpPr>
            <p:nvPr/>
          </p:nvSpPr>
          <p:spPr bwMode="auto">
            <a:xfrm>
              <a:off x="1868195" y="0"/>
              <a:ext cx="833740" cy="1257300"/>
            </a:xfrm>
            <a:prstGeom prst="rect">
              <a:avLst/>
            </a:prstGeom>
            <a:solidFill>
              <a:schemeClr val="accent1"/>
            </a:solidFill>
            <a:ln w="12700" cmpd="sng">
              <a:solidFill>
                <a:srgbClr val="6C5B7B"/>
              </a:solidFill>
              <a:miter lim="800000"/>
              <a:headEnd/>
              <a:tailEnd/>
            </a:ln>
          </p:spPr>
          <p:txBody>
            <a:bodyPr anchor="ctr"/>
            <a:lstStyle/>
            <a:p>
              <a:pPr algn="ctr">
                <a:defRPr/>
              </a:pPr>
              <a:endParaRPr lang="zh-CN" altLang="en-US">
                <a:solidFill>
                  <a:srgbClr val="FFFFFF"/>
                </a:solidFill>
                <a:latin typeface="宋体" pitchFamily="2" charset="-122"/>
                <a:sym typeface="宋体" pitchFamily="2" charset="-122"/>
              </a:endParaRPr>
            </a:p>
          </p:txBody>
        </p:sp>
      </p:grpSp>
      <p:sp>
        <p:nvSpPr>
          <p:cNvPr id="15382" name="文本框 131"/>
          <p:cNvSpPr>
            <a:spLocks noChangeArrowheads="1"/>
          </p:cNvSpPr>
          <p:nvPr/>
        </p:nvSpPr>
        <p:spPr bwMode="auto">
          <a:xfrm>
            <a:off x="4197350" y="77788"/>
            <a:ext cx="3762375"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5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rPr>
              <a:t>CON</a:t>
            </a:r>
            <a:r>
              <a:rPr lang="zh-CN" altLang="en-US" sz="5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rPr>
              <a:t>T</a:t>
            </a:r>
            <a:r>
              <a:rPr lang="en-US" sz="5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rPr>
              <a:t>ENTS</a:t>
            </a:r>
            <a:endParaRPr lang="zh-CN" altLang="en-US" sz="5200" dirty="0">
              <a:solidFill>
                <a:srgbClr val="000000"/>
              </a:solidFill>
              <a:effectLst>
                <a:outerShdw blurRad="38100" dist="38100" dir="2700000" algn="tl">
                  <a:srgbClr val="000000">
                    <a:alpha val="43137"/>
                  </a:srgbClr>
                </a:outerShdw>
              </a:effectLst>
              <a:latin typeface="微软雅黑" pitchFamily="34" charset="-122"/>
              <a:ea typeface="微软雅黑" pitchFamily="34" charset="-122"/>
              <a:sym typeface="微软雅黑" pitchFamily="34" charset="-122"/>
            </a:endParaRPr>
          </a:p>
        </p:txBody>
      </p:sp>
      <p:grpSp>
        <p:nvGrpSpPr>
          <p:cNvPr id="2" name="组合 1"/>
          <p:cNvGrpSpPr/>
          <p:nvPr/>
        </p:nvGrpSpPr>
        <p:grpSpPr>
          <a:xfrm>
            <a:off x="3232150" y="2347913"/>
            <a:ext cx="5791200" cy="696912"/>
            <a:chOff x="3232150" y="2347913"/>
            <a:chExt cx="5791200" cy="696912"/>
          </a:xfrm>
        </p:grpSpPr>
        <p:sp>
          <p:nvSpPr>
            <p:cNvPr id="15383" name="矩形 132"/>
            <p:cNvSpPr>
              <a:spLocks noChangeArrowheads="1"/>
            </p:cNvSpPr>
            <p:nvPr/>
          </p:nvSpPr>
          <p:spPr bwMode="auto">
            <a:xfrm rot="21420000">
              <a:off x="3232150" y="2347913"/>
              <a:ext cx="5791200" cy="696912"/>
            </a:xfrm>
            <a:prstGeom prst="rect">
              <a:avLst/>
            </a:prstGeom>
            <a:solidFill>
              <a:srgbClr val="1557AE"/>
            </a:solidFill>
            <a:ln>
              <a:noFill/>
            </a:ln>
          </p:spPr>
          <p:txBody>
            <a:bodyPr anchor="ctr"/>
            <a:lstStyle/>
            <a:p>
              <a:pPr algn="ctr">
                <a:defRPr/>
              </a:pPr>
              <a:endParaRPr lang="zh-CN" altLang="en-US" dirty="0">
                <a:solidFill>
                  <a:srgbClr val="FFFFFF"/>
                </a:solidFill>
                <a:latin typeface="宋体" pitchFamily="2" charset="-122"/>
                <a:sym typeface="宋体" pitchFamily="2" charset="-122"/>
              </a:endParaRPr>
            </a:p>
          </p:txBody>
        </p:sp>
        <p:sp>
          <p:nvSpPr>
            <p:cNvPr id="44045" name="矩形 136"/>
            <p:cNvSpPr>
              <a:spLocks noChangeArrowheads="1"/>
            </p:cNvSpPr>
            <p:nvPr/>
          </p:nvSpPr>
          <p:spPr bwMode="auto">
            <a:xfrm rot="21393103">
              <a:off x="5753100" y="2379663"/>
              <a:ext cx="23399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年度工作概述</a:t>
              </a:r>
            </a:p>
          </p:txBody>
        </p:sp>
        <p:sp>
          <p:nvSpPr>
            <p:cNvPr id="44049" name="TextBox 1"/>
            <p:cNvSpPr txBox="1">
              <a:spLocks noChangeArrowheads="1"/>
            </p:cNvSpPr>
            <p:nvPr/>
          </p:nvSpPr>
          <p:spPr bwMode="auto">
            <a:xfrm rot="21365879">
              <a:off x="3714750" y="2482850"/>
              <a:ext cx="170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chemeClr val="bg1"/>
                  </a:solidFill>
                </a:rPr>
                <a:t>PART  01</a:t>
              </a:r>
              <a:endParaRPr lang="zh-CN" altLang="en-US" sz="2800">
                <a:solidFill>
                  <a:schemeClr val="bg1"/>
                </a:solidFill>
              </a:endParaRPr>
            </a:p>
          </p:txBody>
        </p:sp>
      </p:grpSp>
      <p:grpSp>
        <p:nvGrpSpPr>
          <p:cNvPr id="3" name="组合 2"/>
          <p:cNvGrpSpPr/>
          <p:nvPr/>
        </p:nvGrpSpPr>
        <p:grpSpPr>
          <a:xfrm>
            <a:off x="3287713" y="3416300"/>
            <a:ext cx="5791200" cy="696913"/>
            <a:chOff x="3287713" y="3416300"/>
            <a:chExt cx="5791200" cy="696913"/>
          </a:xfrm>
        </p:grpSpPr>
        <p:sp>
          <p:nvSpPr>
            <p:cNvPr id="15384" name="矩形 133"/>
            <p:cNvSpPr>
              <a:spLocks noChangeArrowheads="1"/>
            </p:cNvSpPr>
            <p:nvPr/>
          </p:nvSpPr>
          <p:spPr bwMode="auto">
            <a:xfrm rot="21420000">
              <a:off x="3287713" y="3416300"/>
              <a:ext cx="5791200" cy="696913"/>
            </a:xfrm>
            <a:prstGeom prst="rect">
              <a:avLst/>
            </a:prstGeom>
            <a:solidFill>
              <a:srgbClr val="1557AE"/>
            </a:solidFill>
            <a:ln>
              <a:noFill/>
            </a:ln>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44046" name="矩形 137"/>
            <p:cNvSpPr>
              <a:spLocks noChangeArrowheads="1"/>
            </p:cNvSpPr>
            <p:nvPr/>
          </p:nvSpPr>
          <p:spPr bwMode="auto">
            <a:xfrm rot="21418041">
              <a:off x="5880100" y="3451225"/>
              <a:ext cx="2339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成功作品展示</a:t>
              </a:r>
              <a:endParaRPr lang="en-US" altLang="zh-CN" sz="28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050" name="TextBox 32"/>
            <p:cNvSpPr txBox="1">
              <a:spLocks noChangeArrowheads="1"/>
            </p:cNvSpPr>
            <p:nvPr/>
          </p:nvSpPr>
          <p:spPr bwMode="auto">
            <a:xfrm rot="21442336">
              <a:off x="3746500" y="3582988"/>
              <a:ext cx="17002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chemeClr val="bg1"/>
                  </a:solidFill>
                </a:rPr>
                <a:t>PART  02</a:t>
              </a:r>
              <a:endParaRPr lang="zh-CN" altLang="en-US" sz="2800">
                <a:solidFill>
                  <a:schemeClr val="bg1"/>
                </a:solidFill>
              </a:endParaRPr>
            </a:p>
          </p:txBody>
        </p:sp>
      </p:grpSp>
      <p:grpSp>
        <p:nvGrpSpPr>
          <p:cNvPr id="5" name="组合 4"/>
          <p:cNvGrpSpPr/>
          <p:nvPr/>
        </p:nvGrpSpPr>
        <p:grpSpPr>
          <a:xfrm>
            <a:off x="3343275" y="4498975"/>
            <a:ext cx="5791200" cy="695325"/>
            <a:chOff x="3343275" y="4498975"/>
            <a:chExt cx="5791200" cy="695325"/>
          </a:xfrm>
        </p:grpSpPr>
        <p:sp>
          <p:nvSpPr>
            <p:cNvPr id="15385" name="矩形 134"/>
            <p:cNvSpPr>
              <a:spLocks noChangeArrowheads="1"/>
            </p:cNvSpPr>
            <p:nvPr/>
          </p:nvSpPr>
          <p:spPr bwMode="auto">
            <a:xfrm rot="21420000">
              <a:off x="3343275" y="4498975"/>
              <a:ext cx="5791200" cy="695325"/>
            </a:xfrm>
            <a:prstGeom prst="rect">
              <a:avLst/>
            </a:prstGeom>
            <a:solidFill>
              <a:srgbClr val="1557AE"/>
            </a:solidFill>
            <a:ln>
              <a:noFill/>
            </a:ln>
          </p:spPr>
          <p:txBody>
            <a:bodyPr anchor="ctr"/>
            <a:lstStyle/>
            <a:p>
              <a:pPr algn="ctr">
                <a:defRPr/>
              </a:pPr>
              <a:endParaRPr lang="zh-CN" altLang="en-US">
                <a:solidFill>
                  <a:srgbClr val="FFFFFF"/>
                </a:solidFill>
                <a:latin typeface="宋体" pitchFamily="2" charset="-122"/>
                <a:sym typeface="宋体" pitchFamily="2" charset="-122"/>
              </a:endParaRPr>
            </a:p>
          </p:txBody>
        </p:sp>
        <p:grpSp>
          <p:nvGrpSpPr>
            <p:cNvPr id="4" name="组合 3"/>
            <p:cNvGrpSpPr/>
            <p:nvPr/>
          </p:nvGrpSpPr>
          <p:grpSpPr>
            <a:xfrm>
              <a:off x="3852863" y="4530725"/>
              <a:ext cx="4470400" cy="617538"/>
              <a:chOff x="3852863" y="4530725"/>
              <a:chExt cx="4470400" cy="617538"/>
            </a:xfrm>
          </p:grpSpPr>
          <p:sp>
            <p:nvSpPr>
              <p:cNvPr id="44047" name="矩形 138"/>
              <p:cNvSpPr>
                <a:spLocks noChangeArrowheads="1"/>
              </p:cNvSpPr>
              <p:nvPr/>
            </p:nvSpPr>
            <p:spPr bwMode="auto">
              <a:xfrm rot="21414824">
                <a:off x="5983288" y="4530725"/>
                <a:ext cx="23399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存在不足之处</a:t>
                </a:r>
                <a:endParaRPr lang="en-US" altLang="zh-CN" sz="2800">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051" name="TextBox 33"/>
              <p:cNvSpPr txBox="1">
                <a:spLocks noChangeArrowheads="1"/>
              </p:cNvSpPr>
              <p:nvPr/>
            </p:nvSpPr>
            <p:spPr bwMode="auto">
              <a:xfrm rot="21412349">
                <a:off x="3852863" y="4624388"/>
                <a:ext cx="1701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chemeClr val="bg1"/>
                    </a:solidFill>
                  </a:rPr>
                  <a:t>PART  03</a:t>
                </a:r>
                <a:endParaRPr lang="zh-CN" altLang="en-US" sz="2800">
                  <a:solidFill>
                    <a:schemeClr val="bg1"/>
                  </a:solidFill>
                </a:endParaRPr>
              </a:p>
            </p:txBody>
          </p:sp>
        </p:grpSp>
      </p:grpSp>
      <p:grpSp>
        <p:nvGrpSpPr>
          <p:cNvPr id="6" name="组合 5"/>
          <p:cNvGrpSpPr/>
          <p:nvPr/>
        </p:nvGrpSpPr>
        <p:grpSpPr>
          <a:xfrm>
            <a:off x="3398838" y="5546725"/>
            <a:ext cx="5791200" cy="696913"/>
            <a:chOff x="3398838" y="5546725"/>
            <a:chExt cx="5791200" cy="696913"/>
          </a:xfrm>
        </p:grpSpPr>
        <p:sp>
          <p:nvSpPr>
            <p:cNvPr id="15386" name="矩形 135"/>
            <p:cNvSpPr>
              <a:spLocks noChangeArrowheads="1"/>
            </p:cNvSpPr>
            <p:nvPr/>
          </p:nvSpPr>
          <p:spPr bwMode="auto">
            <a:xfrm rot="21420000">
              <a:off x="3398838" y="5546725"/>
              <a:ext cx="5791200" cy="696913"/>
            </a:xfrm>
            <a:prstGeom prst="rect">
              <a:avLst/>
            </a:prstGeom>
            <a:solidFill>
              <a:srgbClr val="1557AE"/>
            </a:solidFill>
            <a:ln>
              <a:noFill/>
            </a:ln>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44048" name="矩形 139"/>
            <p:cNvSpPr>
              <a:spLocks noChangeArrowheads="1"/>
            </p:cNvSpPr>
            <p:nvPr/>
          </p:nvSpPr>
          <p:spPr bwMode="auto">
            <a:xfrm rot="21401977">
              <a:off x="6107113" y="5584825"/>
              <a:ext cx="233838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明年工作计划</a:t>
              </a:r>
            </a:p>
          </p:txBody>
        </p:sp>
        <p:sp>
          <p:nvSpPr>
            <p:cNvPr id="44052" name="TextBox 34"/>
            <p:cNvSpPr txBox="1">
              <a:spLocks noChangeArrowheads="1"/>
            </p:cNvSpPr>
            <p:nvPr/>
          </p:nvSpPr>
          <p:spPr bwMode="auto">
            <a:xfrm rot="21442336">
              <a:off x="3929063" y="5680075"/>
              <a:ext cx="17002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solidFill>
                    <a:schemeClr val="bg1"/>
                  </a:solidFill>
                </a:rPr>
                <a:t>PART  04</a:t>
              </a:r>
              <a:endParaRPr lang="zh-CN" altLang="en-US" sz="2800">
                <a:solidFill>
                  <a:schemeClr val="bg1"/>
                </a:solidFill>
              </a:endParaRPr>
            </a:p>
          </p:txBody>
        </p:sp>
      </p:grpSp>
    </p:spTree>
  </p:cSld>
  <p:clrMapOvr>
    <a:masterClrMapping/>
  </p:clrMapOvr>
  <mc:AlternateContent xmlns:mc="http://schemas.openxmlformats.org/markup-compatibility/2006" xmlns:p14="http://schemas.microsoft.com/office/powerpoint/2010/main">
    <mc:Choice Requires="p14">
      <p:transition spd="slow" p14:dur="800" advTm="0">
        <p:circle/>
      </p:transition>
    </mc:Choice>
    <mc:Fallback xmlns="">
      <p:transition spd="slow" advTm="0">
        <p:circl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7" presetClass="entr" presetSubtype="0" fill="hold" nodeType="clickEffect">
                                  <p:stCondLst>
                                    <p:cond delay="0"/>
                                  </p:stCondLst>
                                  <p:childTnLst>
                                    <p:set>
                                      <p:cBhvr>
                                        <p:cTn id="6" dur="1" fill="hold">
                                          <p:stCondLst>
                                            <p:cond delay="0"/>
                                          </p:stCondLst>
                                        </p:cTn>
                                        <p:tgtEl>
                                          <p:spTgt spid="44038"/>
                                        </p:tgtEl>
                                        <p:attrNameLst>
                                          <p:attrName>style.visibility</p:attrName>
                                        </p:attrNameLst>
                                      </p:cBhvr>
                                      <p:to>
                                        <p:strVal val="visible"/>
                                      </p:to>
                                    </p:set>
                                    <p:animEffect transition="in" filter="fade">
                                      <p:cBhvr>
                                        <p:cTn id="7" dur="1000"/>
                                        <p:tgtEl>
                                          <p:spTgt spid="44038"/>
                                        </p:tgtEl>
                                      </p:cBhvr>
                                    </p:animEffect>
                                    <p:anim calcmode="lin" valueType="num">
                                      <p:cBhvr>
                                        <p:cTn id="8" dur="1000" fill="hold"/>
                                        <p:tgtEl>
                                          <p:spTgt spid="44038"/>
                                        </p:tgtEl>
                                        <p:attrNameLst>
                                          <p:attrName>ppt_x</p:attrName>
                                        </p:attrNameLst>
                                      </p:cBhvr>
                                      <p:tavLst>
                                        <p:tav tm="0">
                                          <p:val>
                                            <p:strVal val="#ppt_x"/>
                                          </p:val>
                                        </p:tav>
                                        <p:tav tm="100000">
                                          <p:val>
                                            <p:strVal val="#ppt_x"/>
                                          </p:val>
                                        </p:tav>
                                      </p:tavLst>
                                    </p:anim>
                                    <p:anim calcmode="lin" valueType="num">
                                      <p:cBhvr>
                                        <p:cTn id="9" dur="1000" fill="hold"/>
                                        <p:tgtEl>
                                          <p:spTgt spid="44038"/>
                                        </p:tgtEl>
                                        <p:attrNameLst>
                                          <p:attrName>ppt_y</p:attrName>
                                        </p:attrNameLst>
                                      </p:cBhvr>
                                      <p:tavLst>
                                        <p:tav tm="0">
                                          <p:val>
                                            <p:strVal val="#ppt_y-.1"/>
                                          </p:val>
                                        </p:tav>
                                        <p:tav tm="100000">
                                          <p:val>
                                            <p:strVal val="#ppt_y"/>
                                          </p:val>
                                        </p:tav>
                                      </p:tavLst>
                                    </p:anim>
                                  </p:childTnLst>
                                </p:cTn>
                              </p:par>
                              <p:par>
                                <p:cTn id="10" presetID="47" presetClass="entr" presetSubtype="0" fill="hold" nodeType="withEffect">
                                  <p:stCondLst>
                                    <p:cond delay="0"/>
                                  </p:stCondLst>
                                  <p:childTnLst>
                                    <p:set>
                                      <p:cBhvr>
                                        <p:cTn id="11" dur="1" fill="hold">
                                          <p:stCondLst>
                                            <p:cond delay="0"/>
                                          </p:stCondLst>
                                        </p:cTn>
                                        <p:tgtEl>
                                          <p:spTgt spid="44039"/>
                                        </p:tgtEl>
                                        <p:attrNameLst>
                                          <p:attrName>style.visibility</p:attrName>
                                        </p:attrNameLst>
                                      </p:cBhvr>
                                      <p:to>
                                        <p:strVal val="visible"/>
                                      </p:to>
                                    </p:set>
                                    <p:animEffect transition="in" filter="fade">
                                      <p:cBhvr>
                                        <p:cTn id="12" dur="1000"/>
                                        <p:tgtEl>
                                          <p:spTgt spid="44039"/>
                                        </p:tgtEl>
                                      </p:cBhvr>
                                    </p:animEffect>
                                    <p:anim calcmode="lin" valueType="num">
                                      <p:cBhvr>
                                        <p:cTn id="13" dur="1000" fill="hold"/>
                                        <p:tgtEl>
                                          <p:spTgt spid="44039"/>
                                        </p:tgtEl>
                                        <p:attrNameLst>
                                          <p:attrName>ppt_x</p:attrName>
                                        </p:attrNameLst>
                                      </p:cBhvr>
                                      <p:tavLst>
                                        <p:tav tm="0">
                                          <p:val>
                                            <p:strVal val="#ppt_x"/>
                                          </p:val>
                                        </p:tav>
                                        <p:tav tm="100000">
                                          <p:val>
                                            <p:strVal val="#ppt_x"/>
                                          </p:val>
                                        </p:tav>
                                      </p:tavLst>
                                    </p:anim>
                                    <p:anim calcmode="lin" valueType="num">
                                      <p:cBhvr>
                                        <p:cTn id="14" dur="1000" fill="hold"/>
                                        <p:tgtEl>
                                          <p:spTgt spid="44039"/>
                                        </p:tgtEl>
                                        <p:attrNameLst>
                                          <p:attrName>ppt_y</p:attrName>
                                        </p:attrNameLst>
                                      </p:cBhvr>
                                      <p:tavLst>
                                        <p:tav tm="0">
                                          <p:val>
                                            <p:strVal val="#ppt_y-.1"/>
                                          </p:val>
                                        </p:tav>
                                        <p:tav tm="100000">
                                          <p:val>
                                            <p:strVal val="#ppt_y"/>
                                          </p:val>
                                        </p:tav>
                                      </p:tavLst>
                                    </p:anim>
                                  </p:childTnLst>
                                </p:cTn>
                              </p:par>
                              <p:par>
                                <p:cTn id="15" presetID="47" presetClass="entr" presetSubtype="0" fill="hold" grpId="0" nodeType="withEffect">
                                  <p:stCondLst>
                                    <p:cond delay="0"/>
                                  </p:stCondLst>
                                  <p:childTnLst>
                                    <p:set>
                                      <p:cBhvr>
                                        <p:cTn id="16" dur="1" fill="hold">
                                          <p:stCondLst>
                                            <p:cond delay="0"/>
                                          </p:stCondLst>
                                        </p:cTn>
                                        <p:tgtEl>
                                          <p:spTgt spid="15382"/>
                                        </p:tgtEl>
                                        <p:attrNameLst>
                                          <p:attrName>style.visibility</p:attrName>
                                        </p:attrNameLst>
                                      </p:cBhvr>
                                      <p:to>
                                        <p:strVal val="visible"/>
                                      </p:to>
                                    </p:set>
                                    <p:animEffect transition="in" filter="fade">
                                      <p:cBhvr>
                                        <p:cTn id="17" dur="1000"/>
                                        <p:tgtEl>
                                          <p:spTgt spid="15382"/>
                                        </p:tgtEl>
                                      </p:cBhvr>
                                    </p:animEffect>
                                    <p:anim calcmode="lin" valueType="num">
                                      <p:cBhvr>
                                        <p:cTn id="18" dur="1000" fill="hold"/>
                                        <p:tgtEl>
                                          <p:spTgt spid="15382"/>
                                        </p:tgtEl>
                                        <p:attrNameLst>
                                          <p:attrName>ppt_x</p:attrName>
                                        </p:attrNameLst>
                                      </p:cBhvr>
                                      <p:tavLst>
                                        <p:tav tm="0">
                                          <p:val>
                                            <p:strVal val="#ppt_x"/>
                                          </p:val>
                                        </p:tav>
                                        <p:tav tm="100000">
                                          <p:val>
                                            <p:strVal val="#ppt_x"/>
                                          </p:val>
                                        </p:tav>
                                      </p:tavLst>
                                    </p:anim>
                                    <p:anim calcmode="lin" valueType="num">
                                      <p:cBhvr>
                                        <p:cTn id="19" dur="1000" fill="hold"/>
                                        <p:tgtEl>
                                          <p:spTgt spid="15382"/>
                                        </p:tgtEl>
                                        <p:attrNameLst>
                                          <p:attrName>ppt_y</p:attrName>
                                        </p:attrNameLst>
                                      </p:cBhvr>
                                      <p:tavLst>
                                        <p:tav tm="0">
                                          <p:val>
                                            <p:strVal val="#ppt_y-.1"/>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2" fill="hold" grpId="0" nodeType="clickEffect">
                                  <p:stCondLst>
                                    <p:cond delay="3500"/>
                                  </p:stCondLst>
                                  <p:childTnLst>
                                    <p:set>
                                      <p:cBhvr>
                                        <p:cTn id="23" dur="1" fill="hold">
                                          <p:stCondLst>
                                            <p:cond delay="0"/>
                                          </p:stCondLst>
                                        </p:cTn>
                                        <p:tgtEl>
                                          <p:spTgt spid="15362"/>
                                        </p:tgtEl>
                                        <p:attrNameLst>
                                          <p:attrName>style.visibility</p:attrName>
                                        </p:attrNameLst>
                                      </p:cBhvr>
                                      <p:to>
                                        <p:strVal val="visible"/>
                                      </p:to>
                                    </p:set>
                                    <p:animEffect transition="in" filter="wipe(right)">
                                      <p:cBhvr>
                                        <p:cTn id="24" dur="500"/>
                                        <p:tgtEl>
                                          <p:spTgt spid="15362"/>
                                        </p:tgtEl>
                                      </p:cBhvr>
                                    </p:animEffect>
                                  </p:childTnLst>
                                </p:cTn>
                              </p:par>
                              <p:par>
                                <p:cTn id="25" presetID="22" presetClass="entr" presetSubtype="2" fill="hold" nodeType="withEffect">
                                  <p:stCondLst>
                                    <p:cond delay="500"/>
                                  </p:stCondLst>
                                  <p:childTnLst>
                                    <p:set>
                                      <p:cBhvr>
                                        <p:cTn id="26" dur="1" fill="hold">
                                          <p:stCondLst>
                                            <p:cond delay="0"/>
                                          </p:stCondLst>
                                        </p:cTn>
                                        <p:tgtEl>
                                          <p:spTgt spid="15363"/>
                                        </p:tgtEl>
                                        <p:attrNameLst>
                                          <p:attrName>style.visibility</p:attrName>
                                        </p:attrNameLst>
                                      </p:cBhvr>
                                      <p:to>
                                        <p:strVal val="visible"/>
                                      </p:to>
                                    </p:set>
                                    <p:animEffect transition="in" filter="wipe(right)">
                                      <p:cBhvr>
                                        <p:cTn id="27" dur="500"/>
                                        <p:tgtEl>
                                          <p:spTgt spid="15363"/>
                                        </p:tgtEl>
                                      </p:cBhvr>
                                    </p:animEffect>
                                  </p:childTnLst>
                                </p:cTn>
                              </p:par>
                              <p:par>
                                <p:cTn id="28" presetID="22" presetClass="entr" presetSubtype="2" fill="hold" nodeType="withEffect">
                                  <p:stCondLst>
                                    <p:cond delay="1500"/>
                                  </p:stCondLst>
                                  <p:childTnLst>
                                    <p:set>
                                      <p:cBhvr>
                                        <p:cTn id="29" dur="1" fill="hold">
                                          <p:stCondLst>
                                            <p:cond delay="0"/>
                                          </p:stCondLst>
                                        </p:cTn>
                                        <p:tgtEl>
                                          <p:spTgt spid="15366"/>
                                        </p:tgtEl>
                                        <p:attrNameLst>
                                          <p:attrName>style.visibility</p:attrName>
                                        </p:attrNameLst>
                                      </p:cBhvr>
                                      <p:to>
                                        <p:strVal val="visible"/>
                                      </p:to>
                                    </p:set>
                                    <p:animEffect transition="in" filter="wipe(right)">
                                      <p:cBhvr>
                                        <p:cTn id="30" dur="500"/>
                                        <p:tgtEl>
                                          <p:spTgt spid="15366"/>
                                        </p:tgtEl>
                                      </p:cBhvr>
                                    </p:animEffect>
                                  </p:childTnLst>
                                </p:cTn>
                              </p:par>
                              <p:par>
                                <p:cTn id="31" presetID="22" presetClass="entr" presetSubtype="2" fill="hold" nodeType="withEffect">
                                  <p:stCondLst>
                                    <p:cond delay="2500"/>
                                  </p:stCondLst>
                                  <p:childTnLst>
                                    <p:set>
                                      <p:cBhvr>
                                        <p:cTn id="32" dur="1" fill="hold">
                                          <p:stCondLst>
                                            <p:cond delay="0"/>
                                          </p:stCondLst>
                                        </p:cTn>
                                        <p:tgtEl>
                                          <p:spTgt spid="15369"/>
                                        </p:tgtEl>
                                        <p:attrNameLst>
                                          <p:attrName>style.visibility</p:attrName>
                                        </p:attrNameLst>
                                      </p:cBhvr>
                                      <p:to>
                                        <p:strVal val="visible"/>
                                      </p:to>
                                    </p:set>
                                    <p:animEffect transition="in" filter="wipe(right)">
                                      <p:cBhvr>
                                        <p:cTn id="33" dur="500"/>
                                        <p:tgtEl>
                                          <p:spTgt spid="15369"/>
                                        </p:tgtEl>
                                      </p:cBhvr>
                                    </p:animEffect>
                                  </p:childTnLst>
                                </p:cTn>
                              </p:par>
                              <p:par>
                                <p:cTn id="34" presetID="22" presetClass="entr" presetSubtype="8" fill="hold" nodeType="withEffect">
                                  <p:stCondLst>
                                    <p:cond delay="0"/>
                                  </p:stCondLst>
                                  <p:childTnLst>
                                    <p:set>
                                      <p:cBhvr>
                                        <p:cTn id="35" dur="1" fill="hold">
                                          <p:stCondLst>
                                            <p:cond delay="0"/>
                                          </p:stCondLst>
                                        </p:cTn>
                                        <p:tgtEl>
                                          <p:spTgt spid="2"/>
                                        </p:tgtEl>
                                        <p:attrNameLst>
                                          <p:attrName>style.visibility</p:attrName>
                                        </p:attrNameLst>
                                      </p:cBhvr>
                                      <p:to>
                                        <p:strVal val="visible"/>
                                      </p:to>
                                    </p:set>
                                    <p:animEffect transition="in" filter="wipe(left)">
                                      <p:cBhvr>
                                        <p:cTn id="36" dur="500"/>
                                        <p:tgtEl>
                                          <p:spTgt spid="2"/>
                                        </p:tgtEl>
                                      </p:cBhvr>
                                    </p:animEffect>
                                  </p:childTnLst>
                                </p:cTn>
                              </p:par>
                              <p:par>
                                <p:cTn id="37" presetID="22" presetClass="entr" presetSubtype="8" fill="hold" nodeType="withEffect">
                                  <p:stCondLst>
                                    <p:cond delay="1000"/>
                                  </p:stCondLst>
                                  <p:childTnLst>
                                    <p:set>
                                      <p:cBhvr>
                                        <p:cTn id="38" dur="1" fill="hold">
                                          <p:stCondLst>
                                            <p:cond delay="0"/>
                                          </p:stCondLst>
                                        </p:cTn>
                                        <p:tgtEl>
                                          <p:spTgt spid="3"/>
                                        </p:tgtEl>
                                        <p:attrNameLst>
                                          <p:attrName>style.visibility</p:attrName>
                                        </p:attrNameLst>
                                      </p:cBhvr>
                                      <p:to>
                                        <p:strVal val="visible"/>
                                      </p:to>
                                    </p:set>
                                    <p:animEffect transition="in" filter="wipe(left)">
                                      <p:cBhvr>
                                        <p:cTn id="39" dur="500"/>
                                        <p:tgtEl>
                                          <p:spTgt spid="3"/>
                                        </p:tgtEl>
                                      </p:cBhvr>
                                    </p:animEffect>
                                  </p:childTnLst>
                                </p:cTn>
                              </p:par>
                              <p:par>
                                <p:cTn id="40" presetID="22" presetClass="entr" presetSubtype="8" fill="hold" nodeType="withEffect">
                                  <p:stCondLst>
                                    <p:cond delay="2000"/>
                                  </p:stCondLst>
                                  <p:childTnLst>
                                    <p:set>
                                      <p:cBhvr>
                                        <p:cTn id="41" dur="1" fill="hold">
                                          <p:stCondLst>
                                            <p:cond delay="0"/>
                                          </p:stCondLst>
                                        </p:cTn>
                                        <p:tgtEl>
                                          <p:spTgt spid="5"/>
                                        </p:tgtEl>
                                        <p:attrNameLst>
                                          <p:attrName>style.visibility</p:attrName>
                                        </p:attrNameLst>
                                      </p:cBhvr>
                                      <p:to>
                                        <p:strVal val="visible"/>
                                      </p:to>
                                    </p:set>
                                    <p:animEffect transition="in" filter="wipe(left)">
                                      <p:cBhvr>
                                        <p:cTn id="42" dur="500"/>
                                        <p:tgtEl>
                                          <p:spTgt spid="5"/>
                                        </p:tgtEl>
                                      </p:cBhvr>
                                    </p:animEffect>
                                  </p:childTnLst>
                                </p:cTn>
                              </p:par>
                              <p:par>
                                <p:cTn id="43" presetID="22" presetClass="entr" presetSubtype="8" fill="hold" nodeType="withEffect">
                                  <p:stCondLst>
                                    <p:cond delay="3000"/>
                                  </p:stCondLst>
                                  <p:childTnLst>
                                    <p:set>
                                      <p:cBhvr>
                                        <p:cTn id="44" dur="1" fill="hold">
                                          <p:stCondLst>
                                            <p:cond delay="0"/>
                                          </p:stCondLst>
                                        </p:cTn>
                                        <p:tgtEl>
                                          <p:spTgt spid="6"/>
                                        </p:tgtEl>
                                        <p:attrNameLst>
                                          <p:attrName>style.visibility</p:attrName>
                                        </p:attrNameLst>
                                      </p:cBhvr>
                                      <p:to>
                                        <p:strVal val="visible"/>
                                      </p:to>
                                    </p:set>
                                    <p:animEffect transition="in" filter="wipe(left)">
                                      <p:cBhvr>
                                        <p:cTn id="45"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2" grpId="0" animBg="1"/>
      <p:bldP spid="1538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2"/>
          <p:cNvSpPr>
            <a:spLocks noChangeArrowheads="1"/>
          </p:cNvSpPr>
          <p:nvPr/>
        </p:nvSpPr>
        <p:spPr bwMode="auto">
          <a:xfrm>
            <a:off x="5499100" y="887413"/>
            <a:ext cx="3070225" cy="240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0" dirty="0">
                <a:latin typeface="方正姚体" panose="02010601030101010101" pitchFamily="2" charset="-122"/>
                <a:ea typeface="方正姚体" panose="02010601030101010101" pitchFamily="2" charset="-122"/>
                <a:sym typeface="方正姚体" panose="02010601030101010101" pitchFamily="2" charset="-122"/>
              </a:rPr>
              <a:t>011</a:t>
            </a:r>
            <a:endParaRPr lang="zh-CN" altLang="en-US" sz="15000" dirty="0">
              <a:latin typeface="方正姚体" panose="02010601030101010101" pitchFamily="2" charset="-122"/>
              <a:ea typeface="方正姚体" panose="02010601030101010101" pitchFamily="2" charset="-122"/>
              <a:sym typeface="方正姚体" panose="02010601030101010101" pitchFamily="2" charset="-122"/>
            </a:endParaRPr>
          </a:p>
        </p:txBody>
      </p:sp>
      <p:sp>
        <p:nvSpPr>
          <p:cNvPr id="10" name="矩形 136"/>
          <p:cNvSpPr>
            <a:spLocks noChangeArrowheads="1"/>
          </p:cNvSpPr>
          <p:nvPr/>
        </p:nvSpPr>
        <p:spPr bwMode="auto">
          <a:xfrm>
            <a:off x="3433763" y="3463925"/>
            <a:ext cx="526256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6600" dirty="0">
                <a:solidFill>
                  <a:srgbClr val="1557AE"/>
                </a:solidFill>
                <a:latin typeface="微软雅黑" pitchFamily="34" charset="-122"/>
                <a:ea typeface="微软雅黑" pitchFamily="34" charset="-122"/>
                <a:sym typeface="微软雅黑" pitchFamily="34" charset="-122"/>
              </a:rPr>
              <a:t>年度工作概述</a:t>
            </a:r>
          </a:p>
        </p:txBody>
      </p:sp>
      <p:sp>
        <p:nvSpPr>
          <p:cNvPr id="12" name="TextBox 11"/>
          <p:cNvSpPr txBox="1"/>
          <p:nvPr/>
        </p:nvSpPr>
        <p:spPr>
          <a:xfrm>
            <a:off x="3598863"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chemeClr val="tx1">
                    <a:lumMod val="85000"/>
                    <a:lumOff val="15000"/>
                  </a:schemeClr>
                </a:solidFill>
                <a:ea typeface="微软雅黑" panose="020B0503020204020204" pitchFamily="34" charset="-122"/>
                <a:cs typeface="+mn-ea"/>
                <a:sym typeface="Arial" panose="020B0604020202020204" pitchFamily="34" charset="0"/>
              </a:rPr>
              <a:t>添加相关标题文字</a:t>
            </a:r>
            <a:endParaRPr lang="en-US" altLang="zh-CN" sz="1700" dirty="0">
              <a:solidFill>
                <a:schemeClr val="tx1">
                  <a:lumMod val="85000"/>
                  <a:lumOff val="15000"/>
                </a:schemeClr>
              </a:solidFill>
              <a:ea typeface="微软雅黑" panose="020B0503020204020204" pitchFamily="34" charset="-122"/>
              <a:sym typeface="Arial" panose="020B0604020202020204" pitchFamily="34" charset="0"/>
            </a:endParaRPr>
          </a:p>
        </p:txBody>
      </p:sp>
      <p:sp>
        <p:nvSpPr>
          <p:cNvPr id="13" name="TextBox 12"/>
          <p:cNvSpPr txBox="1"/>
          <p:nvPr/>
        </p:nvSpPr>
        <p:spPr>
          <a:xfrm>
            <a:off x="6269038"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chemeClr val="tx1">
                    <a:lumMod val="85000"/>
                    <a:lumOff val="15000"/>
                  </a:schemeClr>
                </a:solidFill>
                <a:ea typeface="微软雅黑" panose="020B0503020204020204" pitchFamily="34" charset="-122"/>
                <a:cs typeface="+mn-ea"/>
                <a:sym typeface="Arial" panose="020B0604020202020204" pitchFamily="34" charset="0"/>
              </a:rPr>
              <a:t>添加相关标题文字</a:t>
            </a:r>
            <a:endParaRPr lang="en-US" altLang="zh-CN" sz="1700" dirty="0">
              <a:solidFill>
                <a:schemeClr val="tx1">
                  <a:lumMod val="85000"/>
                  <a:lumOff val="15000"/>
                </a:schemeClr>
              </a:solidFill>
              <a:ea typeface="微软雅黑" panose="020B0503020204020204" pitchFamily="34" charset="-122"/>
              <a:sym typeface="Arial" panose="020B0604020202020204" pitchFamily="34" charset="0"/>
            </a:endParaRPr>
          </a:p>
        </p:txBody>
      </p:sp>
      <p:sp>
        <p:nvSpPr>
          <p:cNvPr id="14" name="TextBox 11"/>
          <p:cNvSpPr txBox="1"/>
          <p:nvPr/>
        </p:nvSpPr>
        <p:spPr>
          <a:xfrm>
            <a:off x="3598863"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chemeClr val="tx1">
                    <a:lumMod val="85000"/>
                    <a:lumOff val="15000"/>
                  </a:schemeClr>
                </a:solidFill>
                <a:ea typeface="微软雅黑" panose="020B0503020204020204" pitchFamily="34" charset="-122"/>
                <a:cs typeface="+mn-ea"/>
                <a:sym typeface="Arial" panose="020B0604020202020204" pitchFamily="34" charset="0"/>
              </a:rPr>
              <a:t>添加相关标题文字</a:t>
            </a:r>
            <a:endParaRPr lang="en-US" altLang="zh-CN" sz="1700" dirty="0">
              <a:solidFill>
                <a:schemeClr val="tx1">
                  <a:lumMod val="85000"/>
                  <a:lumOff val="15000"/>
                </a:schemeClr>
              </a:solidFill>
              <a:ea typeface="微软雅黑" panose="020B0503020204020204" pitchFamily="34" charset="-122"/>
              <a:sym typeface="Arial" panose="020B0604020202020204" pitchFamily="34" charset="0"/>
            </a:endParaRPr>
          </a:p>
        </p:txBody>
      </p:sp>
      <p:sp>
        <p:nvSpPr>
          <p:cNvPr id="15" name="TextBox 11"/>
          <p:cNvSpPr txBox="1"/>
          <p:nvPr/>
        </p:nvSpPr>
        <p:spPr>
          <a:xfrm>
            <a:off x="6269038"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chemeClr val="tx1">
                    <a:lumMod val="85000"/>
                    <a:lumOff val="15000"/>
                  </a:schemeClr>
                </a:solidFill>
                <a:ea typeface="微软雅黑" panose="020B0503020204020204" pitchFamily="34" charset="-122"/>
                <a:cs typeface="+mn-ea"/>
                <a:sym typeface="Arial" panose="020B0604020202020204" pitchFamily="34" charset="0"/>
              </a:rPr>
              <a:t>添加相关标题文字</a:t>
            </a:r>
            <a:endParaRPr lang="en-US" altLang="zh-CN" sz="1700" dirty="0">
              <a:solidFill>
                <a:schemeClr val="tx1">
                  <a:lumMod val="85000"/>
                  <a:lumOff val="15000"/>
                </a:schemeClr>
              </a:solidFill>
              <a:ea typeface="微软雅黑" panose="020B0503020204020204" pitchFamily="34" charset="-122"/>
              <a:sym typeface="Arial" panose="020B0604020202020204" pitchFamily="34" charset="0"/>
            </a:endParaRPr>
          </a:p>
        </p:txBody>
      </p:sp>
      <p:cxnSp>
        <p:nvCxnSpPr>
          <p:cNvPr id="17" name="直接连接符 16"/>
          <p:cNvCxnSpPr/>
          <p:nvPr/>
        </p:nvCxnSpPr>
        <p:spPr bwMode="auto">
          <a:xfrm>
            <a:off x="3475038" y="4587875"/>
            <a:ext cx="5110162" cy="0"/>
          </a:xfrm>
          <a:prstGeom prst="line">
            <a:avLst/>
          </a:prstGeom>
          <a:solidFill>
            <a:schemeClr val="accent1"/>
          </a:solidFill>
          <a:ln w="19050" cap="flat" cmpd="sng" algn="ctr">
            <a:solidFill>
              <a:schemeClr val="tx2">
                <a:lumMod val="7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5065" name="组合 126"/>
          <p:cNvGrpSpPr>
            <a:grpSpLocks/>
          </p:cNvGrpSpPr>
          <p:nvPr/>
        </p:nvGrpSpPr>
        <p:grpSpPr bwMode="auto">
          <a:xfrm rot="10800000" flipH="1">
            <a:off x="3922713" y="1065213"/>
            <a:ext cx="4238625" cy="2174875"/>
            <a:chOff x="-152726" y="0"/>
            <a:chExt cx="5865488" cy="1257300"/>
          </a:xfrm>
        </p:grpSpPr>
        <p:sp>
          <p:nvSpPr>
            <p:cNvPr id="21" name="矩形 127"/>
            <p:cNvSpPr>
              <a:spLocks noChangeArrowheads="1"/>
            </p:cNvSpPr>
            <p:nvPr/>
          </p:nvSpPr>
          <p:spPr bwMode="auto">
            <a:xfrm>
              <a:off x="-152726" y="918"/>
              <a:ext cx="364671" cy="125730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2" name="矩形 128"/>
            <p:cNvSpPr>
              <a:spLocks noChangeArrowheads="1"/>
            </p:cNvSpPr>
            <p:nvPr/>
          </p:nvSpPr>
          <p:spPr bwMode="auto">
            <a:xfrm>
              <a:off x="359131" y="918"/>
              <a:ext cx="579958" cy="1257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3" name="矩形 129"/>
            <p:cNvSpPr>
              <a:spLocks noChangeArrowheads="1"/>
            </p:cNvSpPr>
            <p:nvPr/>
          </p:nvSpPr>
          <p:spPr bwMode="auto">
            <a:xfrm>
              <a:off x="1128015" y="0"/>
              <a:ext cx="681012" cy="1257300"/>
            </a:xfrm>
            <a:prstGeom prst="rect">
              <a:avLst/>
            </a:prstGeom>
            <a:solidFill>
              <a:srgbClr val="1557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4" name="矩形 130"/>
            <p:cNvSpPr>
              <a:spLocks noChangeArrowheads="1"/>
            </p:cNvSpPr>
            <p:nvPr/>
          </p:nvSpPr>
          <p:spPr bwMode="auto">
            <a:xfrm>
              <a:off x="4877973" y="0"/>
              <a:ext cx="832591" cy="1257300"/>
            </a:xfrm>
            <a:prstGeom prst="rect">
              <a:avLst/>
            </a:prstGeom>
            <a:solidFill>
              <a:srgbClr val="1557AE"/>
            </a:solidFill>
            <a:ln w="12700" cmpd="sng">
              <a:solidFill>
                <a:srgbClr val="6C5B7B"/>
              </a:solidFill>
              <a:miter lim="800000"/>
              <a:headEnd/>
              <a:tailEnd/>
            </a:ln>
          </p:spPr>
          <p:txBody>
            <a:bodyPr anchor="ctr"/>
            <a:lstStyle/>
            <a:p>
              <a:pPr algn="ctr">
                <a:defRPr/>
              </a:pPr>
              <a:endParaRPr lang="zh-CN" altLang="en-US">
                <a:solidFill>
                  <a:srgbClr val="FFFFFF"/>
                </a:solidFill>
                <a:latin typeface="宋体" pitchFamily="2" charset="-122"/>
                <a:sym typeface="宋体" pitchFamily="2" charset="-122"/>
              </a:endParaRP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0">
        <p15:prstTrans prst="origami"/>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5065"/>
                                        </p:tgtEl>
                                        <p:attrNameLst>
                                          <p:attrName>style.visibility</p:attrName>
                                        </p:attrNameLst>
                                      </p:cBhvr>
                                      <p:to>
                                        <p:strVal val="visible"/>
                                      </p:to>
                                    </p:set>
                                    <p:animEffect transition="in" filter="wipe(down)">
                                      <p:cBhvr>
                                        <p:cTn id="7" dur="500"/>
                                        <p:tgtEl>
                                          <p:spTgt spid="45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8"/>
                                        </p:tgtEl>
                                        <p:attrNameLst>
                                          <p:attrName>style.visibility</p:attrName>
                                        </p:attrNameLst>
                                      </p:cBhvr>
                                      <p:to>
                                        <p:strVal val="visible"/>
                                      </p:to>
                                    </p:set>
                                    <p:animEffect transition="in" filter="fade">
                                      <p:cBhvr>
                                        <p:cTn id="12" dur="500"/>
                                        <p:tgtEl>
                                          <p:spTgt spid="450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20000"/>
                                  </p:iterate>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par>
                          <p:cTn id="23" fill="hold">
                            <p:stCondLst>
                              <p:cond delay="500"/>
                            </p:stCondLst>
                            <p:childTnLst>
                              <p:par>
                                <p:cTn id="24" presetID="12" presetClass="entr" presetSubtype="8"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p:tgtEl>
                                          <p:spTgt spid="12"/>
                                        </p:tgtEl>
                                        <p:attrNameLst>
                                          <p:attrName>ppt_x</p:attrName>
                                        </p:attrNameLst>
                                      </p:cBhvr>
                                      <p:tavLst>
                                        <p:tav tm="0">
                                          <p:val>
                                            <p:strVal val="#ppt_x-#ppt_w*1.125000"/>
                                          </p:val>
                                        </p:tav>
                                        <p:tav tm="100000">
                                          <p:val>
                                            <p:strVal val="#ppt_x"/>
                                          </p:val>
                                        </p:tav>
                                      </p:tavLst>
                                    </p:anim>
                                    <p:animEffect transition="in" filter="wipe(right)">
                                      <p:cBhvr>
                                        <p:cTn id="27" dur="500"/>
                                        <p:tgtEl>
                                          <p:spTgt spid="12"/>
                                        </p:tgtEl>
                                      </p:cBhvr>
                                    </p:animEffect>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p:tgtEl>
                                          <p:spTgt spid="13"/>
                                        </p:tgtEl>
                                        <p:attrNameLst>
                                          <p:attrName>ppt_x</p:attrName>
                                        </p:attrNameLst>
                                      </p:cBhvr>
                                      <p:tavLst>
                                        <p:tav tm="0">
                                          <p:val>
                                            <p:strVal val="#ppt_x-#ppt_w*1.125000"/>
                                          </p:val>
                                        </p:tav>
                                        <p:tav tm="100000">
                                          <p:val>
                                            <p:strVal val="#ppt_x"/>
                                          </p:val>
                                        </p:tav>
                                      </p:tavLst>
                                    </p:anim>
                                    <p:animEffect transition="in" filter="wipe(right)">
                                      <p:cBhvr>
                                        <p:cTn id="32" dur="500"/>
                                        <p:tgtEl>
                                          <p:spTgt spid="13"/>
                                        </p:tgtEl>
                                      </p:cBhvr>
                                    </p:animEffect>
                                  </p:childTnLst>
                                </p:cTn>
                              </p:par>
                            </p:childTnLst>
                          </p:cTn>
                        </p:par>
                        <p:par>
                          <p:cTn id="33" fill="hold">
                            <p:stCondLst>
                              <p:cond delay="1500"/>
                            </p:stCondLst>
                            <p:childTnLst>
                              <p:par>
                                <p:cTn id="34" presetID="1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p:tgtEl>
                                          <p:spTgt spid="14"/>
                                        </p:tgtEl>
                                        <p:attrNameLst>
                                          <p:attrName>ppt_x</p:attrName>
                                        </p:attrNameLst>
                                      </p:cBhvr>
                                      <p:tavLst>
                                        <p:tav tm="0">
                                          <p:val>
                                            <p:strVal val="#ppt_x-#ppt_w*1.125000"/>
                                          </p:val>
                                        </p:tav>
                                        <p:tav tm="100000">
                                          <p:val>
                                            <p:strVal val="#ppt_x"/>
                                          </p:val>
                                        </p:tav>
                                      </p:tavLst>
                                    </p:anim>
                                    <p:animEffect transition="in" filter="wipe(right)">
                                      <p:cBhvr>
                                        <p:cTn id="37" dur="500"/>
                                        <p:tgtEl>
                                          <p:spTgt spid="14"/>
                                        </p:tgtEl>
                                      </p:cBhvr>
                                    </p:animEffect>
                                  </p:childTnLst>
                                </p:cTn>
                              </p:par>
                            </p:childTnLst>
                          </p:cTn>
                        </p:par>
                        <p:par>
                          <p:cTn id="38" fill="hold">
                            <p:stCondLst>
                              <p:cond delay="2000"/>
                            </p:stCondLst>
                            <p:childTnLst>
                              <p:par>
                                <p:cTn id="39" presetID="12" presetClass="entr" presetSubtype="8"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p:tgtEl>
                                          <p:spTgt spid="15"/>
                                        </p:tgtEl>
                                        <p:attrNameLst>
                                          <p:attrName>ppt_x</p:attrName>
                                        </p:attrNameLst>
                                      </p:cBhvr>
                                      <p:tavLst>
                                        <p:tav tm="0">
                                          <p:val>
                                            <p:strVal val="#ppt_x-#ppt_w*1.125000"/>
                                          </p:val>
                                        </p:tav>
                                        <p:tav tm="100000">
                                          <p:val>
                                            <p:strVal val="#ppt_x"/>
                                          </p:val>
                                        </p:tav>
                                      </p:tavLst>
                                    </p:anim>
                                    <p:animEffect transition="in" filter="wipe(right)">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10" grpId="0"/>
      <p:bldP spid="12" grpId="0"/>
      <p:bldP spid="13" grpId="0"/>
      <p:bldP spid="14" grpId="0"/>
      <p:bldP spid="1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5"/>
          <p:cNvGrpSpPr>
            <a:grpSpLocks/>
          </p:cNvGrpSpPr>
          <p:nvPr/>
        </p:nvGrpSpPr>
        <p:grpSpPr bwMode="auto">
          <a:xfrm>
            <a:off x="1335543" y="1657812"/>
            <a:ext cx="4723945" cy="3850377"/>
            <a:chOff x="0" y="-1"/>
            <a:chExt cx="3851441" cy="3048007"/>
          </a:xfrm>
          <a:effectLst>
            <a:reflection blurRad="6350" stA="52000" endA="300" endPos="35000" dir="5400000" sy="-100000" algn="bl" rotWithShape="0"/>
          </a:effectLst>
        </p:grpSpPr>
        <p:sp>
          <p:nvSpPr>
            <p:cNvPr id="3" name="矩形 1"/>
            <p:cNvSpPr>
              <a:spLocks noChangeArrowheads="1"/>
            </p:cNvSpPr>
            <p:nvPr/>
          </p:nvSpPr>
          <p:spPr bwMode="auto">
            <a:xfrm>
              <a:off x="82517" y="85860"/>
              <a:ext cx="3656678" cy="2007609"/>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itchFamily="34"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pitchFamily="34"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pitchFamily="34"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pitchFamily="34"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pitchFamily="34"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pitchFamily="34"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pitchFamily="34"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pitchFamily="34"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pitchFamily="34" charset="0"/>
                <a:buChar char="»"/>
                <a:defRPr sz="2000">
                  <a:solidFill>
                    <a:schemeClr val="tx1"/>
                  </a:solidFill>
                  <a:latin typeface="微软雅黑" pitchFamily="34" charset="-122"/>
                  <a:ea typeface="微软雅黑" pitchFamily="34" charset="-122"/>
                  <a:sym typeface="Calibri" pitchFamily="34" charset="0"/>
                </a:defRPr>
              </a:lvl9pPr>
            </a:lstStyle>
            <a:p>
              <a:pPr algn="ctr" fontAlgn="auto">
                <a:spcBef>
                  <a:spcPct val="0"/>
                </a:spcBef>
                <a:spcAft>
                  <a:spcPts val="0"/>
                </a:spcAft>
                <a:buFont typeface="Arial" pitchFamily="34" charset="0"/>
                <a:buNone/>
                <a:defRPr/>
              </a:pPr>
              <a:endParaRPr lang="zh-CN" altLang="zh-CN" sz="1867">
                <a:solidFill>
                  <a:srgbClr val="FFFFFF"/>
                </a:solidFill>
                <a:sym typeface="微软雅黑" pitchFamily="34" charset="-122"/>
              </a:endParaRPr>
            </a:p>
          </p:txBody>
        </p:sp>
        <p:grpSp>
          <p:nvGrpSpPr>
            <p:cNvPr id="4" name="Group 7"/>
            <p:cNvGrpSpPr>
              <a:grpSpLocks/>
            </p:cNvGrpSpPr>
            <p:nvPr/>
          </p:nvGrpSpPr>
          <p:grpSpPr bwMode="auto">
            <a:xfrm>
              <a:off x="0" y="-1"/>
              <a:ext cx="3851441" cy="3048007"/>
              <a:chOff x="0" y="-1"/>
              <a:chExt cx="3851441" cy="3048007"/>
            </a:xfrm>
          </p:grpSpPr>
          <p:grpSp>
            <p:nvGrpSpPr>
              <p:cNvPr id="5" name="Group 8"/>
              <p:cNvGrpSpPr>
                <a:grpSpLocks/>
              </p:cNvGrpSpPr>
              <p:nvPr/>
            </p:nvGrpSpPr>
            <p:grpSpPr bwMode="auto">
              <a:xfrm>
                <a:off x="0" y="-1"/>
                <a:ext cx="3851441" cy="3048007"/>
                <a:chOff x="0" y="-1"/>
                <a:chExt cx="3732582" cy="2953943"/>
              </a:xfrm>
            </p:grpSpPr>
            <p:sp>
              <p:nvSpPr>
                <p:cNvPr id="7" name="圆角矩形 1"/>
                <p:cNvSpPr>
                  <a:spLocks noChangeArrowheads="1"/>
                </p:cNvSpPr>
                <p:nvPr/>
              </p:nvSpPr>
              <p:spPr bwMode="auto">
                <a:xfrm>
                  <a:off x="0" y="0"/>
                  <a:ext cx="3732582" cy="2447190"/>
                </a:xfrm>
                <a:custGeom>
                  <a:avLst/>
                  <a:gdLst>
                    <a:gd name="T0" fmla="*/ 110325 w 5436000"/>
                    <a:gd name="T1" fmla="*/ 105407 h 3564000"/>
                    <a:gd name="T2" fmla="*/ 110325 w 5436000"/>
                    <a:gd name="T3" fmla="*/ 1344447 h 3564000"/>
                    <a:gd name="T4" fmla="*/ 2452619 w 5436000"/>
                    <a:gd name="T5" fmla="*/ 1344447 h 3564000"/>
                    <a:gd name="T6" fmla="*/ 2452619 w 5436000"/>
                    <a:gd name="T7" fmla="*/ 105407 h 3564000"/>
                    <a:gd name="T8" fmla="*/ 110325 w 5436000"/>
                    <a:gd name="T9" fmla="*/ 105407 h 3564000"/>
                    <a:gd name="T10" fmla="*/ 91444 w 5436000"/>
                    <a:gd name="T11" fmla="*/ 0 h 3564000"/>
                    <a:gd name="T12" fmla="*/ 2471501 w 5436000"/>
                    <a:gd name="T13" fmla="*/ 0 h 3564000"/>
                    <a:gd name="T14" fmla="*/ 2562945 w 5436000"/>
                    <a:gd name="T15" fmla="*/ 91444 h 3564000"/>
                    <a:gd name="T16" fmla="*/ 2562945 w 5436000"/>
                    <a:gd name="T17" fmla="*/ 1588898 h 3564000"/>
                    <a:gd name="T18" fmla="*/ 2471501 w 5436000"/>
                    <a:gd name="T19" fmla="*/ 1680342 h 3564000"/>
                    <a:gd name="T20" fmla="*/ 91444 w 5436000"/>
                    <a:gd name="T21" fmla="*/ 1680342 h 3564000"/>
                    <a:gd name="T22" fmla="*/ 0 w 5436000"/>
                    <a:gd name="T23" fmla="*/ 1588898 h 3564000"/>
                    <a:gd name="T24" fmla="*/ 0 w 5436000"/>
                    <a:gd name="T25" fmla="*/ 91444 h 3564000"/>
                    <a:gd name="T26" fmla="*/ 91444 w 5436000"/>
                    <a:gd name="T27" fmla="*/ 0 h 3564000"/>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5436000"/>
                    <a:gd name="T43" fmla="*/ 0 h 3564000"/>
                    <a:gd name="T44" fmla="*/ 5436000 w 5436000"/>
                    <a:gd name="T45" fmla="*/ 3564000 h 3564000"/>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5436000" h="3564000">
                      <a:moveTo>
                        <a:pt x="234000" y="223568"/>
                      </a:moveTo>
                      <a:lnTo>
                        <a:pt x="234000" y="2851568"/>
                      </a:lnTo>
                      <a:lnTo>
                        <a:pt x="5202000" y="2851568"/>
                      </a:lnTo>
                      <a:lnTo>
                        <a:pt x="5202000" y="223568"/>
                      </a:lnTo>
                      <a:lnTo>
                        <a:pt x="234000" y="223568"/>
                      </a:lnTo>
                      <a:close/>
                      <a:moveTo>
                        <a:pt x="193953" y="0"/>
                      </a:moveTo>
                      <a:lnTo>
                        <a:pt x="5242047" y="0"/>
                      </a:lnTo>
                      <a:cubicBezTo>
                        <a:pt x="5349164" y="0"/>
                        <a:pt x="5436000" y="86836"/>
                        <a:pt x="5436000" y="193953"/>
                      </a:cubicBezTo>
                      <a:lnTo>
                        <a:pt x="5436000" y="3370047"/>
                      </a:lnTo>
                      <a:cubicBezTo>
                        <a:pt x="5436000" y="3477164"/>
                        <a:pt x="5349164" y="3564000"/>
                        <a:pt x="5242047" y="3564000"/>
                      </a:cubicBezTo>
                      <a:lnTo>
                        <a:pt x="193953" y="3564000"/>
                      </a:lnTo>
                      <a:cubicBezTo>
                        <a:pt x="86836" y="3564000"/>
                        <a:pt x="0" y="3477164"/>
                        <a:pt x="0" y="3370047"/>
                      </a:cubicBezTo>
                      <a:lnTo>
                        <a:pt x="0" y="193953"/>
                      </a:lnTo>
                      <a:cubicBezTo>
                        <a:pt x="0" y="86836"/>
                        <a:pt x="86836" y="0"/>
                        <a:pt x="193953" y="0"/>
                      </a:cubicBezTo>
                      <a:close/>
                    </a:path>
                  </a:pathLst>
                </a:custGeom>
                <a:solidFill>
                  <a:schemeClr val="bg1">
                    <a:lumMod val="8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fontAlgn="auto">
                    <a:spcBef>
                      <a:spcPts val="0"/>
                    </a:spcBef>
                    <a:spcAft>
                      <a:spcPts val="0"/>
                    </a:spcAft>
                    <a:buFontTx/>
                    <a:buNone/>
                    <a:defRPr/>
                  </a:pPr>
                  <a:endParaRPr lang="zh-CN" altLang="en-US" sz="2400">
                    <a:solidFill>
                      <a:srgbClr val="393939"/>
                    </a:solidFill>
                    <a:latin typeface="Calibri"/>
                    <a:ea typeface="宋体"/>
                  </a:endParaRPr>
                </a:p>
              </p:txBody>
            </p:sp>
            <p:sp>
              <p:nvSpPr>
                <p:cNvPr id="8" name="圆角矩形 12"/>
                <p:cNvSpPr>
                  <a:spLocks noChangeArrowheads="1"/>
                </p:cNvSpPr>
                <p:nvPr/>
              </p:nvSpPr>
              <p:spPr bwMode="auto">
                <a:xfrm>
                  <a:off x="0" y="1"/>
                  <a:ext cx="3732582" cy="2111515"/>
                </a:xfrm>
                <a:custGeom>
                  <a:avLst/>
                  <a:gdLst>
                    <a:gd name="T0" fmla="*/ 110325 w 5436000"/>
                    <a:gd name="T1" fmla="*/ 105407 h 3075136"/>
                    <a:gd name="T2" fmla="*/ 110325 w 5436000"/>
                    <a:gd name="T3" fmla="*/ 1344446 h 3075136"/>
                    <a:gd name="T4" fmla="*/ 2452619 w 5436000"/>
                    <a:gd name="T5" fmla="*/ 1344446 h 3075136"/>
                    <a:gd name="T6" fmla="*/ 2452619 w 5436000"/>
                    <a:gd name="T7" fmla="*/ 105407 h 3075136"/>
                    <a:gd name="T8" fmla="*/ 110325 w 5436000"/>
                    <a:gd name="T9" fmla="*/ 105407 h 3075136"/>
                    <a:gd name="T10" fmla="*/ 91444 w 5436000"/>
                    <a:gd name="T11" fmla="*/ 0 h 3075136"/>
                    <a:gd name="T12" fmla="*/ 2471501 w 5436000"/>
                    <a:gd name="T13" fmla="*/ 0 h 3075136"/>
                    <a:gd name="T14" fmla="*/ 2562945 w 5436000"/>
                    <a:gd name="T15" fmla="*/ 91444 h 3075136"/>
                    <a:gd name="T16" fmla="*/ 2562945 w 5436000"/>
                    <a:gd name="T17" fmla="*/ 1449853 h 3075136"/>
                    <a:gd name="T18" fmla="*/ 0 w 5436000"/>
                    <a:gd name="T19" fmla="*/ 1449853 h 3075136"/>
                    <a:gd name="T20" fmla="*/ 0 w 5436000"/>
                    <a:gd name="T21" fmla="*/ 91444 h 3075136"/>
                    <a:gd name="T22" fmla="*/ 91444 w 5436000"/>
                    <a:gd name="T23" fmla="*/ 0 h 30751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5436000"/>
                    <a:gd name="T37" fmla="*/ 0 h 3075136"/>
                    <a:gd name="T38" fmla="*/ 5436000 w 5436000"/>
                    <a:gd name="T39" fmla="*/ 3075136 h 30751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5436000" h="3075136">
                      <a:moveTo>
                        <a:pt x="234000" y="223568"/>
                      </a:moveTo>
                      <a:lnTo>
                        <a:pt x="234000" y="2851568"/>
                      </a:lnTo>
                      <a:lnTo>
                        <a:pt x="5202000" y="2851568"/>
                      </a:lnTo>
                      <a:lnTo>
                        <a:pt x="5202000" y="223568"/>
                      </a:lnTo>
                      <a:lnTo>
                        <a:pt x="234000" y="223568"/>
                      </a:lnTo>
                      <a:close/>
                      <a:moveTo>
                        <a:pt x="193953" y="0"/>
                      </a:moveTo>
                      <a:lnTo>
                        <a:pt x="5242047" y="0"/>
                      </a:lnTo>
                      <a:cubicBezTo>
                        <a:pt x="5349164" y="0"/>
                        <a:pt x="5436000" y="86836"/>
                        <a:pt x="5436000" y="193953"/>
                      </a:cubicBezTo>
                      <a:lnTo>
                        <a:pt x="5436000" y="3075136"/>
                      </a:lnTo>
                      <a:lnTo>
                        <a:pt x="0" y="3075136"/>
                      </a:lnTo>
                      <a:lnTo>
                        <a:pt x="0" y="193953"/>
                      </a:lnTo>
                      <a:cubicBezTo>
                        <a:pt x="0" y="86836"/>
                        <a:pt x="86836" y="0"/>
                        <a:pt x="193953" y="0"/>
                      </a:cubicBezTo>
                      <a:close/>
                    </a:path>
                  </a:pathLst>
                </a:custGeom>
                <a:solidFill>
                  <a:schemeClr val="tx1">
                    <a:lumMod val="85000"/>
                    <a:lumOff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fontAlgn="auto">
                    <a:spcBef>
                      <a:spcPts val="0"/>
                    </a:spcBef>
                    <a:spcAft>
                      <a:spcPts val="0"/>
                    </a:spcAft>
                    <a:buFontTx/>
                    <a:buNone/>
                    <a:defRPr/>
                  </a:pPr>
                  <a:endParaRPr lang="zh-CN" altLang="en-US" sz="2400">
                    <a:solidFill>
                      <a:srgbClr val="393939"/>
                    </a:solidFill>
                    <a:latin typeface="Calibri"/>
                    <a:ea typeface="宋体"/>
                  </a:endParaRPr>
                </a:p>
              </p:txBody>
            </p:sp>
            <p:sp>
              <p:nvSpPr>
                <p:cNvPr id="9" name="矩形 14"/>
                <p:cNvSpPr>
                  <a:spLocks noChangeArrowheads="1"/>
                </p:cNvSpPr>
                <p:nvPr/>
              </p:nvSpPr>
              <p:spPr bwMode="auto">
                <a:xfrm>
                  <a:off x="160674" y="153511"/>
                  <a:ext cx="3411233" cy="1804493"/>
                </a:xfrm>
                <a:custGeom>
                  <a:avLst/>
                  <a:gdLst>
                    <a:gd name="T0" fmla="*/ 8487 w 4968000"/>
                    <a:gd name="T1" fmla="*/ 8487 h 2628000"/>
                    <a:gd name="T2" fmla="*/ 8487 w 4968000"/>
                    <a:gd name="T3" fmla="*/ 1230552 h 2628000"/>
                    <a:gd name="T4" fmla="*/ 2333807 w 4968000"/>
                    <a:gd name="T5" fmla="*/ 1230552 h 2628000"/>
                    <a:gd name="T6" fmla="*/ 2333807 w 4968000"/>
                    <a:gd name="T7" fmla="*/ 8487 h 2628000"/>
                    <a:gd name="T8" fmla="*/ 8487 w 4968000"/>
                    <a:gd name="T9" fmla="*/ 8487 h 2628000"/>
                    <a:gd name="T10" fmla="*/ 0 w 4968000"/>
                    <a:gd name="T11" fmla="*/ 0 h 2628000"/>
                    <a:gd name="T12" fmla="*/ 2342293 w 4968000"/>
                    <a:gd name="T13" fmla="*/ 0 h 2628000"/>
                    <a:gd name="T14" fmla="*/ 2342293 w 4968000"/>
                    <a:gd name="T15" fmla="*/ 1239039 h 2628000"/>
                    <a:gd name="T16" fmla="*/ 0 w 4968000"/>
                    <a:gd name="T17" fmla="*/ 1239039 h 2628000"/>
                    <a:gd name="T18" fmla="*/ 0 w 4968000"/>
                    <a:gd name="T19" fmla="*/ 0 h 26280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968000"/>
                    <a:gd name="T31" fmla="*/ 0 h 2628000"/>
                    <a:gd name="T32" fmla="*/ 4968000 w 4968000"/>
                    <a:gd name="T33" fmla="*/ 2628000 h 26280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968000" h="2628000">
                      <a:moveTo>
                        <a:pt x="18000" y="18000"/>
                      </a:moveTo>
                      <a:lnTo>
                        <a:pt x="18000" y="2610000"/>
                      </a:lnTo>
                      <a:lnTo>
                        <a:pt x="4950000" y="2610000"/>
                      </a:lnTo>
                      <a:lnTo>
                        <a:pt x="4950000" y="18000"/>
                      </a:lnTo>
                      <a:lnTo>
                        <a:pt x="18000" y="18000"/>
                      </a:lnTo>
                      <a:close/>
                      <a:moveTo>
                        <a:pt x="0" y="0"/>
                      </a:moveTo>
                      <a:lnTo>
                        <a:pt x="4968000" y="0"/>
                      </a:lnTo>
                      <a:lnTo>
                        <a:pt x="4968000" y="2628000"/>
                      </a:lnTo>
                      <a:lnTo>
                        <a:pt x="0" y="2628000"/>
                      </a:lnTo>
                      <a:lnTo>
                        <a:pt x="0" y="0"/>
                      </a:lnTo>
                      <a:close/>
                    </a:path>
                  </a:pathLst>
                </a:cu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fontAlgn="auto">
                    <a:spcBef>
                      <a:spcPts val="0"/>
                    </a:spcBef>
                    <a:spcAft>
                      <a:spcPts val="0"/>
                    </a:spcAft>
                    <a:buFontTx/>
                    <a:buNone/>
                    <a:defRPr/>
                  </a:pPr>
                  <a:endParaRPr lang="zh-CN" altLang="en-US" sz="2400">
                    <a:solidFill>
                      <a:srgbClr val="393939"/>
                    </a:solidFill>
                    <a:latin typeface="Calibri"/>
                    <a:ea typeface="宋体"/>
                  </a:endParaRPr>
                </a:p>
              </p:txBody>
            </p:sp>
            <p:sp>
              <p:nvSpPr>
                <p:cNvPr id="10" name="矩形 39"/>
                <p:cNvSpPr>
                  <a:spLocks noChangeArrowheads="1"/>
                </p:cNvSpPr>
                <p:nvPr/>
              </p:nvSpPr>
              <p:spPr bwMode="auto">
                <a:xfrm>
                  <a:off x="1421298" y="2447190"/>
                  <a:ext cx="889986" cy="98887"/>
                </a:xfrm>
                <a:prstGeom prst="rect">
                  <a:avLst/>
                </a:prstGeom>
                <a:solidFill>
                  <a:schemeClr val="bg1">
                    <a:lumMod val="5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fontAlgn="auto">
                    <a:spcBef>
                      <a:spcPct val="0"/>
                    </a:spcBef>
                    <a:spcAft>
                      <a:spcPts val="0"/>
                    </a:spcAft>
                    <a:buFont typeface="Arial" charset="0"/>
                    <a:buNone/>
                    <a:defRPr/>
                  </a:pPr>
                  <a:endParaRPr lang="zh-CN" altLang="zh-CN" sz="1867">
                    <a:solidFill>
                      <a:srgbClr val="FFFFFF"/>
                    </a:solidFill>
                    <a:sym typeface="微软雅黑" pitchFamily="34" charset="-122"/>
                  </a:endParaRPr>
                </a:p>
              </p:txBody>
            </p:sp>
            <p:sp>
              <p:nvSpPr>
                <p:cNvPr id="11" name="矩形 40"/>
                <p:cNvSpPr>
                  <a:spLocks noChangeArrowheads="1"/>
                </p:cNvSpPr>
                <p:nvPr/>
              </p:nvSpPr>
              <p:spPr bwMode="auto">
                <a:xfrm>
                  <a:off x="1421298" y="2546077"/>
                  <a:ext cx="889986" cy="271910"/>
                </a:xfrm>
                <a:prstGeom prst="rect">
                  <a:avLst/>
                </a:prstGeom>
                <a:solidFill>
                  <a:schemeClr val="bg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fontAlgn="auto">
                    <a:spcBef>
                      <a:spcPct val="0"/>
                    </a:spcBef>
                    <a:spcAft>
                      <a:spcPts val="0"/>
                    </a:spcAft>
                    <a:buFont typeface="Arial" charset="0"/>
                    <a:buNone/>
                    <a:defRPr/>
                  </a:pPr>
                  <a:endParaRPr lang="zh-CN" altLang="zh-CN" sz="1867">
                    <a:solidFill>
                      <a:srgbClr val="FFFFFF"/>
                    </a:solidFill>
                    <a:sym typeface="微软雅黑" pitchFamily="34" charset="-122"/>
                  </a:endParaRPr>
                </a:p>
              </p:txBody>
            </p:sp>
            <p:sp>
              <p:nvSpPr>
                <p:cNvPr id="12" name="圆角矩形 41"/>
                <p:cNvSpPr>
                  <a:spLocks noChangeArrowheads="1"/>
                </p:cNvSpPr>
                <p:nvPr/>
              </p:nvSpPr>
              <p:spPr bwMode="auto">
                <a:xfrm>
                  <a:off x="1124636" y="2817987"/>
                  <a:ext cx="1483310" cy="135955"/>
                </a:xfrm>
                <a:prstGeom prst="roundRect">
                  <a:avLst>
                    <a:gd name="adj" fmla="val 16667"/>
                  </a:avLst>
                </a:prstGeom>
                <a:solidFill>
                  <a:schemeClr val="bg1">
                    <a:lumMod val="8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fontAlgn="auto">
                    <a:spcBef>
                      <a:spcPct val="0"/>
                    </a:spcBef>
                    <a:spcAft>
                      <a:spcPts val="0"/>
                    </a:spcAft>
                    <a:buFont typeface="Arial" charset="0"/>
                    <a:buNone/>
                    <a:defRPr/>
                  </a:pPr>
                  <a:endParaRPr lang="zh-CN" altLang="zh-CN" sz="1867">
                    <a:solidFill>
                      <a:srgbClr val="FFFFFF"/>
                    </a:solidFill>
                    <a:sym typeface="微软雅黑" pitchFamily="34" charset="-122"/>
                  </a:endParaRPr>
                </a:p>
              </p:txBody>
            </p:sp>
            <p:sp>
              <p:nvSpPr>
                <p:cNvPr id="13" name="椭圆 42"/>
                <p:cNvSpPr>
                  <a:spLocks noChangeArrowheads="1"/>
                </p:cNvSpPr>
                <p:nvPr/>
              </p:nvSpPr>
              <p:spPr bwMode="auto">
                <a:xfrm>
                  <a:off x="1829416" y="41325"/>
                  <a:ext cx="74157" cy="74157"/>
                </a:xfrm>
                <a:prstGeom prst="ellipse">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fontAlgn="auto">
                    <a:spcBef>
                      <a:spcPct val="0"/>
                    </a:spcBef>
                    <a:spcAft>
                      <a:spcPts val="0"/>
                    </a:spcAft>
                    <a:buFont typeface="Arial" charset="0"/>
                    <a:buNone/>
                    <a:defRPr/>
                  </a:pPr>
                  <a:endParaRPr lang="zh-CN" altLang="zh-CN" sz="1867">
                    <a:solidFill>
                      <a:srgbClr val="FFFFFF"/>
                    </a:solidFill>
                    <a:sym typeface="微软雅黑" pitchFamily="34" charset="-122"/>
                  </a:endParaRPr>
                </a:p>
              </p:txBody>
            </p:sp>
            <p:sp>
              <p:nvSpPr>
                <p:cNvPr id="14" name="矩形 23"/>
                <p:cNvSpPr>
                  <a:spLocks noChangeArrowheads="1"/>
                </p:cNvSpPr>
                <p:nvPr/>
              </p:nvSpPr>
              <p:spPr bwMode="auto">
                <a:xfrm>
                  <a:off x="2042559" y="-1"/>
                  <a:ext cx="1690023" cy="2447190"/>
                </a:xfrm>
                <a:custGeom>
                  <a:avLst/>
                  <a:gdLst>
                    <a:gd name="T0" fmla="*/ 0 w 2461290"/>
                    <a:gd name="T1" fmla="*/ 0 h 3564000"/>
                    <a:gd name="T2" fmla="*/ 1068995 w 2461290"/>
                    <a:gd name="T3" fmla="*/ 0 h 3564000"/>
                    <a:gd name="T4" fmla="*/ 1160439 w 2461290"/>
                    <a:gd name="T5" fmla="*/ 91444 h 3564000"/>
                    <a:gd name="T6" fmla="*/ 1160439 w 2461290"/>
                    <a:gd name="T7" fmla="*/ 1588898 h 3564000"/>
                    <a:gd name="T8" fmla="*/ 1068995 w 2461290"/>
                    <a:gd name="T9" fmla="*/ 1680342 h 3564000"/>
                    <a:gd name="T10" fmla="*/ 782140 w 2461290"/>
                    <a:gd name="T11" fmla="*/ 1680342 h 3564000"/>
                    <a:gd name="T12" fmla="*/ 0 w 2461290"/>
                    <a:gd name="T13" fmla="*/ 0 h 3564000"/>
                    <a:gd name="T14" fmla="*/ 0 60000 65536"/>
                    <a:gd name="T15" fmla="*/ 0 60000 65536"/>
                    <a:gd name="T16" fmla="*/ 0 60000 65536"/>
                    <a:gd name="T17" fmla="*/ 0 60000 65536"/>
                    <a:gd name="T18" fmla="*/ 0 60000 65536"/>
                    <a:gd name="T19" fmla="*/ 0 60000 65536"/>
                    <a:gd name="T20" fmla="*/ 0 60000 65536"/>
                    <a:gd name="T21" fmla="*/ 0 w 2461290"/>
                    <a:gd name="T22" fmla="*/ 0 h 3564000"/>
                    <a:gd name="T23" fmla="*/ 2461290 w 2461290"/>
                    <a:gd name="T24" fmla="*/ 3564000 h 3564000"/>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461290" h="3564000">
                      <a:moveTo>
                        <a:pt x="0" y="0"/>
                      </a:moveTo>
                      <a:lnTo>
                        <a:pt x="2267337" y="0"/>
                      </a:lnTo>
                      <a:cubicBezTo>
                        <a:pt x="2374454" y="0"/>
                        <a:pt x="2461290" y="86836"/>
                        <a:pt x="2461290" y="193953"/>
                      </a:cubicBezTo>
                      <a:lnTo>
                        <a:pt x="2461290" y="3370047"/>
                      </a:lnTo>
                      <a:cubicBezTo>
                        <a:pt x="2461290" y="3477164"/>
                        <a:pt x="2374454" y="3564000"/>
                        <a:pt x="2267337" y="3564000"/>
                      </a:cubicBezTo>
                      <a:lnTo>
                        <a:pt x="1658918" y="3564000"/>
                      </a:lnTo>
                      <a:lnTo>
                        <a:pt x="0" y="0"/>
                      </a:lnTo>
                      <a:close/>
                    </a:path>
                  </a:pathLst>
                </a:custGeom>
                <a:solidFill>
                  <a:schemeClr val="bg1">
                    <a:alpha val="2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fontAlgn="auto">
                    <a:spcBef>
                      <a:spcPts val="0"/>
                    </a:spcBef>
                    <a:spcAft>
                      <a:spcPts val="0"/>
                    </a:spcAft>
                    <a:buFontTx/>
                    <a:buNone/>
                    <a:defRPr/>
                  </a:pPr>
                  <a:endParaRPr lang="zh-CN" altLang="en-US" sz="2400">
                    <a:solidFill>
                      <a:srgbClr val="393939"/>
                    </a:solidFill>
                    <a:latin typeface="Calibri"/>
                    <a:ea typeface="宋体"/>
                  </a:endParaRPr>
                </a:p>
              </p:txBody>
            </p:sp>
          </p:grpSp>
          <p:pic>
            <p:nvPicPr>
              <p:cNvPr id="6" name="图片 34"/>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830577" y="2226718"/>
                <a:ext cx="190285" cy="2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sp>
        <p:nvSpPr>
          <p:cNvPr id="15" name="矩形 47"/>
          <p:cNvSpPr>
            <a:spLocks noChangeArrowheads="1"/>
          </p:cNvSpPr>
          <p:nvPr/>
        </p:nvSpPr>
        <p:spPr bwMode="auto">
          <a:xfrm>
            <a:off x="6845300" y="2381250"/>
            <a:ext cx="37798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fontAlgn="auto">
              <a:lnSpc>
                <a:spcPct val="130000"/>
              </a:lnSpc>
              <a:spcAft>
                <a:spcPts val="0"/>
              </a:spcAft>
              <a:buFontTx/>
              <a:buNone/>
              <a:defRPr/>
            </a:pPr>
            <a:r>
              <a:rPr lang="zh-CN" altLang="en-US" sz="1333" dirty="0">
                <a:solidFill>
                  <a:srgbClr val="2A2A2A">
                    <a:lumMod val="75000"/>
                    <a:lumOff val="25000"/>
                  </a:srgbClr>
                </a:solidFill>
                <a:latin typeface="微软雅黑" pitchFamily="34" charset="-122"/>
                <a:ea typeface="微软雅黑" pitchFamily="34" charset="-122"/>
                <a:sym typeface="微软雅黑" pitchFamily="34" charset="-122"/>
              </a:rPr>
              <a:t>右键点击图片选择设置图片格式可直接替换图片。您可以点击文字框输入您的描述说明，或者通过复制粘贴，在此录入您的综合描述说明。</a:t>
            </a:r>
            <a:endParaRPr lang="en-US" altLang="zh-CN" sz="1333" dirty="0">
              <a:solidFill>
                <a:srgbClr val="2A2A2A">
                  <a:lumMod val="75000"/>
                  <a:lumOff val="25000"/>
                </a:srgbClr>
              </a:solidFill>
              <a:latin typeface="微软雅黑" pitchFamily="34" charset="-122"/>
              <a:ea typeface="微软雅黑" pitchFamily="34" charset="-122"/>
              <a:sym typeface="微软雅黑" pitchFamily="34" charset="-122"/>
            </a:endParaRPr>
          </a:p>
        </p:txBody>
      </p:sp>
      <p:sp>
        <p:nvSpPr>
          <p:cNvPr id="16" name="矩形 3"/>
          <p:cNvSpPr>
            <a:spLocks noChangeArrowheads="1"/>
          </p:cNvSpPr>
          <p:nvPr/>
        </p:nvSpPr>
        <p:spPr bwMode="auto">
          <a:xfrm>
            <a:off x="6867525" y="1766888"/>
            <a:ext cx="128111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p>
            <a:pPr fontAlgn="auto">
              <a:spcAft>
                <a:spcPts val="0"/>
              </a:spcAft>
              <a:buFont typeface="Arial" charset="0"/>
              <a:buNone/>
              <a:defRPr/>
            </a:pPr>
            <a:r>
              <a:rPr lang="zh-CN" altLang="en-US" sz="2133" b="1" dirty="0">
                <a:solidFill>
                  <a:srgbClr val="5D94A9"/>
                </a:solidFill>
                <a:ea typeface="微软雅黑" pitchFamily="34" charset="-122"/>
                <a:cs typeface="Arial" panose="020B0604020202020204" pitchFamily="34" charset="0"/>
              </a:rPr>
              <a:t>工作概述</a:t>
            </a:r>
          </a:p>
        </p:txBody>
      </p:sp>
      <p:sp>
        <p:nvSpPr>
          <p:cNvPr id="18" name="矩形 17"/>
          <p:cNvSpPr/>
          <p:nvPr/>
        </p:nvSpPr>
        <p:spPr>
          <a:xfrm>
            <a:off x="6946900" y="2260600"/>
            <a:ext cx="800100" cy="539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19" name="矩形 18"/>
          <p:cNvSpPr/>
          <p:nvPr/>
        </p:nvSpPr>
        <p:spPr>
          <a:xfrm>
            <a:off x="7766050" y="2260600"/>
            <a:ext cx="1620838" cy="5397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28" name="矩形 47"/>
          <p:cNvSpPr>
            <a:spLocks noChangeArrowheads="1"/>
          </p:cNvSpPr>
          <p:nvPr/>
        </p:nvSpPr>
        <p:spPr bwMode="auto">
          <a:xfrm>
            <a:off x="6845300" y="4452938"/>
            <a:ext cx="3779838" cy="89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p>
            <a:pPr fontAlgn="auto">
              <a:lnSpc>
                <a:spcPct val="130000"/>
              </a:lnSpc>
              <a:spcAft>
                <a:spcPts val="0"/>
              </a:spcAft>
              <a:buFontTx/>
              <a:buNone/>
              <a:defRPr/>
            </a:pPr>
            <a:r>
              <a:rPr lang="zh-CN" altLang="en-US" sz="1333" dirty="0">
                <a:solidFill>
                  <a:srgbClr val="242424">
                    <a:lumMod val="90000"/>
                    <a:lumOff val="10000"/>
                  </a:srgbClr>
                </a:solidFill>
                <a:latin typeface="微软雅黑" pitchFamily="34" charset="-122"/>
                <a:ea typeface="微软雅黑" pitchFamily="34" charset="-122"/>
                <a:sym typeface="微软雅黑" pitchFamily="34" charset="-122"/>
              </a:rPr>
              <a:t>右键点击图片选择设置图片格式可直接替换图片。您可以点击文字框输入您的描述说明，或者通过复制粘贴。</a:t>
            </a:r>
            <a:endParaRPr lang="en-US" altLang="zh-CN" sz="1333" dirty="0">
              <a:solidFill>
                <a:srgbClr val="242424">
                  <a:lumMod val="90000"/>
                  <a:lumOff val="10000"/>
                </a:srgbClr>
              </a:solidFill>
              <a:latin typeface="微软雅黑" pitchFamily="34" charset="-122"/>
              <a:ea typeface="微软雅黑" pitchFamily="34" charset="-122"/>
              <a:sym typeface="微软雅黑" pitchFamily="34" charset="-122"/>
            </a:endParaRPr>
          </a:p>
        </p:txBody>
      </p:sp>
      <p:sp>
        <p:nvSpPr>
          <p:cNvPr id="29" name="矩形 3"/>
          <p:cNvSpPr>
            <a:spLocks noChangeArrowheads="1"/>
          </p:cNvSpPr>
          <p:nvPr/>
        </p:nvSpPr>
        <p:spPr bwMode="auto">
          <a:xfrm>
            <a:off x="6867525" y="3836988"/>
            <a:ext cx="1281113" cy="420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p>
            <a:pPr fontAlgn="auto">
              <a:spcAft>
                <a:spcPts val="0"/>
              </a:spcAft>
              <a:buFont typeface="Arial" charset="0"/>
              <a:buNone/>
              <a:defRPr/>
            </a:pPr>
            <a:r>
              <a:rPr lang="zh-CN" altLang="en-US" sz="2133" b="1" dirty="0">
                <a:solidFill>
                  <a:srgbClr val="656565"/>
                </a:solidFill>
                <a:ea typeface="微软雅黑" pitchFamily="34" charset="-122"/>
                <a:cs typeface="Arial" panose="020B0604020202020204" pitchFamily="34" charset="0"/>
              </a:rPr>
              <a:t>大势分析</a:t>
            </a:r>
          </a:p>
        </p:txBody>
      </p:sp>
      <p:sp>
        <p:nvSpPr>
          <p:cNvPr id="30" name="矩形 29"/>
          <p:cNvSpPr/>
          <p:nvPr/>
        </p:nvSpPr>
        <p:spPr>
          <a:xfrm>
            <a:off x="6946900" y="4332288"/>
            <a:ext cx="800100" cy="539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31" name="矩形 30"/>
          <p:cNvSpPr/>
          <p:nvPr/>
        </p:nvSpPr>
        <p:spPr>
          <a:xfrm>
            <a:off x="7766050" y="4332288"/>
            <a:ext cx="1620838" cy="53975"/>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32" name="TextBox 138"/>
          <p:cNvSpPr txBox="1">
            <a:spLocks noChangeArrowheads="1"/>
          </p:cNvSpPr>
          <p:nvPr/>
        </p:nvSpPr>
        <p:spPr bwMode="auto">
          <a:xfrm>
            <a:off x="11329988" y="6858000"/>
            <a:ext cx="862012" cy="419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121912" tIns="60956" rIns="121912" bIns="6095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lnSpc>
                <a:spcPct val="120000"/>
              </a:lnSpc>
              <a:buFontTx/>
              <a:buNone/>
            </a:pPr>
            <a:r>
              <a:rPr lang="zh-CN" altLang="en-US" sz="1600">
                <a:solidFill>
                  <a:srgbClr val="4D4D4D"/>
                </a:solidFill>
                <a:latin typeface="微软雅黑" panose="020B0503020204020204" pitchFamily="34" charset="-122"/>
                <a:ea typeface="微软雅黑" panose="020B0503020204020204" pitchFamily="34" charset="-122"/>
              </a:rPr>
              <a:t>延时付</a:t>
            </a:r>
          </a:p>
        </p:txBody>
      </p:sp>
      <p:sp>
        <p:nvSpPr>
          <p:cNvPr id="34"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7" presetClass="entr" presetSubtype="0"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750"/>
                                        <p:tgtEl>
                                          <p:spTgt spid="2"/>
                                        </p:tgtEl>
                                      </p:cBhvr>
                                    </p:animEffect>
                                    <p:anim calcmode="lin" valueType="num">
                                      <p:cBhvr>
                                        <p:cTn id="8" dur="750" fill="hold"/>
                                        <p:tgtEl>
                                          <p:spTgt spid="2"/>
                                        </p:tgtEl>
                                        <p:attrNameLst>
                                          <p:attrName>ppt_x</p:attrName>
                                        </p:attrNameLst>
                                      </p:cBhvr>
                                      <p:tavLst>
                                        <p:tav tm="0">
                                          <p:val>
                                            <p:strVal val="#ppt_x"/>
                                          </p:val>
                                        </p:tav>
                                        <p:tav tm="100000">
                                          <p:val>
                                            <p:strVal val="#ppt_x"/>
                                          </p:val>
                                        </p:tav>
                                      </p:tavLst>
                                    </p:anim>
                                    <p:anim calcmode="lin" valueType="num">
                                      <p:cBhvr>
                                        <p:cTn id="9" dur="750" fill="hold"/>
                                        <p:tgtEl>
                                          <p:spTgt spid="2"/>
                                        </p:tgtEl>
                                        <p:attrNameLst>
                                          <p:attrName>ppt_y</p:attrName>
                                        </p:attrNameLst>
                                      </p:cBhvr>
                                      <p:tavLst>
                                        <p:tav tm="0">
                                          <p:val>
                                            <p:strVal val="#ppt_y-.1"/>
                                          </p:val>
                                        </p:tav>
                                        <p:tav tm="100000">
                                          <p:val>
                                            <p:strVal val="#ppt_y"/>
                                          </p:val>
                                        </p:tav>
                                      </p:tavLst>
                                    </p:anim>
                                  </p:childTnLst>
                                </p:cTn>
                              </p:par>
                            </p:childTnLst>
                          </p:cTn>
                        </p:par>
                        <p:par>
                          <p:cTn id="10" fill="hold" nodeType="afterGroup">
                            <p:stCondLst>
                              <p:cond delay="750"/>
                            </p:stCondLst>
                            <p:childTnLst>
                              <p:par>
                                <p:cTn id="11" presetID="22" presetClass="entr" presetSubtype="8" fill="hold" grpId="0" nodeType="after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wipe(left)">
                                      <p:cBhvr>
                                        <p:cTn id="13" dur="500"/>
                                        <p:tgtEl>
                                          <p:spTgt spid="16"/>
                                        </p:tgtEl>
                                      </p:cBhvr>
                                    </p:animEffect>
                                  </p:childTnLst>
                                </p:cTn>
                              </p:par>
                            </p:childTnLst>
                          </p:cTn>
                        </p:par>
                        <p:par>
                          <p:cTn id="14" fill="hold" nodeType="afterGroup">
                            <p:stCondLst>
                              <p:cond delay="1250"/>
                            </p:stCondLst>
                            <p:childTnLst>
                              <p:par>
                                <p:cTn id="15" presetID="22" presetClass="entr" presetSubtype="8" fill="hold" grpId="0" nodeType="afterEffect">
                                  <p:stCondLst>
                                    <p:cond delay="0"/>
                                  </p:stCondLst>
                                  <p:childTnLst>
                                    <p:set>
                                      <p:cBhvr>
                                        <p:cTn id="16" dur="1" fill="hold">
                                          <p:stCondLst>
                                            <p:cond delay="0"/>
                                          </p:stCondLst>
                                        </p:cTn>
                                        <p:tgtEl>
                                          <p:spTgt spid="18"/>
                                        </p:tgtEl>
                                        <p:attrNameLst>
                                          <p:attrName>style.visibility</p:attrName>
                                        </p:attrNameLst>
                                      </p:cBhvr>
                                      <p:to>
                                        <p:strVal val="visible"/>
                                      </p:to>
                                    </p:set>
                                    <p:animEffect transition="in" filter="wipe(left)">
                                      <p:cBhvr>
                                        <p:cTn id="17" dur="500"/>
                                        <p:tgtEl>
                                          <p:spTgt spid="18"/>
                                        </p:tgtEl>
                                      </p:cBhvr>
                                    </p:animEffect>
                                  </p:childTnLst>
                                </p:cTn>
                              </p:par>
                            </p:childTnLst>
                          </p:cTn>
                        </p:par>
                        <p:par>
                          <p:cTn id="18" fill="hold" nodeType="afterGroup">
                            <p:stCondLst>
                              <p:cond delay="1750"/>
                            </p:stCondLst>
                            <p:childTnLst>
                              <p:par>
                                <p:cTn id="19" presetID="22" presetClass="entr" presetSubtype="8" fill="hold" grpId="0" nodeType="after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wipe(left)">
                                      <p:cBhvr>
                                        <p:cTn id="21" dur="750"/>
                                        <p:tgtEl>
                                          <p:spTgt spid="19"/>
                                        </p:tgtEl>
                                      </p:cBhvr>
                                    </p:animEffect>
                                  </p:childTnLst>
                                </p:cTn>
                              </p:par>
                            </p:childTnLst>
                          </p:cTn>
                        </p:par>
                        <p:par>
                          <p:cTn id="22" fill="hold" nodeType="afterGroup">
                            <p:stCondLst>
                              <p:cond delay="2500"/>
                            </p:stCondLst>
                            <p:childTnLst>
                              <p:par>
                                <p:cTn id="23" presetID="14" presetClass="entr" presetSubtype="10" fill="hold" grpId="0" nodeType="afterEffect">
                                  <p:stCondLst>
                                    <p:cond delay="0"/>
                                  </p:stCondLst>
                                  <p:childTnLst>
                                    <p:set>
                                      <p:cBhvr>
                                        <p:cTn id="24" dur="1" fill="hold">
                                          <p:stCondLst>
                                            <p:cond delay="0"/>
                                          </p:stCondLst>
                                        </p:cTn>
                                        <p:tgtEl>
                                          <p:spTgt spid="15"/>
                                        </p:tgtEl>
                                        <p:attrNameLst>
                                          <p:attrName>style.visibility</p:attrName>
                                        </p:attrNameLst>
                                      </p:cBhvr>
                                      <p:to>
                                        <p:strVal val="visible"/>
                                      </p:to>
                                    </p:set>
                                    <p:animEffect transition="in" filter="randombar(horizontal)">
                                      <p:cBhvr>
                                        <p:cTn id="25" dur="750"/>
                                        <p:tgtEl>
                                          <p:spTgt spid="15"/>
                                        </p:tgtEl>
                                      </p:cBhvr>
                                    </p:animEffect>
                                  </p:childTnLst>
                                </p:cTn>
                              </p:par>
                            </p:childTnLst>
                          </p:cTn>
                        </p:par>
                        <p:par>
                          <p:cTn id="26" fill="hold" nodeType="afterGroup">
                            <p:stCondLst>
                              <p:cond delay="3250"/>
                            </p:stCondLst>
                            <p:childTnLst>
                              <p:par>
                                <p:cTn id="27" presetID="22" presetClass="entr" presetSubtype="8" fill="hold" grpId="0" nodeType="afterEffect">
                                  <p:stCondLst>
                                    <p:cond delay="0"/>
                                  </p:stCondLst>
                                  <p:childTnLst>
                                    <p:set>
                                      <p:cBhvr>
                                        <p:cTn id="28" dur="1" fill="hold">
                                          <p:stCondLst>
                                            <p:cond delay="0"/>
                                          </p:stCondLst>
                                        </p:cTn>
                                        <p:tgtEl>
                                          <p:spTgt spid="29"/>
                                        </p:tgtEl>
                                        <p:attrNameLst>
                                          <p:attrName>style.visibility</p:attrName>
                                        </p:attrNameLst>
                                      </p:cBhvr>
                                      <p:to>
                                        <p:strVal val="visible"/>
                                      </p:to>
                                    </p:set>
                                    <p:animEffect transition="in" filter="wipe(left)">
                                      <p:cBhvr>
                                        <p:cTn id="29" dur="500"/>
                                        <p:tgtEl>
                                          <p:spTgt spid="29"/>
                                        </p:tgtEl>
                                      </p:cBhvr>
                                    </p:animEffect>
                                  </p:childTnLst>
                                </p:cTn>
                              </p:par>
                            </p:childTnLst>
                          </p:cTn>
                        </p:par>
                        <p:par>
                          <p:cTn id="30" fill="hold" nodeType="afterGroup">
                            <p:stCondLst>
                              <p:cond delay="3750"/>
                            </p:stCondLst>
                            <p:childTnLst>
                              <p:par>
                                <p:cTn id="31" presetID="22" presetClass="entr" presetSubtype="8" fill="hold" grpId="0" nodeType="afterEffect">
                                  <p:stCondLst>
                                    <p:cond delay="0"/>
                                  </p:stCondLst>
                                  <p:childTnLst>
                                    <p:set>
                                      <p:cBhvr>
                                        <p:cTn id="32" dur="1" fill="hold">
                                          <p:stCondLst>
                                            <p:cond delay="0"/>
                                          </p:stCondLst>
                                        </p:cTn>
                                        <p:tgtEl>
                                          <p:spTgt spid="30"/>
                                        </p:tgtEl>
                                        <p:attrNameLst>
                                          <p:attrName>style.visibility</p:attrName>
                                        </p:attrNameLst>
                                      </p:cBhvr>
                                      <p:to>
                                        <p:strVal val="visible"/>
                                      </p:to>
                                    </p:set>
                                    <p:animEffect transition="in" filter="wipe(left)">
                                      <p:cBhvr>
                                        <p:cTn id="33" dur="500"/>
                                        <p:tgtEl>
                                          <p:spTgt spid="30"/>
                                        </p:tgtEl>
                                      </p:cBhvr>
                                    </p:animEffect>
                                  </p:childTnLst>
                                </p:cTn>
                              </p:par>
                            </p:childTnLst>
                          </p:cTn>
                        </p:par>
                        <p:par>
                          <p:cTn id="34" fill="hold" nodeType="afterGroup">
                            <p:stCondLst>
                              <p:cond delay="4250"/>
                            </p:stCondLst>
                            <p:childTnLst>
                              <p:par>
                                <p:cTn id="35" presetID="22" presetClass="entr" presetSubtype="8" fill="hold" grpId="0" nodeType="after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750"/>
                                        <p:tgtEl>
                                          <p:spTgt spid="31"/>
                                        </p:tgtEl>
                                      </p:cBhvr>
                                    </p:animEffect>
                                  </p:childTnLst>
                                </p:cTn>
                              </p:par>
                            </p:childTnLst>
                          </p:cTn>
                        </p:par>
                        <p:par>
                          <p:cTn id="38" fill="hold" nodeType="afterGroup">
                            <p:stCondLst>
                              <p:cond delay="5000"/>
                            </p:stCondLst>
                            <p:childTnLst>
                              <p:par>
                                <p:cTn id="39" presetID="14" presetClass="entr" presetSubtype="10" fill="hold" grpId="0"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randombar(horizontal)">
                                      <p:cBhvr>
                                        <p:cTn id="41" dur="750"/>
                                        <p:tgtEl>
                                          <p:spTgt spid="28"/>
                                        </p:tgtEl>
                                      </p:cBhvr>
                                    </p:animEffect>
                                  </p:childTnLst>
                                </p:cTn>
                              </p:par>
                            </p:childTnLst>
                          </p:cTn>
                        </p:par>
                        <p:par>
                          <p:cTn id="42" fill="hold" nodeType="afterGroup">
                            <p:stCondLst>
                              <p:cond delay="5750"/>
                            </p:stCondLst>
                            <p:childTnLst>
                              <p:par>
                                <p:cTn id="43" presetID="16" presetClass="entr" presetSubtype="37" fill="hold" grpId="0" nodeType="after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barn(outVertical)">
                                      <p:cBhvr>
                                        <p:cTn id="45" dur="8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P spid="18" grpId="0" animBg="1"/>
      <p:bldP spid="19" grpId="0" animBg="1"/>
      <p:bldP spid="28" grpId="0"/>
      <p:bldP spid="29" grpId="0"/>
      <p:bldP spid="30" grpId="0" animBg="1"/>
      <p:bldP spid="31" grpId="0" animBg="1"/>
      <p:bldP spid="3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549650" y="1338263"/>
            <a:ext cx="6359525" cy="1443037"/>
          </a:xfrm>
          <a:prstGeom prst="rect">
            <a:avLst/>
          </a:prstGeom>
          <a:solidFill>
            <a:schemeClr val="bg1">
              <a:lumMod val="95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endParaRPr lang="zh-CN" altLang="en-US">
              <a:solidFill>
                <a:srgbClr val="FFFFFF"/>
              </a:solidFill>
            </a:endParaRPr>
          </a:p>
        </p:txBody>
      </p:sp>
      <p:sp>
        <p:nvSpPr>
          <p:cNvPr id="4" name="矩形 3"/>
          <p:cNvSpPr/>
          <p:nvPr/>
        </p:nvSpPr>
        <p:spPr>
          <a:xfrm>
            <a:off x="4381076" y="1125277"/>
            <a:ext cx="4685216" cy="463551"/>
          </a:xfrm>
          <a:prstGeom prst="rect">
            <a:avLst/>
          </a:prstGeom>
          <a:solidFill>
            <a:schemeClr val="accent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r>
              <a:rPr lang="zh-CN" altLang="en-US">
                <a:solidFill>
                  <a:srgbClr val="FFFFFF"/>
                </a:solidFill>
                <a:latin typeface="微软雅黑" pitchFamily="34" charset="-122"/>
                <a:ea typeface="微软雅黑" pitchFamily="34" charset="-122"/>
              </a:rPr>
              <a:t>点击添加标题</a:t>
            </a:r>
          </a:p>
        </p:txBody>
      </p:sp>
      <p:sp>
        <p:nvSpPr>
          <p:cNvPr id="5" name="六边形 4"/>
          <p:cNvSpPr/>
          <p:nvPr/>
        </p:nvSpPr>
        <p:spPr>
          <a:xfrm>
            <a:off x="1064278" y="2925478"/>
            <a:ext cx="1586689" cy="1368152"/>
          </a:xfrm>
          <a:prstGeom prst="hexagon">
            <a:avLst/>
          </a:prstGeom>
          <a:solidFill>
            <a:schemeClr val="accent1"/>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r>
              <a:rPr lang="zh-CN" altLang="en-US" sz="3199" dirty="0">
                <a:solidFill>
                  <a:srgbClr val="FFFFFF"/>
                </a:solidFill>
                <a:latin typeface="微软雅黑" pitchFamily="34" charset="-122"/>
                <a:ea typeface="微软雅黑" pitchFamily="34" charset="-122"/>
              </a:rPr>
              <a:t>工作概述</a:t>
            </a:r>
          </a:p>
        </p:txBody>
      </p:sp>
      <p:cxnSp>
        <p:nvCxnSpPr>
          <p:cNvPr id="6" name="直接箭头连接符 5"/>
          <p:cNvCxnSpPr>
            <a:stCxn id="0" idx="0"/>
          </p:cNvCxnSpPr>
          <p:nvPr/>
        </p:nvCxnSpPr>
        <p:spPr>
          <a:xfrm flipV="1">
            <a:off x="2308225" y="1989138"/>
            <a:ext cx="1241425" cy="936625"/>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stCxn id="0" idx="3"/>
          </p:cNvCxnSpPr>
          <p:nvPr/>
        </p:nvCxnSpPr>
        <p:spPr>
          <a:xfrm>
            <a:off x="2651125" y="3609975"/>
            <a:ext cx="898525" cy="0"/>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0" idx="2"/>
          </p:cNvCxnSpPr>
          <p:nvPr/>
        </p:nvCxnSpPr>
        <p:spPr>
          <a:xfrm>
            <a:off x="2308225" y="4294188"/>
            <a:ext cx="1241425" cy="935037"/>
          </a:xfrm>
          <a:prstGeom prst="straightConnector1">
            <a:avLst/>
          </a:prstGeom>
          <a:ln>
            <a:solidFill>
              <a:srgbClr val="414455"/>
            </a:solidFill>
            <a:tailEnd type="arrow"/>
          </a:ln>
        </p:spPr>
        <p:style>
          <a:lnRef idx="1">
            <a:schemeClr val="accent1"/>
          </a:lnRef>
          <a:fillRef idx="0">
            <a:schemeClr val="accent1"/>
          </a:fillRef>
          <a:effectRef idx="0">
            <a:schemeClr val="accent1"/>
          </a:effectRef>
          <a:fontRef idx="minor">
            <a:schemeClr val="tx1"/>
          </a:fontRef>
        </p:style>
      </p:cxnSp>
      <p:sp>
        <p:nvSpPr>
          <p:cNvPr id="10" name="TextBox 9"/>
          <p:cNvSpPr txBox="1">
            <a:spLocks noChangeArrowheads="1"/>
          </p:cNvSpPr>
          <p:nvPr/>
        </p:nvSpPr>
        <p:spPr bwMode="auto">
          <a:xfrm>
            <a:off x="3765550" y="1628775"/>
            <a:ext cx="604678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1" tIns="45725" rIns="91451" bIns="4572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None/>
            </a:pPr>
            <a:r>
              <a:rPr lang="zh-CN" altLang="en-US" sz="1600">
                <a:solidFill>
                  <a:srgbClr val="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p>
        </p:txBody>
      </p:sp>
      <p:sp>
        <p:nvSpPr>
          <p:cNvPr id="11" name="矩形 10"/>
          <p:cNvSpPr/>
          <p:nvPr/>
        </p:nvSpPr>
        <p:spPr>
          <a:xfrm>
            <a:off x="3549650" y="3138488"/>
            <a:ext cx="6359525" cy="1443037"/>
          </a:xfrm>
          <a:prstGeom prst="rect">
            <a:avLst/>
          </a:prstGeom>
          <a:solidFill>
            <a:schemeClr val="bg1">
              <a:lumMod val="95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endParaRPr lang="zh-CN" altLang="en-US">
              <a:solidFill>
                <a:srgbClr val="FFFFFF"/>
              </a:solidFill>
            </a:endParaRPr>
          </a:p>
        </p:txBody>
      </p:sp>
      <p:sp>
        <p:nvSpPr>
          <p:cNvPr id="12" name="矩形 11"/>
          <p:cNvSpPr/>
          <p:nvPr/>
        </p:nvSpPr>
        <p:spPr>
          <a:xfrm>
            <a:off x="4381076" y="2925477"/>
            <a:ext cx="4685216" cy="463551"/>
          </a:xfrm>
          <a:prstGeom prst="rect">
            <a:avLst/>
          </a:prstGeom>
          <a:solidFill>
            <a:schemeClr val="accent2"/>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r>
              <a:rPr lang="zh-CN" altLang="en-US">
                <a:solidFill>
                  <a:srgbClr val="FFFFFF"/>
                </a:solidFill>
                <a:latin typeface="微软雅黑" pitchFamily="34" charset="-122"/>
                <a:ea typeface="微软雅黑" pitchFamily="34" charset="-122"/>
              </a:rPr>
              <a:t>点击添加标题</a:t>
            </a:r>
          </a:p>
        </p:txBody>
      </p:sp>
      <p:sp>
        <p:nvSpPr>
          <p:cNvPr id="13" name="TextBox 12"/>
          <p:cNvSpPr txBox="1">
            <a:spLocks noChangeArrowheads="1"/>
          </p:cNvSpPr>
          <p:nvPr/>
        </p:nvSpPr>
        <p:spPr bwMode="auto">
          <a:xfrm>
            <a:off x="3765550" y="3429000"/>
            <a:ext cx="604678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1" tIns="45725" rIns="91451" bIns="4572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None/>
            </a:pPr>
            <a:r>
              <a:rPr lang="zh-CN" altLang="en-US" sz="1600">
                <a:solidFill>
                  <a:srgbClr val="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p>
        </p:txBody>
      </p:sp>
      <p:sp>
        <p:nvSpPr>
          <p:cNvPr id="14" name="矩形 13"/>
          <p:cNvSpPr/>
          <p:nvPr/>
        </p:nvSpPr>
        <p:spPr>
          <a:xfrm>
            <a:off x="3549650" y="4938713"/>
            <a:ext cx="6359525" cy="1443037"/>
          </a:xfrm>
          <a:prstGeom prst="rect">
            <a:avLst/>
          </a:prstGeom>
          <a:solidFill>
            <a:schemeClr val="bg1">
              <a:lumMod val="95000"/>
            </a:schemeClr>
          </a:solidFill>
          <a:ln>
            <a:solidFill>
              <a:srgbClr val="FFFFFF"/>
            </a:solidFill>
          </a:ln>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endParaRPr lang="zh-CN" altLang="en-US">
              <a:solidFill>
                <a:srgbClr val="FFFFFF"/>
              </a:solidFill>
            </a:endParaRPr>
          </a:p>
        </p:txBody>
      </p:sp>
      <p:sp>
        <p:nvSpPr>
          <p:cNvPr id="15" name="矩形 14"/>
          <p:cNvSpPr/>
          <p:nvPr/>
        </p:nvSpPr>
        <p:spPr>
          <a:xfrm>
            <a:off x="4381076" y="4725678"/>
            <a:ext cx="4685216" cy="463551"/>
          </a:xfrm>
          <a:prstGeom prst="rect">
            <a:avLst/>
          </a:prstGeom>
          <a:solidFill>
            <a:schemeClr val="accent1">
              <a:lumMod val="50000"/>
            </a:schemeClr>
          </a:solidFill>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r>
              <a:rPr lang="zh-CN" altLang="en-US" dirty="0">
                <a:solidFill>
                  <a:srgbClr val="FFFFFF"/>
                </a:solidFill>
                <a:latin typeface="微软雅黑" pitchFamily="34" charset="-122"/>
                <a:ea typeface="微软雅黑" pitchFamily="34" charset="-122"/>
              </a:rPr>
              <a:t>点击添加标题</a:t>
            </a:r>
          </a:p>
        </p:txBody>
      </p:sp>
      <p:sp>
        <p:nvSpPr>
          <p:cNvPr id="16" name="TextBox 15"/>
          <p:cNvSpPr txBox="1">
            <a:spLocks noChangeArrowheads="1"/>
          </p:cNvSpPr>
          <p:nvPr/>
        </p:nvSpPr>
        <p:spPr bwMode="auto">
          <a:xfrm>
            <a:off x="3765550" y="5229225"/>
            <a:ext cx="6046788" cy="1052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51" tIns="45725" rIns="91451" bIns="45725">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None/>
            </a:pPr>
            <a:r>
              <a:rPr lang="zh-CN" altLang="en-US" sz="1600">
                <a:solidFill>
                  <a:srgbClr val="000000"/>
                </a:solidFill>
                <a:latin typeface="微软雅黑" panose="020B0503020204020204" pitchFamily="34" charset="-122"/>
                <a:ea typeface="微软雅黑" panose="020B0503020204020204" pitchFamily="34" charset="-122"/>
              </a:rPr>
              <a:t>您的内容打在这里，或者通过复制您的文本后，在此框中选择粘贴，并选择只保留文字。您的内容打在这里，或者通过复制您的文本后，在此框中选择粘贴，并选择只保留文字。</a:t>
            </a:r>
          </a:p>
        </p:txBody>
      </p:sp>
      <p:sp>
        <p:nvSpPr>
          <p:cNvPr id="17"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Sld>
  <p:clrMapOvr>
    <a:masterClrMapping/>
  </p:clrMapOvr>
  <p:transition spd="slow" advClick="0" advTm="0">
    <p:blinds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par>
                                <p:cTn id="12" presetID="22" presetClass="entr" presetSubtype="8" fill="hold" nodeType="with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wipe(left)">
                                      <p:cBhvr>
                                        <p:cTn id="14" dur="500"/>
                                        <p:tgtEl>
                                          <p:spTgt spid="8"/>
                                        </p:tgtEl>
                                      </p:cBhvr>
                                    </p:animEffect>
                                  </p:childTnLst>
                                </p:cTn>
                              </p:par>
                              <p:par>
                                <p:cTn id="15" presetID="22" presetClass="entr" presetSubtype="8" fill="hold"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left)">
                                      <p:cBhvr>
                                        <p:cTn id="17" dur="500"/>
                                        <p:tgtEl>
                                          <p:spTgt spid="9"/>
                                        </p:tgtEl>
                                      </p:cBhvr>
                                    </p:animEffect>
                                  </p:childTnLst>
                                </p:cTn>
                              </p:par>
                            </p:childTnLst>
                          </p:cTn>
                        </p:par>
                        <p:par>
                          <p:cTn id="18" fill="hold" nodeType="afterGroup">
                            <p:stCondLst>
                              <p:cond delay="1000"/>
                            </p:stCondLst>
                            <p:childTnLst>
                              <p:par>
                                <p:cTn id="19" presetID="16" presetClass="entr" presetSubtype="37" fill="hold" nodeType="after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barn(outVertical)">
                                      <p:cBhvr>
                                        <p:cTn id="21" dur="500"/>
                                        <p:tgtEl>
                                          <p:spTgt spid="4"/>
                                        </p:tgtEl>
                                      </p:cBhvr>
                                    </p:animEffect>
                                  </p:childTnLst>
                                </p:cTn>
                              </p:par>
                            </p:childTnLst>
                          </p:cTn>
                        </p:par>
                        <p:par>
                          <p:cTn id="22" fill="hold" nodeType="afterGroup">
                            <p:stCondLst>
                              <p:cond delay="1500"/>
                            </p:stCondLst>
                            <p:childTnLst>
                              <p:par>
                                <p:cTn id="23" presetID="2" presetClass="entr" presetSubtype="1" fill="hold" grpId="0" nodeType="afterEffect">
                                  <p:stCondLst>
                                    <p:cond delay="0"/>
                                  </p:stCondLst>
                                  <p:childTnLst>
                                    <p:set>
                                      <p:cBhvr>
                                        <p:cTn id="24" dur="1" fill="hold">
                                          <p:stCondLst>
                                            <p:cond delay="0"/>
                                          </p:stCondLst>
                                        </p:cTn>
                                        <p:tgtEl>
                                          <p:spTgt spid="3"/>
                                        </p:tgtEl>
                                        <p:attrNameLst>
                                          <p:attrName>style.visibility</p:attrName>
                                        </p:attrNameLst>
                                      </p:cBhvr>
                                      <p:to>
                                        <p:strVal val="visible"/>
                                      </p:to>
                                    </p:set>
                                    <p:anim calcmode="lin" valueType="num">
                                      <p:cBhvr additive="base">
                                        <p:cTn id="25" dur="500" fill="hold"/>
                                        <p:tgtEl>
                                          <p:spTgt spid="3"/>
                                        </p:tgtEl>
                                        <p:attrNameLst>
                                          <p:attrName>ppt_x</p:attrName>
                                        </p:attrNameLst>
                                      </p:cBhvr>
                                      <p:tavLst>
                                        <p:tav tm="0">
                                          <p:val>
                                            <p:strVal val="#ppt_x"/>
                                          </p:val>
                                        </p:tav>
                                        <p:tav tm="100000">
                                          <p:val>
                                            <p:strVal val="#ppt_x"/>
                                          </p:val>
                                        </p:tav>
                                      </p:tavLst>
                                    </p:anim>
                                    <p:anim calcmode="lin" valueType="num">
                                      <p:cBhvr additive="base">
                                        <p:cTn id="26" dur="500" fill="hold"/>
                                        <p:tgtEl>
                                          <p:spTgt spid="3"/>
                                        </p:tgtEl>
                                        <p:attrNameLst>
                                          <p:attrName>ppt_y</p:attrName>
                                        </p:attrNameLst>
                                      </p:cBhvr>
                                      <p:tavLst>
                                        <p:tav tm="0">
                                          <p:val>
                                            <p:strVal val="0-#ppt_h/2"/>
                                          </p:val>
                                        </p:tav>
                                        <p:tav tm="100000">
                                          <p:val>
                                            <p:strVal val="#ppt_y"/>
                                          </p:val>
                                        </p:tav>
                                      </p:tavLst>
                                    </p:anim>
                                  </p:childTnLst>
                                </p:cTn>
                              </p:par>
                            </p:childTnLst>
                          </p:cTn>
                        </p:par>
                        <p:par>
                          <p:cTn id="27" fill="hold" nodeType="afterGroup">
                            <p:stCondLst>
                              <p:cond delay="2000"/>
                            </p:stCondLst>
                            <p:childTnLst>
                              <p:par>
                                <p:cTn id="28" presetID="22" presetClass="entr" presetSubtype="8" fill="hold" grpId="0" nodeType="afterEffect">
                                  <p:stCondLst>
                                    <p:cond delay="0"/>
                                  </p:stCondLst>
                                  <p:iterate type="lt">
                                    <p:tmPct val="30000"/>
                                  </p:iterate>
                                  <p:childTnLst>
                                    <p:set>
                                      <p:cBhvr>
                                        <p:cTn id="29" dur="1" fill="hold">
                                          <p:stCondLst>
                                            <p:cond delay="0"/>
                                          </p:stCondLst>
                                        </p:cTn>
                                        <p:tgtEl>
                                          <p:spTgt spid="10"/>
                                        </p:tgtEl>
                                        <p:attrNameLst>
                                          <p:attrName>style.visibility</p:attrName>
                                        </p:attrNameLst>
                                      </p:cBhvr>
                                      <p:to>
                                        <p:strVal val="visible"/>
                                      </p:to>
                                    </p:set>
                                    <p:animEffect transition="in" filter="wipe(left)">
                                      <p:cBhvr>
                                        <p:cTn id="30" dur="100"/>
                                        <p:tgtEl>
                                          <p:spTgt spid="10"/>
                                        </p:tgtEl>
                                      </p:cBhvr>
                                    </p:animEffect>
                                  </p:childTnLst>
                                </p:cTn>
                              </p:par>
                              <p:par>
                                <p:cTn id="31" presetID="36" presetClass="emph" presetSubtype="0" fill="hold" grpId="1" nodeType="withEffect">
                                  <p:stCondLst>
                                    <p:cond delay="0"/>
                                  </p:stCondLst>
                                  <p:iterate type="lt">
                                    <p:tmPct val="30000"/>
                                  </p:iterate>
                                  <p:childTnLst>
                                    <p:animScale>
                                      <p:cBhvr>
                                        <p:cTn id="32" dur="50" autoRev="1" fill="hold">
                                          <p:stCondLst>
                                            <p:cond delay="0"/>
                                          </p:stCondLst>
                                        </p:cTn>
                                        <p:tgtEl>
                                          <p:spTgt spid="10"/>
                                        </p:tgtEl>
                                      </p:cBhvr>
                                      <p:to x="80000" y="100000"/>
                                    </p:animScale>
                                    <p:anim by="(#ppt_w*0.10)" calcmode="lin" valueType="num">
                                      <p:cBhvr>
                                        <p:cTn id="33" dur="50" autoRev="1" fill="hold">
                                          <p:stCondLst>
                                            <p:cond delay="0"/>
                                          </p:stCondLst>
                                        </p:cTn>
                                        <p:tgtEl>
                                          <p:spTgt spid="10"/>
                                        </p:tgtEl>
                                        <p:attrNameLst>
                                          <p:attrName>ppt_x</p:attrName>
                                        </p:attrNameLst>
                                      </p:cBhvr>
                                    </p:anim>
                                    <p:anim by="(-#ppt_w*0.10)" calcmode="lin" valueType="num">
                                      <p:cBhvr>
                                        <p:cTn id="34" dur="50" autoRev="1" fill="hold">
                                          <p:stCondLst>
                                            <p:cond delay="0"/>
                                          </p:stCondLst>
                                        </p:cTn>
                                        <p:tgtEl>
                                          <p:spTgt spid="10"/>
                                        </p:tgtEl>
                                        <p:attrNameLst>
                                          <p:attrName>ppt_y</p:attrName>
                                        </p:attrNameLst>
                                      </p:cBhvr>
                                    </p:anim>
                                    <p:animRot by="-480000">
                                      <p:cBhvr>
                                        <p:cTn id="35" dur="50" autoRev="1" fill="hold">
                                          <p:stCondLst>
                                            <p:cond delay="0"/>
                                          </p:stCondLst>
                                        </p:cTn>
                                        <p:tgtEl>
                                          <p:spTgt spid="10"/>
                                        </p:tgtEl>
                                        <p:attrNameLst>
                                          <p:attrName>r</p:attrName>
                                        </p:attrNameLst>
                                      </p:cBhvr>
                                    </p:animRot>
                                  </p:childTnLst>
                                </p:cTn>
                              </p:par>
                            </p:childTnLst>
                          </p:cTn>
                        </p:par>
                        <p:par>
                          <p:cTn id="36" fill="hold" nodeType="afterGroup">
                            <p:stCondLst>
                              <p:cond delay="4410"/>
                            </p:stCondLst>
                            <p:childTnLst>
                              <p:par>
                                <p:cTn id="37" presetID="16" presetClass="entr" presetSubtype="37" fill="hold" nodeType="afterEffect">
                                  <p:stCondLst>
                                    <p:cond delay="0"/>
                                  </p:stCondLst>
                                  <p:childTnLst>
                                    <p:set>
                                      <p:cBhvr>
                                        <p:cTn id="38" dur="1" fill="hold">
                                          <p:stCondLst>
                                            <p:cond delay="0"/>
                                          </p:stCondLst>
                                        </p:cTn>
                                        <p:tgtEl>
                                          <p:spTgt spid="12"/>
                                        </p:tgtEl>
                                        <p:attrNameLst>
                                          <p:attrName>style.visibility</p:attrName>
                                        </p:attrNameLst>
                                      </p:cBhvr>
                                      <p:to>
                                        <p:strVal val="visible"/>
                                      </p:to>
                                    </p:set>
                                    <p:animEffect transition="in" filter="barn(outVertical)">
                                      <p:cBhvr>
                                        <p:cTn id="39" dur="500"/>
                                        <p:tgtEl>
                                          <p:spTgt spid="12"/>
                                        </p:tgtEl>
                                      </p:cBhvr>
                                    </p:animEffect>
                                  </p:childTnLst>
                                </p:cTn>
                              </p:par>
                            </p:childTnLst>
                          </p:cTn>
                        </p:par>
                        <p:par>
                          <p:cTn id="40" fill="hold" nodeType="afterGroup">
                            <p:stCondLst>
                              <p:cond delay="4910"/>
                            </p:stCondLst>
                            <p:childTnLst>
                              <p:par>
                                <p:cTn id="41" presetID="2" presetClass="entr" presetSubtype="1" fill="hold" grpId="0" nodeType="afterEffect">
                                  <p:stCondLst>
                                    <p:cond delay="0"/>
                                  </p:stCondLst>
                                  <p:childTnLst>
                                    <p:set>
                                      <p:cBhvr>
                                        <p:cTn id="42" dur="1" fill="hold">
                                          <p:stCondLst>
                                            <p:cond delay="0"/>
                                          </p:stCondLst>
                                        </p:cTn>
                                        <p:tgtEl>
                                          <p:spTgt spid="11"/>
                                        </p:tgtEl>
                                        <p:attrNameLst>
                                          <p:attrName>style.visibility</p:attrName>
                                        </p:attrNameLst>
                                      </p:cBhvr>
                                      <p:to>
                                        <p:strVal val="visible"/>
                                      </p:to>
                                    </p:set>
                                    <p:anim calcmode="lin" valueType="num">
                                      <p:cBhvr additive="base">
                                        <p:cTn id="43" dur="500" fill="hold"/>
                                        <p:tgtEl>
                                          <p:spTgt spid="11"/>
                                        </p:tgtEl>
                                        <p:attrNameLst>
                                          <p:attrName>ppt_x</p:attrName>
                                        </p:attrNameLst>
                                      </p:cBhvr>
                                      <p:tavLst>
                                        <p:tav tm="0">
                                          <p:val>
                                            <p:strVal val="#ppt_x"/>
                                          </p:val>
                                        </p:tav>
                                        <p:tav tm="100000">
                                          <p:val>
                                            <p:strVal val="#ppt_x"/>
                                          </p:val>
                                        </p:tav>
                                      </p:tavLst>
                                    </p:anim>
                                    <p:anim calcmode="lin" valueType="num">
                                      <p:cBhvr additive="base">
                                        <p:cTn id="44" dur="500" fill="hold"/>
                                        <p:tgtEl>
                                          <p:spTgt spid="11"/>
                                        </p:tgtEl>
                                        <p:attrNameLst>
                                          <p:attrName>ppt_y</p:attrName>
                                        </p:attrNameLst>
                                      </p:cBhvr>
                                      <p:tavLst>
                                        <p:tav tm="0">
                                          <p:val>
                                            <p:strVal val="0-#ppt_h/2"/>
                                          </p:val>
                                        </p:tav>
                                        <p:tav tm="100000">
                                          <p:val>
                                            <p:strVal val="#ppt_y"/>
                                          </p:val>
                                        </p:tav>
                                      </p:tavLst>
                                    </p:anim>
                                  </p:childTnLst>
                                </p:cTn>
                              </p:par>
                            </p:childTnLst>
                          </p:cTn>
                        </p:par>
                        <p:par>
                          <p:cTn id="45" fill="hold" nodeType="afterGroup">
                            <p:stCondLst>
                              <p:cond delay="5410"/>
                            </p:stCondLst>
                            <p:childTnLst>
                              <p:par>
                                <p:cTn id="46" presetID="22" presetClass="entr" presetSubtype="8" fill="hold" grpId="0" nodeType="afterEffect">
                                  <p:stCondLst>
                                    <p:cond delay="0"/>
                                  </p:stCondLst>
                                  <p:iterate type="lt">
                                    <p:tmPct val="30000"/>
                                  </p:iterate>
                                  <p:childTnLst>
                                    <p:set>
                                      <p:cBhvr>
                                        <p:cTn id="47" dur="1" fill="hold">
                                          <p:stCondLst>
                                            <p:cond delay="0"/>
                                          </p:stCondLst>
                                        </p:cTn>
                                        <p:tgtEl>
                                          <p:spTgt spid="13"/>
                                        </p:tgtEl>
                                        <p:attrNameLst>
                                          <p:attrName>style.visibility</p:attrName>
                                        </p:attrNameLst>
                                      </p:cBhvr>
                                      <p:to>
                                        <p:strVal val="visible"/>
                                      </p:to>
                                    </p:set>
                                    <p:animEffect transition="in" filter="wipe(left)">
                                      <p:cBhvr>
                                        <p:cTn id="48" dur="100"/>
                                        <p:tgtEl>
                                          <p:spTgt spid="13"/>
                                        </p:tgtEl>
                                      </p:cBhvr>
                                    </p:animEffect>
                                  </p:childTnLst>
                                </p:cTn>
                              </p:par>
                              <p:par>
                                <p:cTn id="49" presetID="36" presetClass="emph" presetSubtype="0" fill="hold" grpId="1" nodeType="withEffect">
                                  <p:stCondLst>
                                    <p:cond delay="0"/>
                                  </p:stCondLst>
                                  <p:iterate type="lt">
                                    <p:tmPct val="30000"/>
                                  </p:iterate>
                                  <p:childTnLst>
                                    <p:animScale>
                                      <p:cBhvr>
                                        <p:cTn id="50" dur="50" autoRev="1" fill="hold">
                                          <p:stCondLst>
                                            <p:cond delay="0"/>
                                          </p:stCondLst>
                                        </p:cTn>
                                        <p:tgtEl>
                                          <p:spTgt spid="13"/>
                                        </p:tgtEl>
                                      </p:cBhvr>
                                      <p:to x="80000" y="100000"/>
                                    </p:animScale>
                                    <p:anim by="(#ppt_w*0.10)" calcmode="lin" valueType="num">
                                      <p:cBhvr>
                                        <p:cTn id="51" dur="50" autoRev="1" fill="hold">
                                          <p:stCondLst>
                                            <p:cond delay="0"/>
                                          </p:stCondLst>
                                        </p:cTn>
                                        <p:tgtEl>
                                          <p:spTgt spid="13"/>
                                        </p:tgtEl>
                                        <p:attrNameLst>
                                          <p:attrName>ppt_x</p:attrName>
                                        </p:attrNameLst>
                                      </p:cBhvr>
                                    </p:anim>
                                    <p:anim by="(-#ppt_w*0.10)" calcmode="lin" valueType="num">
                                      <p:cBhvr>
                                        <p:cTn id="52" dur="50" autoRev="1" fill="hold">
                                          <p:stCondLst>
                                            <p:cond delay="0"/>
                                          </p:stCondLst>
                                        </p:cTn>
                                        <p:tgtEl>
                                          <p:spTgt spid="13"/>
                                        </p:tgtEl>
                                        <p:attrNameLst>
                                          <p:attrName>ppt_y</p:attrName>
                                        </p:attrNameLst>
                                      </p:cBhvr>
                                    </p:anim>
                                    <p:animRot by="-480000">
                                      <p:cBhvr>
                                        <p:cTn id="53" dur="50" autoRev="1" fill="hold">
                                          <p:stCondLst>
                                            <p:cond delay="0"/>
                                          </p:stCondLst>
                                        </p:cTn>
                                        <p:tgtEl>
                                          <p:spTgt spid="13"/>
                                        </p:tgtEl>
                                        <p:attrNameLst>
                                          <p:attrName>r</p:attrName>
                                        </p:attrNameLst>
                                      </p:cBhvr>
                                    </p:animRot>
                                  </p:childTnLst>
                                </p:cTn>
                              </p:par>
                            </p:childTnLst>
                          </p:cTn>
                        </p:par>
                        <p:par>
                          <p:cTn id="54" fill="hold" nodeType="afterGroup">
                            <p:stCondLst>
                              <p:cond delay="7820"/>
                            </p:stCondLst>
                            <p:childTnLst>
                              <p:par>
                                <p:cTn id="55" presetID="16" presetClass="entr" presetSubtype="37" fill="hold" nodeType="afterEffect">
                                  <p:stCondLst>
                                    <p:cond delay="0"/>
                                  </p:stCondLst>
                                  <p:childTnLst>
                                    <p:set>
                                      <p:cBhvr>
                                        <p:cTn id="56" dur="1" fill="hold">
                                          <p:stCondLst>
                                            <p:cond delay="0"/>
                                          </p:stCondLst>
                                        </p:cTn>
                                        <p:tgtEl>
                                          <p:spTgt spid="15"/>
                                        </p:tgtEl>
                                        <p:attrNameLst>
                                          <p:attrName>style.visibility</p:attrName>
                                        </p:attrNameLst>
                                      </p:cBhvr>
                                      <p:to>
                                        <p:strVal val="visible"/>
                                      </p:to>
                                    </p:set>
                                    <p:animEffect transition="in" filter="barn(outVertical)">
                                      <p:cBhvr>
                                        <p:cTn id="57" dur="500"/>
                                        <p:tgtEl>
                                          <p:spTgt spid="15"/>
                                        </p:tgtEl>
                                      </p:cBhvr>
                                    </p:animEffect>
                                  </p:childTnLst>
                                </p:cTn>
                              </p:par>
                            </p:childTnLst>
                          </p:cTn>
                        </p:par>
                        <p:par>
                          <p:cTn id="58" fill="hold" nodeType="afterGroup">
                            <p:stCondLst>
                              <p:cond delay="8320"/>
                            </p:stCondLst>
                            <p:childTnLst>
                              <p:par>
                                <p:cTn id="59" presetID="2" presetClass="entr" presetSubtype="1" fill="hold" grpId="0" nodeType="afterEffect">
                                  <p:stCondLst>
                                    <p:cond delay="0"/>
                                  </p:stCondLst>
                                  <p:childTnLst>
                                    <p:set>
                                      <p:cBhvr>
                                        <p:cTn id="60" dur="1" fill="hold">
                                          <p:stCondLst>
                                            <p:cond delay="0"/>
                                          </p:stCondLst>
                                        </p:cTn>
                                        <p:tgtEl>
                                          <p:spTgt spid="14"/>
                                        </p:tgtEl>
                                        <p:attrNameLst>
                                          <p:attrName>style.visibility</p:attrName>
                                        </p:attrNameLst>
                                      </p:cBhvr>
                                      <p:to>
                                        <p:strVal val="visible"/>
                                      </p:to>
                                    </p:set>
                                    <p:anim calcmode="lin" valueType="num">
                                      <p:cBhvr additive="base">
                                        <p:cTn id="61" dur="500" fill="hold"/>
                                        <p:tgtEl>
                                          <p:spTgt spid="14"/>
                                        </p:tgtEl>
                                        <p:attrNameLst>
                                          <p:attrName>ppt_x</p:attrName>
                                        </p:attrNameLst>
                                      </p:cBhvr>
                                      <p:tavLst>
                                        <p:tav tm="0">
                                          <p:val>
                                            <p:strVal val="#ppt_x"/>
                                          </p:val>
                                        </p:tav>
                                        <p:tav tm="100000">
                                          <p:val>
                                            <p:strVal val="#ppt_x"/>
                                          </p:val>
                                        </p:tav>
                                      </p:tavLst>
                                    </p:anim>
                                    <p:anim calcmode="lin" valueType="num">
                                      <p:cBhvr additive="base">
                                        <p:cTn id="62" dur="500" fill="hold"/>
                                        <p:tgtEl>
                                          <p:spTgt spid="14"/>
                                        </p:tgtEl>
                                        <p:attrNameLst>
                                          <p:attrName>ppt_y</p:attrName>
                                        </p:attrNameLst>
                                      </p:cBhvr>
                                      <p:tavLst>
                                        <p:tav tm="0">
                                          <p:val>
                                            <p:strVal val="0-#ppt_h/2"/>
                                          </p:val>
                                        </p:tav>
                                        <p:tav tm="100000">
                                          <p:val>
                                            <p:strVal val="#ppt_y"/>
                                          </p:val>
                                        </p:tav>
                                      </p:tavLst>
                                    </p:anim>
                                  </p:childTnLst>
                                </p:cTn>
                              </p:par>
                            </p:childTnLst>
                          </p:cTn>
                        </p:par>
                        <p:par>
                          <p:cTn id="63" fill="hold" nodeType="afterGroup">
                            <p:stCondLst>
                              <p:cond delay="8820"/>
                            </p:stCondLst>
                            <p:childTnLst>
                              <p:par>
                                <p:cTn id="64" presetID="22" presetClass="entr" presetSubtype="8" fill="hold" grpId="0" nodeType="afterEffect">
                                  <p:stCondLst>
                                    <p:cond delay="0"/>
                                  </p:stCondLst>
                                  <p:iterate type="lt">
                                    <p:tmPct val="30000"/>
                                  </p:iterate>
                                  <p:childTnLst>
                                    <p:set>
                                      <p:cBhvr>
                                        <p:cTn id="65" dur="1" fill="hold">
                                          <p:stCondLst>
                                            <p:cond delay="0"/>
                                          </p:stCondLst>
                                        </p:cTn>
                                        <p:tgtEl>
                                          <p:spTgt spid="16"/>
                                        </p:tgtEl>
                                        <p:attrNameLst>
                                          <p:attrName>style.visibility</p:attrName>
                                        </p:attrNameLst>
                                      </p:cBhvr>
                                      <p:to>
                                        <p:strVal val="visible"/>
                                      </p:to>
                                    </p:set>
                                    <p:animEffect transition="in" filter="wipe(left)">
                                      <p:cBhvr>
                                        <p:cTn id="66" dur="100"/>
                                        <p:tgtEl>
                                          <p:spTgt spid="16"/>
                                        </p:tgtEl>
                                      </p:cBhvr>
                                    </p:animEffect>
                                  </p:childTnLst>
                                </p:cTn>
                              </p:par>
                              <p:par>
                                <p:cTn id="67" presetID="36" presetClass="emph" presetSubtype="0" fill="hold" grpId="1" nodeType="withEffect">
                                  <p:stCondLst>
                                    <p:cond delay="0"/>
                                  </p:stCondLst>
                                  <p:iterate type="lt">
                                    <p:tmPct val="30000"/>
                                  </p:iterate>
                                  <p:childTnLst>
                                    <p:animScale>
                                      <p:cBhvr>
                                        <p:cTn id="68" dur="50" autoRev="1" fill="hold">
                                          <p:stCondLst>
                                            <p:cond delay="0"/>
                                          </p:stCondLst>
                                        </p:cTn>
                                        <p:tgtEl>
                                          <p:spTgt spid="16"/>
                                        </p:tgtEl>
                                      </p:cBhvr>
                                      <p:to x="80000" y="100000"/>
                                    </p:animScale>
                                    <p:anim by="(#ppt_w*0.10)" calcmode="lin" valueType="num">
                                      <p:cBhvr>
                                        <p:cTn id="69" dur="50" autoRev="1" fill="hold">
                                          <p:stCondLst>
                                            <p:cond delay="0"/>
                                          </p:stCondLst>
                                        </p:cTn>
                                        <p:tgtEl>
                                          <p:spTgt spid="16"/>
                                        </p:tgtEl>
                                        <p:attrNameLst>
                                          <p:attrName>ppt_x</p:attrName>
                                        </p:attrNameLst>
                                      </p:cBhvr>
                                    </p:anim>
                                    <p:anim by="(-#ppt_w*0.10)" calcmode="lin" valueType="num">
                                      <p:cBhvr>
                                        <p:cTn id="70" dur="50" autoRev="1" fill="hold">
                                          <p:stCondLst>
                                            <p:cond delay="0"/>
                                          </p:stCondLst>
                                        </p:cTn>
                                        <p:tgtEl>
                                          <p:spTgt spid="16"/>
                                        </p:tgtEl>
                                        <p:attrNameLst>
                                          <p:attrName>ppt_y</p:attrName>
                                        </p:attrNameLst>
                                      </p:cBhvr>
                                    </p:anim>
                                    <p:animRot by="-480000">
                                      <p:cBhvr>
                                        <p:cTn id="71" dur="50" autoRev="1" fill="hold">
                                          <p:stCondLst>
                                            <p:cond delay="0"/>
                                          </p:stCondLst>
                                        </p:cTn>
                                        <p:tgtEl>
                                          <p:spTgt spid="16"/>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0" grpId="0"/>
      <p:bldP spid="10" grpId="1"/>
      <p:bldP spid="11" grpId="0" animBg="1"/>
      <p:bldP spid="13" grpId="0"/>
      <p:bldP spid="13" grpId="1"/>
      <p:bldP spid="14" grpId="0" animBg="1"/>
      <p:bldP spid="16" grpId="0"/>
      <p:bldP spid="16"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9" name="组合 118"/>
          <p:cNvGrpSpPr/>
          <p:nvPr/>
        </p:nvGrpSpPr>
        <p:grpSpPr>
          <a:xfrm>
            <a:off x="536171" y="3789206"/>
            <a:ext cx="10934572" cy="438043"/>
            <a:chOff x="534438" y="3368953"/>
            <a:chExt cx="10944224" cy="438144"/>
          </a:xfrm>
          <a:solidFill>
            <a:schemeClr val="bg1">
              <a:lumMod val="65000"/>
            </a:schemeClr>
          </a:solidFill>
        </p:grpSpPr>
        <p:sp>
          <p:nvSpPr>
            <p:cNvPr id="120" name="矩形 119"/>
            <p:cNvSpPr/>
            <p:nvPr/>
          </p:nvSpPr>
          <p:spPr>
            <a:xfrm>
              <a:off x="11049789" y="3503489"/>
              <a:ext cx="50397"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grpSp>
          <p:nvGrpSpPr>
            <p:cNvPr id="121" name="组合 120"/>
            <p:cNvGrpSpPr/>
            <p:nvPr/>
          </p:nvGrpSpPr>
          <p:grpSpPr>
            <a:xfrm>
              <a:off x="534438" y="3368953"/>
              <a:ext cx="10944224" cy="438144"/>
              <a:chOff x="623889" y="3209929"/>
              <a:chExt cx="10944224" cy="438144"/>
            </a:xfrm>
            <a:grpFill/>
          </p:grpSpPr>
          <p:sp>
            <p:nvSpPr>
              <p:cNvPr id="122" name="矩形 121"/>
              <p:cNvSpPr/>
              <p:nvPr/>
            </p:nvSpPr>
            <p:spPr>
              <a:xfrm>
                <a:off x="623889" y="3344465"/>
                <a:ext cx="50397"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sp>
            <p:nvSpPr>
              <p:cNvPr id="123" name="矩形 122"/>
              <p:cNvSpPr/>
              <p:nvPr/>
            </p:nvSpPr>
            <p:spPr>
              <a:xfrm>
                <a:off x="717047" y="3344465"/>
                <a:ext cx="107093"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sp>
            <p:nvSpPr>
              <p:cNvPr id="124" name="矩形 123"/>
              <p:cNvSpPr/>
              <p:nvPr/>
            </p:nvSpPr>
            <p:spPr>
              <a:xfrm>
                <a:off x="866901" y="3344465"/>
                <a:ext cx="198437"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sp>
            <p:nvSpPr>
              <p:cNvPr id="125" name="矩形 124"/>
              <p:cNvSpPr/>
              <p:nvPr/>
            </p:nvSpPr>
            <p:spPr>
              <a:xfrm>
                <a:off x="1108099" y="3344465"/>
                <a:ext cx="9613876"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sp>
            <p:nvSpPr>
              <p:cNvPr id="126" name="矩形 125"/>
              <p:cNvSpPr/>
              <p:nvPr/>
            </p:nvSpPr>
            <p:spPr>
              <a:xfrm>
                <a:off x="10994902" y="3344465"/>
                <a:ext cx="107093"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sp>
            <p:nvSpPr>
              <p:cNvPr id="127" name="矩形 126"/>
              <p:cNvSpPr/>
              <p:nvPr/>
            </p:nvSpPr>
            <p:spPr>
              <a:xfrm>
                <a:off x="10759220" y="3344465"/>
                <a:ext cx="198437" cy="16906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sp>
            <p:nvSpPr>
              <p:cNvPr id="128" name="等腰三角形 127"/>
              <p:cNvSpPr/>
              <p:nvPr/>
            </p:nvSpPr>
            <p:spPr>
              <a:xfrm rot="5400000">
                <a:off x="11159803" y="3239763"/>
                <a:ext cx="438144" cy="378476"/>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FFFFFF"/>
                  </a:solidFill>
                </a:endParaRPr>
              </a:p>
            </p:txBody>
          </p:sp>
        </p:grpSp>
      </p:grpSp>
      <p:cxnSp>
        <p:nvCxnSpPr>
          <p:cNvPr id="129" name="肘形连接符 128"/>
          <p:cNvCxnSpPr>
            <a:stCxn id="131" idx="3"/>
            <a:endCxn id="134" idx="1"/>
          </p:cNvCxnSpPr>
          <p:nvPr/>
        </p:nvCxnSpPr>
        <p:spPr>
          <a:xfrm rot="5400000" flipH="1" flipV="1">
            <a:off x="1082675" y="3149601"/>
            <a:ext cx="7524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30" name="组合 129"/>
          <p:cNvGrpSpPr/>
          <p:nvPr/>
        </p:nvGrpSpPr>
        <p:grpSpPr>
          <a:xfrm>
            <a:off x="1021610" y="3672263"/>
            <a:ext cx="582582" cy="676235"/>
            <a:chOff x="1109756" y="3090803"/>
            <a:chExt cx="583096" cy="676392"/>
          </a:xfrm>
          <a:solidFill>
            <a:schemeClr val="accent1"/>
          </a:solidFill>
        </p:grpSpPr>
        <p:sp>
          <p:nvSpPr>
            <p:cNvPr id="131" name="六边形 130"/>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32" name="文本框 64"/>
            <p:cNvSpPr txBox="1"/>
            <p:nvPr/>
          </p:nvSpPr>
          <p:spPr>
            <a:xfrm>
              <a:off x="1115002" y="3298194"/>
              <a:ext cx="57785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4</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33" name="组合 132"/>
          <p:cNvGrpSpPr/>
          <p:nvPr/>
        </p:nvGrpSpPr>
        <p:grpSpPr>
          <a:xfrm>
            <a:off x="1604192" y="2481490"/>
            <a:ext cx="1412088" cy="876059"/>
            <a:chOff x="1853741" y="1952625"/>
            <a:chExt cx="1413335" cy="876262"/>
          </a:xfrm>
          <a:solidFill>
            <a:schemeClr val="bg1">
              <a:lumMod val="85000"/>
            </a:schemeClr>
          </a:solidFill>
        </p:grpSpPr>
        <p:sp>
          <p:nvSpPr>
            <p:cNvPr id="134" name="矩形 133"/>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35" name="文本框 66"/>
            <p:cNvSpPr txBox="1"/>
            <p:nvPr/>
          </p:nvSpPr>
          <p:spPr>
            <a:xfrm>
              <a:off x="1853742" y="1997871"/>
              <a:ext cx="1413334" cy="646331"/>
            </a:xfrm>
            <a:prstGeom prst="rect">
              <a:avLst/>
            </a:prstGeom>
            <a:grpFill/>
          </p:spPr>
          <p:txBody>
            <a:bodyPr>
              <a:spAutoFit/>
            </a:bodyPr>
            <a:lstStyle/>
            <a:p>
              <a:pPr algn="just" fontAlgn="auto">
                <a:spcBef>
                  <a:spcPts val="0"/>
                </a:spcBef>
                <a:spcAft>
                  <a:spcPts val="0"/>
                </a:spcAft>
                <a:buFontTx/>
                <a:buNone/>
                <a:defRPr/>
              </a:pPr>
              <a:r>
                <a:rPr lang="zh-CN" altLang="en-US" sz="1200" dirty="0">
                  <a:solidFill>
                    <a:srgbClr val="393939">
                      <a:lumMod val="85000"/>
                      <a:lumOff val="15000"/>
                    </a:srgbClr>
                  </a:solidFill>
                  <a:latin typeface="微软雅黑" panose="020B0503020204020204" pitchFamily="34" charset="-122"/>
                  <a:ea typeface="微软雅黑" panose="020B0503020204020204" pitchFamily="34" charset="-122"/>
                </a:rPr>
                <a:t>       在这里添加你的文字，图片也可以，记得加满哦。</a:t>
              </a:r>
            </a:p>
          </p:txBody>
        </p:sp>
      </p:grpSp>
      <p:cxnSp>
        <p:nvCxnSpPr>
          <p:cNvPr id="136" name="肘形连接符 135"/>
          <p:cNvCxnSpPr>
            <a:stCxn id="138" idx="3"/>
            <a:endCxn id="141" idx="1"/>
          </p:cNvCxnSpPr>
          <p:nvPr/>
        </p:nvCxnSpPr>
        <p:spPr>
          <a:xfrm rot="5400000" flipH="1" flipV="1">
            <a:off x="3660775" y="3149601"/>
            <a:ext cx="7524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37" name="组合 136"/>
          <p:cNvGrpSpPr/>
          <p:nvPr/>
        </p:nvGrpSpPr>
        <p:grpSpPr>
          <a:xfrm>
            <a:off x="3599726" y="3672263"/>
            <a:ext cx="582582" cy="676235"/>
            <a:chOff x="1109756" y="3090803"/>
            <a:chExt cx="583096" cy="676392"/>
          </a:xfrm>
          <a:solidFill>
            <a:schemeClr val="accent3"/>
          </a:solidFill>
        </p:grpSpPr>
        <p:sp>
          <p:nvSpPr>
            <p:cNvPr id="138" name="六边形 137"/>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39" name="文本框 72"/>
            <p:cNvSpPr txBox="1"/>
            <p:nvPr/>
          </p:nvSpPr>
          <p:spPr>
            <a:xfrm>
              <a:off x="1115002" y="3298194"/>
              <a:ext cx="57785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6</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40" name="组合 139"/>
          <p:cNvGrpSpPr/>
          <p:nvPr/>
        </p:nvGrpSpPr>
        <p:grpSpPr>
          <a:xfrm>
            <a:off x="4182309" y="2481490"/>
            <a:ext cx="1412088" cy="876059"/>
            <a:chOff x="1853741" y="1952625"/>
            <a:chExt cx="1413335" cy="876262"/>
          </a:xfrm>
          <a:solidFill>
            <a:schemeClr val="bg1">
              <a:lumMod val="85000"/>
            </a:schemeClr>
          </a:solidFill>
        </p:grpSpPr>
        <p:sp>
          <p:nvSpPr>
            <p:cNvPr id="141" name="矩形 140"/>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42" name="文本框 75"/>
            <p:cNvSpPr txBox="1"/>
            <p:nvPr/>
          </p:nvSpPr>
          <p:spPr>
            <a:xfrm>
              <a:off x="1853742" y="1997871"/>
              <a:ext cx="1413334" cy="646331"/>
            </a:xfrm>
            <a:prstGeom prst="rect">
              <a:avLst/>
            </a:prstGeom>
            <a:grpFill/>
          </p:spPr>
          <p:txBody>
            <a:bodyPr>
              <a:spAutoFit/>
            </a:bodyPr>
            <a:lstStyle>
              <a:defPPr>
                <a:defRPr lang="zh-CN"/>
              </a:defPPr>
              <a:lvl1pPr algn="just">
                <a:defRPr sz="1200">
                  <a:solidFill>
                    <a:schemeClr val="bg1"/>
                  </a:solidFill>
                  <a:latin typeface="微软雅黑" panose="020B0503020204020204" pitchFamily="34" charset="-122"/>
                  <a:ea typeface="微软雅黑" panose="020B0503020204020204" pitchFamily="34" charset="-122"/>
                </a:defRPr>
              </a:lvl1pPr>
            </a:lstStyle>
            <a:p>
              <a:pPr fontAlgn="auto">
                <a:spcBef>
                  <a:spcPts val="0"/>
                </a:spcBef>
                <a:spcAft>
                  <a:spcPts val="0"/>
                </a:spcAft>
                <a:buFontTx/>
                <a:buNone/>
                <a:defRPr/>
              </a:pPr>
              <a:r>
                <a:rPr lang="zh-CN" altLang="en-US" dirty="0">
                  <a:solidFill>
                    <a:srgbClr val="393939">
                      <a:lumMod val="85000"/>
                      <a:lumOff val="15000"/>
                    </a:srgbClr>
                  </a:solidFill>
                </a:rPr>
                <a:t>       在这里添加你的文字，图片也可以，记得加满哦。</a:t>
              </a:r>
            </a:p>
          </p:txBody>
        </p:sp>
      </p:grpSp>
      <p:cxnSp>
        <p:nvCxnSpPr>
          <p:cNvPr id="143" name="肘形连接符 142"/>
          <p:cNvCxnSpPr>
            <a:stCxn id="145" idx="3"/>
            <a:endCxn id="148" idx="1"/>
          </p:cNvCxnSpPr>
          <p:nvPr/>
        </p:nvCxnSpPr>
        <p:spPr>
          <a:xfrm rot="5400000" flipH="1" flipV="1">
            <a:off x="6238875" y="3149601"/>
            <a:ext cx="7524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44" name="组合 143"/>
          <p:cNvGrpSpPr/>
          <p:nvPr/>
        </p:nvGrpSpPr>
        <p:grpSpPr>
          <a:xfrm>
            <a:off x="6177843" y="3672263"/>
            <a:ext cx="582582" cy="676235"/>
            <a:chOff x="1109756" y="3090803"/>
            <a:chExt cx="583096" cy="676392"/>
          </a:xfrm>
          <a:solidFill>
            <a:schemeClr val="accent5"/>
          </a:solidFill>
        </p:grpSpPr>
        <p:sp>
          <p:nvSpPr>
            <p:cNvPr id="145" name="六边形 144"/>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46" name="文本框 79"/>
            <p:cNvSpPr txBox="1"/>
            <p:nvPr/>
          </p:nvSpPr>
          <p:spPr>
            <a:xfrm>
              <a:off x="1115002" y="3298194"/>
              <a:ext cx="57785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8</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47" name="组合 146"/>
          <p:cNvGrpSpPr/>
          <p:nvPr/>
        </p:nvGrpSpPr>
        <p:grpSpPr>
          <a:xfrm>
            <a:off x="6760426" y="2481490"/>
            <a:ext cx="1412088" cy="876059"/>
            <a:chOff x="1853741" y="1952625"/>
            <a:chExt cx="1413335" cy="876262"/>
          </a:xfrm>
          <a:solidFill>
            <a:schemeClr val="bg1">
              <a:lumMod val="85000"/>
            </a:schemeClr>
          </a:solidFill>
        </p:grpSpPr>
        <p:sp>
          <p:nvSpPr>
            <p:cNvPr id="148" name="矩形 147"/>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49" name="文本框 82"/>
            <p:cNvSpPr txBox="1"/>
            <p:nvPr/>
          </p:nvSpPr>
          <p:spPr>
            <a:xfrm>
              <a:off x="1853742" y="1997871"/>
              <a:ext cx="1413334" cy="646331"/>
            </a:xfrm>
            <a:prstGeom prst="rect">
              <a:avLst/>
            </a:prstGeom>
            <a:grpFill/>
          </p:spPr>
          <p:txBody>
            <a:bodyPr>
              <a:spAutoFit/>
            </a:bodyPr>
            <a:lstStyle>
              <a:defPPr>
                <a:defRPr lang="zh-CN"/>
              </a:defPPr>
              <a:lvl1pPr algn="just">
                <a:defRPr sz="1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pPr fontAlgn="auto">
                <a:spcBef>
                  <a:spcPts val="0"/>
                </a:spcBef>
                <a:spcAft>
                  <a:spcPts val="0"/>
                </a:spcAft>
                <a:buFontTx/>
                <a:buNone/>
                <a:defRPr/>
              </a:pPr>
              <a:r>
                <a:rPr lang="zh-CN" altLang="en-US" dirty="0">
                  <a:solidFill>
                    <a:srgbClr val="393939">
                      <a:lumMod val="85000"/>
                      <a:lumOff val="15000"/>
                    </a:srgbClr>
                  </a:solidFill>
                </a:rPr>
                <a:t>       在这里添加你的文字，图片也可以，记得加满哦。</a:t>
              </a:r>
            </a:p>
          </p:txBody>
        </p:sp>
      </p:grpSp>
      <p:cxnSp>
        <p:nvCxnSpPr>
          <p:cNvPr id="150" name="肘形连接符 149"/>
          <p:cNvCxnSpPr>
            <a:stCxn id="152" idx="3"/>
            <a:endCxn id="155" idx="1"/>
          </p:cNvCxnSpPr>
          <p:nvPr/>
        </p:nvCxnSpPr>
        <p:spPr>
          <a:xfrm rot="5400000" flipH="1" flipV="1">
            <a:off x="8816975" y="3149601"/>
            <a:ext cx="7524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51" name="组合 150"/>
          <p:cNvGrpSpPr/>
          <p:nvPr/>
        </p:nvGrpSpPr>
        <p:grpSpPr>
          <a:xfrm>
            <a:off x="8686003" y="3672263"/>
            <a:ext cx="719444" cy="676235"/>
            <a:chOff x="1039738" y="3090803"/>
            <a:chExt cx="720080" cy="676392"/>
          </a:xfrm>
          <a:solidFill>
            <a:schemeClr val="accent1">
              <a:lumMod val="50000"/>
            </a:schemeClr>
          </a:solidFill>
        </p:grpSpPr>
        <p:sp>
          <p:nvSpPr>
            <p:cNvPr id="152" name="六边形 151"/>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53" name="文本框 86"/>
            <p:cNvSpPr txBox="1"/>
            <p:nvPr/>
          </p:nvSpPr>
          <p:spPr>
            <a:xfrm>
              <a:off x="1039738" y="3298194"/>
              <a:ext cx="72008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10</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54" name="组合 153"/>
          <p:cNvGrpSpPr/>
          <p:nvPr/>
        </p:nvGrpSpPr>
        <p:grpSpPr>
          <a:xfrm>
            <a:off x="9338542" y="2481490"/>
            <a:ext cx="1412088" cy="876059"/>
            <a:chOff x="1853741" y="1952625"/>
            <a:chExt cx="1413335" cy="876262"/>
          </a:xfrm>
          <a:solidFill>
            <a:schemeClr val="bg1">
              <a:lumMod val="85000"/>
            </a:schemeClr>
          </a:solidFill>
        </p:grpSpPr>
        <p:sp>
          <p:nvSpPr>
            <p:cNvPr id="155" name="矩形 154"/>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56" name="文本框 89"/>
            <p:cNvSpPr txBox="1"/>
            <p:nvPr/>
          </p:nvSpPr>
          <p:spPr>
            <a:xfrm>
              <a:off x="1853742" y="1997871"/>
              <a:ext cx="1413334" cy="646331"/>
            </a:xfrm>
            <a:prstGeom prst="rect">
              <a:avLst/>
            </a:prstGeom>
            <a:grpFill/>
          </p:spPr>
          <p:txBody>
            <a:bodyPr>
              <a:spAutoFit/>
            </a:bodyPr>
            <a:lstStyle>
              <a:defPPr>
                <a:defRPr lang="zh-CN"/>
              </a:defPPr>
              <a:lvl1pPr algn="just">
                <a:defRPr sz="1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pPr fontAlgn="auto">
                <a:spcBef>
                  <a:spcPts val="0"/>
                </a:spcBef>
                <a:spcAft>
                  <a:spcPts val="0"/>
                </a:spcAft>
                <a:buFontTx/>
                <a:buNone/>
                <a:defRPr/>
              </a:pPr>
              <a:r>
                <a:rPr lang="zh-CN" altLang="en-US" dirty="0">
                  <a:solidFill>
                    <a:srgbClr val="393939">
                      <a:lumMod val="85000"/>
                      <a:lumOff val="15000"/>
                    </a:srgbClr>
                  </a:solidFill>
                </a:rPr>
                <a:t>       在这里添加你的文字，图片也可以，记得加满哦。</a:t>
              </a:r>
            </a:p>
          </p:txBody>
        </p:sp>
      </p:grpSp>
      <p:cxnSp>
        <p:nvCxnSpPr>
          <p:cNvPr id="157" name="肘形连接符 156"/>
          <p:cNvCxnSpPr>
            <a:stCxn id="159" idx="0"/>
            <a:endCxn id="162" idx="1"/>
          </p:cNvCxnSpPr>
          <p:nvPr/>
        </p:nvCxnSpPr>
        <p:spPr>
          <a:xfrm rot="16200000" flipH="1">
            <a:off x="2346325" y="4603751"/>
            <a:ext cx="8032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58" name="组合 157"/>
          <p:cNvGrpSpPr/>
          <p:nvPr/>
        </p:nvGrpSpPr>
        <p:grpSpPr>
          <a:xfrm>
            <a:off x="2310668" y="3672263"/>
            <a:ext cx="582582" cy="676235"/>
            <a:chOff x="1109756" y="3090803"/>
            <a:chExt cx="583096" cy="676392"/>
          </a:xfrm>
          <a:solidFill>
            <a:schemeClr val="accent2"/>
          </a:solidFill>
        </p:grpSpPr>
        <p:sp>
          <p:nvSpPr>
            <p:cNvPr id="159" name="六边形 158"/>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60" name="文本框 93"/>
            <p:cNvSpPr txBox="1"/>
            <p:nvPr/>
          </p:nvSpPr>
          <p:spPr>
            <a:xfrm>
              <a:off x="1115002" y="3298194"/>
              <a:ext cx="57785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5</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61" name="组合 160"/>
          <p:cNvGrpSpPr/>
          <p:nvPr/>
        </p:nvGrpSpPr>
        <p:grpSpPr>
          <a:xfrm>
            <a:off x="2893251" y="4712681"/>
            <a:ext cx="1412088" cy="876059"/>
            <a:chOff x="1853741" y="1952625"/>
            <a:chExt cx="1413335" cy="876262"/>
          </a:xfrm>
          <a:solidFill>
            <a:schemeClr val="bg1">
              <a:lumMod val="85000"/>
            </a:schemeClr>
          </a:solidFill>
        </p:grpSpPr>
        <p:sp>
          <p:nvSpPr>
            <p:cNvPr id="162" name="矩形 161"/>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63" name="文本框 96"/>
            <p:cNvSpPr txBox="1"/>
            <p:nvPr/>
          </p:nvSpPr>
          <p:spPr>
            <a:xfrm>
              <a:off x="1853742" y="1997871"/>
              <a:ext cx="1413334" cy="646331"/>
            </a:xfrm>
            <a:prstGeom prst="rect">
              <a:avLst/>
            </a:prstGeom>
            <a:grpFill/>
          </p:spPr>
          <p:txBody>
            <a:bodyPr>
              <a:spAutoFit/>
            </a:bodyPr>
            <a:lstStyle>
              <a:defPPr>
                <a:defRPr lang="zh-CN"/>
              </a:defPPr>
              <a:lvl1pPr algn="just">
                <a:defRPr sz="1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pPr fontAlgn="auto">
                <a:spcBef>
                  <a:spcPts val="0"/>
                </a:spcBef>
                <a:spcAft>
                  <a:spcPts val="0"/>
                </a:spcAft>
                <a:buFontTx/>
                <a:buNone/>
                <a:defRPr/>
              </a:pPr>
              <a:r>
                <a:rPr lang="zh-CN" altLang="en-US" dirty="0">
                  <a:solidFill>
                    <a:srgbClr val="393939">
                      <a:lumMod val="85000"/>
                      <a:lumOff val="15000"/>
                    </a:srgbClr>
                  </a:solidFill>
                </a:rPr>
                <a:t>       在这里添加你的文字，图片也可以，记得加满哦。</a:t>
              </a:r>
            </a:p>
          </p:txBody>
        </p:sp>
      </p:grpSp>
      <p:cxnSp>
        <p:nvCxnSpPr>
          <p:cNvPr id="164" name="肘形连接符 163"/>
          <p:cNvCxnSpPr>
            <a:stCxn id="166" idx="0"/>
            <a:endCxn id="169" idx="1"/>
          </p:cNvCxnSpPr>
          <p:nvPr/>
        </p:nvCxnSpPr>
        <p:spPr>
          <a:xfrm rot="16200000" flipH="1">
            <a:off x="4924425" y="4603751"/>
            <a:ext cx="8032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65" name="组合 164"/>
          <p:cNvGrpSpPr/>
          <p:nvPr/>
        </p:nvGrpSpPr>
        <p:grpSpPr>
          <a:xfrm>
            <a:off x="4888784" y="3672263"/>
            <a:ext cx="582582" cy="676235"/>
            <a:chOff x="1109756" y="3090803"/>
            <a:chExt cx="583096" cy="676392"/>
          </a:xfrm>
          <a:solidFill>
            <a:schemeClr val="accent4"/>
          </a:solidFill>
        </p:grpSpPr>
        <p:sp>
          <p:nvSpPr>
            <p:cNvPr id="166" name="六边形 165"/>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67" name="文本框 101"/>
            <p:cNvSpPr txBox="1"/>
            <p:nvPr/>
          </p:nvSpPr>
          <p:spPr>
            <a:xfrm>
              <a:off x="1115002" y="3298194"/>
              <a:ext cx="57785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7</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68" name="组合 167"/>
          <p:cNvGrpSpPr/>
          <p:nvPr/>
        </p:nvGrpSpPr>
        <p:grpSpPr>
          <a:xfrm>
            <a:off x="5471367" y="4712681"/>
            <a:ext cx="1412088" cy="876059"/>
            <a:chOff x="1853741" y="1952625"/>
            <a:chExt cx="1413335" cy="876262"/>
          </a:xfrm>
          <a:solidFill>
            <a:schemeClr val="bg1">
              <a:lumMod val="85000"/>
            </a:schemeClr>
          </a:solidFill>
        </p:grpSpPr>
        <p:sp>
          <p:nvSpPr>
            <p:cNvPr id="169" name="矩形 168"/>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70" name="文本框 104"/>
            <p:cNvSpPr txBox="1"/>
            <p:nvPr/>
          </p:nvSpPr>
          <p:spPr>
            <a:xfrm>
              <a:off x="1853742" y="1997871"/>
              <a:ext cx="1413334" cy="646331"/>
            </a:xfrm>
            <a:prstGeom prst="rect">
              <a:avLst/>
            </a:prstGeom>
            <a:grpFill/>
          </p:spPr>
          <p:txBody>
            <a:bodyPr>
              <a:spAutoFit/>
            </a:bodyPr>
            <a:lstStyle>
              <a:defPPr>
                <a:defRPr lang="zh-CN"/>
              </a:defPPr>
              <a:lvl1pPr algn="just">
                <a:defRPr sz="1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pPr fontAlgn="auto">
                <a:spcBef>
                  <a:spcPts val="0"/>
                </a:spcBef>
                <a:spcAft>
                  <a:spcPts val="0"/>
                </a:spcAft>
                <a:buFontTx/>
                <a:buNone/>
                <a:defRPr/>
              </a:pPr>
              <a:r>
                <a:rPr lang="zh-CN" altLang="en-US" dirty="0">
                  <a:solidFill>
                    <a:srgbClr val="393939">
                      <a:lumMod val="85000"/>
                      <a:lumOff val="15000"/>
                    </a:srgbClr>
                  </a:solidFill>
                </a:rPr>
                <a:t>       在这里添加你的文字，图片也可以，记得加满哦。</a:t>
              </a:r>
            </a:p>
          </p:txBody>
        </p:sp>
      </p:grpSp>
      <p:cxnSp>
        <p:nvCxnSpPr>
          <p:cNvPr id="171" name="肘形连接符 170"/>
          <p:cNvCxnSpPr>
            <a:stCxn id="173" idx="0"/>
            <a:endCxn id="176" idx="1"/>
          </p:cNvCxnSpPr>
          <p:nvPr/>
        </p:nvCxnSpPr>
        <p:spPr>
          <a:xfrm rot="16200000" flipH="1">
            <a:off x="7502525" y="4603751"/>
            <a:ext cx="803275" cy="292100"/>
          </a:xfrm>
          <a:prstGeom prst="bentConnector2">
            <a:avLst/>
          </a:prstGeom>
          <a:ln>
            <a:solidFill>
              <a:srgbClr val="414455"/>
            </a:solidFill>
          </a:ln>
        </p:spPr>
        <p:style>
          <a:lnRef idx="1">
            <a:schemeClr val="accent1"/>
          </a:lnRef>
          <a:fillRef idx="0">
            <a:schemeClr val="accent1"/>
          </a:fillRef>
          <a:effectRef idx="0">
            <a:schemeClr val="accent1"/>
          </a:effectRef>
          <a:fontRef idx="minor">
            <a:schemeClr val="tx1"/>
          </a:fontRef>
        </p:style>
      </p:cxnSp>
      <p:grpSp>
        <p:nvGrpSpPr>
          <p:cNvPr id="172" name="组合 171"/>
          <p:cNvGrpSpPr/>
          <p:nvPr/>
        </p:nvGrpSpPr>
        <p:grpSpPr>
          <a:xfrm>
            <a:off x="7466901" y="3672263"/>
            <a:ext cx="582582" cy="676235"/>
            <a:chOff x="1109756" y="3090803"/>
            <a:chExt cx="583096" cy="676392"/>
          </a:xfrm>
          <a:solidFill>
            <a:schemeClr val="accent2"/>
          </a:solidFill>
        </p:grpSpPr>
        <p:sp>
          <p:nvSpPr>
            <p:cNvPr id="173" name="六边形 172"/>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74" name="文本框 108"/>
            <p:cNvSpPr txBox="1"/>
            <p:nvPr/>
          </p:nvSpPr>
          <p:spPr>
            <a:xfrm>
              <a:off x="1115002" y="3298194"/>
              <a:ext cx="577850" cy="261610"/>
            </a:xfrm>
            <a:prstGeom prst="rect">
              <a:avLst/>
            </a:prstGeom>
            <a:grp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9</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grpSp>
        <p:nvGrpSpPr>
          <p:cNvPr id="175" name="组合 174"/>
          <p:cNvGrpSpPr/>
          <p:nvPr/>
        </p:nvGrpSpPr>
        <p:grpSpPr>
          <a:xfrm>
            <a:off x="8049483" y="4712681"/>
            <a:ext cx="1412088" cy="876059"/>
            <a:chOff x="1853741" y="1952625"/>
            <a:chExt cx="1413335" cy="876262"/>
          </a:xfrm>
          <a:solidFill>
            <a:schemeClr val="bg1">
              <a:lumMod val="85000"/>
            </a:schemeClr>
          </a:solidFill>
        </p:grpSpPr>
        <p:sp>
          <p:nvSpPr>
            <p:cNvPr id="176" name="矩形 175"/>
            <p:cNvSpPr/>
            <p:nvPr/>
          </p:nvSpPr>
          <p:spPr>
            <a:xfrm>
              <a:off x="1853741" y="1952625"/>
              <a:ext cx="1413334" cy="87626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lumMod val="85000"/>
                    <a:lumOff val="15000"/>
                  </a:srgbClr>
                </a:solidFill>
              </a:endParaRPr>
            </a:p>
          </p:txBody>
        </p:sp>
        <p:sp>
          <p:nvSpPr>
            <p:cNvPr id="177" name="文本框 111"/>
            <p:cNvSpPr txBox="1"/>
            <p:nvPr/>
          </p:nvSpPr>
          <p:spPr>
            <a:xfrm>
              <a:off x="1853742" y="1997871"/>
              <a:ext cx="1413334" cy="646331"/>
            </a:xfrm>
            <a:prstGeom prst="rect">
              <a:avLst/>
            </a:prstGeom>
            <a:grpFill/>
          </p:spPr>
          <p:txBody>
            <a:bodyPr>
              <a:spAutoFit/>
            </a:bodyPr>
            <a:lstStyle>
              <a:defPPr>
                <a:defRPr lang="zh-CN"/>
              </a:defPPr>
              <a:lvl1pPr algn="just">
                <a:defRPr sz="1200">
                  <a:gradFill>
                    <a:gsLst>
                      <a:gs pos="0">
                        <a:schemeClr val="bg1">
                          <a:shade val="30000"/>
                          <a:satMod val="115000"/>
                        </a:schemeClr>
                      </a:gs>
                      <a:gs pos="50000">
                        <a:schemeClr val="bg1">
                          <a:shade val="67500"/>
                          <a:satMod val="115000"/>
                        </a:schemeClr>
                      </a:gs>
                      <a:gs pos="100000">
                        <a:schemeClr val="bg1">
                          <a:shade val="100000"/>
                          <a:satMod val="115000"/>
                        </a:schemeClr>
                      </a:gs>
                    </a:gsLst>
                    <a:lin ang="16200000" scaled="1"/>
                  </a:gradFill>
                  <a:latin typeface="微软雅黑" panose="020B0503020204020204" pitchFamily="34" charset="-122"/>
                  <a:ea typeface="微软雅黑" panose="020B0503020204020204" pitchFamily="34" charset="-122"/>
                </a:defRPr>
              </a:lvl1pPr>
            </a:lstStyle>
            <a:p>
              <a:pPr fontAlgn="auto">
                <a:spcBef>
                  <a:spcPts val="0"/>
                </a:spcBef>
                <a:spcAft>
                  <a:spcPts val="0"/>
                </a:spcAft>
                <a:buFontTx/>
                <a:buNone/>
                <a:defRPr/>
              </a:pPr>
              <a:r>
                <a:rPr lang="zh-CN" altLang="en-US" dirty="0">
                  <a:solidFill>
                    <a:srgbClr val="393939">
                      <a:lumMod val="85000"/>
                      <a:lumOff val="15000"/>
                    </a:srgbClr>
                  </a:solidFill>
                </a:rPr>
                <a:t>       在这里添加你的文字，图片也可以，记得加满哦。</a:t>
              </a:r>
            </a:p>
          </p:txBody>
        </p:sp>
      </p:grpSp>
      <p:grpSp>
        <p:nvGrpSpPr>
          <p:cNvPr id="178" name="组合 177"/>
          <p:cNvGrpSpPr/>
          <p:nvPr/>
        </p:nvGrpSpPr>
        <p:grpSpPr>
          <a:xfrm>
            <a:off x="9981004" y="3672263"/>
            <a:ext cx="681560" cy="676235"/>
            <a:chOff x="1045689" y="3090803"/>
            <a:chExt cx="682162" cy="676392"/>
          </a:xfrm>
          <a:solidFill>
            <a:schemeClr val="accent4"/>
          </a:solidFill>
        </p:grpSpPr>
        <p:sp>
          <p:nvSpPr>
            <p:cNvPr id="179" name="六边形 178"/>
            <p:cNvSpPr/>
            <p:nvPr/>
          </p:nvSpPr>
          <p:spPr>
            <a:xfrm rot="5400000">
              <a:off x="1063108" y="3137451"/>
              <a:ext cx="676392" cy="583096"/>
            </a:xfrm>
            <a:prstGeom prst="hexagon">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dirty="0">
                <a:solidFill>
                  <a:srgbClr val="FFFFFF"/>
                </a:solidFill>
              </a:endParaRPr>
            </a:p>
          </p:txBody>
        </p:sp>
        <p:sp>
          <p:nvSpPr>
            <p:cNvPr id="180" name="文本框 114"/>
            <p:cNvSpPr txBox="1"/>
            <p:nvPr/>
          </p:nvSpPr>
          <p:spPr>
            <a:xfrm>
              <a:off x="1045689" y="3298194"/>
              <a:ext cx="682162" cy="261610"/>
            </a:xfrm>
            <a:prstGeom prst="rect">
              <a:avLst/>
            </a:prstGeom>
            <a:noFill/>
          </p:spPr>
          <p:txBody>
            <a:bodyPr>
              <a:spAutoFit/>
            </a:bodyPr>
            <a:lstStyle/>
            <a:p>
              <a:pPr algn="ctr" fontAlgn="auto">
                <a:spcBef>
                  <a:spcPts val="0"/>
                </a:spcBef>
                <a:spcAft>
                  <a:spcPts val="0"/>
                </a:spcAft>
                <a:buFontTx/>
                <a:buNone/>
                <a:defRPr/>
              </a:pPr>
              <a:r>
                <a:rPr lang="en-US" altLang="zh-CN" sz="1100" dirty="0">
                  <a:solidFill>
                    <a:srgbClr val="FFFFFF"/>
                  </a:solidFill>
                  <a:latin typeface="微软雅黑" panose="020B0503020204020204" pitchFamily="34" charset="-122"/>
                  <a:ea typeface="微软雅黑" panose="020B0503020204020204" pitchFamily="34" charset="-122"/>
                </a:rPr>
                <a:t>11</a:t>
              </a:r>
              <a:r>
                <a:rPr lang="zh-CN" altLang="en-US" sz="1100" dirty="0">
                  <a:solidFill>
                    <a:srgbClr val="FFFFFF"/>
                  </a:solidFill>
                  <a:latin typeface="微软雅黑" panose="020B0503020204020204" pitchFamily="34" charset="-122"/>
                  <a:ea typeface="微软雅黑" panose="020B0503020204020204" pitchFamily="34" charset="-122"/>
                </a:rPr>
                <a:t>月份</a:t>
              </a:r>
            </a:p>
          </p:txBody>
        </p:sp>
      </p:grpSp>
      <p:sp>
        <p:nvSpPr>
          <p:cNvPr id="65" name="矩形 64"/>
          <p:cNvSpPr/>
          <p:nvPr/>
        </p:nvSpPr>
        <p:spPr>
          <a:xfrm>
            <a:off x="4152900" y="1270000"/>
            <a:ext cx="3840163" cy="4635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51" tIns="45725" rIns="91451" bIns="45725" anchor="ctr"/>
          <a:lstStyle/>
          <a:p>
            <a:pPr algn="ctr" fontAlgn="auto">
              <a:spcBef>
                <a:spcPts val="0"/>
              </a:spcBef>
              <a:spcAft>
                <a:spcPts val="0"/>
              </a:spcAft>
              <a:buFontTx/>
              <a:buNone/>
              <a:defRPr/>
            </a:pPr>
            <a:r>
              <a:rPr lang="zh-CN" altLang="en-US" dirty="0">
                <a:solidFill>
                  <a:srgbClr val="FFFFFF"/>
                </a:solidFill>
                <a:latin typeface="微软雅黑" pitchFamily="34" charset="-122"/>
                <a:ea typeface="微软雅黑" pitchFamily="34" charset="-122"/>
              </a:rPr>
              <a:t>点击添加小标题</a:t>
            </a:r>
          </a:p>
        </p:txBody>
      </p:sp>
      <p:sp>
        <p:nvSpPr>
          <p:cNvPr id="66"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6" presetClass="entr" presetSubtype="37" fill="hold" grpId="0" nodeType="afterEffect">
                                  <p:stCondLst>
                                    <p:cond delay="0"/>
                                  </p:stCondLst>
                                  <p:childTnLst>
                                    <p:set>
                                      <p:cBhvr>
                                        <p:cTn id="6" dur="1" fill="hold">
                                          <p:stCondLst>
                                            <p:cond delay="0"/>
                                          </p:stCondLst>
                                        </p:cTn>
                                        <p:tgtEl>
                                          <p:spTgt spid="65"/>
                                        </p:tgtEl>
                                        <p:attrNameLst>
                                          <p:attrName>style.visibility</p:attrName>
                                        </p:attrNameLst>
                                      </p:cBhvr>
                                      <p:to>
                                        <p:strVal val="visible"/>
                                      </p:to>
                                    </p:set>
                                    <p:animEffect transition="in" filter="barn(outVertical)">
                                      <p:cBhvr>
                                        <p:cTn id="7" dur="500"/>
                                        <p:tgtEl>
                                          <p:spTgt spid="65"/>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119"/>
                                        </p:tgtEl>
                                        <p:attrNameLst>
                                          <p:attrName>style.visibility</p:attrName>
                                        </p:attrNameLst>
                                      </p:cBhvr>
                                      <p:to>
                                        <p:strVal val="visible"/>
                                      </p:to>
                                    </p:set>
                                    <p:animEffect transition="in" filter="wipe(left)">
                                      <p:cBhvr>
                                        <p:cTn id="11" dur="500"/>
                                        <p:tgtEl>
                                          <p:spTgt spid="119"/>
                                        </p:tgtEl>
                                      </p:cBhvr>
                                    </p:animEffect>
                                  </p:childTnLst>
                                </p:cTn>
                              </p:par>
                            </p:childTnLst>
                          </p:cTn>
                        </p:par>
                        <p:par>
                          <p:cTn id="12" fill="hold" nodeType="afterGroup">
                            <p:stCondLst>
                              <p:cond delay="1000"/>
                            </p:stCondLst>
                            <p:childTnLst>
                              <p:par>
                                <p:cTn id="13" presetID="10" presetClass="entr" presetSubtype="0" fill="hold" nodeType="afterEffect">
                                  <p:stCondLst>
                                    <p:cond delay="0"/>
                                  </p:stCondLst>
                                  <p:childTnLst>
                                    <p:set>
                                      <p:cBhvr>
                                        <p:cTn id="14" dur="1" fill="hold">
                                          <p:stCondLst>
                                            <p:cond delay="0"/>
                                          </p:stCondLst>
                                        </p:cTn>
                                        <p:tgtEl>
                                          <p:spTgt spid="130"/>
                                        </p:tgtEl>
                                        <p:attrNameLst>
                                          <p:attrName>style.visibility</p:attrName>
                                        </p:attrNameLst>
                                      </p:cBhvr>
                                      <p:to>
                                        <p:strVal val="visible"/>
                                      </p:to>
                                    </p:set>
                                    <p:animEffect transition="in" filter="fade">
                                      <p:cBhvr>
                                        <p:cTn id="15" dur="500"/>
                                        <p:tgtEl>
                                          <p:spTgt spid="130"/>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129"/>
                                        </p:tgtEl>
                                        <p:attrNameLst>
                                          <p:attrName>style.visibility</p:attrName>
                                        </p:attrNameLst>
                                      </p:cBhvr>
                                      <p:to>
                                        <p:strVal val="visible"/>
                                      </p:to>
                                    </p:set>
                                    <p:animEffect transition="in" filter="wipe(down)">
                                      <p:cBhvr>
                                        <p:cTn id="19" dur="500"/>
                                        <p:tgtEl>
                                          <p:spTgt spid="129"/>
                                        </p:tgtEl>
                                      </p:cBhvr>
                                    </p:animEffect>
                                  </p:childTnLst>
                                </p:cTn>
                              </p:par>
                            </p:childTnLst>
                          </p:cTn>
                        </p:par>
                        <p:par>
                          <p:cTn id="20" fill="hold" nodeType="afterGroup">
                            <p:stCondLst>
                              <p:cond delay="2000"/>
                            </p:stCondLst>
                            <p:childTnLst>
                              <p:par>
                                <p:cTn id="21" presetID="22" presetClass="entr" presetSubtype="8" fill="hold" nodeType="afterEffect">
                                  <p:stCondLst>
                                    <p:cond delay="0"/>
                                  </p:stCondLst>
                                  <p:childTnLst>
                                    <p:set>
                                      <p:cBhvr>
                                        <p:cTn id="22" dur="1" fill="hold">
                                          <p:stCondLst>
                                            <p:cond delay="0"/>
                                          </p:stCondLst>
                                        </p:cTn>
                                        <p:tgtEl>
                                          <p:spTgt spid="133"/>
                                        </p:tgtEl>
                                        <p:attrNameLst>
                                          <p:attrName>style.visibility</p:attrName>
                                        </p:attrNameLst>
                                      </p:cBhvr>
                                      <p:to>
                                        <p:strVal val="visible"/>
                                      </p:to>
                                    </p:set>
                                    <p:animEffect transition="in" filter="wipe(left)">
                                      <p:cBhvr>
                                        <p:cTn id="23" dur="500"/>
                                        <p:tgtEl>
                                          <p:spTgt spid="133"/>
                                        </p:tgtEl>
                                      </p:cBhvr>
                                    </p:animEffect>
                                  </p:childTnLst>
                                </p:cTn>
                              </p:par>
                            </p:childTnLst>
                          </p:cTn>
                        </p:par>
                        <p:par>
                          <p:cTn id="24" fill="hold" nodeType="afterGroup">
                            <p:stCondLst>
                              <p:cond delay="2500"/>
                            </p:stCondLst>
                            <p:childTnLst>
                              <p:par>
                                <p:cTn id="25" presetID="10" presetClass="entr" presetSubtype="0" fill="hold" nodeType="afterEffect">
                                  <p:stCondLst>
                                    <p:cond delay="0"/>
                                  </p:stCondLst>
                                  <p:childTnLst>
                                    <p:set>
                                      <p:cBhvr>
                                        <p:cTn id="26" dur="1" fill="hold">
                                          <p:stCondLst>
                                            <p:cond delay="0"/>
                                          </p:stCondLst>
                                        </p:cTn>
                                        <p:tgtEl>
                                          <p:spTgt spid="158"/>
                                        </p:tgtEl>
                                        <p:attrNameLst>
                                          <p:attrName>style.visibility</p:attrName>
                                        </p:attrNameLst>
                                      </p:cBhvr>
                                      <p:to>
                                        <p:strVal val="visible"/>
                                      </p:to>
                                    </p:set>
                                    <p:animEffect transition="in" filter="fade">
                                      <p:cBhvr>
                                        <p:cTn id="27" dur="500"/>
                                        <p:tgtEl>
                                          <p:spTgt spid="158"/>
                                        </p:tgtEl>
                                      </p:cBhvr>
                                    </p:animEffect>
                                  </p:childTnLst>
                                </p:cTn>
                              </p:par>
                            </p:childTnLst>
                          </p:cTn>
                        </p:par>
                        <p:par>
                          <p:cTn id="28" fill="hold" nodeType="afterGroup">
                            <p:stCondLst>
                              <p:cond delay="3000"/>
                            </p:stCondLst>
                            <p:childTnLst>
                              <p:par>
                                <p:cTn id="29" presetID="22" presetClass="entr" presetSubtype="1" fill="hold" nodeType="afterEffect">
                                  <p:stCondLst>
                                    <p:cond delay="0"/>
                                  </p:stCondLst>
                                  <p:childTnLst>
                                    <p:set>
                                      <p:cBhvr>
                                        <p:cTn id="30" dur="1" fill="hold">
                                          <p:stCondLst>
                                            <p:cond delay="0"/>
                                          </p:stCondLst>
                                        </p:cTn>
                                        <p:tgtEl>
                                          <p:spTgt spid="157"/>
                                        </p:tgtEl>
                                        <p:attrNameLst>
                                          <p:attrName>style.visibility</p:attrName>
                                        </p:attrNameLst>
                                      </p:cBhvr>
                                      <p:to>
                                        <p:strVal val="visible"/>
                                      </p:to>
                                    </p:set>
                                    <p:animEffect transition="in" filter="wipe(up)">
                                      <p:cBhvr>
                                        <p:cTn id="31" dur="500"/>
                                        <p:tgtEl>
                                          <p:spTgt spid="157"/>
                                        </p:tgtEl>
                                      </p:cBhvr>
                                    </p:animEffect>
                                  </p:childTnLst>
                                </p:cTn>
                              </p:par>
                            </p:childTnLst>
                          </p:cTn>
                        </p:par>
                        <p:par>
                          <p:cTn id="32" fill="hold" nodeType="afterGroup">
                            <p:stCondLst>
                              <p:cond delay="3500"/>
                            </p:stCondLst>
                            <p:childTnLst>
                              <p:par>
                                <p:cTn id="33" presetID="22" presetClass="entr" presetSubtype="8" fill="hold" nodeType="afterEffect">
                                  <p:stCondLst>
                                    <p:cond delay="0"/>
                                  </p:stCondLst>
                                  <p:childTnLst>
                                    <p:set>
                                      <p:cBhvr>
                                        <p:cTn id="34" dur="1" fill="hold">
                                          <p:stCondLst>
                                            <p:cond delay="0"/>
                                          </p:stCondLst>
                                        </p:cTn>
                                        <p:tgtEl>
                                          <p:spTgt spid="161"/>
                                        </p:tgtEl>
                                        <p:attrNameLst>
                                          <p:attrName>style.visibility</p:attrName>
                                        </p:attrNameLst>
                                      </p:cBhvr>
                                      <p:to>
                                        <p:strVal val="visible"/>
                                      </p:to>
                                    </p:set>
                                    <p:animEffect transition="in" filter="wipe(left)">
                                      <p:cBhvr>
                                        <p:cTn id="35" dur="500"/>
                                        <p:tgtEl>
                                          <p:spTgt spid="161"/>
                                        </p:tgtEl>
                                      </p:cBhvr>
                                    </p:animEffect>
                                  </p:childTnLst>
                                </p:cTn>
                              </p:par>
                            </p:childTnLst>
                          </p:cTn>
                        </p:par>
                        <p:par>
                          <p:cTn id="36" fill="hold" nodeType="afterGroup">
                            <p:stCondLst>
                              <p:cond delay="4000"/>
                            </p:stCondLst>
                            <p:childTnLst>
                              <p:par>
                                <p:cTn id="37" presetID="10" presetClass="entr" presetSubtype="0" fill="hold" nodeType="afterEffect">
                                  <p:stCondLst>
                                    <p:cond delay="0"/>
                                  </p:stCondLst>
                                  <p:childTnLst>
                                    <p:set>
                                      <p:cBhvr>
                                        <p:cTn id="38" dur="1" fill="hold">
                                          <p:stCondLst>
                                            <p:cond delay="0"/>
                                          </p:stCondLst>
                                        </p:cTn>
                                        <p:tgtEl>
                                          <p:spTgt spid="137"/>
                                        </p:tgtEl>
                                        <p:attrNameLst>
                                          <p:attrName>style.visibility</p:attrName>
                                        </p:attrNameLst>
                                      </p:cBhvr>
                                      <p:to>
                                        <p:strVal val="visible"/>
                                      </p:to>
                                    </p:set>
                                    <p:animEffect transition="in" filter="fade">
                                      <p:cBhvr>
                                        <p:cTn id="39" dur="500"/>
                                        <p:tgtEl>
                                          <p:spTgt spid="137"/>
                                        </p:tgtEl>
                                      </p:cBhvr>
                                    </p:animEffect>
                                  </p:childTnLst>
                                </p:cTn>
                              </p:par>
                            </p:childTnLst>
                          </p:cTn>
                        </p:par>
                        <p:par>
                          <p:cTn id="40" fill="hold" nodeType="afterGroup">
                            <p:stCondLst>
                              <p:cond delay="4500"/>
                            </p:stCondLst>
                            <p:childTnLst>
                              <p:par>
                                <p:cTn id="41" presetID="22" presetClass="entr" presetSubtype="4" fill="hold" nodeType="afterEffect">
                                  <p:stCondLst>
                                    <p:cond delay="0"/>
                                  </p:stCondLst>
                                  <p:childTnLst>
                                    <p:set>
                                      <p:cBhvr>
                                        <p:cTn id="42" dur="1" fill="hold">
                                          <p:stCondLst>
                                            <p:cond delay="0"/>
                                          </p:stCondLst>
                                        </p:cTn>
                                        <p:tgtEl>
                                          <p:spTgt spid="136"/>
                                        </p:tgtEl>
                                        <p:attrNameLst>
                                          <p:attrName>style.visibility</p:attrName>
                                        </p:attrNameLst>
                                      </p:cBhvr>
                                      <p:to>
                                        <p:strVal val="visible"/>
                                      </p:to>
                                    </p:set>
                                    <p:animEffect transition="in" filter="wipe(down)">
                                      <p:cBhvr>
                                        <p:cTn id="43" dur="500"/>
                                        <p:tgtEl>
                                          <p:spTgt spid="136"/>
                                        </p:tgtEl>
                                      </p:cBhvr>
                                    </p:animEffect>
                                  </p:childTnLst>
                                </p:cTn>
                              </p:par>
                            </p:childTnLst>
                          </p:cTn>
                        </p:par>
                        <p:par>
                          <p:cTn id="44" fill="hold" nodeType="afterGroup">
                            <p:stCondLst>
                              <p:cond delay="5000"/>
                            </p:stCondLst>
                            <p:childTnLst>
                              <p:par>
                                <p:cTn id="45" presetID="22" presetClass="entr" presetSubtype="8" fill="hold" nodeType="afterEffect">
                                  <p:stCondLst>
                                    <p:cond delay="0"/>
                                  </p:stCondLst>
                                  <p:childTnLst>
                                    <p:set>
                                      <p:cBhvr>
                                        <p:cTn id="46" dur="1" fill="hold">
                                          <p:stCondLst>
                                            <p:cond delay="0"/>
                                          </p:stCondLst>
                                        </p:cTn>
                                        <p:tgtEl>
                                          <p:spTgt spid="140"/>
                                        </p:tgtEl>
                                        <p:attrNameLst>
                                          <p:attrName>style.visibility</p:attrName>
                                        </p:attrNameLst>
                                      </p:cBhvr>
                                      <p:to>
                                        <p:strVal val="visible"/>
                                      </p:to>
                                    </p:set>
                                    <p:animEffect transition="in" filter="wipe(left)">
                                      <p:cBhvr>
                                        <p:cTn id="47" dur="500"/>
                                        <p:tgtEl>
                                          <p:spTgt spid="140"/>
                                        </p:tgtEl>
                                      </p:cBhvr>
                                    </p:animEffect>
                                  </p:childTnLst>
                                </p:cTn>
                              </p:par>
                            </p:childTnLst>
                          </p:cTn>
                        </p:par>
                        <p:par>
                          <p:cTn id="48" fill="hold" nodeType="afterGroup">
                            <p:stCondLst>
                              <p:cond delay="5500"/>
                            </p:stCondLst>
                            <p:childTnLst>
                              <p:par>
                                <p:cTn id="49" presetID="10" presetClass="entr" presetSubtype="0" fill="hold" nodeType="afterEffect">
                                  <p:stCondLst>
                                    <p:cond delay="0"/>
                                  </p:stCondLst>
                                  <p:childTnLst>
                                    <p:set>
                                      <p:cBhvr>
                                        <p:cTn id="50" dur="1" fill="hold">
                                          <p:stCondLst>
                                            <p:cond delay="0"/>
                                          </p:stCondLst>
                                        </p:cTn>
                                        <p:tgtEl>
                                          <p:spTgt spid="165"/>
                                        </p:tgtEl>
                                        <p:attrNameLst>
                                          <p:attrName>style.visibility</p:attrName>
                                        </p:attrNameLst>
                                      </p:cBhvr>
                                      <p:to>
                                        <p:strVal val="visible"/>
                                      </p:to>
                                    </p:set>
                                    <p:animEffect transition="in" filter="fade">
                                      <p:cBhvr>
                                        <p:cTn id="51" dur="500"/>
                                        <p:tgtEl>
                                          <p:spTgt spid="165"/>
                                        </p:tgtEl>
                                      </p:cBhvr>
                                    </p:animEffect>
                                  </p:childTnLst>
                                </p:cTn>
                              </p:par>
                            </p:childTnLst>
                          </p:cTn>
                        </p:par>
                        <p:par>
                          <p:cTn id="52" fill="hold" nodeType="afterGroup">
                            <p:stCondLst>
                              <p:cond delay="6000"/>
                            </p:stCondLst>
                            <p:childTnLst>
                              <p:par>
                                <p:cTn id="53" presetID="22" presetClass="entr" presetSubtype="1" fill="hold" nodeType="afterEffect">
                                  <p:stCondLst>
                                    <p:cond delay="0"/>
                                  </p:stCondLst>
                                  <p:childTnLst>
                                    <p:set>
                                      <p:cBhvr>
                                        <p:cTn id="54" dur="1" fill="hold">
                                          <p:stCondLst>
                                            <p:cond delay="0"/>
                                          </p:stCondLst>
                                        </p:cTn>
                                        <p:tgtEl>
                                          <p:spTgt spid="164"/>
                                        </p:tgtEl>
                                        <p:attrNameLst>
                                          <p:attrName>style.visibility</p:attrName>
                                        </p:attrNameLst>
                                      </p:cBhvr>
                                      <p:to>
                                        <p:strVal val="visible"/>
                                      </p:to>
                                    </p:set>
                                    <p:animEffect transition="in" filter="wipe(up)">
                                      <p:cBhvr>
                                        <p:cTn id="55" dur="500"/>
                                        <p:tgtEl>
                                          <p:spTgt spid="164"/>
                                        </p:tgtEl>
                                      </p:cBhvr>
                                    </p:animEffect>
                                  </p:childTnLst>
                                </p:cTn>
                              </p:par>
                            </p:childTnLst>
                          </p:cTn>
                        </p:par>
                        <p:par>
                          <p:cTn id="56" fill="hold" nodeType="afterGroup">
                            <p:stCondLst>
                              <p:cond delay="6500"/>
                            </p:stCondLst>
                            <p:childTnLst>
                              <p:par>
                                <p:cTn id="57" presetID="22" presetClass="entr" presetSubtype="8" fill="hold" nodeType="afterEffect">
                                  <p:stCondLst>
                                    <p:cond delay="0"/>
                                  </p:stCondLst>
                                  <p:childTnLst>
                                    <p:set>
                                      <p:cBhvr>
                                        <p:cTn id="58" dur="1" fill="hold">
                                          <p:stCondLst>
                                            <p:cond delay="0"/>
                                          </p:stCondLst>
                                        </p:cTn>
                                        <p:tgtEl>
                                          <p:spTgt spid="168"/>
                                        </p:tgtEl>
                                        <p:attrNameLst>
                                          <p:attrName>style.visibility</p:attrName>
                                        </p:attrNameLst>
                                      </p:cBhvr>
                                      <p:to>
                                        <p:strVal val="visible"/>
                                      </p:to>
                                    </p:set>
                                    <p:animEffect transition="in" filter="wipe(left)">
                                      <p:cBhvr>
                                        <p:cTn id="59" dur="500"/>
                                        <p:tgtEl>
                                          <p:spTgt spid="168"/>
                                        </p:tgtEl>
                                      </p:cBhvr>
                                    </p:animEffect>
                                  </p:childTnLst>
                                </p:cTn>
                              </p:par>
                            </p:childTnLst>
                          </p:cTn>
                        </p:par>
                        <p:par>
                          <p:cTn id="60" fill="hold" nodeType="afterGroup">
                            <p:stCondLst>
                              <p:cond delay="7000"/>
                            </p:stCondLst>
                            <p:childTnLst>
                              <p:par>
                                <p:cTn id="61" presetID="10" presetClass="entr" presetSubtype="0" fill="hold" nodeType="afterEffect">
                                  <p:stCondLst>
                                    <p:cond delay="0"/>
                                  </p:stCondLst>
                                  <p:childTnLst>
                                    <p:set>
                                      <p:cBhvr>
                                        <p:cTn id="62" dur="1" fill="hold">
                                          <p:stCondLst>
                                            <p:cond delay="0"/>
                                          </p:stCondLst>
                                        </p:cTn>
                                        <p:tgtEl>
                                          <p:spTgt spid="144"/>
                                        </p:tgtEl>
                                        <p:attrNameLst>
                                          <p:attrName>style.visibility</p:attrName>
                                        </p:attrNameLst>
                                      </p:cBhvr>
                                      <p:to>
                                        <p:strVal val="visible"/>
                                      </p:to>
                                    </p:set>
                                    <p:animEffect transition="in" filter="fade">
                                      <p:cBhvr>
                                        <p:cTn id="63" dur="500"/>
                                        <p:tgtEl>
                                          <p:spTgt spid="144"/>
                                        </p:tgtEl>
                                      </p:cBhvr>
                                    </p:animEffect>
                                  </p:childTnLst>
                                </p:cTn>
                              </p:par>
                            </p:childTnLst>
                          </p:cTn>
                        </p:par>
                        <p:par>
                          <p:cTn id="64" fill="hold" nodeType="afterGroup">
                            <p:stCondLst>
                              <p:cond delay="7500"/>
                            </p:stCondLst>
                            <p:childTnLst>
                              <p:par>
                                <p:cTn id="65" presetID="22" presetClass="entr" presetSubtype="4" fill="hold" nodeType="afterEffect">
                                  <p:stCondLst>
                                    <p:cond delay="0"/>
                                  </p:stCondLst>
                                  <p:childTnLst>
                                    <p:set>
                                      <p:cBhvr>
                                        <p:cTn id="66" dur="1" fill="hold">
                                          <p:stCondLst>
                                            <p:cond delay="0"/>
                                          </p:stCondLst>
                                        </p:cTn>
                                        <p:tgtEl>
                                          <p:spTgt spid="143"/>
                                        </p:tgtEl>
                                        <p:attrNameLst>
                                          <p:attrName>style.visibility</p:attrName>
                                        </p:attrNameLst>
                                      </p:cBhvr>
                                      <p:to>
                                        <p:strVal val="visible"/>
                                      </p:to>
                                    </p:set>
                                    <p:animEffect transition="in" filter="wipe(down)">
                                      <p:cBhvr>
                                        <p:cTn id="67" dur="500"/>
                                        <p:tgtEl>
                                          <p:spTgt spid="143"/>
                                        </p:tgtEl>
                                      </p:cBhvr>
                                    </p:animEffect>
                                  </p:childTnLst>
                                </p:cTn>
                              </p:par>
                            </p:childTnLst>
                          </p:cTn>
                        </p:par>
                        <p:par>
                          <p:cTn id="68" fill="hold" nodeType="afterGroup">
                            <p:stCondLst>
                              <p:cond delay="8000"/>
                            </p:stCondLst>
                            <p:childTnLst>
                              <p:par>
                                <p:cTn id="69" presetID="22" presetClass="entr" presetSubtype="8" fill="hold" nodeType="afterEffect">
                                  <p:stCondLst>
                                    <p:cond delay="0"/>
                                  </p:stCondLst>
                                  <p:childTnLst>
                                    <p:set>
                                      <p:cBhvr>
                                        <p:cTn id="70" dur="1" fill="hold">
                                          <p:stCondLst>
                                            <p:cond delay="0"/>
                                          </p:stCondLst>
                                        </p:cTn>
                                        <p:tgtEl>
                                          <p:spTgt spid="147"/>
                                        </p:tgtEl>
                                        <p:attrNameLst>
                                          <p:attrName>style.visibility</p:attrName>
                                        </p:attrNameLst>
                                      </p:cBhvr>
                                      <p:to>
                                        <p:strVal val="visible"/>
                                      </p:to>
                                    </p:set>
                                    <p:animEffect transition="in" filter="wipe(left)">
                                      <p:cBhvr>
                                        <p:cTn id="71" dur="500"/>
                                        <p:tgtEl>
                                          <p:spTgt spid="147"/>
                                        </p:tgtEl>
                                      </p:cBhvr>
                                    </p:animEffect>
                                  </p:childTnLst>
                                </p:cTn>
                              </p:par>
                            </p:childTnLst>
                          </p:cTn>
                        </p:par>
                        <p:par>
                          <p:cTn id="72" fill="hold" nodeType="afterGroup">
                            <p:stCondLst>
                              <p:cond delay="8500"/>
                            </p:stCondLst>
                            <p:childTnLst>
                              <p:par>
                                <p:cTn id="73" presetID="10" presetClass="entr" presetSubtype="0" fill="hold" nodeType="afterEffect">
                                  <p:stCondLst>
                                    <p:cond delay="0"/>
                                  </p:stCondLst>
                                  <p:childTnLst>
                                    <p:set>
                                      <p:cBhvr>
                                        <p:cTn id="74" dur="1" fill="hold">
                                          <p:stCondLst>
                                            <p:cond delay="0"/>
                                          </p:stCondLst>
                                        </p:cTn>
                                        <p:tgtEl>
                                          <p:spTgt spid="172"/>
                                        </p:tgtEl>
                                        <p:attrNameLst>
                                          <p:attrName>style.visibility</p:attrName>
                                        </p:attrNameLst>
                                      </p:cBhvr>
                                      <p:to>
                                        <p:strVal val="visible"/>
                                      </p:to>
                                    </p:set>
                                    <p:animEffect transition="in" filter="fade">
                                      <p:cBhvr>
                                        <p:cTn id="75" dur="500"/>
                                        <p:tgtEl>
                                          <p:spTgt spid="172"/>
                                        </p:tgtEl>
                                      </p:cBhvr>
                                    </p:animEffect>
                                  </p:childTnLst>
                                </p:cTn>
                              </p:par>
                            </p:childTnLst>
                          </p:cTn>
                        </p:par>
                        <p:par>
                          <p:cTn id="76" fill="hold" nodeType="afterGroup">
                            <p:stCondLst>
                              <p:cond delay="9000"/>
                            </p:stCondLst>
                            <p:childTnLst>
                              <p:par>
                                <p:cTn id="77" presetID="22" presetClass="entr" presetSubtype="1" fill="hold" nodeType="afterEffect">
                                  <p:stCondLst>
                                    <p:cond delay="0"/>
                                  </p:stCondLst>
                                  <p:childTnLst>
                                    <p:set>
                                      <p:cBhvr>
                                        <p:cTn id="78" dur="1" fill="hold">
                                          <p:stCondLst>
                                            <p:cond delay="0"/>
                                          </p:stCondLst>
                                        </p:cTn>
                                        <p:tgtEl>
                                          <p:spTgt spid="171"/>
                                        </p:tgtEl>
                                        <p:attrNameLst>
                                          <p:attrName>style.visibility</p:attrName>
                                        </p:attrNameLst>
                                      </p:cBhvr>
                                      <p:to>
                                        <p:strVal val="visible"/>
                                      </p:to>
                                    </p:set>
                                    <p:animEffect transition="in" filter="wipe(up)">
                                      <p:cBhvr>
                                        <p:cTn id="79" dur="500"/>
                                        <p:tgtEl>
                                          <p:spTgt spid="171"/>
                                        </p:tgtEl>
                                      </p:cBhvr>
                                    </p:animEffect>
                                  </p:childTnLst>
                                </p:cTn>
                              </p:par>
                            </p:childTnLst>
                          </p:cTn>
                        </p:par>
                        <p:par>
                          <p:cTn id="80" fill="hold" nodeType="afterGroup">
                            <p:stCondLst>
                              <p:cond delay="9500"/>
                            </p:stCondLst>
                            <p:childTnLst>
                              <p:par>
                                <p:cTn id="81" presetID="22" presetClass="entr" presetSubtype="8" fill="hold" nodeType="afterEffect">
                                  <p:stCondLst>
                                    <p:cond delay="0"/>
                                  </p:stCondLst>
                                  <p:childTnLst>
                                    <p:set>
                                      <p:cBhvr>
                                        <p:cTn id="82" dur="1" fill="hold">
                                          <p:stCondLst>
                                            <p:cond delay="0"/>
                                          </p:stCondLst>
                                        </p:cTn>
                                        <p:tgtEl>
                                          <p:spTgt spid="175"/>
                                        </p:tgtEl>
                                        <p:attrNameLst>
                                          <p:attrName>style.visibility</p:attrName>
                                        </p:attrNameLst>
                                      </p:cBhvr>
                                      <p:to>
                                        <p:strVal val="visible"/>
                                      </p:to>
                                    </p:set>
                                    <p:animEffect transition="in" filter="wipe(left)">
                                      <p:cBhvr>
                                        <p:cTn id="83" dur="500"/>
                                        <p:tgtEl>
                                          <p:spTgt spid="175"/>
                                        </p:tgtEl>
                                      </p:cBhvr>
                                    </p:animEffect>
                                  </p:childTnLst>
                                </p:cTn>
                              </p:par>
                            </p:childTnLst>
                          </p:cTn>
                        </p:par>
                        <p:par>
                          <p:cTn id="84" fill="hold" nodeType="afterGroup">
                            <p:stCondLst>
                              <p:cond delay="10000"/>
                            </p:stCondLst>
                            <p:childTnLst>
                              <p:par>
                                <p:cTn id="85" presetID="10" presetClass="entr" presetSubtype="0" fill="hold" nodeType="afterEffect">
                                  <p:stCondLst>
                                    <p:cond delay="0"/>
                                  </p:stCondLst>
                                  <p:childTnLst>
                                    <p:set>
                                      <p:cBhvr>
                                        <p:cTn id="86" dur="1" fill="hold">
                                          <p:stCondLst>
                                            <p:cond delay="0"/>
                                          </p:stCondLst>
                                        </p:cTn>
                                        <p:tgtEl>
                                          <p:spTgt spid="151"/>
                                        </p:tgtEl>
                                        <p:attrNameLst>
                                          <p:attrName>style.visibility</p:attrName>
                                        </p:attrNameLst>
                                      </p:cBhvr>
                                      <p:to>
                                        <p:strVal val="visible"/>
                                      </p:to>
                                    </p:set>
                                    <p:animEffect transition="in" filter="fade">
                                      <p:cBhvr>
                                        <p:cTn id="87" dur="500"/>
                                        <p:tgtEl>
                                          <p:spTgt spid="151"/>
                                        </p:tgtEl>
                                      </p:cBhvr>
                                    </p:animEffect>
                                  </p:childTnLst>
                                </p:cTn>
                              </p:par>
                            </p:childTnLst>
                          </p:cTn>
                        </p:par>
                        <p:par>
                          <p:cTn id="88" fill="hold" nodeType="afterGroup">
                            <p:stCondLst>
                              <p:cond delay="10500"/>
                            </p:stCondLst>
                            <p:childTnLst>
                              <p:par>
                                <p:cTn id="89" presetID="22" presetClass="entr" presetSubtype="4" fill="hold" nodeType="afterEffect">
                                  <p:stCondLst>
                                    <p:cond delay="0"/>
                                  </p:stCondLst>
                                  <p:childTnLst>
                                    <p:set>
                                      <p:cBhvr>
                                        <p:cTn id="90" dur="1" fill="hold">
                                          <p:stCondLst>
                                            <p:cond delay="0"/>
                                          </p:stCondLst>
                                        </p:cTn>
                                        <p:tgtEl>
                                          <p:spTgt spid="150"/>
                                        </p:tgtEl>
                                        <p:attrNameLst>
                                          <p:attrName>style.visibility</p:attrName>
                                        </p:attrNameLst>
                                      </p:cBhvr>
                                      <p:to>
                                        <p:strVal val="visible"/>
                                      </p:to>
                                    </p:set>
                                    <p:animEffect transition="in" filter="wipe(down)">
                                      <p:cBhvr>
                                        <p:cTn id="91" dur="500"/>
                                        <p:tgtEl>
                                          <p:spTgt spid="150"/>
                                        </p:tgtEl>
                                      </p:cBhvr>
                                    </p:animEffect>
                                  </p:childTnLst>
                                </p:cTn>
                              </p:par>
                            </p:childTnLst>
                          </p:cTn>
                        </p:par>
                        <p:par>
                          <p:cTn id="92" fill="hold" nodeType="afterGroup">
                            <p:stCondLst>
                              <p:cond delay="11000"/>
                            </p:stCondLst>
                            <p:childTnLst>
                              <p:par>
                                <p:cTn id="93" presetID="22" presetClass="entr" presetSubtype="8" fill="hold" nodeType="afterEffect">
                                  <p:stCondLst>
                                    <p:cond delay="0"/>
                                  </p:stCondLst>
                                  <p:childTnLst>
                                    <p:set>
                                      <p:cBhvr>
                                        <p:cTn id="94" dur="1" fill="hold">
                                          <p:stCondLst>
                                            <p:cond delay="0"/>
                                          </p:stCondLst>
                                        </p:cTn>
                                        <p:tgtEl>
                                          <p:spTgt spid="154"/>
                                        </p:tgtEl>
                                        <p:attrNameLst>
                                          <p:attrName>style.visibility</p:attrName>
                                        </p:attrNameLst>
                                      </p:cBhvr>
                                      <p:to>
                                        <p:strVal val="visible"/>
                                      </p:to>
                                    </p:set>
                                    <p:animEffect transition="in" filter="wipe(left)">
                                      <p:cBhvr>
                                        <p:cTn id="95" dur="500"/>
                                        <p:tgtEl>
                                          <p:spTgt spid="154"/>
                                        </p:tgtEl>
                                      </p:cBhvr>
                                    </p:animEffect>
                                  </p:childTnLst>
                                </p:cTn>
                              </p:par>
                            </p:childTnLst>
                          </p:cTn>
                        </p:par>
                        <p:par>
                          <p:cTn id="96" fill="hold" nodeType="afterGroup">
                            <p:stCondLst>
                              <p:cond delay="11500"/>
                            </p:stCondLst>
                            <p:childTnLst>
                              <p:par>
                                <p:cTn id="97" presetID="10" presetClass="entr" presetSubtype="0" fill="hold" nodeType="afterEffect">
                                  <p:stCondLst>
                                    <p:cond delay="0"/>
                                  </p:stCondLst>
                                  <p:childTnLst>
                                    <p:set>
                                      <p:cBhvr>
                                        <p:cTn id="98" dur="1" fill="hold">
                                          <p:stCondLst>
                                            <p:cond delay="0"/>
                                          </p:stCondLst>
                                        </p:cTn>
                                        <p:tgtEl>
                                          <p:spTgt spid="178"/>
                                        </p:tgtEl>
                                        <p:attrNameLst>
                                          <p:attrName>style.visibility</p:attrName>
                                        </p:attrNameLst>
                                      </p:cBhvr>
                                      <p:to>
                                        <p:strVal val="visible"/>
                                      </p:to>
                                    </p:set>
                                    <p:animEffect transition="in" filter="fade">
                                      <p:cBhvr>
                                        <p:cTn id="99" dur="500"/>
                                        <p:tgtEl>
                                          <p:spTgt spid="178"/>
                                        </p:tgtEl>
                                      </p:cBhvr>
                                    </p:animEffect>
                                  </p:childTnLst>
                                </p:cTn>
                              </p:par>
                            </p:childTnLst>
                          </p:cTn>
                        </p:par>
                        <p:par>
                          <p:cTn id="100" fill="hold" nodeType="afterGroup">
                            <p:stCondLst>
                              <p:cond delay="12000"/>
                            </p:stCondLst>
                            <p:childTnLst>
                              <p:par>
                                <p:cTn id="101" presetID="26" presetClass="emph" presetSubtype="0" fill="hold" nodeType="afterEffect">
                                  <p:stCondLst>
                                    <p:cond delay="0"/>
                                  </p:stCondLst>
                                  <p:childTnLst>
                                    <p:animEffect transition="out" filter="fade">
                                      <p:cBhvr>
                                        <p:cTn id="102" dur="500" tmFilter="0, 0; .2, .5; .8, .5; 1, 0"/>
                                        <p:tgtEl>
                                          <p:spTgt spid="178"/>
                                        </p:tgtEl>
                                      </p:cBhvr>
                                    </p:animEffect>
                                    <p:animScale>
                                      <p:cBhvr>
                                        <p:cTn id="103" dur="250" autoRev="1" fill="hold"/>
                                        <p:tgtEl>
                                          <p:spTgt spid="178"/>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五边形 2"/>
          <p:cNvSpPr/>
          <p:nvPr/>
        </p:nvSpPr>
        <p:spPr>
          <a:xfrm flipH="1">
            <a:off x="2640013" y="3783013"/>
            <a:ext cx="3003550" cy="479425"/>
          </a:xfrm>
          <a:prstGeom prst="homePlat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a:solidFill>
                <a:srgbClr val="FFFFFF"/>
              </a:solidFill>
              <a:latin typeface="微软雅黑" pitchFamily="34" charset="-122"/>
              <a:ea typeface="微软雅黑" pitchFamily="34" charset="-122"/>
            </a:endParaRPr>
          </a:p>
        </p:txBody>
      </p:sp>
      <p:sp>
        <p:nvSpPr>
          <p:cNvPr id="4" name="五边形 3"/>
          <p:cNvSpPr/>
          <p:nvPr/>
        </p:nvSpPr>
        <p:spPr>
          <a:xfrm flipH="1">
            <a:off x="3797300" y="4389438"/>
            <a:ext cx="1846263" cy="479425"/>
          </a:xfrm>
          <a:prstGeom prst="homePlate">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a:solidFill>
                <a:srgbClr val="FFFFFF"/>
              </a:solidFill>
              <a:latin typeface="微软雅黑" pitchFamily="34" charset="-122"/>
              <a:ea typeface="微软雅黑" pitchFamily="34" charset="-122"/>
            </a:endParaRPr>
          </a:p>
        </p:txBody>
      </p:sp>
      <p:sp>
        <p:nvSpPr>
          <p:cNvPr id="5" name="五边形 4"/>
          <p:cNvSpPr/>
          <p:nvPr/>
        </p:nvSpPr>
        <p:spPr>
          <a:xfrm flipH="1">
            <a:off x="3094038" y="4995863"/>
            <a:ext cx="2549525" cy="479425"/>
          </a:xfrm>
          <a:prstGeom prst="homePlat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a:solidFill>
                <a:srgbClr val="FFFFFF"/>
              </a:solidFill>
              <a:latin typeface="微软雅黑" pitchFamily="34" charset="-122"/>
              <a:ea typeface="微软雅黑" pitchFamily="34" charset="-122"/>
            </a:endParaRPr>
          </a:p>
        </p:txBody>
      </p:sp>
      <p:sp>
        <p:nvSpPr>
          <p:cNvPr id="6" name="五边形 5"/>
          <p:cNvSpPr/>
          <p:nvPr/>
        </p:nvSpPr>
        <p:spPr>
          <a:xfrm flipH="1">
            <a:off x="1966913" y="5602288"/>
            <a:ext cx="3676650" cy="479425"/>
          </a:xfrm>
          <a:prstGeom prst="homePlate">
            <a:avLst/>
          </a:prstGeom>
          <a:solidFill>
            <a:schemeClr val="accent1">
              <a:lumMod val="5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a:solidFill>
                <a:srgbClr val="FFFFFF"/>
              </a:solidFill>
              <a:latin typeface="微软雅黑" pitchFamily="34" charset="-122"/>
              <a:ea typeface="微软雅黑" pitchFamily="34" charset="-122"/>
            </a:endParaRPr>
          </a:p>
        </p:txBody>
      </p:sp>
      <p:sp>
        <p:nvSpPr>
          <p:cNvPr id="7" name="TextBox 159"/>
          <p:cNvSpPr txBox="1"/>
          <p:nvPr/>
        </p:nvSpPr>
        <p:spPr>
          <a:xfrm>
            <a:off x="4803775" y="3833813"/>
            <a:ext cx="776288" cy="420687"/>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73%</a:t>
            </a:r>
            <a:endParaRPr lang="zh-CN" altLang="en-US" sz="2133" b="1" dirty="0">
              <a:solidFill>
                <a:srgbClr val="FFFFFF"/>
              </a:solidFill>
              <a:latin typeface="微软雅黑" pitchFamily="34" charset="-122"/>
              <a:ea typeface="微软雅黑" pitchFamily="34" charset="-122"/>
            </a:endParaRPr>
          </a:p>
        </p:txBody>
      </p:sp>
      <p:sp>
        <p:nvSpPr>
          <p:cNvPr id="9" name="TextBox 160"/>
          <p:cNvSpPr txBox="1"/>
          <p:nvPr/>
        </p:nvSpPr>
        <p:spPr>
          <a:xfrm>
            <a:off x="4794250" y="4445000"/>
            <a:ext cx="776288"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30%</a:t>
            </a:r>
            <a:endParaRPr lang="zh-CN" altLang="en-US" sz="2133" b="1" dirty="0">
              <a:solidFill>
                <a:srgbClr val="FFFFFF"/>
              </a:solidFill>
              <a:latin typeface="微软雅黑" pitchFamily="34" charset="-122"/>
              <a:ea typeface="微软雅黑" pitchFamily="34" charset="-122"/>
            </a:endParaRPr>
          </a:p>
        </p:txBody>
      </p:sp>
      <p:sp>
        <p:nvSpPr>
          <p:cNvPr id="10" name="TextBox 161"/>
          <p:cNvSpPr txBox="1"/>
          <p:nvPr/>
        </p:nvSpPr>
        <p:spPr>
          <a:xfrm>
            <a:off x="4794250" y="5051425"/>
            <a:ext cx="776288"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50%</a:t>
            </a:r>
            <a:endParaRPr lang="zh-CN" altLang="en-US" sz="2133" b="1" dirty="0">
              <a:solidFill>
                <a:srgbClr val="FFFFFF"/>
              </a:solidFill>
              <a:latin typeface="微软雅黑" pitchFamily="34" charset="-122"/>
              <a:ea typeface="微软雅黑" pitchFamily="34" charset="-122"/>
            </a:endParaRPr>
          </a:p>
        </p:txBody>
      </p:sp>
      <p:sp>
        <p:nvSpPr>
          <p:cNvPr id="11" name="TextBox 162"/>
          <p:cNvSpPr txBox="1"/>
          <p:nvPr/>
        </p:nvSpPr>
        <p:spPr>
          <a:xfrm>
            <a:off x="4819650" y="5664200"/>
            <a:ext cx="776288"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75%</a:t>
            </a:r>
            <a:endParaRPr lang="zh-CN" altLang="en-US" sz="2133" b="1" dirty="0">
              <a:solidFill>
                <a:srgbClr val="FFFFFF"/>
              </a:solidFill>
              <a:latin typeface="微软雅黑" pitchFamily="34" charset="-122"/>
              <a:ea typeface="微软雅黑" pitchFamily="34" charset="-122"/>
            </a:endParaRPr>
          </a:p>
        </p:txBody>
      </p:sp>
      <p:sp>
        <p:nvSpPr>
          <p:cNvPr id="12" name="五边形 11"/>
          <p:cNvSpPr/>
          <p:nvPr/>
        </p:nvSpPr>
        <p:spPr>
          <a:xfrm>
            <a:off x="6611938" y="3786188"/>
            <a:ext cx="1533525" cy="479425"/>
          </a:xfrm>
          <a:prstGeom prst="homePlat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b="1">
              <a:solidFill>
                <a:srgbClr val="FFFFFF"/>
              </a:solidFill>
              <a:latin typeface="微软雅黑" pitchFamily="34" charset="-122"/>
              <a:ea typeface="微软雅黑" pitchFamily="34" charset="-122"/>
            </a:endParaRPr>
          </a:p>
        </p:txBody>
      </p:sp>
      <p:sp>
        <p:nvSpPr>
          <p:cNvPr id="13" name="五边形 12"/>
          <p:cNvSpPr/>
          <p:nvPr/>
        </p:nvSpPr>
        <p:spPr>
          <a:xfrm>
            <a:off x="6611938" y="4392613"/>
            <a:ext cx="2894012" cy="479425"/>
          </a:xfrm>
          <a:prstGeom prst="homePlat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a:solidFill>
                <a:srgbClr val="FFFFFF"/>
              </a:solidFill>
              <a:latin typeface="微软雅黑" pitchFamily="34" charset="-122"/>
              <a:ea typeface="微软雅黑" pitchFamily="34" charset="-122"/>
            </a:endParaRPr>
          </a:p>
        </p:txBody>
      </p:sp>
      <p:sp>
        <p:nvSpPr>
          <p:cNvPr id="14" name="五边形 13"/>
          <p:cNvSpPr/>
          <p:nvPr/>
        </p:nvSpPr>
        <p:spPr>
          <a:xfrm>
            <a:off x="6611938" y="4999038"/>
            <a:ext cx="1814512" cy="479425"/>
          </a:xfrm>
          <a:prstGeom prst="homePlat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b="1">
              <a:solidFill>
                <a:srgbClr val="FFFFFF"/>
              </a:solidFill>
              <a:latin typeface="微软雅黑" pitchFamily="34" charset="-122"/>
              <a:ea typeface="微软雅黑" pitchFamily="34" charset="-122"/>
            </a:endParaRPr>
          </a:p>
        </p:txBody>
      </p:sp>
      <p:sp>
        <p:nvSpPr>
          <p:cNvPr id="15" name="五边形 14"/>
          <p:cNvSpPr/>
          <p:nvPr/>
        </p:nvSpPr>
        <p:spPr>
          <a:xfrm>
            <a:off x="6611938" y="5605463"/>
            <a:ext cx="3868737" cy="479425"/>
          </a:xfrm>
          <a:prstGeom prst="homePlate">
            <a:avLst/>
          </a:prstGeom>
          <a:solidFill>
            <a:schemeClr val="accent4"/>
          </a:solidFill>
          <a:ln>
            <a:noFill/>
          </a:ln>
          <a:effectLst>
            <a:outerShdw blurRad="127000" dist="254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467">
              <a:solidFill>
                <a:srgbClr val="FFFFFF"/>
              </a:solidFill>
              <a:latin typeface="微软雅黑" pitchFamily="34" charset="-122"/>
              <a:ea typeface="微软雅黑" pitchFamily="34" charset="-122"/>
            </a:endParaRPr>
          </a:p>
        </p:txBody>
      </p:sp>
      <p:sp>
        <p:nvSpPr>
          <p:cNvPr id="16" name="TextBox 173"/>
          <p:cNvSpPr txBox="1"/>
          <p:nvPr/>
        </p:nvSpPr>
        <p:spPr>
          <a:xfrm>
            <a:off x="6705600" y="3841750"/>
            <a:ext cx="776288"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20%</a:t>
            </a:r>
            <a:endParaRPr lang="zh-CN" altLang="en-US" sz="2133" b="1" dirty="0">
              <a:solidFill>
                <a:srgbClr val="FFFFFF"/>
              </a:solidFill>
              <a:latin typeface="微软雅黑" pitchFamily="34" charset="-122"/>
              <a:ea typeface="微软雅黑" pitchFamily="34" charset="-122"/>
            </a:endParaRPr>
          </a:p>
        </p:txBody>
      </p:sp>
      <p:sp>
        <p:nvSpPr>
          <p:cNvPr id="17" name="TextBox 174"/>
          <p:cNvSpPr txBox="1"/>
          <p:nvPr/>
        </p:nvSpPr>
        <p:spPr>
          <a:xfrm>
            <a:off x="6705600" y="4438650"/>
            <a:ext cx="776288"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56%</a:t>
            </a:r>
            <a:endParaRPr lang="zh-CN" altLang="en-US" sz="2133" b="1" dirty="0">
              <a:solidFill>
                <a:srgbClr val="FFFFFF"/>
              </a:solidFill>
              <a:latin typeface="微软雅黑" pitchFamily="34" charset="-122"/>
              <a:ea typeface="微软雅黑" pitchFamily="34" charset="-122"/>
            </a:endParaRPr>
          </a:p>
        </p:txBody>
      </p:sp>
      <p:sp>
        <p:nvSpPr>
          <p:cNvPr id="18" name="TextBox 175"/>
          <p:cNvSpPr txBox="1"/>
          <p:nvPr/>
        </p:nvSpPr>
        <p:spPr>
          <a:xfrm>
            <a:off x="6705600" y="5051425"/>
            <a:ext cx="776288"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29%</a:t>
            </a:r>
            <a:endParaRPr lang="zh-CN" altLang="en-US" sz="2133" b="1" dirty="0">
              <a:solidFill>
                <a:srgbClr val="FFFFFF"/>
              </a:solidFill>
              <a:latin typeface="微软雅黑" pitchFamily="34" charset="-122"/>
              <a:ea typeface="微软雅黑" pitchFamily="34" charset="-122"/>
            </a:endParaRPr>
          </a:p>
        </p:txBody>
      </p:sp>
      <p:sp>
        <p:nvSpPr>
          <p:cNvPr id="19" name="TextBox 176"/>
          <p:cNvSpPr txBox="1"/>
          <p:nvPr/>
        </p:nvSpPr>
        <p:spPr>
          <a:xfrm>
            <a:off x="6723063" y="5661025"/>
            <a:ext cx="776287" cy="420688"/>
          </a:xfrm>
          <a:prstGeom prst="rect">
            <a:avLst/>
          </a:prstGeom>
          <a:noFill/>
        </p:spPr>
        <p:txBody>
          <a:bodyPr wrap="none">
            <a:spAutoFit/>
          </a:bodyPr>
          <a:lstStyle/>
          <a:p>
            <a:pPr algn="ctr" fontAlgn="auto">
              <a:spcBef>
                <a:spcPts val="0"/>
              </a:spcBef>
              <a:spcAft>
                <a:spcPts val="0"/>
              </a:spcAft>
              <a:buFontTx/>
              <a:buNone/>
              <a:defRPr/>
            </a:pPr>
            <a:r>
              <a:rPr lang="en-US" altLang="zh-CN" sz="2133" b="1" dirty="0">
                <a:solidFill>
                  <a:srgbClr val="FFFFFF"/>
                </a:solidFill>
                <a:latin typeface="微软雅黑" pitchFamily="34" charset="-122"/>
                <a:ea typeface="微软雅黑" pitchFamily="34" charset="-122"/>
              </a:rPr>
              <a:t>77%</a:t>
            </a:r>
            <a:endParaRPr lang="zh-CN" altLang="en-US" sz="2133" b="1" dirty="0">
              <a:solidFill>
                <a:srgbClr val="FFFFFF"/>
              </a:solidFill>
              <a:latin typeface="微软雅黑" pitchFamily="34" charset="-122"/>
              <a:ea typeface="微软雅黑" pitchFamily="34" charset="-122"/>
            </a:endParaRPr>
          </a:p>
        </p:txBody>
      </p:sp>
      <p:sp>
        <p:nvSpPr>
          <p:cNvPr id="20" name="TextBox 180"/>
          <p:cNvSpPr txBox="1"/>
          <p:nvPr/>
        </p:nvSpPr>
        <p:spPr>
          <a:xfrm>
            <a:off x="5754688" y="3889375"/>
            <a:ext cx="747712" cy="317500"/>
          </a:xfrm>
          <a:prstGeom prst="rect">
            <a:avLst/>
          </a:prstGeom>
          <a:noFill/>
        </p:spPr>
        <p:txBody>
          <a:bodyPr wrap="none">
            <a:spAutoFit/>
          </a:bodyPr>
          <a:lstStyle/>
          <a:p>
            <a:pPr algn="ct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项目一</a:t>
            </a:r>
          </a:p>
        </p:txBody>
      </p:sp>
      <p:sp>
        <p:nvSpPr>
          <p:cNvPr id="21" name="TextBox 181"/>
          <p:cNvSpPr txBox="1"/>
          <p:nvPr/>
        </p:nvSpPr>
        <p:spPr>
          <a:xfrm>
            <a:off x="5754688" y="4491038"/>
            <a:ext cx="747712" cy="317500"/>
          </a:xfrm>
          <a:prstGeom prst="rect">
            <a:avLst/>
          </a:prstGeom>
          <a:noFill/>
        </p:spPr>
        <p:txBody>
          <a:bodyPr wrap="none">
            <a:spAutoFit/>
          </a:bodyPr>
          <a:lstStyle/>
          <a:p>
            <a:pPr algn="ct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项目二</a:t>
            </a:r>
          </a:p>
        </p:txBody>
      </p:sp>
      <p:sp>
        <p:nvSpPr>
          <p:cNvPr id="22" name="TextBox 182"/>
          <p:cNvSpPr txBox="1"/>
          <p:nvPr/>
        </p:nvSpPr>
        <p:spPr>
          <a:xfrm>
            <a:off x="5754688" y="5097463"/>
            <a:ext cx="747712" cy="317500"/>
          </a:xfrm>
          <a:prstGeom prst="rect">
            <a:avLst/>
          </a:prstGeom>
          <a:noFill/>
        </p:spPr>
        <p:txBody>
          <a:bodyPr wrap="none">
            <a:spAutoFit/>
          </a:bodyPr>
          <a:lstStyle/>
          <a:p>
            <a:pPr algn="ct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项目三</a:t>
            </a:r>
          </a:p>
        </p:txBody>
      </p:sp>
      <p:sp>
        <p:nvSpPr>
          <p:cNvPr id="23" name="TextBox 183"/>
          <p:cNvSpPr txBox="1"/>
          <p:nvPr/>
        </p:nvSpPr>
        <p:spPr>
          <a:xfrm>
            <a:off x="5754688" y="5707063"/>
            <a:ext cx="747712" cy="317500"/>
          </a:xfrm>
          <a:prstGeom prst="rect">
            <a:avLst/>
          </a:prstGeom>
          <a:noFill/>
        </p:spPr>
        <p:txBody>
          <a:bodyPr wrap="none">
            <a:spAutoFit/>
          </a:bodyPr>
          <a:lstStyle/>
          <a:p>
            <a:pPr algn="ct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项目四</a:t>
            </a:r>
          </a:p>
        </p:txBody>
      </p:sp>
      <p:sp>
        <p:nvSpPr>
          <p:cNvPr id="24" name="Oval 4"/>
          <p:cNvSpPr/>
          <p:nvPr/>
        </p:nvSpPr>
        <p:spPr>
          <a:xfrm>
            <a:off x="6610350" y="1508125"/>
            <a:ext cx="1117600" cy="1055688"/>
          </a:xfrm>
          <a:prstGeom prst="ellipse">
            <a:avLst/>
          </a:prstGeom>
          <a:solidFill>
            <a:schemeClr val="accent2"/>
          </a:solidFill>
          <a:ln w="63500">
            <a:noFill/>
          </a:ln>
          <a:effectLst/>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spcBef>
                <a:spcPts val="0"/>
              </a:spcBef>
              <a:spcAft>
                <a:spcPts val="0"/>
              </a:spcAft>
              <a:buFontTx/>
              <a:buNone/>
              <a:defRPr/>
            </a:pPr>
            <a:r>
              <a:rPr lang="en-US" sz="1867" b="1" dirty="0">
                <a:solidFill>
                  <a:srgbClr val="FFFFFF"/>
                </a:solidFill>
                <a:latin typeface="微软雅黑" pitchFamily="34" charset="-122"/>
                <a:ea typeface="微软雅黑" pitchFamily="34" charset="-122"/>
              </a:rPr>
              <a:t>20xx</a:t>
            </a:r>
          </a:p>
        </p:txBody>
      </p:sp>
      <p:sp>
        <p:nvSpPr>
          <p:cNvPr id="25" name="Oval 5"/>
          <p:cNvSpPr/>
          <p:nvPr/>
        </p:nvSpPr>
        <p:spPr>
          <a:xfrm>
            <a:off x="4548188" y="1508125"/>
            <a:ext cx="1117600" cy="1055688"/>
          </a:xfrm>
          <a:prstGeom prst="ellipse">
            <a:avLst/>
          </a:prstGeom>
          <a:solidFill>
            <a:schemeClr val="accent1"/>
          </a:solidFill>
          <a:ln w="63500">
            <a:noFill/>
          </a:ln>
          <a:effectLst/>
        </p:spPr>
        <p:style>
          <a:lnRef idx="2">
            <a:schemeClr val="accent5">
              <a:shade val="50000"/>
            </a:schemeClr>
          </a:lnRef>
          <a:fillRef idx="1">
            <a:schemeClr val="accent5"/>
          </a:fillRef>
          <a:effectRef idx="0">
            <a:schemeClr val="accent5"/>
          </a:effectRef>
          <a:fontRef idx="minor">
            <a:schemeClr val="lt1"/>
          </a:fontRef>
        </p:style>
        <p:txBody>
          <a:bodyPr anchor="ctr"/>
          <a:lstStyle/>
          <a:p>
            <a:pPr algn="ctr" fontAlgn="auto">
              <a:spcBef>
                <a:spcPts val="0"/>
              </a:spcBef>
              <a:spcAft>
                <a:spcPts val="0"/>
              </a:spcAft>
              <a:buFontTx/>
              <a:buNone/>
              <a:defRPr/>
            </a:pPr>
            <a:r>
              <a:rPr lang="en-US" altLang="zh-CN" sz="1867" b="1" dirty="0">
                <a:solidFill>
                  <a:srgbClr val="FFFFFF"/>
                </a:solidFill>
                <a:latin typeface="微软雅黑" pitchFamily="34" charset="-122"/>
                <a:ea typeface="微软雅黑" pitchFamily="34" charset="-122"/>
              </a:rPr>
              <a:t>20xx</a:t>
            </a:r>
            <a:endParaRPr lang="en-US" sz="1867" b="1" dirty="0">
              <a:solidFill>
                <a:srgbClr val="FFFFFF"/>
              </a:solidFill>
              <a:latin typeface="微软雅黑" pitchFamily="34" charset="-122"/>
              <a:ea typeface="微软雅黑" pitchFamily="34" charset="-122"/>
            </a:endParaRPr>
          </a:p>
        </p:txBody>
      </p:sp>
      <p:sp>
        <p:nvSpPr>
          <p:cNvPr id="26" name="Text Box 10"/>
          <p:cNvSpPr txBox="1">
            <a:spLocks noChangeArrowheads="1"/>
          </p:cNvSpPr>
          <p:nvPr/>
        </p:nvSpPr>
        <p:spPr bwMode="auto">
          <a:xfrm>
            <a:off x="6611938" y="2692400"/>
            <a:ext cx="49561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22860" rIns="45720" bIns="22860">
            <a:spAutoFit/>
          </a:bodyPr>
          <a:lstStyle>
            <a:lvl1pPr defTabSz="1087438" eaLnBrk="0" hangingPunct="0">
              <a:defRPr>
                <a:solidFill>
                  <a:schemeClr val="tx1"/>
                </a:solidFill>
                <a:latin typeface="Arial" panose="020B0604020202020204" pitchFamily="34" charset="0"/>
                <a:ea typeface="宋体" panose="02010600030101010101" pitchFamily="2" charset="-122"/>
              </a:defRPr>
            </a:lvl1pPr>
            <a:lvl2pPr marL="742950" indent="-285750" defTabSz="1087438" eaLnBrk="0" hangingPunct="0">
              <a:defRPr>
                <a:solidFill>
                  <a:schemeClr val="tx1"/>
                </a:solidFill>
                <a:latin typeface="Arial" panose="020B0604020202020204" pitchFamily="34" charset="0"/>
                <a:ea typeface="宋体" panose="02010600030101010101" pitchFamily="2" charset="-122"/>
              </a:defRPr>
            </a:lvl2pPr>
            <a:lvl3pPr marL="1143000" indent="-228600" defTabSz="1087438" eaLnBrk="0" hangingPunct="0">
              <a:defRPr>
                <a:solidFill>
                  <a:schemeClr val="tx1"/>
                </a:solidFill>
                <a:latin typeface="Arial" panose="020B0604020202020204" pitchFamily="34" charset="0"/>
                <a:ea typeface="宋体" panose="02010600030101010101" pitchFamily="2" charset="-122"/>
              </a:defRPr>
            </a:lvl3pPr>
            <a:lvl4pPr marL="1600200" indent="-228600" defTabSz="1087438" eaLnBrk="0" hangingPunct="0">
              <a:defRPr>
                <a:solidFill>
                  <a:schemeClr val="tx1"/>
                </a:solidFill>
                <a:latin typeface="Arial" panose="020B0604020202020204" pitchFamily="34" charset="0"/>
                <a:ea typeface="宋体" panose="02010600030101010101" pitchFamily="2" charset="-122"/>
              </a:defRPr>
            </a:lvl4pPr>
            <a:lvl5pPr marL="2057400" indent="-228600" defTabSz="1087438" eaLnBrk="0" hangingPunct="0">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30000"/>
              </a:lnSpc>
              <a:buFontTx/>
              <a:buNone/>
            </a:pPr>
            <a:r>
              <a:rPr lang="zh-CN" altLang="en-US" sz="1600" b="1">
                <a:solidFill>
                  <a:srgbClr val="6B6B6B"/>
                </a:solidFill>
                <a:latin typeface="微软雅黑" panose="020B0503020204020204" pitchFamily="34" charset="-122"/>
                <a:ea typeface="微软雅黑" panose="020B0503020204020204" pitchFamily="34" charset="-122"/>
                <a:cs typeface="Open Sans" panose="020B0606030504020204" pitchFamily="34" charset="0"/>
              </a:rPr>
              <a:t>单击此处添加标题</a:t>
            </a:r>
            <a:endParaRPr lang="en-US" altLang="zh-CN" sz="1600" b="1">
              <a:solidFill>
                <a:srgbClr val="6B6B6B"/>
              </a:solidFill>
              <a:latin typeface="微软雅黑" panose="020B0503020204020204" pitchFamily="34" charset="-122"/>
              <a:ea typeface="微软雅黑" panose="020B0503020204020204" pitchFamily="34" charset="-122"/>
              <a:cs typeface="Open Sans" panose="020B0606030504020204" pitchFamily="34" charset="0"/>
            </a:endParaRPr>
          </a:p>
          <a:p>
            <a:pPr eaLnBrk="1" hangingPunct="1">
              <a:lnSpc>
                <a:spcPct val="130000"/>
              </a:lnSpc>
              <a:buFontTx/>
              <a:buNone/>
            </a:pPr>
            <a:r>
              <a:rPr lang="zh-CN" altLang="en-US" sz="1600">
                <a:solidFill>
                  <a:srgbClr val="6B6B6B"/>
                </a:solidFill>
                <a:latin typeface="微软雅黑" panose="020B0503020204020204" pitchFamily="34" charset="-122"/>
                <a:ea typeface="微软雅黑" panose="020B0503020204020204" pitchFamily="34" charset="-122"/>
                <a:cs typeface="Open Sans" panose="020B0606030504020204" pitchFamily="34" charset="0"/>
              </a:rPr>
              <a:t>您的内容打在这里，或者通过复制您的文本后，在此框中选择粘贴，并选择只保留文字。</a:t>
            </a:r>
            <a:endParaRPr lang="en-US" altLang="zh-CN" sz="1600">
              <a:solidFill>
                <a:srgbClr val="6B6B6B"/>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27" name="Text Box 10"/>
          <p:cNvSpPr txBox="1">
            <a:spLocks noChangeArrowheads="1"/>
          </p:cNvSpPr>
          <p:nvPr/>
        </p:nvSpPr>
        <p:spPr bwMode="auto">
          <a:xfrm>
            <a:off x="815975" y="2692400"/>
            <a:ext cx="48418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45720" tIns="22860" rIns="45720" bIns="22860">
            <a:spAutoFit/>
          </a:bodyPr>
          <a:lstStyle>
            <a:lvl1pPr defTabSz="1087438" eaLnBrk="0" hangingPunct="0">
              <a:defRPr>
                <a:solidFill>
                  <a:schemeClr val="tx1"/>
                </a:solidFill>
                <a:latin typeface="Arial" panose="020B0604020202020204" pitchFamily="34" charset="0"/>
                <a:ea typeface="宋体" panose="02010600030101010101" pitchFamily="2" charset="-122"/>
              </a:defRPr>
            </a:lvl1pPr>
            <a:lvl2pPr marL="742950" indent="-285750" defTabSz="1087438" eaLnBrk="0" hangingPunct="0">
              <a:defRPr>
                <a:solidFill>
                  <a:schemeClr val="tx1"/>
                </a:solidFill>
                <a:latin typeface="Arial" panose="020B0604020202020204" pitchFamily="34" charset="0"/>
                <a:ea typeface="宋体" panose="02010600030101010101" pitchFamily="2" charset="-122"/>
              </a:defRPr>
            </a:lvl2pPr>
            <a:lvl3pPr marL="1143000" indent="-228600" defTabSz="1087438" eaLnBrk="0" hangingPunct="0">
              <a:defRPr>
                <a:solidFill>
                  <a:schemeClr val="tx1"/>
                </a:solidFill>
                <a:latin typeface="Arial" panose="020B0604020202020204" pitchFamily="34" charset="0"/>
                <a:ea typeface="宋体" panose="02010600030101010101" pitchFamily="2" charset="-122"/>
              </a:defRPr>
            </a:lvl3pPr>
            <a:lvl4pPr marL="1600200" indent="-228600" defTabSz="1087438" eaLnBrk="0" hangingPunct="0">
              <a:defRPr>
                <a:solidFill>
                  <a:schemeClr val="tx1"/>
                </a:solidFill>
                <a:latin typeface="Arial" panose="020B0604020202020204" pitchFamily="34" charset="0"/>
                <a:ea typeface="宋体" panose="02010600030101010101" pitchFamily="2" charset="-122"/>
              </a:defRPr>
            </a:lvl4pPr>
            <a:lvl5pPr marL="2057400" indent="-228600" defTabSz="1087438" eaLnBrk="0" hangingPunct="0">
              <a:defRPr>
                <a:solidFill>
                  <a:schemeClr val="tx1"/>
                </a:solidFill>
                <a:latin typeface="Arial" panose="020B0604020202020204" pitchFamily="34" charset="0"/>
                <a:ea typeface="宋体" panose="02010600030101010101" pitchFamily="2" charset="-122"/>
              </a:defRPr>
            </a:lvl5pPr>
            <a:lvl6pPr marL="25146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defTabSz="1087438"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lnSpc>
                <a:spcPct val="130000"/>
              </a:lnSpc>
              <a:buFontTx/>
              <a:buNone/>
            </a:pPr>
            <a:r>
              <a:rPr lang="zh-CN" altLang="en-US" sz="1600" b="1">
                <a:solidFill>
                  <a:srgbClr val="6B6B6B"/>
                </a:solidFill>
                <a:latin typeface="微软雅黑" panose="020B0503020204020204" pitchFamily="34" charset="-122"/>
                <a:ea typeface="微软雅黑" panose="020B0503020204020204" pitchFamily="34" charset="-122"/>
                <a:cs typeface="Open Sans" panose="020B0606030504020204" pitchFamily="34" charset="0"/>
              </a:rPr>
              <a:t>单击此处添加标题</a:t>
            </a:r>
            <a:endParaRPr lang="en-US" altLang="zh-CN" sz="1600" b="1">
              <a:solidFill>
                <a:srgbClr val="6B6B6B"/>
              </a:solidFill>
              <a:latin typeface="微软雅黑" panose="020B0503020204020204" pitchFamily="34" charset="-122"/>
              <a:ea typeface="微软雅黑" panose="020B0503020204020204" pitchFamily="34" charset="-122"/>
              <a:cs typeface="Open Sans" panose="020B0606030504020204" pitchFamily="34" charset="0"/>
            </a:endParaRPr>
          </a:p>
          <a:p>
            <a:pPr algn="r" eaLnBrk="1" hangingPunct="1">
              <a:lnSpc>
                <a:spcPct val="130000"/>
              </a:lnSpc>
              <a:buFontTx/>
              <a:buNone/>
            </a:pPr>
            <a:r>
              <a:rPr lang="zh-CN" altLang="en-US" sz="1600">
                <a:solidFill>
                  <a:srgbClr val="6B6B6B"/>
                </a:solidFill>
                <a:latin typeface="微软雅黑" panose="020B0503020204020204" pitchFamily="34" charset="-122"/>
                <a:ea typeface="微软雅黑" panose="020B0503020204020204" pitchFamily="34" charset="-122"/>
                <a:cs typeface="Open Sans" panose="020B0606030504020204" pitchFamily="34" charset="0"/>
              </a:rPr>
              <a:t>您的内容打在这里，或者通过复制您的文本后，在此框中选择粘贴，并选择只保留文字。</a:t>
            </a:r>
            <a:endParaRPr lang="en-US" altLang="zh-CN" sz="1600">
              <a:solidFill>
                <a:srgbClr val="6B6B6B"/>
              </a:solidFill>
              <a:latin typeface="微软雅黑" panose="020B0503020204020204" pitchFamily="34" charset="-122"/>
              <a:ea typeface="微软雅黑" panose="020B0503020204020204" pitchFamily="34" charset="-122"/>
              <a:cs typeface="Open Sans" panose="020B0606030504020204" pitchFamily="34" charset="0"/>
            </a:endParaRPr>
          </a:p>
        </p:txBody>
      </p:sp>
      <p:sp>
        <p:nvSpPr>
          <p:cNvPr id="28"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additive="base">
                                        <p:cTn id="7" dur="500" fill="hold"/>
                                        <p:tgtEl>
                                          <p:spTgt spid="25"/>
                                        </p:tgtEl>
                                        <p:attrNameLst>
                                          <p:attrName>ppt_x</p:attrName>
                                        </p:attrNameLst>
                                      </p:cBhvr>
                                      <p:tavLst>
                                        <p:tav tm="0">
                                          <p:val>
                                            <p:strVal val="0-#ppt_w/2"/>
                                          </p:val>
                                        </p:tav>
                                        <p:tav tm="100000">
                                          <p:val>
                                            <p:strVal val="#ppt_x"/>
                                          </p:val>
                                        </p:tav>
                                      </p:tavLst>
                                    </p:anim>
                                    <p:anim calcmode="lin" valueType="num">
                                      <p:cBhvr additive="base">
                                        <p:cTn id="8" dur="500" fill="hold"/>
                                        <p:tgtEl>
                                          <p:spTgt spid="2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24"/>
                                        </p:tgtEl>
                                        <p:attrNameLst>
                                          <p:attrName>style.visibility</p:attrName>
                                        </p:attrNameLst>
                                      </p:cBhvr>
                                      <p:to>
                                        <p:strVal val="visible"/>
                                      </p:to>
                                    </p:set>
                                    <p:anim calcmode="lin" valueType="num">
                                      <p:cBhvr additive="base">
                                        <p:cTn id="12" dur="500" fill="hold"/>
                                        <p:tgtEl>
                                          <p:spTgt spid="24"/>
                                        </p:tgtEl>
                                        <p:attrNameLst>
                                          <p:attrName>ppt_x</p:attrName>
                                        </p:attrNameLst>
                                      </p:cBhvr>
                                      <p:tavLst>
                                        <p:tav tm="0">
                                          <p:val>
                                            <p:strVal val="1+#ppt_w/2"/>
                                          </p:val>
                                        </p:tav>
                                        <p:tav tm="100000">
                                          <p:val>
                                            <p:strVal val="#ppt_x"/>
                                          </p:val>
                                        </p:tav>
                                      </p:tavLst>
                                    </p:anim>
                                    <p:anim calcmode="lin" valueType="num">
                                      <p:cBhvr additive="base">
                                        <p:cTn id="13" dur="500" fill="hold"/>
                                        <p:tgtEl>
                                          <p:spTgt spid="2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10" presetClass="entr" presetSubtype="0" fill="hold" grpId="0" nodeType="after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fade">
                                      <p:cBhvr>
                                        <p:cTn id="17" dur="500"/>
                                        <p:tgtEl>
                                          <p:spTgt spid="27"/>
                                        </p:tgtEl>
                                      </p:cBhvr>
                                    </p:animEffect>
                                  </p:childTnLst>
                                </p:cTn>
                              </p:par>
                            </p:childTnLst>
                          </p:cTn>
                        </p:par>
                        <p:par>
                          <p:cTn id="18" fill="hold" nodeType="afterGroup">
                            <p:stCondLst>
                              <p:cond delay="1500"/>
                            </p:stCondLst>
                            <p:childTnLst>
                              <p:par>
                                <p:cTn id="19" presetID="10" presetClass="entr" presetSubtype="0" fill="hold" grpId="0" nodeType="afterEffect">
                                  <p:stCondLst>
                                    <p:cond delay="0"/>
                                  </p:stCondLst>
                                  <p:childTnLst>
                                    <p:set>
                                      <p:cBhvr>
                                        <p:cTn id="20" dur="1" fill="hold">
                                          <p:stCondLst>
                                            <p:cond delay="0"/>
                                          </p:stCondLst>
                                        </p:cTn>
                                        <p:tgtEl>
                                          <p:spTgt spid="26"/>
                                        </p:tgtEl>
                                        <p:attrNameLst>
                                          <p:attrName>style.visibility</p:attrName>
                                        </p:attrNameLst>
                                      </p:cBhvr>
                                      <p:to>
                                        <p:strVal val="visible"/>
                                      </p:to>
                                    </p:set>
                                    <p:animEffect transition="in" filter="fade">
                                      <p:cBhvr>
                                        <p:cTn id="21" dur="500"/>
                                        <p:tgtEl>
                                          <p:spTgt spid="26"/>
                                        </p:tgtEl>
                                      </p:cBhvr>
                                    </p:animEffect>
                                  </p:childTnLst>
                                </p:cTn>
                              </p:par>
                            </p:childTnLst>
                          </p:cTn>
                        </p:par>
                        <p:par>
                          <p:cTn id="22" fill="hold" nodeType="afterGroup">
                            <p:stCondLst>
                              <p:cond delay="2000"/>
                            </p:stCondLst>
                            <p:childTnLst>
                              <p:par>
                                <p:cTn id="23" presetID="2" presetClass="entr" presetSubtype="4" decel="100000" fill="hold" grpId="0" nodeType="afterEffect">
                                  <p:stCondLst>
                                    <p:cond delay="0"/>
                                  </p:stCondLst>
                                  <p:childTnLst>
                                    <p:set>
                                      <p:cBhvr>
                                        <p:cTn id="24" dur="1" fill="hold">
                                          <p:stCondLst>
                                            <p:cond delay="0"/>
                                          </p:stCondLst>
                                        </p:cTn>
                                        <p:tgtEl>
                                          <p:spTgt spid="20"/>
                                        </p:tgtEl>
                                        <p:attrNameLst>
                                          <p:attrName>style.visibility</p:attrName>
                                        </p:attrNameLst>
                                      </p:cBhvr>
                                      <p:to>
                                        <p:strVal val="visible"/>
                                      </p:to>
                                    </p:set>
                                    <p:anim calcmode="lin" valueType="num">
                                      <p:cBhvr additive="base">
                                        <p:cTn id="25" dur="500" fill="hold"/>
                                        <p:tgtEl>
                                          <p:spTgt spid="20"/>
                                        </p:tgtEl>
                                        <p:attrNameLst>
                                          <p:attrName>ppt_x</p:attrName>
                                        </p:attrNameLst>
                                      </p:cBhvr>
                                      <p:tavLst>
                                        <p:tav tm="0">
                                          <p:val>
                                            <p:strVal val="#ppt_x"/>
                                          </p:val>
                                        </p:tav>
                                        <p:tav tm="100000">
                                          <p:val>
                                            <p:strVal val="#ppt_x"/>
                                          </p:val>
                                        </p:tav>
                                      </p:tavLst>
                                    </p:anim>
                                    <p:anim calcmode="lin" valueType="num">
                                      <p:cBhvr additive="base">
                                        <p:cTn id="26" dur="500" fill="hold"/>
                                        <p:tgtEl>
                                          <p:spTgt spid="20"/>
                                        </p:tgtEl>
                                        <p:attrNameLst>
                                          <p:attrName>ppt_y</p:attrName>
                                        </p:attrNameLst>
                                      </p:cBhvr>
                                      <p:tavLst>
                                        <p:tav tm="0">
                                          <p:val>
                                            <p:strVal val="1+#ppt_h/2"/>
                                          </p:val>
                                        </p:tav>
                                        <p:tav tm="100000">
                                          <p:val>
                                            <p:strVal val="#ppt_y"/>
                                          </p:val>
                                        </p:tav>
                                      </p:tavLst>
                                    </p:anim>
                                  </p:childTnLst>
                                </p:cTn>
                              </p:par>
                              <p:par>
                                <p:cTn id="27" presetID="2" presetClass="entr" presetSubtype="4" decel="100000" fill="hold" grpId="0" nodeType="withEffect">
                                  <p:stCondLst>
                                    <p:cond delay="0"/>
                                  </p:stCondLst>
                                  <p:childTnLst>
                                    <p:set>
                                      <p:cBhvr>
                                        <p:cTn id="28" dur="1" fill="hold">
                                          <p:stCondLst>
                                            <p:cond delay="0"/>
                                          </p:stCondLst>
                                        </p:cTn>
                                        <p:tgtEl>
                                          <p:spTgt spid="21"/>
                                        </p:tgtEl>
                                        <p:attrNameLst>
                                          <p:attrName>style.visibility</p:attrName>
                                        </p:attrNameLst>
                                      </p:cBhvr>
                                      <p:to>
                                        <p:strVal val="visible"/>
                                      </p:to>
                                    </p:set>
                                    <p:anim calcmode="lin" valueType="num">
                                      <p:cBhvr additive="base">
                                        <p:cTn id="29" dur="500" fill="hold"/>
                                        <p:tgtEl>
                                          <p:spTgt spid="21"/>
                                        </p:tgtEl>
                                        <p:attrNameLst>
                                          <p:attrName>ppt_x</p:attrName>
                                        </p:attrNameLst>
                                      </p:cBhvr>
                                      <p:tavLst>
                                        <p:tav tm="0">
                                          <p:val>
                                            <p:strVal val="#ppt_x"/>
                                          </p:val>
                                        </p:tav>
                                        <p:tav tm="100000">
                                          <p:val>
                                            <p:strVal val="#ppt_x"/>
                                          </p:val>
                                        </p:tav>
                                      </p:tavLst>
                                    </p:anim>
                                    <p:anim calcmode="lin" valueType="num">
                                      <p:cBhvr additive="base">
                                        <p:cTn id="30" dur="500" fill="hold"/>
                                        <p:tgtEl>
                                          <p:spTgt spid="21"/>
                                        </p:tgtEl>
                                        <p:attrNameLst>
                                          <p:attrName>ppt_y</p:attrName>
                                        </p:attrNameLst>
                                      </p:cBhvr>
                                      <p:tavLst>
                                        <p:tav tm="0">
                                          <p:val>
                                            <p:strVal val="1+#ppt_h/2"/>
                                          </p:val>
                                        </p:tav>
                                        <p:tav tm="100000">
                                          <p:val>
                                            <p:strVal val="#ppt_y"/>
                                          </p:val>
                                        </p:tav>
                                      </p:tavLst>
                                    </p:anim>
                                  </p:childTnLst>
                                </p:cTn>
                              </p:par>
                              <p:par>
                                <p:cTn id="31" presetID="2" presetClass="entr" presetSubtype="4" decel="10000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anim calcmode="lin" valueType="num">
                                      <p:cBhvr additive="base">
                                        <p:cTn id="33" dur="500" fill="hold"/>
                                        <p:tgtEl>
                                          <p:spTgt spid="22"/>
                                        </p:tgtEl>
                                        <p:attrNameLst>
                                          <p:attrName>ppt_x</p:attrName>
                                        </p:attrNameLst>
                                      </p:cBhvr>
                                      <p:tavLst>
                                        <p:tav tm="0">
                                          <p:val>
                                            <p:strVal val="#ppt_x"/>
                                          </p:val>
                                        </p:tav>
                                        <p:tav tm="100000">
                                          <p:val>
                                            <p:strVal val="#ppt_x"/>
                                          </p:val>
                                        </p:tav>
                                      </p:tavLst>
                                    </p:anim>
                                    <p:anim calcmode="lin" valueType="num">
                                      <p:cBhvr additive="base">
                                        <p:cTn id="34" dur="500" fill="hold"/>
                                        <p:tgtEl>
                                          <p:spTgt spid="22"/>
                                        </p:tgtEl>
                                        <p:attrNameLst>
                                          <p:attrName>ppt_y</p:attrName>
                                        </p:attrNameLst>
                                      </p:cBhvr>
                                      <p:tavLst>
                                        <p:tav tm="0">
                                          <p:val>
                                            <p:strVal val="1+#ppt_h/2"/>
                                          </p:val>
                                        </p:tav>
                                        <p:tav tm="100000">
                                          <p:val>
                                            <p:strVal val="#ppt_y"/>
                                          </p:val>
                                        </p:tav>
                                      </p:tavLst>
                                    </p:anim>
                                  </p:childTnLst>
                                </p:cTn>
                              </p:par>
                              <p:par>
                                <p:cTn id="35" presetID="2" presetClass="entr" presetSubtype="4" decel="10000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 calcmode="lin" valueType="num">
                                      <p:cBhvr additive="base">
                                        <p:cTn id="37" dur="500" fill="hold"/>
                                        <p:tgtEl>
                                          <p:spTgt spid="23"/>
                                        </p:tgtEl>
                                        <p:attrNameLst>
                                          <p:attrName>ppt_x</p:attrName>
                                        </p:attrNameLst>
                                      </p:cBhvr>
                                      <p:tavLst>
                                        <p:tav tm="0">
                                          <p:val>
                                            <p:strVal val="#ppt_x"/>
                                          </p:val>
                                        </p:tav>
                                        <p:tav tm="100000">
                                          <p:val>
                                            <p:strVal val="#ppt_x"/>
                                          </p:val>
                                        </p:tav>
                                      </p:tavLst>
                                    </p:anim>
                                    <p:anim calcmode="lin" valueType="num">
                                      <p:cBhvr additive="base">
                                        <p:cTn id="38" dur="500" fill="hold"/>
                                        <p:tgtEl>
                                          <p:spTgt spid="23"/>
                                        </p:tgtEl>
                                        <p:attrNameLst>
                                          <p:attrName>ppt_y</p:attrName>
                                        </p:attrNameLst>
                                      </p:cBhvr>
                                      <p:tavLst>
                                        <p:tav tm="0">
                                          <p:val>
                                            <p:strVal val="1+#ppt_h/2"/>
                                          </p:val>
                                        </p:tav>
                                        <p:tav tm="100000">
                                          <p:val>
                                            <p:strVal val="#ppt_y"/>
                                          </p:val>
                                        </p:tav>
                                      </p:tavLst>
                                    </p:anim>
                                  </p:childTnLst>
                                </p:cTn>
                              </p:par>
                            </p:childTnLst>
                          </p:cTn>
                        </p:par>
                        <p:par>
                          <p:cTn id="39" fill="hold" nodeType="afterGroup">
                            <p:stCondLst>
                              <p:cond delay="2500"/>
                            </p:stCondLst>
                            <p:childTnLst>
                              <p:par>
                                <p:cTn id="40" presetID="22" presetClass="entr" presetSubtype="8"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left)">
                                      <p:cBhvr>
                                        <p:cTn id="42" dur="500"/>
                                        <p:tgtEl>
                                          <p:spTgt spid="12"/>
                                        </p:tgtEl>
                                      </p:cBhvr>
                                    </p:animEffect>
                                  </p:childTnLst>
                                </p:cTn>
                              </p:par>
                              <p:par>
                                <p:cTn id="43" presetID="22" presetClass="entr" presetSubtype="8" fill="hold" grpId="0" nodeType="withEffect">
                                  <p:stCondLst>
                                    <p:cond delay="100"/>
                                  </p:stCondLst>
                                  <p:childTnLst>
                                    <p:set>
                                      <p:cBhvr>
                                        <p:cTn id="44" dur="1" fill="hold">
                                          <p:stCondLst>
                                            <p:cond delay="0"/>
                                          </p:stCondLst>
                                        </p:cTn>
                                        <p:tgtEl>
                                          <p:spTgt spid="13"/>
                                        </p:tgtEl>
                                        <p:attrNameLst>
                                          <p:attrName>style.visibility</p:attrName>
                                        </p:attrNameLst>
                                      </p:cBhvr>
                                      <p:to>
                                        <p:strVal val="visible"/>
                                      </p:to>
                                    </p:set>
                                    <p:animEffect transition="in" filter="wipe(left)">
                                      <p:cBhvr>
                                        <p:cTn id="45" dur="500"/>
                                        <p:tgtEl>
                                          <p:spTgt spid="13"/>
                                        </p:tgtEl>
                                      </p:cBhvr>
                                    </p:animEffect>
                                  </p:childTnLst>
                                </p:cTn>
                              </p:par>
                              <p:par>
                                <p:cTn id="46" presetID="22" presetClass="entr" presetSubtype="8" fill="hold" grpId="0" nodeType="withEffect">
                                  <p:stCondLst>
                                    <p:cond delay="200"/>
                                  </p:stCondLst>
                                  <p:childTnLst>
                                    <p:set>
                                      <p:cBhvr>
                                        <p:cTn id="47" dur="1" fill="hold">
                                          <p:stCondLst>
                                            <p:cond delay="0"/>
                                          </p:stCondLst>
                                        </p:cTn>
                                        <p:tgtEl>
                                          <p:spTgt spid="14"/>
                                        </p:tgtEl>
                                        <p:attrNameLst>
                                          <p:attrName>style.visibility</p:attrName>
                                        </p:attrNameLst>
                                      </p:cBhvr>
                                      <p:to>
                                        <p:strVal val="visible"/>
                                      </p:to>
                                    </p:set>
                                    <p:animEffect transition="in" filter="wipe(left)">
                                      <p:cBhvr>
                                        <p:cTn id="48" dur="500"/>
                                        <p:tgtEl>
                                          <p:spTgt spid="14"/>
                                        </p:tgtEl>
                                      </p:cBhvr>
                                    </p:animEffect>
                                  </p:childTnLst>
                                </p:cTn>
                              </p:par>
                              <p:par>
                                <p:cTn id="49" presetID="22" presetClass="entr" presetSubtype="8" fill="hold" grpId="0" nodeType="withEffect">
                                  <p:stCondLst>
                                    <p:cond delay="300"/>
                                  </p:stCondLst>
                                  <p:childTnLst>
                                    <p:set>
                                      <p:cBhvr>
                                        <p:cTn id="50" dur="1" fill="hold">
                                          <p:stCondLst>
                                            <p:cond delay="0"/>
                                          </p:stCondLst>
                                        </p:cTn>
                                        <p:tgtEl>
                                          <p:spTgt spid="15"/>
                                        </p:tgtEl>
                                        <p:attrNameLst>
                                          <p:attrName>style.visibility</p:attrName>
                                        </p:attrNameLst>
                                      </p:cBhvr>
                                      <p:to>
                                        <p:strVal val="visible"/>
                                      </p:to>
                                    </p:set>
                                    <p:animEffect transition="in" filter="wipe(left)">
                                      <p:cBhvr>
                                        <p:cTn id="51" dur="500"/>
                                        <p:tgtEl>
                                          <p:spTgt spid="15"/>
                                        </p:tgtEl>
                                      </p:cBhvr>
                                    </p:animEffect>
                                  </p:childTnLst>
                                </p:cTn>
                              </p:par>
                              <p:par>
                                <p:cTn id="52" presetID="22" presetClass="entr" presetSubtype="2" fill="hold" grpId="0" nodeType="withEffect">
                                  <p:stCondLst>
                                    <p:cond delay="0"/>
                                  </p:stCondLst>
                                  <p:childTnLst>
                                    <p:set>
                                      <p:cBhvr>
                                        <p:cTn id="53" dur="1" fill="hold">
                                          <p:stCondLst>
                                            <p:cond delay="0"/>
                                          </p:stCondLst>
                                        </p:cTn>
                                        <p:tgtEl>
                                          <p:spTgt spid="3"/>
                                        </p:tgtEl>
                                        <p:attrNameLst>
                                          <p:attrName>style.visibility</p:attrName>
                                        </p:attrNameLst>
                                      </p:cBhvr>
                                      <p:to>
                                        <p:strVal val="visible"/>
                                      </p:to>
                                    </p:set>
                                    <p:animEffect transition="in" filter="wipe(right)">
                                      <p:cBhvr>
                                        <p:cTn id="54" dur="500"/>
                                        <p:tgtEl>
                                          <p:spTgt spid="3"/>
                                        </p:tgtEl>
                                      </p:cBhvr>
                                    </p:animEffect>
                                  </p:childTnLst>
                                </p:cTn>
                              </p:par>
                              <p:par>
                                <p:cTn id="55" presetID="22" presetClass="entr" presetSubtype="2" fill="hold" grpId="0" nodeType="withEffect">
                                  <p:stCondLst>
                                    <p:cond delay="100"/>
                                  </p:stCondLst>
                                  <p:childTnLst>
                                    <p:set>
                                      <p:cBhvr>
                                        <p:cTn id="56" dur="1" fill="hold">
                                          <p:stCondLst>
                                            <p:cond delay="0"/>
                                          </p:stCondLst>
                                        </p:cTn>
                                        <p:tgtEl>
                                          <p:spTgt spid="4"/>
                                        </p:tgtEl>
                                        <p:attrNameLst>
                                          <p:attrName>style.visibility</p:attrName>
                                        </p:attrNameLst>
                                      </p:cBhvr>
                                      <p:to>
                                        <p:strVal val="visible"/>
                                      </p:to>
                                    </p:set>
                                    <p:animEffect transition="in" filter="wipe(right)">
                                      <p:cBhvr>
                                        <p:cTn id="57" dur="500"/>
                                        <p:tgtEl>
                                          <p:spTgt spid="4"/>
                                        </p:tgtEl>
                                      </p:cBhvr>
                                    </p:animEffect>
                                  </p:childTnLst>
                                </p:cTn>
                              </p:par>
                              <p:par>
                                <p:cTn id="58" presetID="22" presetClass="entr" presetSubtype="2" fill="hold" grpId="0" nodeType="withEffect">
                                  <p:stCondLst>
                                    <p:cond delay="200"/>
                                  </p:stCondLst>
                                  <p:childTnLst>
                                    <p:set>
                                      <p:cBhvr>
                                        <p:cTn id="59" dur="1" fill="hold">
                                          <p:stCondLst>
                                            <p:cond delay="0"/>
                                          </p:stCondLst>
                                        </p:cTn>
                                        <p:tgtEl>
                                          <p:spTgt spid="5"/>
                                        </p:tgtEl>
                                        <p:attrNameLst>
                                          <p:attrName>style.visibility</p:attrName>
                                        </p:attrNameLst>
                                      </p:cBhvr>
                                      <p:to>
                                        <p:strVal val="visible"/>
                                      </p:to>
                                    </p:set>
                                    <p:animEffect transition="in" filter="wipe(right)">
                                      <p:cBhvr>
                                        <p:cTn id="60" dur="500"/>
                                        <p:tgtEl>
                                          <p:spTgt spid="5"/>
                                        </p:tgtEl>
                                      </p:cBhvr>
                                    </p:animEffect>
                                  </p:childTnLst>
                                </p:cTn>
                              </p:par>
                              <p:par>
                                <p:cTn id="61" presetID="22" presetClass="entr" presetSubtype="2" fill="hold" grpId="0" nodeType="withEffect">
                                  <p:stCondLst>
                                    <p:cond delay="300"/>
                                  </p:stCondLst>
                                  <p:childTnLst>
                                    <p:set>
                                      <p:cBhvr>
                                        <p:cTn id="62" dur="1" fill="hold">
                                          <p:stCondLst>
                                            <p:cond delay="0"/>
                                          </p:stCondLst>
                                        </p:cTn>
                                        <p:tgtEl>
                                          <p:spTgt spid="6"/>
                                        </p:tgtEl>
                                        <p:attrNameLst>
                                          <p:attrName>style.visibility</p:attrName>
                                        </p:attrNameLst>
                                      </p:cBhvr>
                                      <p:to>
                                        <p:strVal val="visible"/>
                                      </p:to>
                                    </p:set>
                                    <p:animEffect transition="in" filter="wipe(right)">
                                      <p:cBhvr>
                                        <p:cTn id="63" dur="500"/>
                                        <p:tgtEl>
                                          <p:spTgt spid="6"/>
                                        </p:tgtEl>
                                      </p:cBhvr>
                                    </p:animEffect>
                                  </p:childTnLst>
                                </p:cTn>
                              </p:par>
                            </p:childTnLst>
                          </p:cTn>
                        </p:par>
                        <p:par>
                          <p:cTn id="64" fill="hold" nodeType="afterGroup">
                            <p:stCondLst>
                              <p:cond delay="3300"/>
                            </p:stCondLst>
                            <p:childTnLst>
                              <p:par>
                                <p:cTn id="65" presetID="22" presetClass="entr" presetSubtype="8" fill="hold" grpId="0" nodeType="afterEffect">
                                  <p:stCondLst>
                                    <p:cond delay="0"/>
                                  </p:stCondLst>
                                  <p:childTnLst>
                                    <p:set>
                                      <p:cBhvr>
                                        <p:cTn id="66" dur="1" fill="hold">
                                          <p:stCondLst>
                                            <p:cond delay="0"/>
                                          </p:stCondLst>
                                        </p:cTn>
                                        <p:tgtEl>
                                          <p:spTgt spid="16"/>
                                        </p:tgtEl>
                                        <p:attrNameLst>
                                          <p:attrName>style.visibility</p:attrName>
                                        </p:attrNameLst>
                                      </p:cBhvr>
                                      <p:to>
                                        <p:strVal val="visible"/>
                                      </p:to>
                                    </p:set>
                                    <p:animEffect transition="in" filter="wipe(left)">
                                      <p:cBhvr>
                                        <p:cTn id="67" dur="500"/>
                                        <p:tgtEl>
                                          <p:spTgt spid="16"/>
                                        </p:tgtEl>
                                      </p:cBhvr>
                                    </p:animEffect>
                                  </p:childTnLst>
                                </p:cTn>
                              </p:par>
                              <p:par>
                                <p:cTn id="68" presetID="22" presetClass="entr" presetSubtype="8" fill="hold" grpId="0" nodeType="withEffect">
                                  <p:stCondLst>
                                    <p:cond delay="150"/>
                                  </p:stCondLst>
                                  <p:childTnLst>
                                    <p:set>
                                      <p:cBhvr>
                                        <p:cTn id="69" dur="1" fill="hold">
                                          <p:stCondLst>
                                            <p:cond delay="0"/>
                                          </p:stCondLst>
                                        </p:cTn>
                                        <p:tgtEl>
                                          <p:spTgt spid="17"/>
                                        </p:tgtEl>
                                        <p:attrNameLst>
                                          <p:attrName>style.visibility</p:attrName>
                                        </p:attrNameLst>
                                      </p:cBhvr>
                                      <p:to>
                                        <p:strVal val="visible"/>
                                      </p:to>
                                    </p:set>
                                    <p:animEffect transition="in" filter="wipe(left)">
                                      <p:cBhvr>
                                        <p:cTn id="70" dur="500"/>
                                        <p:tgtEl>
                                          <p:spTgt spid="17"/>
                                        </p:tgtEl>
                                      </p:cBhvr>
                                    </p:animEffect>
                                  </p:childTnLst>
                                </p:cTn>
                              </p:par>
                              <p:par>
                                <p:cTn id="71" presetID="22" presetClass="entr" presetSubtype="8" fill="hold" grpId="0" nodeType="withEffect">
                                  <p:stCondLst>
                                    <p:cond delay="300"/>
                                  </p:stCondLst>
                                  <p:childTnLst>
                                    <p:set>
                                      <p:cBhvr>
                                        <p:cTn id="72" dur="1" fill="hold">
                                          <p:stCondLst>
                                            <p:cond delay="0"/>
                                          </p:stCondLst>
                                        </p:cTn>
                                        <p:tgtEl>
                                          <p:spTgt spid="18"/>
                                        </p:tgtEl>
                                        <p:attrNameLst>
                                          <p:attrName>style.visibility</p:attrName>
                                        </p:attrNameLst>
                                      </p:cBhvr>
                                      <p:to>
                                        <p:strVal val="visible"/>
                                      </p:to>
                                    </p:set>
                                    <p:animEffect transition="in" filter="wipe(left)">
                                      <p:cBhvr>
                                        <p:cTn id="73" dur="500"/>
                                        <p:tgtEl>
                                          <p:spTgt spid="18"/>
                                        </p:tgtEl>
                                      </p:cBhvr>
                                    </p:animEffect>
                                  </p:childTnLst>
                                </p:cTn>
                              </p:par>
                              <p:par>
                                <p:cTn id="74" presetID="22" presetClass="entr" presetSubtype="8" fill="hold" grpId="0" nodeType="withEffect">
                                  <p:stCondLst>
                                    <p:cond delay="450"/>
                                  </p:stCondLst>
                                  <p:childTnLst>
                                    <p:set>
                                      <p:cBhvr>
                                        <p:cTn id="75" dur="1" fill="hold">
                                          <p:stCondLst>
                                            <p:cond delay="0"/>
                                          </p:stCondLst>
                                        </p:cTn>
                                        <p:tgtEl>
                                          <p:spTgt spid="19"/>
                                        </p:tgtEl>
                                        <p:attrNameLst>
                                          <p:attrName>style.visibility</p:attrName>
                                        </p:attrNameLst>
                                      </p:cBhvr>
                                      <p:to>
                                        <p:strVal val="visible"/>
                                      </p:to>
                                    </p:set>
                                    <p:animEffect transition="in" filter="wipe(left)">
                                      <p:cBhvr>
                                        <p:cTn id="76" dur="500"/>
                                        <p:tgtEl>
                                          <p:spTgt spid="19"/>
                                        </p:tgtEl>
                                      </p:cBhvr>
                                    </p:animEffect>
                                  </p:childTnLst>
                                </p:cTn>
                              </p:par>
                              <p:par>
                                <p:cTn id="77" presetID="22" presetClass="entr" presetSubtype="2" fill="hold" grpId="0" nodeType="withEffect">
                                  <p:stCondLst>
                                    <p:cond delay="0"/>
                                  </p:stCondLst>
                                  <p:childTnLst>
                                    <p:set>
                                      <p:cBhvr>
                                        <p:cTn id="78" dur="1" fill="hold">
                                          <p:stCondLst>
                                            <p:cond delay="0"/>
                                          </p:stCondLst>
                                        </p:cTn>
                                        <p:tgtEl>
                                          <p:spTgt spid="7"/>
                                        </p:tgtEl>
                                        <p:attrNameLst>
                                          <p:attrName>style.visibility</p:attrName>
                                        </p:attrNameLst>
                                      </p:cBhvr>
                                      <p:to>
                                        <p:strVal val="visible"/>
                                      </p:to>
                                    </p:set>
                                    <p:animEffect transition="in" filter="wipe(right)">
                                      <p:cBhvr>
                                        <p:cTn id="79" dur="500"/>
                                        <p:tgtEl>
                                          <p:spTgt spid="7"/>
                                        </p:tgtEl>
                                      </p:cBhvr>
                                    </p:animEffect>
                                  </p:childTnLst>
                                </p:cTn>
                              </p:par>
                              <p:par>
                                <p:cTn id="80" presetID="22" presetClass="entr" presetSubtype="2" fill="hold" grpId="0" nodeType="withEffect">
                                  <p:stCondLst>
                                    <p:cond delay="150"/>
                                  </p:stCondLst>
                                  <p:childTnLst>
                                    <p:set>
                                      <p:cBhvr>
                                        <p:cTn id="81" dur="1" fill="hold">
                                          <p:stCondLst>
                                            <p:cond delay="0"/>
                                          </p:stCondLst>
                                        </p:cTn>
                                        <p:tgtEl>
                                          <p:spTgt spid="9"/>
                                        </p:tgtEl>
                                        <p:attrNameLst>
                                          <p:attrName>style.visibility</p:attrName>
                                        </p:attrNameLst>
                                      </p:cBhvr>
                                      <p:to>
                                        <p:strVal val="visible"/>
                                      </p:to>
                                    </p:set>
                                    <p:animEffect transition="in" filter="wipe(right)">
                                      <p:cBhvr>
                                        <p:cTn id="82" dur="500"/>
                                        <p:tgtEl>
                                          <p:spTgt spid="9"/>
                                        </p:tgtEl>
                                      </p:cBhvr>
                                    </p:animEffect>
                                  </p:childTnLst>
                                </p:cTn>
                              </p:par>
                              <p:par>
                                <p:cTn id="83" presetID="22" presetClass="entr" presetSubtype="2" fill="hold" grpId="0" nodeType="withEffect">
                                  <p:stCondLst>
                                    <p:cond delay="300"/>
                                  </p:stCondLst>
                                  <p:childTnLst>
                                    <p:set>
                                      <p:cBhvr>
                                        <p:cTn id="84" dur="1" fill="hold">
                                          <p:stCondLst>
                                            <p:cond delay="0"/>
                                          </p:stCondLst>
                                        </p:cTn>
                                        <p:tgtEl>
                                          <p:spTgt spid="10"/>
                                        </p:tgtEl>
                                        <p:attrNameLst>
                                          <p:attrName>style.visibility</p:attrName>
                                        </p:attrNameLst>
                                      </p:cBhvr>
                                      <p:to>
                                        <p:strVal val="visible"/>
                                      </p:to>
                                    </p:set>
                                    <p:animEffect transition="in" filter="wipe(right)">
                                      <p:cBhvr>
                                        <p:cTn id="85" dur="500"/>
                                        <p:tgtEl>
                                          <p:spTgt spid="10"/>
                                        </p:tgtEl>
                                      </p:cBhvr>
                                    </p:animEffect>
                                  </p:childTnLst>
                                </p:cTn>
                              </p:par>
                              <p:par>
                                <p:cTn id="86" presetID="22" presetClass="entr" presetSubtype="2" fill="hold" grpId="0" nodeType="withEffect">
                                  <p:stCondLst>
                                    <p:cond delay="450"/>
                                  </p:stCondLst>
                                  <p:childTnLst>
                                    <p:set>
                                      <p:cBhvr>
                                        <p:cTn id="87" dur="1" fill="hold">
                                          <p:stCondLst>
                                            <p:cond delay="0"/>
                                          </p:stCondLst>
                                        </p:cTn>
                                        <p:tgtEl>
                                          <p:spTgt spid="11"/>
                                        </p:tgtEl>
                                        <p:attrNameLst>
                                          <p:attrName>style.visibility</p:attrName>
                                        </p:attrNameLst>
                                      </p:cBhvr>
                                      <p:to>
                                        <p:strVal val="visible"/>
                                      </p:to>
                                    </p:set>
                                    <p:animEffect transition="in" filter="wipe(right)">
                                      <p:cBhvr>
                                        <p:cTn id="88"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p:bldP spid="9" grpId="0"/>
      <p:bldP spid="10" grpId="0"/>
      <p:bldP spid="11" grpId="0"/>
      <p:bldP spid="12" grpId="0" animBg="1"/>
      <p:bldP spid="13" grpId="0" animBg="1"/>
      <p:bldP spid="14" grpId="0" animBg="1"/>
      <p:bldP spid="15" grpId="0" animBg="1"/>
      <p:bldP spid="16" grpId="0"/>
      <p:bldP spid="17" grpId="0"/>
      <p:bldP spid="18" grpId="0"/>
      <p:bldP spid="19" grpId="0"/>
      <p:bldP spid="20" grpId="0"/>
      <p:bldP spid="21" grpId="0"/>
      <p:bldP spid="22" grpId="0"/>
      <p:bldP spid="23" grpId="0"/>
      <p:bldP spid="24" grpId="0" animBg="1"/>
      <p:bldP spid="25" grpId="0" animBg="1"/>
      <p:bldP spid="26" grpId="0"/>
      <p:bldP spid="2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51" name="直接连接符 150"/>
          <p:cNvCxnSpPr/>
          <p:nvPr/>
        </p:nvCxnSpPr>
        <p:spPr>
          <a:xfrm>
            <a:off x="6734175" y="1660525"/>
            <a:ext cx="0" cy="4225925"/>
          </a:xfrm>
          <a:prstGeom prst="line">
            <a:avLst/>
          </a:prstGeom>
          <a:ln w="12700">
            <a:solidFill>
              <a:srgbClr val="9DA8B1"/>
            </a:solidFill>
          </a:ln>
        </p:spPr>
        <p:style>
          <a:lnRef idx="1">
            <a:schemeClr val="accent1"/>
          </a:lnRef>
          <a:fillRef idx="0">
            <a:schemeClr val="accent1"/>
          </a:fillRef>
          <a:effectRef idx="0">
            <a:schemeClr val="accent1"/>
          </a:effectRef>
          <a:fontRef idx="minor">
            <a:schemeClr val="tx1"/>
          </a:fontRef>
        </p:style>
      </p:cxnSp>
      <p:grpSp>
        <p:nvGrpSpPr>
          <p:cNvPr id="152" name="组合 151"/>
          <p:cNvGrpSpPr>
            <a:grpSpLocks/>
          </p:cNvGrpSpPr>
          <p:nvPr/>
        </p:nvGrpSpPr>
        <p:grpSpPr bwMode="auto">
          <a:xfrm>
            <a:off x="3408363" y="1963738"/>
            <a:ext cx="2878137" cy="363537"/>
            <a:chOff x="3249264" y="1751685"/>
            <a:chExt cx="2994025" cy="363047"/>
          </a:xfrm>
        </p:grpSpPr>
        <p:grpSp>
          <p:nvGrpSpPr>
            <p:cNvPr id="50206" name="组合 152"/>
            <p:cNvGrpSpPr>
              <a:grpSpLocks/>
            </p:cNvGrpSpPr>
            <p:nvPr/>
          </p:nvGrpSpPr>
          <p:grpSpPr bwMode="auto">
            <a:xfrm>
              <a:off x="3249264" y="1776444"/>
              <a:ext cx="2994025" cy="314202"/>
              <a:chOff x="2940050" y="2132898"/>
              <a:chExt cx="2994025" cy="314202"/>
            </a:xfrm>
          </p:grpSpPr>
          <p:sp>
            <p:nvSpPr>
              <p:cNvPr id="155" name="圆角矩形 154"/>
              <p:cNvSpPr/>
              <p:nvPr/>
            </p:nvSpPr>
            <p:spPr>
              <a:xfrm>
                <a:off x="2940050" y="2133505"/>
                <a:ext cx="2994025" cy="313901"/>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393939">
                      <a:lumMod val="75000"/>
                      <a:lumOff val="25000"/>
                    </a:srgb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56" name="圆角矩形 155"/>
              <p:cNvSpPr/>
              <p:nvPr/>
            </p:nvSpPr>
            <p:spPr>
              <a:xfrm>
                <a:off x="2940050" y="2133505"/>
                <a:ext cx="2108864" cy="313901"/>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393939">
                      <a:lumMod val="75000"/>
                      <a:lumOff val="25000"/>
                    </a:srgb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4" name="文本框 4"/>
            <p:cNvSpPr txBox="1"/>
            <p:nvPr/>
          </p:nvSpPr>
          <p:spPr>
            <a:xfrm>
              <a:off x="5335008" y="1751685"/>
              <a:ext cx="673780" cy="363047"/>
            </a:xfrm>
            <a:prstGeom prst="rect">
              <a:avLst/>
            </a:prstGeom>
            <a:noFill/>
          </p:spPr>
          <p:txBody>
            <a:bodyPr>
              <a:spAutoFit/>
            </a:bodyPr>
            <a:lstStyle/>
            <a:p>
              <a:pPr algn="ctr" fontAlgn="auto">
                <a:lnSpc>
                  <a:spcPct val="120000"/>
                </a:lnSpc>
                <a:spcBef>
                  <a:spcPts val="0"/>
                </a:spcBef>
                <a:spcAft>
                  <a:spcPts val="0"/>
                </a:spcAft>
                <a:buFontTx/>
                <a:buNone/>
                <a:defRPr/>
              </a:pPr>
              <a:r>
                <a:rPr lang="en-US" altLang="zh-CN" sz="1466" dirty="0">
                  <a:solidFill>
                    <a:srgbClr val="393939">
                      <a:lumMod val="65000"/>
                      <a:lumOff val="35000"/>
                    </a:srgbClr>
                  </a:solidFill>
                  <a:ea typeface="微软雅黑" panose="020B0503020204020204" pitchFamily="34" charset="-122"/>
                  <a:cs typeface="Arial" panose="020B0604020202020204" pitchFamily="34" charset="0"/>
                </a:rPr>
                <a:t>70%</a:t>
              </a:r>
              <a:endParaRPr lang="zh-CN" altLang="en-US" sz="1466" baseline="-3000" dirty="0">
                <a:solidFill>
                  <a:srgbClr val="393939">
                    <a:lumMod val="65000"/>
                    <a:lumOff val="35000"/>
                  </a:srgbClr>
                </a:solidFill>
                <a:ea typeface="微软雅黑" panose="020B0503020204020204" pitchFamily="34" charset="-122"/>
                <a:cs typeface="Arial" panose="020B0604020202020204" pitchFamily="34" charset="0"/>
              </a:endParaRPr>
            </a:p>
          </p:txBody>
        </p:sp>
      </p:grpSp>
      <p:grpSp>
        <p:nvGrpSpPr>
          <p:cNvPr id="157" name="组合 156"/>
          <p:cNvGrpSpPr>
            <a:grpSpLocks/>
          </p:cNvGrpSpPr>
          <p:nvPr/>
        </p:nvGrpSpPr>
        <p:grpSpPr bwMode="auto">
          <a:xfrm>
            <a:off x="3408363" y="2374900"/>
            <a:ext cx="2878137" cy="363538"/>
            <a:chOff x="3249264" y="2162753"/>
            <a:chExt cx="2994025" cy="363048"/>
          </a:xfrm>
        </p:grpSpPr>
        <p:grpSp>
          <p:nvGrpSpPr>
            <p:cNvPr id="50202" name="组合 157"/>
            <p:cNvGrpSpPr>
              <a:grpSpLocks/>
            </p:cNvGrpSpPr>
            <p:nvPr/>
          </p:nvGrpSpPr>
          <p:grpSpPr bwMode="auto">
            <a:xfrm>
              <a:off x="3249264" y="2178703"/>
              <a:ext cx="2994025" cy="314618"/>
              <a:chOff x="2940050" y="2519659"/>
              <a:chExt cx="2994025" cy="314618"/>
            </a:xfrm>
          </p:grpSpPr>
          <p:sp>
            <p:nvSpPr>
              <p:cNvPr id="160" name="圆角矩形 159"/>
              <p:cNvSpPr/>
              <p:nvPr/>
            </p:nvSpPr>
            <p:spPr>
              <a:xfrm>
                <a:off x="2940050" y="2519562"/>
                <a:ext cx="2994025" cy="315487"/>
              </a:xfrm>
              <a:prstGeom prst="roundRect">
                <a:avLst>
                  <a:gd name="adj" fmla="val 50000"/>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393939">
                      <a:lumMod val="75000"/>
                      <a:lumOff val="25000"/>
                    </a:srgbClr>
                  </a:solidFill>
                  <a:latin typeface="Arial" panose="020B0604020202020204" pitchFamily="34" charset="0"/>
                  <a:ea typeface="微软雅黑" panose="020B0503020204020204" pitchFamily="34" charset="-122"/>
                  <a:cs typeface="Arial" panose="020B0604020202020204" pitchFamily="34" charset="0"/>
                </a:endParaRPr>
              </a:p>
            </p:txBody>
          </p:sp>
          <p:sp>
            <p:nvSpPr>
              <p:cNvPr id="161" name="圆角矩形 160"/>
              <p:cNvSpPr/>
              <p:nvPr/>
            </p:nvSpPr>
            <p:spPr>
              <a:xfrm>
                <a:off x="2940050" y="2519562"/>
                <a:ext cx="888464" cy="315487"/>
              </a:xfrm>
              <a:prstGeom prst="roundRect">
                <a:avLst>
                  <a:gd name="adj" fmla="val 50000"/>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393939">
                      <a:lumMod val="75000"/>
                      <a:lumOff val="25000"/>
                    </a:srgbClr>
                  </a:solidFill>
                  <a:latin typeface="Arial" panose="020B0604020202020204" pitchFamily="34" charset="0"/>
                  <a:ea typeface="微软雅黑" panose="020B0503020204020204" pitchFamily="34" charset="-122"/>
                  <a:cs typeface="Arial" panose="020B0604020202020204" pitchFamily="34" charset="0"/>
                </a:endParaRPr>
              </a:p>
            </p:txBody>
          </p:sp>
        </p:grpSp>
        <p:sp>
          <p:nvSpPr>
            <p:cNvPr id="159" name="文本框 9"/>
            <p:cNvSpPr txBox="1"/>
            <p:nvPr/>
          </p:nvSpPr>
          <p:spPr>
            <a:xfrm>
              <a:off x="4119562" y="2162753"/>
              <a:ext cx="673780" cy="363048"/>
            </a:xfrm>
            <a:prstGeom prst="rect">
              <a:avLst/>
            </a:prstGeom>
            <a:noFill/>
          </p:spPr>
          <p:txBody>
            <a:bodyPr>
              <a:spAutoFit/>
            </a:bodyPr>
            <a:lstStyle/>
            <a:p>
              <a:pPr algn="ctr" fontAlgn="auto">
                <a:lnSpc>
                  <a:spcPct val="120000"/>
                </a:lnSpc>
                <a:spcBef>
                  <a:spcPts val="0"/>
                </a:spcBef>
                <a:spcAft>
                  <a:spcPts val="0"/>
                </a:spcAft>
                <a:buFontTx/>
                <a:buNone/>
                <a:defRPr/>
              </a:pPr>
              <a:r>
                <a:rPr lang="en-US" altLang="zh-CN" sz="1466" dirty="0">
                  <a:solidFill>
                    <a:srgbClr val="393939">
                      <a:lumMod val="65000"/>
                      <a:lumOff val="35000"/>
                    </a:srgbClr>
                  </a:solidFill>
                  <a:ea typeface="微软雅黑" panose="020B0503020204020204" pitchFamily="34" charset="-122"/>
                  <a:cs typeface="Arial" panose="020B0604020202020204" pitchFamily="34" charset="0"/>
                </a:rPr>
                <a:t>30%</a:t>
              </a:r>
              <a:endParaRPr lang="zh-CN" altLang="en-US" sz="1466" baseline="-3000" dirty="0">
                <a:solidFill>
                  <a:srgbClr val="393939">
                    <a:lumMod val="65000"/>
                    <a:lumOff val="35000"/>
                  </a:srgbClr>
                </a:solidFill>
                <a:ea typeface="微软雅黑" panose="020B0503020204020204" pitchFamily="34" charset="-122"/>
                <a:cs typeface="Arial" panose="020B0604020202020204" pitchFamily="34" charset="0"/>
              </a:endParaRPr>
            </a:p>
          </p:txBody>
        </p:sp>
      </p:grpSp>
      <p:grpSp>
        <p:nvGrpSpPr>
          <p:cNvPr id="162" name="组合 161"/>
          <p:cNvGrpSpPr>
            <a:grpSpLocks/>
          </p:cNvGrpSpPr>
          <p:nvPr/>
        </p:nvGrpSpPr>
        <p:grpSpPr bwMode="auto">
          <a:xfrm>
            <a:off x="3403600" y="4144963"/>
            <a:ext cx="2894013" cy="363537"/>
            <a:chOff x="3244272" y="3932941"/>
            <a:chExt cx="3011560" cy="363046"/>
          </a:xfrm>
        </p:grpSpPr>
        <p:sp>
          <p:nvSpPr>
            <p:cNvPr id="163" name="圆角矩形 162"/>
            <p:cNvSpPr/>
            <p:nvPr/>
          </p:nvSpPr>
          <p:spPr>
            <a:xfrm>
              <a:off x="3262444" y="3970990"/>
              <a:ext cx="2993388" cy="313900"/>
            </a:xfrm>
            <a:prstGeom prst="roundRect">
              <a:avLst>
                <a:gd name="adj" fmla="val 50000"/>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64" name="圆角矩形 163"/>
            <p:cNvSpPr/>
            <p:nvPr/>
          </p:nvSpPr>
          <p:spPr>
            <a:xfrm>
              <a:off x="3244272" y="3970990"/>
              <a:ext cx="1202641" cy="313900"/>
            </a:xfrm>
            <a:prstGeom prst="roundRect">
              <a:avLst>
                <a:gd name="adj" fmla="val 5000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65" name="文本框 15"/>
            <p:cNvSpPr txBox="1"/>
            <p:nvPr/>
          </p:nvSpPr>
          <p:spPr>
            <a:xfrm>
              <a:off x="4418830" y="3932941"/>
              <a:ext cx="908589" cy="363046"/>
            </a:xfrm>
            <a:prstGeom prst="rect">
              <a:avLst/>
            </a:prstGeom>
            <a:noFill/>
          </p:spPr>
          <p:txBody>
            <a:bodyPr>
              <a:spAutoFit/>
            </a:bodyPr>
            <a:lstStyle/>
            <a:p>
              <a:pPr algn="ctr" fontAlgn="auto">
                <a:lnSpc>
                  <a:spcPct val="120000"/>
                </a:lnSpc>
                <a:spcBef>
                  <a:spcPts val="0"/>
                </a:spcBef>
                <a:spcAft>
                  <a:spcPts val="0"/>
                </a:spcAft>
                <a:buFontTx/>
                <a:buNone/>
                <a:defRPr/>
              </a:pPr>
              <a:r>
                <a:rPr lang="en-US" altLang="zh-CN" sz="1466" dirty="0">
                  <a:solidFill>
                    <a:srgbClr val="333333"/>
                  </a:solidFill>
                  <a:ea typeface="微软雅黑" panose="020B0503020204020204" pitchFamily="34" charset="-122"/>
                  <a:cs typeface="Arial" panose="020B0604020202020204" pitchFamily="34" charset="0"/>
                </a:rPr>
                <a:t>40%</a:t>
              </a:r>
              <a:endParaRPr lang="zh-CN" altLang="en-US" sz="1466" baseline="-3000" dirty="0">
                <a:solidFill>
                  <a:srgbClr val="333333"/>
                </a:solidFill>
                <a:ea typeface="微软雅黑" panose="020B0503020204020204" pitchFamily="34" charset="-122"/>
                <a:cs typeface="Arial" panose="020B0604020202020204" pitchFamily="34" charset="0"/>
              </a:endParaRPr>
            </a:p>
          </p:txBody>
        </p:sp>
      </p:grpSp>
      <p:grpSp>
        <p:nvGrpSpPr>
          <p:cNvPr id="166" name="组合 165"/>
          <p:cNvGrpSpPr>
            <a:grpSpLocks/>
          </p:cNvGrpSpPr>
          <p:nvPr/>
        </p:nvGrpSpPr>
        <p:grpSpPr bwMode="auto">
          <a:xfrm>
            <a:off x="3403600" y="4537075"/>
            <a:ext cx="2890838" cy="363538"/>
            <a:chOff x="3244272" y="4324968"/>
            <a:chExt cx="3008542" cy="363045"/>
          </a:xfrm>
        </p:grpSpPr>
        <p:sp>
          <p:nvSpPr>
            <p:cNvPr id="167" name="圆角矩形 166"/>
            <p:cNvSpPr/>
            <p:nvPr/>
          </p:nvSpPr>
          <p:spPr>
            <a:xfrm>
              <a:off x="3259142" y="4363016"/>
              <a:ext cx="2993672" cy="313899"/>
            </a:xfrm>
            <a:prstGeom prst="roundRect">
              <a:avLst>
                <a:gd name="adj" fmla="val 50000"/>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68" name="圆角矩形 167"/>
            <p:cNvSpPr/>
            <p:nvPr/>
          </p:nvSpPr>
          <p:spPr>
            <a:xfrm>
              <a:off x="3244272" y="4363016"/>
              <a:ext cx="2108127" cy="313899"/>
            </a:xfrm>
            <a:prstGeom prst="roundRect">
              <a:avLst>
                <a:gd name="adj" fmla="val 50000"/>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69" name="文本框 19"/>
            <p:cNvSpPr txBox="1"/>
            <p:nvPr/>
          </p:nvSpPr>
          <p:spPr>
            <a:xfrm>
              <a:off x="5325965" y="4324968"/>
              <a:ext cx="674072" cy="363045"/>
            </a:xfrm>
            <a:prstGeom prst="rect">
              <a:avLst/>
            </a:prstGeom>
            <a:noFill/>
          </p:spPr>
          <p:txBody>
            <a:bodyPr>
              <a:spAutoFit/>
            </a:bodyPr>
            <a:lstStyle/>
            <a:p>
              <a:pPr algn="ctr" fontAlgn="auto">
                <a:lnSpc>
                  <a:spcPct val="120000"/>
                </a:lnSpc>
                <a:spcBef>
                  <a:spcPts val="0"/>
                </a:spcBef>
                <a:spcAft>
                  <a:spcPts val="0"/>
                </a:spcAft>
                <a:buFontTx/>
                <a:buNone/>
                <a:defRPr/>
              </a:pPr>
              <a:r>
                <a:rPr lang="en-US" altLang="zh-CN" sz="1466" dirty="0">
                  <a:solidFill>
                    <a:srgbClr val="333333"/>
                  </a:solidFill>
                  <a:ea typeface="微软雅黑" panose="020B0503020204020204" pitchFamily="34" charset="-122"/>
                  <a:cs typeface="Arial" panose="020B0604020202020204" pitchFamily="34" charset="0"/>
                </a:rPr>
                <a:t>60%</a:t>
              </a:r>
              <a:endParaRPr lang="zh-CN" altLang="en-US" sz="1466" baseline="-3000" dirty="0">
                <a:solidFill>
                  <a:srgbClr val="333333"/>
                </a:solidFill>
                <a:ea typeface="微软雅黑" panose="020B0503020204020204" pitchFamily="34" charset="-122"/>
                <a:cs typeface="Arial" panose="020B0604020202020204" pitchFamily="34" charset="0"/>
              </a:endParaRPr>
            </a:p>
          </p:txBody>
        </p:sp>
      </p:grpSp>
      <p:grpSp>
        <p:nvGrpSpPr>
          <p:cNvPr id="170" name="组合 169"/>
          <p:cNvGrpSpPr/>
          <p:nvPr/>
        </p:nvGrpSpPr>
        <p:grpSpPr>
          <a:xfrm>
            <a:off x="1443333" y="1659754"/>
            <a:ext cx="2158163" cy="2196000"/>
            <a:chOff x="471707" y="1675770"/>
            <a:chExt cx="2158455" cy="2196000"/>
          </a:xfrm>
          <a:solidFill>
            <a:schemeClr val="accent1"/>
          </a:solidFill>
        </p:grpSpPr>
        <p:grpSp>
          <p:nvGrpSpPr>
            <p:cNvPr id="171" name="组合 170"/>
            <p:cNvGrpSpPr>
              <a:grpSpLocks noChangeAspect="1"/>
            </p:cNvGrpSpPr>
            <p:nvPr/>
          </p:nvGrpSpPr>
          <p:grpSpPr>
            <a:xfrm>
              <a:off x="471707" y="1675770"/>
              <a:ext cx="2158455" cy="2196000"/>
              <a:chOff x="5397500" y="5734050"/>
              <a:chExt cx="365125" cy="371476"/>
            </a:xfrm>
            <a:grpFill/>
          </p:grpSpPr>
          <p:sp>
            <p:nvSpPr>
              <p:cNvPr id="175" name="Freeform 288"/>
              <p:cNvSpPr>
                <a:spLocks/>
              </p:cNvSpPr>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76" name="Freeform 289"/>
              <p:cNvSpPr>
                <a:spLocks noEditPoints="1"/>
              </p:cNvSpPr>
              <p:nvPr/>
            </p:nvSpPr>
            <p:spPr bwMode="auto">
              <a:xfrm>
                <a:off x="5537200"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77" name="Freeform 291"/>
              <p:cNvSpPr>
                <a:spLocks/>
              </p:cNvSpPr>
              <p:nvPr/>
            </p:nvSpPr>
            <p:spPr bwMode="auto">
              <a:xfrm>
                <a:off x="5397500" y="595153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grpSp>
        <p:grpSp>
          <p:nvGrpSpPr>
            <p:cNvPr id="172" name="组合 171"/>
            <p:cNvGrpSpPr>
              <a:grpSpLocks noChangeAspect="1"/>
            </p:cNvGrpSpPr>
            <p:nvPr/>
          </p:nvGrpSpPr>
          <p:grpSpPr>
            <a:xfrm>
              <a:off x="1735995" y="2108076"/>
              <a:ext cx="462003" cy="468000"/>
              <a:chOff x="2665061" y="4979202"/>
              <a:chExt cx="284308" cy="288000"/>
            </a:xfrm>
            <a:grpFill/>
          </p:grpSpPr>
          <p:sp>
            <p:nvSpPr>
              <p:cNvPr id="173" name="Freeform 932"/>
              <p:cNvSpPr>
                <a:spLocks noEditPoints="1"/>
              </p:cNvSpPr>
              <p:nvPr/>
            </p:nvSpPr>
            <p:spPr bwMode="auto">
              <a:xfrm>
                <a:off x="2665061" y="4979202"/>
                <a:ext cx="284308" cy="288000"/>
              </a:xfrm>
              <a:custGeom>
                <a:avLst/>
                <a:gdLst>
                  <a:gd name="T0" fmla="*/ 70 w 98"/>
                  <a:gd name="T1" fmla="*/ 42 h 99"/>
                  <a:gd name="T2" fmla="*/ 66 w 98"/>
                  <a:gd name="T3" fmla="*/ 42 h 99"/>
                  <a:gd name="T4" fmla="*/ 41 w 98"/>
                  <a:gd name="T5" fmla="*/ 67 h 99"/>
                  <a:gd name="T6" fmla="*/ 41 w 98"/>
                  <a:gd name="T7" fmla="*/ 70 h 99"/>
                  <a:gd name="T8" fmla="*/ 70 w 98"/>
                  <a:gd name="T9" fmla="*/ 99 h 99"/>
                  <a:gd name="T10" fmla="*/ 98 w 98"/>
                  <a:gd name="T11" fmla="*/ 70 h 99"/>
                  <a:gd name="T12" fmla="*/ 70 w 98"/>
                  <a:gd name="T13" fmla="*/ 42 h 99"/>
                  <a:gd name="T14" fmla="*/ 70 w 98"/>
                  <a:gd name="T15" fmla="*/ 90 h 99"/>
                  <a:gd name="T16" fmla="*/ 50 w 98"/>
                  <a:gd name="T17" fmla="*/ 70 h 99"/>
                  <a:gd name="T18" fmla="*/ 70 w 98"/>
                  <a:gd name="T19" fmla="*/ 51 h 99"/>
                  <a:gd name="T20" fmla="*/ 89 w 98"/>
                  <a:gd name="T21" fmla="*/ 70 h 99"/>
                  <a:gd name="T22" fmla="*/ 70 w 98"/>
                  <a:gd name="T23" fmla="*/ 90 h 99"/>
                  <a:gd name="T24" fmla="*/ 57 w 98"/>
                  <a:gd name="T25" fmla="*/ 29 h 99"/>
                  <a:gd name="T26" fmla="*/ 28 w 98"/>
                  <a:gd name="T27" fmla="*/ 0 h 99"/>
                  <a:gd name="T28" fmla="*/ 0 w 98"/>
                  <a:gd name="T29" fmla="*/ 29 h 99"/>
                  <a:gd name="T30" fmla="*/ 28 w 98"/>
                  <a:gd name="T31" fmla="*/ 57 h 99"/>
                  <a:gd name="T32" fmla="*/ 32 w 98"/>
                  <a:gd name="T33" fmla="*/ 57 h 99"/>
                  <a:gd name="T34" fmla="*/ 56 w 98"/>
                  <a:gd name="T35" fmla="*/ 32 h 99"/>
                  <a:gd name="T36" fmla="*/ 57 w 98"/>
                  <a:gd name="T37" fmla="*/ 29 h 99"/>
                  <a:gd name="T38" fmla="*/ 28 w 98"/>
                  <a:gd name="T39" fmla="*/ 48 h 99"/>
                  <a:gd name="T40" fmla="*/ 8 w 98"/>
                  <a:gd name="T41" fmla="*/ 29 h 99"/>
                  <a:gd name="T42" fmla="*/ 28 w 98"/>
                  <a:gd name="T43" fmla="*/ 9 h 99"/>
                  <a:gd name="T44" fmla="*/ 48 w 98"/>
                  <a:gd name="T45" fmla="*/ 29 h 99"/>
                  <a:gd name="T46" fmla="*/ 28 w 98"/>
                  <a:gd name="T47" fmla="*/ 48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98" h="99">
                    <a:moveTo>
                      <a:pt x="70" y="42"/>
                    </a:moveTo>
                    <a:cubicBezTo>
                      <a:pt x="68" y="42"/>
                      <a:pt x="67" y="42"/>
                      <a:pt x="66" y="42"/>
                    </a:cubicBezTo>
                    <a:cubicBezTo>
                      <a:pt x="41" y="67"/>
                      <a:pt x="41" y="67"/>
                      <a:pt x="41" y="67"/>
                    </a:cubicBezTo>
                    <a:cubicBezTo>
                      <a:pt x="41" y="68"/>
                      <a:pt x="41" y="69"/>
                      <a:pt x="41" y="70"/>
                    </a:cubicBezTo>
                    <a:cubicBezTo>
                      <a:pt x="41" y="86"/>
                      <a:pt x="54" y="99"/>
                      <a:pt x="70" y="99"/>
                    </a:cubicBezTo>
                    <a:cubicBezTo>
                      <a:pt x="85" y="99"/>
                      <a:pt x="98" y="86"/>
                      <a:pt x="98" y="70"/>
                    </a:cubicBezTo>
                    <a:cubicBezTo>
                      <a:pt x="98" y="55"/>
                      <a:pt x="85" y="42"/>
                      <a:pt x="70" y="42"/>
                    </a:cubicBezTo>
                    <a:close/>
                    <a:moveTo>
                      <a:pt x="70" y="90"/>
                    </a:moveTo>
                    <a:cubicBezTo>
                      <a:pt x="59" y="90"/>
                      <a:pt x="50" y="81"/>
                      <a:pt x="50" y="70"/>
                    </a:cubicBezTo>
                    <a:cubicBezTo>
                      <a:pt x="50" y="59"/>
                      <a:pt x="59" y="51"/>
                      <a:pt x="70" y="51"/>
                    </a:cubicBezTo>
                    <a:cubicBezTo>
                      <a:pt x="81" y="51"/>
                      <a:pt x="89" y="59"/>
                      <a:pt x="89" y="70"/>
                    </a:cubicBezTo>
                    <a:cubicBezTo>
                      <a:pt x="89" y="81"/>
                      <a:pt x="81" y="90"/>
                      <a:pt x="70" y="90"/>
                    </a:cubicBezTo>
                    <a:close/>
                    <a:moveTo>
                      <a:pt x="57" y="29"/>
                    </a:moveTo>
                    <a:cubicBezTo>
                      <a:pt x="57" y="13"/>
                      <a:pt x="44" y="0"/>
                      <a:pt x="28" y="0"/>
                    </a:cubicBezTo>
                    <a:cubicBezTo>
                      <a:pt x="12" y="0"/>
                      <a:pt x="0" y="13"/>
                      <a:pt x="0" y="29"/>
                    </a:cubicBezTo>
                    <a:cubicBezTo>
                      <a:pt x="0" y="44"/>
                      <a:pt x="12" y="57"/>
                      <a:pt x="28" y="57"/>
                    </a:cubicBezTo>
                    <a:cubicBezTo>
                      <a:pt x="29" y="57"/>
                      <a:pt x="31" y="57"/>
                      <a:pt x="32" y="57"/>
                    </a:cubicBezTo>
                    <a:cubicBezTo>
                      <a:pt x="56" y="32"/>
                      <a:pt x="56" y="32"/>
                      <a:pt x="56" y="32"/>
                    </a:cubicBezTo>
                    <a:cubicBezTo>
                      <a:pt x="56" y="31"/>
                      <a:pt x="57" y="30"/>
                      <a:pt x="57" y="29"/>
                    </a:cubicBezTo>
                    <a:close/>
                    <a:moveTo>
                      <a:pt x="28" y="48"/>
                    </a:moveTo>
                    <a:cubicBezTo>
                      <a:pt x="17" y="48"/>
                      <a:pt x="8" y="40"/>
                      <a:pt x="8" y="29"/>
                    </a:cubicBezTo>
                    <a:cubicBezTo>
                      <a:pt x="8" y="18"/>
                      <a:pt x="17" y="9"/>
                      <a:pt x="28" y="9"/>
                    </a:cubicBezTo>
                    <a:cubicBezTo>
                      <a:pt x="39" y="9"/>
                      <a:pt x="48" y="18"/>
                      <a:pt x="48" y="29"/>
                    </a:cubicBezTo>
                    <a:cubicBezTo>
                      <a:pt x="48" y="40"/>
                      <a:pt x="39" y="48"/>
                      <a:pt x="28" y="4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174" name="Freeform 933"/>
              <p:cNvSpPr>
                <a:spLocks/>
              </p:cNvSpPr>
              <p:nvPr/>
            </p:nvSpPr>
            <p:spPr bwMode="auto">
              <a:xfrm>
                <a:off x="2697060" y="5013664"/>
                <a:ext cx="220308" cy="219077"/>
              </a:xfrm>
              <a:custGeom>
                <a:avLst/>
                <a:gdLst>
                  <a:gd name="T0" fmla="*/ 179 w 179"/>
                  <a:gd name="T1" fmla="*/ 12 h 178"/>
                  <a:gd name="T2" fmla="*/ 14 w 179"/>
                  <a:gd name="T3" fmla="*/ 178 h 178"/>
                  <a:gd name="T4" fmla="*/ 0 w 179"/>
                  <a:gd name="T5" fmla="*/ 166 h 178"/>
                  <a:gd name="T6" fmla="*/ 165 w 179"/>
                  <a:gd name="T7" fmla="*/ 0 h 178"/>
                  <a:gd name="T8" fmla="*/ 179 w 179"/>
                  <a:gd name="T9" fmla="*/ 12 h 178"/>
                </a:gdLst>
                <a:ahLst/>
                <a:cxnLst>
                  <a:cxn ang="0">
                    <a:pos x="T0" y="T1"/>
                  </a:cxn>
                  <a:cxn ang="0">
                    <a:pos x="T2" y="T3"/>
                  </a:cxn>
                  <a:cxn ang="0">
                    <a:pos x="T4" y="T5"/>
                  </a:cxn>
                  <a:cxn ang="0">
                    <a:pos x="T6" y="T7"/>
                  </a:cxn>
                  <a:cxn ang="0">
                    <a:pos x="T8" y="T9"/>
                  </a:cxn>
                </a:cxnLst>
                <a:rect l="0" t="0" r="r" b="b"/>
                <a:pathLst>
                  <a:path w="179" h="178">
                    <a:moveTo>
                      <a:pt x="179" y="12"/>
                    </a:moveTo>
                    <a:lnTo>
                      <a:pt x="14" y="178"/>
                    </a:lnTo>
                    <a:lnTo>
                      <a:pt x="0" y="166"/>
                    </a:lnTo>
                    <a:lnTo>
                      <a:pt x="165" y="0"/>
                    </a:lnTo>
                    <a:lnTo>
                      <a:pt x="179" y="12"/>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5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grpSp>
      </p:grpSp>
      <p:grpSp>
        <p:nvGrpSpPr>
          <p:cNvPr id="178" name="组合 177"/>
          <p:cNvGrpSpPr/>
          <p:nvPr/>
        </p:nvGrpSpPr>
        <p:grpSpPr>
          <a:xfrm>
            <a:off x="1453408" y="3873785"/>
            <a:ext cx="2158163" cy="2196000"/>
            <a:chOff x="478903" y="4355475"/>
            <a:chExt cx="2158455" cy="2196000"/>
          </a:xfrm>
          <a:solidFill>
            <a:schemeClr val="accent1">
              <a:lumMod val="50000"/>
            </a:schemeClr>
          </a:solidFill>
        </p:grpSpPr>
        <p:grpSp>
          <p:nvGrpSpPr>
            <p:cNvPr id="179" name="组合 178"/>
            <p:cNvGrpSpPr>
              <a:grpSpLocks noChangeAspect="1"/>
            </p:cNvGrpSpPr>
            <p:nvPr/>
          </p:nvGrpSpPr>
          <p:grpSpPr>
            <a:xfrm>
              <a:off x="1795203" y="4733013"/>
              <a:ext cx="366333" cy="576000"/>
              <a:chOff x="2257888" y="5547128"/>
              <a:chExt cx="137373" cy="216000"/>
            </a:xfrm>
            <a:grpFill/>
          </p:grpSpPr>
          <p:sp>
            <p:nvSpPr>
              <p:cNvPr id="184" name="Freeform 69"/>
              <p:cNvSpPr>
                <a:spLocks/>
              </p:cNvSpPr>
              <p:nvPr/>
            </p:nvSpPr>
            <p:spPr bwMode="auto">
              <a:xfrm>
                <a:off x="2257888" y="5547128"/>
                <a:ext cx="137373" cy="140987"/>
              </a:xfrm>
              <a:custGeom>
                <a:avLst/>
                <a:gdLst>
                  <a:gd name="T0" fmla="*/ 57 w 64"/>
                  <a:gd name="T1" fmla="*/ 37 h 66"/>
                  <a:gd name="T2" fmla="*/ 43 w 64"/>
                  <a:gd name="T3" fmla="*/ 12 h 66"/>
                  <a:gd name="T4" fmla="*/ 39 w 64"/>
                  <a:gd name="T5" fmla="*/ 6 h 66"/>
                  <a:gd name="T6" fmla="*/ 25 w 64"/>
                  <a:gd name="T7" fmla="*/ 6 h 66"/>
                  <a:gd name="T8" fmla="*/ 22 w 64"/>
                  <a:gd name="T9" fmla="*/ 12 h 66"/>
                  <a:gd name="T10" fmla="*/ 8 w 64"/>
                  <a:gd name="T11" fmla="*/ 37 h 66"/>
                  <a:gd name="T12" fmla="*/ 4 w 64"/>
                  <a:gd name="T13" fmla="*/ 43 h 66"/>
                  <a:gd name="T14" fmla="*/ 11 w 64"/>
                  <a:gd name="T15" fmla="*/ 55 h 66"/>
                  <a:gd name="T16" fmla="*/ 18 w 64"/>
                  <a:gd name="T17" fmla="*/ 55 h 66"/>
                  <a:gd name="T18" fmla="*/ 19 w 64"/>
                  <a:gd name="T19" fmla="*/ 55 h 66"/>
                  <a:gd name="T20" fmla="*/ 19 w 64"/>
                  <a:gd name="T21" fmla="*/ 66 h 66"/>
                  <a:gd name="T22" fmla="*/ 32 w 64"/>
                  <a:gd name="T23" fmla="*/ 62 h 66"/>
                  <a:gd name="T24" fmla="*/ 32 w 64"/>
                  <a:gd name="T25" fmla="*/ 62 h 66"/>
                  <a:gd name="T26" fmla="*/ 46 w 64"/>
                  <a:gd name="T27" fmla="*/ 66 h 66"/>
                  <a:gd name="T28" fmla="*/ 46 w 64"/>
                  <a:gd name="T29" fmla="*/ 55 h 66"/>
                  <a:gd name="T30" fmla="*/ 46 w 64"/>
                  <a:gd name="T31" fmla="*/ 55 h 66"/>
                  <a:gd name="T32" fmla="*/ 53 w 64"/>
                  <a:gd name="T33" fmla="*/ 55 h 66"/>
                  <a:gd name="T34" fmla="*/ 60 w 64"/>
                  <a:gd name="T35" fmla="*/ 43 h 66"/>
                  <a:gd name="T36" fmla="*/ 57 w 64"/>
                  <a:gd name="T37" fmla="*/ 37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 h="66">
                    <a:moveTo>
                      <a:pt x="57" y="37"/>
                    </a:moveTo>
                    <a:cubicBezTo>
                      <a:pt x="53" y="30"/>
                      <a:pt x="47" y="19"/>
                      <a:pt x="43" y="12"/>
                    </a:cubicBezTo>
                    <a:cubicBezTo>
                      <a:pt x="39" y="6"/>
                      <a:pt x="39" y="6"/>
                      <a:pt x="39" y="6"/>
                    </a:cubicBezTo>
                    <a:cubicBezTo>
                      <a:pt x="35" y="0"/>
                      <a:pt x="29" y="0"/>
                      <a:pt x="25" y="6"/>
                    </a:cubicBezTo>
                    <a:cubicBezTo>
                      <a:pt x="22" y="12"/>
                      <a:pt x="22" y="12"/>
                      <a:pt x="22" y="12"/>
                    </a:cubicBezTo>
                    <a:cubicBezTo>
                      <a:pt x="18" y="19"/>
                      <a:pt x="11" y="30"/>
                      <a:pt x="8" y="37"/>
                    </a:cubicBezTo>
                    <a:cubicBezTo>
                      <a:pt x="4" y="43"/>
                      <a:pt x="4" y="43"/>
                      <a:pt x="4" y="43"/>
                    </a:cubicBezTo>
                    <a:cubicBezTo>
                      <a:pt x="0" y="50"/>
                      <a:pt x="3" y="55"/>
                      <a:pt x="11" y="55"/>
                    </a:cubicBezTo>
                    <a:cubicBezTo>
                      <a:pt x="18" y="55"/>
                      <a:pt x="18" y="55"/>
                      <a:pt x="18" y="55"/>
                    </a:cubicBezTo>
                    <a:cubicBezTo>
                      <a:pt x="19" y="55"/>
                      <a:pt x="19" y="55"/>
                      <a:pt x="19" y="55"/>
                    </a:cubicBezTo>
                    <a:cubicBezTo>
                      <a:pt x="19" y="66"/>
                      <a:pt x="19" y="66"/>
                      <a:pt x="19" y="66"/>
                    </a:cubicBezTo>
                    <a:cubicBezTo>
                      <a:pt x="23" y="63"/>
                      <a:pt x="27" y="62"/>
                      <a:pt x="32" y="62"/>
                    </a:cubicBezTo>
                    <a:cubicBezTo>
                      <a:pt x="32" y="62"/>
                      <a:pt x="32" y="62"/>
                      <a:pt x="32" y="62"/>
                    </a:cubicBezTo>
                    <a:cubicBezTo>
                      <a:pt x="37" y="62"/>
                      <a:pt x="42" y="63"/>
                      <a:pt x="46" y="66"/>
                    </a:cubicBezTo>
                    <a:cubicBezTo>
                      <a:pt x="46" y="55"/>
                      <a:pt x="46" y="55"/>
                      <a:pt x="46" y="55"/>
                    </a:cubicBezTo>
                    <a:cubicBezTo>
                      <a:pt x="46" y="55"/>
                      <a:pt x="46" y="55"/>
                      <a:pt x="46" y="55"/>
                    </a:cubicBezTo>
                    <a:cubicBezTo>
                      <a:pt x="53" y="55"/>
                      <a:pt x="53" y="55"/>
                      <a:pt x="53" y="55"/>
                    </a:cubicBezTo>
                    <a:cubicBezTo>
                      <a:pt x="61" y="55"/>
                      <a:pt x="64" y="49"/>
                      <a:pt x="60" y="43"/>
                    </a:cubicBezTo>
                    <a:lnTo>
                      <a:pt x="57"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162510" tIns="81255" rIns="162510" bIns="81255"/>
              <a:lstStyle/>
              <a:p>
                <a:pPr fontAlgn="auto">
                  <a:spcBef>
                    <a:spcPts val="0"/>
                  </a:spcBef>
                  <a:spcAft>
                    <a:spcPts val="0"/>
                  </a:spcAft>
                  <a:buFontTx/>
                  <a:buNone/>
                  <a:defRPr/>
                </a:pPr>
                <a:endParaRPr lang="zh-CN" altLang="en-US" sz="2533">
                  <a:solidFill>
                    <a:srgbClr val="393939"/>
                  </a:solidFill>
                  <a:ea typeface="微软雅黑" panose="020B0503020204020204" pitchFamily="34" charset="-122"/>
                  <a:cs typeface="Arial" panose="020B0604020202020204" pitchFamily="34" charset="0"/>
                </a:endParaRPr>
              </a:p>
            </p:txBody>
          </p:sp>
          <p:sp>
            <p:nvSpPr>
              <p:cNvPr id="185" name="Freeform 70"/>
              <p:cNvSpPr>
                <a:spLocks/>
              </p:cNvSpPr>
              <p:nvPr/>
            </p:nvSpPr>
            <p:spPr bwMode="auto">
              <a:xfrm>
                <a:off x="2290424" y="5688115"/>
                <a:ext cx="75013" cy="75013"/>
              </a:xfrm>
              <a:custGeom>
                <a:avLst/>
                <a:gdLst>
                  <a:gd name="T0" fmla="*/ 17 w 35"/>
                  <a:gd name="T1" fmla="*/ 0 h 35"/>
                  <a:gd name="T2" fmla="*/ 17 w 35"/>
                  <a:gd name="T3" fmla="*/ 0 h 35"/>
                  <a:gd name="T4" fmla="*/ 17 w 35"/>
                  <a:gd name="T5" fmla="*/ 0 h 35"/>
                  <a:gd name="T6" fmla="*/ 17 w 35"/>
                  <a:gd name="T7" fmla="*/ 0 h 35"/>
                  <a:gd name="T8" fmla="*/ 17 w 35"/>
                  <a:gd name="T9" fmla="*/ 0 h 35"/>
                  <a:gd name="T10" fmla="*/ 4 w 35"/>
                  <a:gd name="T11" fmla="*/ 6 h 35"/>
                  <a:gd name="T12" fmla="*/ 0 w 35"/>
                  <a:gd name="T13" fmla="*/ 17 h 35"/>
                  <a:gd name="T14" fmla="*/ 0 w 35"/>
                  <a:gd name="T15" fmla="*/ 17 h 35"/>
                  <a:gd name="T16" fmla="*/ 17 w 35"/>
                  <a:gd name="T17" fmla="*/ 35 h 35"/>
                  <a:gd name="T18" fmla="*/ 17 w 35"/>
                  <a:gd name="T19" fmla="*/ 35 h 35"/>
                  <a:gd name="T20" fmla="*/ 35 w 35"/>
                  <a:gd name="T21" fmla="*/ 17 h 35"/>
                  <a:gd name="T22" fmla="*/ 35 w 35"/>
                  <a:gd name="T23" fmla="*/ 17 h 35"/>
                  <a:gd name="T24" fmla="*/ 31 w 35"/>
                  <a:gd name="T25" fmla="*/ 6 h 35"/>
                  <a:gd name="T26" fmla="*/ 17 w 35"/>
                  <a:gd name="T27" fmla="*/ 0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35">
                    <a:moveTo>
                      <a:pt x="17" y="0"/>
                    </a:moveTo>
                    <a:cubicBezTo>
                      <a:pt x="17" y="0"/>
                      <a:pt x="17" y="0"/>
                      <a:pt x="17" y="0"/>
                    </a:cubicBezTo>
                    <a:cubicBezTo>
                      <a:pt x="17" y="0"/>
                      <a:pt x="17" y="0"/>
                      <a:pt x="17" y="0"/>
                    </a:cubicBezTo>
                    <a:cubicBezTo>
                      <a:pt x="17" y="0"/>
                      <a:pt x="17" y="0"/>
                      <a:pt x="17" y="0"/>
                    </a:cubicBezTo>
                    <a:cubicBezTo>
                      <a:pt x="17" y="0"/>
                      <a:pt x="17" y="0"/>
                      <a:pt x="17" y="0"/>
                    </a:cubicBezTo>
                    <a:cubicBezTo>
                      <a:pt x="12" y="0"/>
                      <a:pt x="7" y="2"/>
                      <a:pt x="4" y="6"/>
                    </a:cubicBezTo>
                    <a:cubicBezTo>
                      <a:pt x="1" y="9"/>
                      <a:pt x="0" y="13"/>
                      <a:pt x="0" y="17"/>
                    </a:cubicBezTo>
                    <a:cubicBezTo>
                      <a:pt x="0" y="17"/>
                      <a:pt x="0" y="17"/>
                      <a:pt x="0" y="17"/>
                    </a:cubicBezTo>
                    <a:cubicBezTo>
                      <a:pt x="0" y="27"/>
                      <a:pt x="8" y="35"/>
                      <a:pt x="17" y="35"/>
                    </a:cubicBezTo>
                    <a:cubicBezTo>
                      <a:pt x="17" y="35"/>
                      <a:pt x="17" y="35"/>
                      <a:pt x="17" y="35"/>
                    </a:cubicBezTo>
                    <a:cubicBezTo>
                      <a:pt x="27" y="35"/>
                      <a:pt x="35" y="27"/>
                      <a:pt x="35" y="17"/>
                    </a:cubicBezTo>
                    <a:cubicBezTo>
                      <a:pt x="35" y="17"/>
                      <a:pt x="35" y="17"/>
                      <a:pt x="35" y="17"/>
                    </a:cubicBezTo>
                    <a:cubicBezTo>
                      <a:pt x="35" y="13"/>
                      <a:pt x="33" y="9"/>
                      <a:pt x="31" y="6"/>
                    </a:cubicBezTo>
                    <a:cubicBezTo>
                      <a:pt x="27" y="2"/>
                      <a:pt x="23" y="0"/>
                      <a:pt x="1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162510" tIns="81255" rIns="162510" bIns="81255"/>
              <a:lstStyle/>
              <a:p>
                <a:pPr fontAlgn="auto">
                  <a:spcBef>
                    <a:spcPts val="0"/>
                  </a:spcBef>
                  <a:spcAft>
                    <a:spcPts val="0"/>
                  </a:spcAft>
                  <a:buFontTx/>
                  <a:buNone/>
                  <a:defRPr/>
                </a:pPr>
                <a:endParaRPr lang="zh-CN" altLang="en-US" sz="2533">
                  <a:solidFill>
                    <a:srgbClr val="393939"/>
                  </a:solidFill>
                  <a:ea typeface="微软雅黑" panose="020B0503020204020204" pitchFamily="34" charset="-122"/>
                  <a:cs typeface="Arial" panose="020B0604020202020204" pitchFamily="34" charset="0"/>
                </a:endParaRPr>
              </a:p>
            </p:txBody>
          </p:sp>
        </p:grpSp>
        <p:grpSp>
          <p:nvGrpSpPr>
            <p:cNvPr id="180" name="组合 179"/>
            <p:cNvGrpSpPr>
              <a:grpSpLocks noChangeAspect="1"/>
            </p:cNvGrpSpPr>
            <p:nvPr/>
          </p:nvGrpSpPr>
          <p:grpSpPr>
            <a:xfrm>
              <a:off x="478903" y="4355475"/>
              <a:ext cx="2158455" cy="2196000"/>
              <a:chOff x="5397500" y="5734050"/>
              <a:chExt cx="365125" cy="371476"/>
            </a:xfrm>
            <a:grpFill/>
          </p:grpSpPr>
          <p:sp>
            <p:nvSpPr>
              <p:cNvPr id="181" name="Freeform 288"/>
              <p:cNvSpPr>
                <a:spLocks/>
              </p:cNvSpPr>
              <p:nvPr/>
            </p:nvSpPr>
            <p:spPr bwMode="auto">
              <a:xfrm>
                <a:off x="5532438" y="5907088"/>
                <a:ext cx="71438" cy="68263"/>
              </a:xfrm>
              <a:custGeom>
                <a:avLst/>
                <a:gdLst>
                  <a:gd name="T0" fmla="*/ 45 w 45"/>
                  <a:gd name="T1" fmla="*/ 17 h 43"/>
                  <a:gd name="T2" fmla="*/ 17 w 45"/>
                  <a:gd name="T3" fmla="*/ 43 h 43"/>
                  <a:gd name="T4" fmla="*/ 0 w 45"/>
                  <a:gd name="T5" fmla="*/ 26 h 43"/>
                  <a:gd name="T6" fmla="*/ 29 w 45"/>
                  <a:gd name="T7" fmla="*/ 0 h 43"/>
                  <a:gd name="T8" fmla="*/ 45 w 45"/>
                  <a:gd name="T9" fmla="*/ 17 h 43"/>
                </a:gdLst>
                <a:ahLst/>
                <a:cxnLst>
                  <a:cxn ang="0">
                    <a:pos x="T0" y="T1"/>
                  </a:cxn>
                  <a:cxn ang="0">
                    <a:pos x="T2" y="T3"/>
                  </a:cxn>
                  <a:cxn ang="0">
                    <a:pos x="T4" y="T5"/>
                  </a:cxn>
                  <a:cxn ang="0">
                    <a:pos x="T6" y="T7"/>
                  </a:cxn>
                  <a:cxn ang="0">
                    <a:pos x="T8" y="T9"/>
                  </a:cxn>
                </a:cxnLst>
                <a:rect l="0" t="0" r="r" b="b"/>
                <a:pathLst>
                  <a:path w="45" h="43">
                    <a:moveTo>
                      <a:pt x="45" y="17"/>
                    </a:moveTo>
                    <a:lnTo>
                      <a:pt x="17" y="43"/>
                    </a:lnTo>
                    <a:lnTo>
                      <a:pt x="0" y="26"/>
                    </a:lnTo>
                    <a:lnTo>
                      <a:pt x="29" y="0"/>
                    </a:lnTo>
                    <a:lnTo>
                      <a:pt x="45"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162510" tIns="81255" rIns="162510" bIns="81255"/>
              <a:lstStyle/>
              <a:p>
                <a:pPr fontAlgn="auto">
                  <a:spcBef>
                    <a:spcPts val="0"/>
                  </a:spcBef>
                  <a:spcAft>
                    <a:spcPts val="0"/>
                  </a:spcAft>
                  <a:buFontTx/>
                  <a:buNone/>
                  <a:defRPr/>
                </a:pPr>
                <a:endParaRPr lang="zh-CN" altLang="en-US" sz="2533">
                  <a:solidFill>
                    <a:srgbClr val="393939"/>
                  </a:solidFill>
                  <a:ea typeface="微软雅黑" panose="020B0503020204020204" pitchFamily="34" charset="-122"/>
                  <a:cs typeface="Arial" panose="020B0604020202020204" pitchFamily="34" charset="0"/>
                </a:endParaRPr>
              </a:p>
            </p:txBody>
          </p:sp>
          <p:sp>
            <p:nvSpPr>
              <p:cNvPr id="182" name="Freeform 289"/>
              <p:cNvSpPr>
                <a:spLocks noEditPoints="1"/>
              </p:cNvSpPr>
              <p:nvPr/>
            </p:nvSpPr>
            <p:spPr bwMode="auto">
              <a:xfrm>
                <a:off x="5537200" y="5734050"/>
                <a:ext cx="225425" cy="225425"/>
              </a:xfrm>
              <a:custGeom>
                <a:avLst/>
                <a:gdLst>
                  <a:gd name="T0" fmla="*/ 30 w 60"/>
                  <a:gd name="T1" fmla="*/ 0 h 60"/>
                  <a:gd name="T2" fmla="*/ 0 w 60"/>
                  <a:gd name="T3" fmla="*/ 30 h 60"/>
                  <a:gd name="T4" fmla="*/ 30 w 60"/>
                  <a:gd name="T5" fmla="*/ 60 h 60"/>
                  <a:gd name="T6" fmla="*/ 60 w 60"/>
                  <a:gd name="T7" fmla="*/ 30 h 60"/>
                  <a:gd name="T8" fmla="*/ 30 w 60"/>
                  <a:gd name="T9" fmla="*/ 0 h 60"/>
                  <a:gd name="T10" fmla="*/ 30 w 60"/>
                  <a:gd name="T11" fmla="*/ 51 h 60"/>
                  <a:gd name="T12" fmla="*/ 8 w 60"/>
                  <a:gd name="T13" fmla="*/ 30 h 60"/>
                  <a:gd name="T14" fmla="*/ 30 w 60"/>
                  <a:gd name="T15" fmla="*/ 8 h 60"/>
                  <a:gd name="T16" fmla="*/ 52 w 60"/>
                  <a:gd name="T17" fmla="*/ 30 h 60"/>
                  <a:gd name="T18" fmla="*/ 30 w 60"/>
                  <a:gd name="T19" fmla="*/ 51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 h="60">
                    <a:moveTo>
                      <a:pt x="30" y="0"/>
                    </a:moveTo>
                    <a:cubicBezTo>
                      <a:pt x="13" y="0"/>
                      <a:pt x="0" y="13"/>
                      <a:pt x="0" y="30"/>
                    </a:cubicBezTo>
                    <a:cubicBezTo>
                      <a:pt x="0" y="47"/>
                      <a:pt x="13" y="60"/>
                      <a:pt x="30" y="60"/>
                    </a:cubicBezTo>
                    <a:cubicBezTo>
                      <a:pt x="47" y="60"/>
                      <a:pt x="60" y="47"/>
                      <a:pt x="60" y="30"/>
                    </a:cubicBezTo>
                    <a:cubicBezTo>
                      <a:pt x="60" y="13"/>
                      <a:pt x="47" y="0"/>
                      <a:pt x="30" y="0"/>
                    </a:cubicBezTo>
                    <a:close/>
                    <a:moveTo>
                      <a:pt x="30" y="51"/>
                    </a:moveTo>
                    <a:cubicBezTo>
                      <a:pt x="18" y="51"/>
                      <a:pt x="8" y="42"/>
                      <a:pt x="8" y="30"/>
                    </a:cubicBezTo>
                    <a:cubicBezTo>
                      <a:pt x="8" y="18"/>
                      <a:pt x="18" y="8"/>
                      <a:pt x="30" y="8"/>
                    </a:cubicBezTo>
                    <a:cubicBezTo>
                      <a:pt x="42" y="8"/>
                      <a:pt x="52" y="18"/>
                      <a:pt x="52" y="30"/>
                    </a:cubicBezTo>
                    <a:cubicBezTo>
                      <a:pt x="52" y="42"/>
                      <a:pt x="42" y="51"/>
                      <a:pt x="30"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162510" tIns="81255" rIns="162510" bIns="81255"/>
              <a:lstStyle/>
              <a:p>
                <a:pPr fontAlgn="auto">
                  <a:spcBef>
                    <a:spcPts val="0"/>
                  </a:spcBef>
                  <a:spcAft>
                    <a:spcPts val="0"/>
                  </a:spcAft>
                  <a:buFontTx/>
                  <a:buNone/>
                  <a:defRPr/>
                </a:pPr>
                <a:endParaRPr lang="zh-CN" altLang="en-US" sz="2533">
                  <a:solidFill>
                    <a:srgbClr val="393939"/>
                  </a:solidFill>
                  <a:ea typeface="微软雅黑" panose="020B0503020204020204" pitchFamily="34" charset="-122"/>
                  <a:cs typeface="Arial" panose="020B0604020202020204" pitchFamily="34" charset="0"/>
                </a:endParaRPr>
              </a:p>
            </p:txBody>
          </p:sp>
          <p:sp>
            <p:nvSpPr>
              <p:cNvPr id="183" name="Freeform 291"/>
              <p:cNvSpPr>
                <a:spLocks/>
              </p:cNvSpPr>
              <p:nvPr/>
            </p:nvSpPr>
            <p:spPr bwMode="auto">
              <a:xfrm>
                <a:off x="5397500" y="5951538"/>
                <a:ext cx="158750" cy="153988"/>
              </a:xfrm>
              <a:custGeom>
                <a:avLst/>
                <a:gdLst>
                  <a:gd name="T0" fmla="*/ 30 w 42"/>
                  <a:gd name="T1" fmla="*/ 0 h 41"/>
                  <a:gd name="T2" fmla="*/ 3 w 42"/>
                  <a:gd name="T3" fmla="*/ 26 h 41"/>
                  <a:gd name="T4" fmla="*/ 3 w 42"/>
                  <a:gd name="T5" fmla="*/ 38 h 41"/>
                  <a:gd name="T6" fmla="*/ 15 w 42"/>
                  <a:gd name="T7" fmla="*/ 38 h 41"/>
                  <a:gd name="T8" fmla="*/ 42 w 42"/>
                  <a:gd name="T9" fmla="*/ 12 h 41"/>
                  <a:gd name="T10" fmla="*/ 30 w 42"/>
                  <a:gd name="T11" fmla="*/ 0 h 41"/>
                </a:gdLst>
                <a:ahLst/>
                <a:cxnLst>
                  <a:cxn ang="0">
                    <a:pos x="T0" y="T1"/>
                  </a:cxn>
                  <a:cxn ang="0">
                    <a:pos x="T2" y="T3"/>
                  </a:cxn>
                  <a:cxn ang="0">
                    <a:pos x="T4" y="T5"/>
                  </a:cxn>
                  <a:cxn ang="0">
                    <a:pos x="T6" y="T7"/>
                  </a:cxn>
                  <a:cxn ang="0">
                    <a:pos x="T8" y="T9"/>
                  </a:cxn>
                  <a:cxn ang="0">
                    <a:pos x="T10" y="T11"/>
                  </a:cxn>
                </a:cxnLst>
                <a:rect l="0" t="0" r="r" b="b"/>
                <a:pathLst>
                  <a:path w="42" h="41">
                    <a:moveTo>
                      <a:pt x="30" y="0"/>
                    </a:moveTo>
                    <a:cubicBezTo>
                      <a:pt x="3" y="26"/>
                      <a:pt x="3" y="26"/>
                      <a:pt x="3" y="26"/>
                    </a:cubicBezTo>
                    <a:cubicBezTo>
                      <a:pt x="0" y="29"/>
                      <a:pt x="0" y="34"/>
                      <a:pt x="3" y="38"/>
                    </a:cubicBezTo>
                    <a:cubicBezTo>
                      <a:pt x="6" y="41"/>
                      <a:pt x="12" y="41"/>
                      <a:pt x="15" y="38"/>
                    </a:cubicBezTo>
                    <a:cubicBezTo>
                      <a:pt x="42" y="12"/>
                      <a:pt x="42" y="12"/>
                      <a:pt x="42" y="12"/>
                    </a:cubicBezTo>
                    <a:lnTo>
                      <a:pt x="30"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lIns="162510" tIns="81255" rIns="162510" bIns="81255"/>
              <a:lstStyle/>
              <a:p>
                <a:pPr fontAlgn="auto">
                  <a:spcBef>
                    <a:spcPts val="0"/>
                  </a:spcBef>
                  <a:spcAft>
                    <a:spcPts val="0"/>
                  </a:spcAft>
                  <a:buFontTx/>
                  <a:buNone/>
                  <a:defRPr/>
                </a:pPr>
                <a:endParaRPr lang="zh-CN" altLang="en-US" sz="2533">
                  <a:solidFill>
                    <a:srgbClr val="393939"/>
                  </a:solidFill>
                  <a:ea typeface="微软雅黑" panose="020B0503020204020204" pitchFamily="34" charset="-122"/>
                  <a:cs typeface="Arial" panose="020B0604020202020204" pitchFamily="34" charset="0"/>
                </a:endParaRPr>
              </a:p>
            </p:txBody>
          </p:sp>
        </p:grpSp>
      </p:grpSp>
      <p:sp>
        <p:nvSpPr>
          <p:cNvPr id="186" name="矩形 185"/>
          <p:cNvSpPr/>
          <p:nvPr/>
        </p:nvSpPr>
        <p:spPr>
          <a:xfrm>
            <a:off x="7213600" y="1692275"/>
            <a:ext cx="1925638" cy="441325"/>
          </a:xfrm>
          <a:prstGeom prst="rect">
            <a:avLst/>
          </a:prstGeom>
        </p:spPr>
        <p:txBody>
          <a:bodyPr wrap="none" lIns="91414" tIns="45709" rIns="91414" bIns="45709">
            <a:spAutoFit/>
          </a:bodyPr>
          <a:lstStyle/>
          <a:p>
            <a:pPr fontAlgn="auto">
              <a:spcBef>
                <a:spcPts val="0"/>
              </a:spcBef>
              <a:spcAft>
                <a:spcPts val="0"/>
              </a:spcAft>
              <a:buFontTx/>
              <a:buNone/>
              <a:defRPr/>
            </a:pPr>
            <a:r>
              <a:rPr lang="zh-CN" altLang="en-US" sz="2266" b="1" dirty="0">
                <a:solidFill>
                  <a:srgbClr val="5D94A9"/>
                </a:solidFill>
                <a:latin typeface="微软雅黑" pitchFamily="34" charset="-122"/>
                <a:ea typeface="微软雅黑" pitchFamily="34" charset="-122"/>
              </a:rPr>
              <a:t>添加你的标题</a:t>
            </a:r>
            <a:endParaRPr lang="en-US" altLang="zh-CN" sz="2266" b="1" dirty="0">
              <a:solidFill>
                <a:srgbClr val="5D94A9"/>
              </a:solidFill>
              <a:latin typeface="微软雅黑" pitchFamily="34" charset="-122"/>
              <a:ea typeface="微软雅黑" pitchFamily="34" charset="-122"/>
            </a:endParaRPr>
          </a:p>
        </p:txBody>
      </p:sp>
      <p:sp>
        <p:nvSpPr>
          <p:cNvPr id="187" name="矩形 47"/>
          <p:cNvSpPr>
            <a:spLocks noChangeArrowheads="1"/>
          </p:cNvSpPr>
          <p:nvPr/>
        </p:nvSpPr>
        <p:spPr bwMode="auto">
          <a:xfrm>
            <a:off x="7248525" y="2081213"/>
            <a:ext cx="3621088"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9" rIns="91414" bIns="4570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lnSpc>
                <a:spcPct val="120000"/>
              </a:lnSpc>
              <a:spcBef>
                <a:spcPct val="0"/>
              </a:spcBef>
              <a:spcAft>
                <a:spcPts val="0"/>
              </a:spcAft>
              <a:buFont typeface="Arial" charset="0"/>
              <a:buNone/>
              <a:defRPr/>
            </a:pPr>
            <a:r>
              <a:rPr lang="zh-CN" altLang="en-US" sz="1466" dirty="0">
                <a:solidFill>
                  <a:srgbClr val="333333"/>
                </a:solidFill>
                <a:sym typeface="微软雅黑" pitchFamily="34" charset="-122"/>
              </a:rPr>
              <a:t>在此录入上述图表的综合描述说明，在此录入上述图表的综合描述说明，在此录入上述图表的综合描述说明。</a:t>
            </a:r>
          </a:p>
        </p:txBody>
      </p:sp>
      <p:sp>
        <p:nvSpPr>
          <p:cNvPr id="188" name="矩形 187"/>
          <p:cNvSpPr/>
          <p:nvPr/>
        </p:nvSpPr>
        <p:spPr>
          <a:xfrm>
            <a:off x="7248525" y="3216275"/>
            <a:ext cx="1344613" cy="441325"/>
          </a:xfrm>
          <a:prstGeom prst="rect">
            <a:avLst/>
          </a:prstGeom>
        </p:spPr>
        <p:txBody>
          <a:bodyPr wrap="none" lIns="91414" tIns="45709" rIns="91414" bIns="45709">
            <a:spAutoFit/>
          </a:bodyPr>
          <a:lstStyle/>
          <a:p>
            <a:pPr fontAlgn="auto">
              <a:spcBef>
                <a:spcPts val="0"/>
              </a:spcBef>
              <a:spcAft>
                <a:spcPts val="0"/>
              </a:spcAft>
              <a:buFontTx/>
              <a:buNone/>
              <a:defRPr/>
            </a:pPr>
            <a:r>
              <a:rPr lang="zh-CN" altLang="en-US" sz="2266" b="1" dirty="0">
                <a:solidFill>
                  <a:srgbClr val="5D94A9"/>
                </a:solidFill>
                <a:latin typeface="微软雅黑" pitchFamily="34" charset="-122"/>
                <a:ea typeface="微软雅黑" pitchFamily="34" charset="-122"/>
              </a:rPr>
              <a:t>添加标题</a:t>
            </a:r>
            <a:endParaRPr lang="en-US" altLang="zh-CN" sz="2266" b="1" dirty="0">
              <a:solidFill>
                <a:srgbClr val="5D94A9"/>
              </a:solidFill>
              <a:latin typeface="微软雅黑" pitchFamily="34" charset="-122"/>
              <a:ea typeface="微软雅黑" pitchFamily="34" charset="-122"/>
            </a:endParaRPr>
          </a:p>
        </p:txBody>
      </p:sp>
      <p:sp>
        <p:nvSpPr>
          <p:cNvPr id="189" name="矩形 47"/>
          <p:cNvSpPr>
            <a:spLocks noChangeArrowheads="1"/>
          </p:cNvSpPr>
          <p:nvPr/>
        </p:nvSpPr>
        <p:spPr bwMode="auto">
          <a:xfrm>
            <a:off x="7248525" y="3605213"/>
            <a:ext cx="3621088"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9" rIns="91414" bIns="4570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lnSpc>
                <a:spcPct val="120000"/>
              </a:lnSpc>
              <a:spcBef>
                <a:spcPct val="0"/>
              </a:spcBef>
              <a:spcAft>
                <a:spcPts val="0"/>
              </a:spcAft>
              <a:buFont typeface="Arial" charset="0"/>
              <a:buNone/>
              <a:defRPr/>
            </a:pPr>
            <a:r>
              <a:rPr lang="zh-CN" altLang="en-US" sz="1466" dirty="0">
                <a:solidFill>
                  <a:srgbClr val="333333"/>
                </a:solidFill>
                <a:sym typeface="微软雅黑" pitchFamily="34" charset="-122"/>
              </a:rPr>
              <a:t>在此录入上述图表的综合描述说明，在此录入上述图表的综合描述说明，在此录入上述图表的综合描述说明。</a:t>
            </a:r>
          </a:p>
        </p:txBody>
      </p:sp>
      <p:sp>
        <p:nvSpPr>
          <p:cNvPr id="190" name="矩形 189"/>
          <p:cNvSpPr/>
          <p:nvPr/>
        </p:nvSpPr>
        <p:spPr>
          <a:xfrm>
            <a:off x="7248525" y="4740275"/>
            <a:ext cx="1344613" cy="441325"/>
          </a:xfrm>
          <a:prstGeom prst="rect">
            <a:avLst/>
          </a:prstGeom>
        </p:spPr>
        <p:txBody>
          <a:bodyPr wrap="none" lIns="91414" tIns="45709" rIns="91414" bIns="45709">
            <a:spAutoFit/>
          </a:bodyPr>
          <a:lstStyle/>
          <a:p>
            <a:pPr fontAlgn="auto">
              <a:spcBef>
                <a:spcPts val="0"/>
              </a:spcBef>
              <a:spcAft>
                <a:spcPts val="0"/>
              </a:spcAft>
              <a:buFontTx/>
              <a:buNone/>
              <a:defRPr/>
            </a:pPr>
            <a:r>
              <a:rPr lang="zh-CN" altLang="en-US" sz="2266" b="1" dirty="0">
                <a:solidFill>
                  <a:srgbClr val="5D94A9"/>
                </a:solidFill>
                <a:latin typeface="微软雅黑" pitchFamily="34" charset="-122"/>
                <a:ea typeface="微软雅黑" pitchFamily="34" charset="-122"/>
              </a:rPr>
              <a:t>添加标题</a:t>
            </a:r>
            <a:endParaRPr lang="en-US" altLang="zh-CN" sz="2266" b="1" dirty="0">
              <a:solidFill>
                <a:srgbClr val="5D94A9"/>
              </a:solidFill>
              <a:latin typeface="微软雅黑" pitchFamily="34" charset="-122"/>
              <a:ea typeface="微软雅黑" pitchFamily="34" charset="-122"/>
            </a:endParaRPr>
          </a:p>
        </p:txBody>
      </p:sp>
      <p:sp>
        <p:nvSpPr>
          <p:cNvPr id="191" name="矩形 47"/>
          <p:cNvSpPr>
            <a:spLocks noChangeArrowheads="1"/>
          </p:cNvSpPr>
          <p:nvPr/>
        </p:nvSpPr>
        <p:spPr bwMode="auto">
          <a:xfrm>
            <a:off x="7248525" y="5129213"/>
            <a:ext cx="3621088" cy="903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9" rIns="91414" bIns="45709">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lnSpc>
                <a:spcPct val="120000"/>
              </a:lnSpc>
              <a:spcBef>
                <a:spcPct val="0"/>
              </a:spcBef>
              <a:spcAft>
                <a:spcPts val="0"/>
              </a:spcAft>
              <a:buFont typeface="Arial" charset="0"/>
              <a:buNone/>
              <a:defRPr/>
            </a:pPr>
            <a:r>
              <a:rPr lang="zh-CN" altLang="en-US" sz="1466" dirty="0">
                <a:solidFill>
                  <a:srgbClr val="333333"/>
                </a:solidFill>
                <a:sym typeface="微软雅黑" pitchFamily="34" charset="-122"/>
              </a:rPr>
              <a:t>在此录入上述图表的综合描述说明，在此录入上述图表的综合描述说明，在此录入上述图表的描述说明。</a:t>
            </a:r>
          </a:p>
        </p:txBody>
      </p:sp>
      <p:sp>
        <p:nvSpPr>
          <p:cNvPr id="192" name="矩形 191"/>
          <p:cNvSpPr/>
          <p:nvPr/>
        </p:nvSpPr>
        <p:spPr>
          <a:xfrm>
            <a:off x="3502025" y="1562100"/>
            <a:ext cx="1209675" cy="400050"/>
          </a:xfrm>
          <a:prstGeom prst="rect">
            <a:avLst/>
          </a:prstGeom>
        </p:spPr>
        <p:txBody>
          <a:bodyPr wrap="none" lIns="91414" tIns="45709" rIns="91414" bIns="45709">
            <a:spAutoFit/>
          </a:bodyPr>
          <a:lstStyle/>
          <a:p>
            <a:pPr fontAlgn="auto">
              <a:spcBef>
                <a:spcPts val="0"/>
              </a:spcBef>
              <a:spcAft>
                <a:spcPts val="0"/>
              </a:spcAft>
              <a:buFontTx/>
              <a:buNone/>
              <a:defRPr/>
            </a:pPr>
            <a:r>
              <a:rPr lang="zh-CN" altLang="en-US" sz="1999" b="1" dirty="0">
                <a:solidFill>
                  <a:srgbClr val="393939">
                    <a:lumMod val="65000"/>
                    <a:lumOff val="35000"/>
                  </a:srgbClr>
                </a:solidFill>
                <a:latin typeface="微软雅黑" pitchFamily="34" charset="-122"/>
                <a:ea typeface="微软雅黑" pitchFamily="34" charset="-122"/>
              </a:rPr>
              <a:t>项目之一</a:t>
            </a:r>
            <a:endParaRPr lang="en-US" altLang="zh-CN" sz="1999" b="1" dirty="0">
              <a:solidFill>
                <a:srgbClr val="393939">
                  <a:lumMod val="65000"/>
                  <a:lumOff val="35000"/>
                </a:srgbClr>
              </a:solidFill>
              <a:latin typeface="微软雅黑" pitchFamily="34" charset="-122"/>
              <a:ea typeface="微软雅黑" pitchFamily="34" charset="-122"/>
            </a:endParaRPr>
          </a:p>
        </p:txBody>
      </p:sp>
      <p:sp>
        <p:nvSpPr>
          <p:cNvPr id="193" name="矩形 47"/>
          <p:cNvSpPr>
            <a:spLocks noChangeArrowheads="1"/>
          </p:cNvSpPr>
          <p:nvPr/>
        </p:nvSpPr>
        <p:spPr bwMode="auto">
          <a:xfrm>
            <a:off x="3486150" y="2744788"/>
            <a:ext cx="2811463" cy="534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9" rIns="91414" bIns="4570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1200">
                <a:solidFill>
                  <a:srgbClr val="7E7E7E"/>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a:t>
            </a:r>
          </a:p>
        </p:txBody>
      </p:sp>
      <p:sp>
        <p:nvSpPr>
          <p:cNvPr id="194" name="矩形 193"/>
          <p:cNvSpPr/>
          <p:nvPr/>
        </p:nvSpPr>
        <p:spPr>
          <a:xfrm>
            <a:off x="3502025" y="3727450"/>
            <a:ext cx="1209675" cy="400050"/>
          </a:xfrm>
          <a:prstGeom prst="rect">
            <a:avLst/>
          </a:prstGeom>
        </p:spPr>
        <p:txBody>
          <a:bodyPr wrap="none" lIns="91414" tIns="45709" rIns="91414" bIns="45709">
            <a:spAutoFit/>
          </a:bodyPr>
          <a:lstStyle/>
          <a:p>
            <a:pPr fontAlgn="auto">
              <a:spcBef>
                <a:spcPts val="0"/>
              </a:spcBef>
              <a:spcAft>
                <a:spcPts val="0"/>
              </a:spcAft>
              <a:buFontTx/>
              <a:buNone/>
              <a:defRPr/>
            </a:pPr>
            <a:r>
              <a:rPr lang="zh-CN" altLang="en-US" sz="1999" b="1" dirty="0">
                <a:solidFill>
                  <a:srgbClr val="393939">
                    <a:lumMod val="65000"/>
                    <a:lumOff val="35000"/>
                  </a:srgbClr>
                </a:solidFill>
                <a:latin typeface="微软雅黑" pitchFamily="34" charset="-122"/>
                <a:ea typeface="微软雅黑" pitchFamily="34" charset="-122"/>
              </a:rPr>
              <a:t>项目之二</a:t>
            </a:r>
            <a:endParaRPr lang="en-US" altLang="zh-CN" sz="1999" b="1" dirty="0">
              <a:solidFill>
                <a:srgbClr val="393939">
                  <a:lumMod val="65000"/>
                  <a:lumOff val="35000"/>
                </a:srgbClr>
              </a:solidFill>
              <a:latin typeface="微软雅黑" pitchFamily="34" charset="-122"/>
              <a:ea typeface="微软雅黑" pitchFamily="34" charset="-122"/>
            </a:endParaRPr>
          </a:p>
        </p:txBody>
      </p:sp>
      <p:sp>
        <p:nvSpPr>
          <p:cNvPr id="195" name="矩形 47"/>
          <p:cNvSpPr>
            <a:spLocks noChangeArrowheads="1"/>
          </p:cNvSpPr>
          <p:nvPr/>
        </p:nvSpPr>
        <p:spPr bwMode="auto">
          <a:xfrm>
            <a:off x="3486150" y="4933950"/>
            <a:ext cx="2811463" cy="534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14" tIns="45709" rIns="91414" bIns="45709">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1200">
                <a:solidFill>
                  <a:srgbClr val="7E7E7E"/>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a:t>
            </a:r>
          </a:p>
        </p:txBody>
      </p:sp>
      <p:sp>
        <p:nvSpPr>
          <p:cNvPr id="48"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250"/>
                                  </p:stCondLst>
                                  <p:childTnLst>
                                    <p:set>
                                      <p:cBhvr>
                                        <p:cTn id="6" dur="1" fill="hold">
                                          <p:stCondLst>
                                            <p:cond delay="0"/>
                                          </p:stCondLst>
                                        </p:cTn>
                                        <p:tgtEl>
                                          <p:spTgt spid="170"/>
                                        </p:tgtEl>
                                        <p:attrNameLst>
                                          <p:attrName>style.visibility</p:attrName>
                                        </p:attrNameLst>
                                      </p:cBhvr>
                                      <p:to>
                                        <p:strVal val="visible"/>
                                      </p:to>
                                    </p:set>
                                    <p:anim calcmode="lin" valueType="num">
                                      <p:cBhvr>
                                        <p:cTn id="7" dur="350" fill="hold"/>
                                        <p:tgtEl>
                                          <p:spTgt spid="170"/>
                                        </p:tgtEl>
                                        <p:attrNameLst>
                                          <p:attrName>ppt_w</p:attrName>
                                        </p:attrNameLst>
                                      </p:cBhvr>
                                      <p:tavLst>
                                        <p:tav tm="0">
                                          <p:val>
                                            <p:fltVal val="0"/>
                                          </p:val>
                                        </p:tav>
                                        <p:tav tm="100000">
                                          <p:val>
                                            <p:strVal val="#ppt_w"/>
                                          </p:val>
                                        </p:tav>
                                      </p:tavLst>
                                    </p:anim>
                                    <p:anim calcmode="lin" valueType="num">
                                      <p:cBhvr>
                                        <p:cTn id="8" dur="350" fill="hold"/>
                                        <p:tgtEl>
                                          <p:spTgt spid="170"/>
                                        </p:tgtEl>
                                        <p:attrNameLst>
                                          <p:attrName>ppt_h</p:attrName>
                                        </p:attrNameLst>
                                      </p:cBhvr>
                                      <p:tavLst>
                                        <p:tav tm="0">
                                          <p:val>
                                            <p:fltVal val="0"/>
                                          </p:val>
                                        </p:tav>
                                        <p:tav tm="100000">
                                          <p:val>
                                            <p:strVal val="#ppt_h"/>
                                          </p:val>
                                        </p:tav>
                                      </p:tavLst>
                                    </p:anim>
                                    <p:animEffect transition="in" filter="fade">
                                      <p:cBhvr>
                                        <p:cTn id="9" dur="350"/>
                                        <p:tgtEl>
                                          <p:spTgt spid="170"/>
                                        </p:tgtEl>
                                      </p:cBhvr>
                                    </p:animEffect>
                                  </p:childTnLst>
                                </p:cTn>
                              </p:par>
                              <p:par>
                                <p:cTn id="10" presetID="22" presetClass="entr" presetSubtype="8" fill="hold" nodeType="withEffect">
                                  <p:stCondLst>
                                    <p:cond delay="1000"/>
                                  </p:stCondLst>
                                  <p:childTnLst>
                                    <p:set>
                                      <p:cBhvr>
                                        <p:cTn id="11" dur="1" fill="hold">
                                          <p:stCondLst>
                                            <p:cond delay="0"/>
                                          </p:stCondLst>
                                        </p:cTn>
                                        <p:tgtEl>
                                          <p:spTgt spid="152"/>
                                        </p:tgtEl>
                                        <p:attrNameLst>
                                          <p:attrName>style.visibility</p:attrName>
                                        </p:attrNameLst>
                                      </p:cBhvr>
                                      <p:to>
                                        <p:strVal val="visible"/>
                                      </p:to>
                                    </p:set>
                                    <p:animEffect transition="in" filter="wipe(left)">
                                      <p:cBhvr>
                                        <p:cTn id="12" dur="500"/>
                                        <p:tgtEl>
                                          <p:spTgt spid="152"/>
                                        </p:tgtEl>
                                      </p:cBhvr>
                                    </p:animEffect>
                                  </p:childTnLst>
                                </p:cTn>
                              </p:par>
                              <p:par>
                                <p:cTn id="13" presetID="22" presetClass="entr" presetSubtype="8" fill="hold" nodeType="withEffect">
                                  <p:stCondLst>
                                    <p:cond delay="1900"/>
                                  </p:stCondLst>
                                  <p:childTnLst>
                                    <p:set>
                                      <p:cBhvr>
                                        <p:cTn id="14" dur="1" fill="hold">
                                          <p:stCondLst>
                                            <p:cond delay="0"/>
                                          </p:stCondLst>
                                        </p:cTn>
                                        <p:tgtEl>
                                          <p:spTgt spid="157"/>
                                        </p:tgtEl>
                                        <p:attrNameLst>
                                          <p:attrName>style.visibility</p:attrName>
                                        </p:attrNameLst>
                                      </p:cBhvr>
                                      <p:to>
                                        <p:strVal val="visible"/>
                                      </p:to>
                                    </p:set>
                                    <p:animEffect transition="in" filter="wipe(left)">
                                      <p:cBhvr>
                                        <p:cTn id="15" dur="500"/>
                                        <p:tgtEl>
                                          <p:spTgt spid="157"/>
                                        </p:tgtEl>
                                      </p:cBhvr>
                                    </p:animEffect>
                                  </p:childTnLst>
                                </p:cTn>
                              </p:par>
                              <p:par>
                                <p:cTn id="16" presetID="22" presetClass="entr" presetSubtype="4" fill="hold" grpId="0" nodeType="withEffect">
                                  <p:stCondLst>
                                    <p:cond delay="2750"/>
                                  </p:stCondLst>
                                  <p:childTnLst>
                                    <p:set>
                                      <p:cBhvr>
                                        <p:cTn id="17" dur="1" fill="hold">
                                          <p:stCondLst>
                                            <p:cond delay="0"/>
                                          </p:stCondLst>
                                        </p:cTn>
                                        <p:tgtEl>
                                          <p:spTgt spid="192"/>
                                        </p:tgtEl>
                                        <p:attrNameLst>
                                          <p:attrName>style.visibility</p:attrName>
                                        </p:attrNameLst>
                                      </p:cBhvr>
                                      <p:to>
                                        <p:strVal val="visible"/>
                                      </p:to>
                                    </p:set>
                                    <p:animEffect transition="in" filter="wipe(down)">
                                      <p:cBhvr>
                                        <p:cTn id="18" dur="500"/>
                                        <p:tgtEl>
                                          <p:spTgt spid="192"/>
                                        </p:tgtEl>
                                      </p:cBhvr>
                                    </p:animEffect>
                                  </p:childTnLst>
                                </p:cTn>
                              </p:par>
                              <p:par>
                                <p:cTn id="19" presetID="22" presetClass="entr" presetSubtype="1" fill="hold" grpId="0" nodeType="withEffect">
                                  <p:stCondLst>
                                    <p:cond delay="2750"/>
                                  </p:stCondLst>
                                  <p:childTnLst>
                                    <p:set>
                                      <p:cBhvr>
                                        <p:cTn id="20" dur="1" fill="hold">
                                          <p:stCondLst>
                                            <p:cond delay="0"/>
                                          </p:stCondLst>
                                        </p:cTn>
                                        <p:tgtEl>
                                          <p:spTgt spid="193"/>
                                        </p:tgtEl>
                                        <p:attrNameLst>
                                          <p:attrName>style.visibility</p:attrName>
                                        </p:attrNameLst>
                                      </p:cBhvr>
                                      <p:to>
                                        <p:strVal val="visible"/>
                                      </p:to>
                                    </p:set>
                                    <p:animEffect transition="in" filter="wipe(up)">
                                      <p:cBhvr>
                                        <p:cTn id="21" dur="500"/>
                                        <p:tgtEl>
                                          <p:spTgt spid="193"/>
                                        </p:tgtEl>
                                      </p:cBhvr>
                                    </p:animEffect>
                                  </p:childTnLst>
                                </p:cTn>
                              </p:par>
                              <p:par>
                                <p:cTn id="22" presetID="53" presetClass="entr" presetSubtype="16" fill="hold" nodeType="withEffect">
                                  <p:stCondLst>
                                    <p:cond delay="3500"/>
                                  </p:stCondLst>
                                  <p:childTnLst>
                                    <p:set>
                                      <p:cBhvr>
                                        <p:cTn id="23" dur="1" fill="hold">
                                          <p:stCondLst>
                                            <p:cond delay="0"/>
                                          </p:stCondLst>
                                        </p:cTn>
                                        <p:tgtEl>
                                          <p:spTgt spid="178"/>
                                        </p:tgtEl>
                                        <p:attrNameLst>
                                          <p:attrName>style.visibility</p:attrName>
                                        </p:attrNameLst>
                                      </p:cBhvr>
                                      <p:to>
                                        <p:strVal val="visible"/>
                                      </p:to>
                                    </p:set>
                                    <p:anim calcmode="lin" valueType="num">
                                      <p:cBhvr>
                                        <p:cTn id="24" dur="350" fill="hold"/>
                                        <p:tgtEl>
                                          <p:spTgt spid="178"/>
                                        </p:tgtEl>
                                        <p:attrNameLst>
                                          <p:attrName>ppt_w</p:attrName>
                                        </p:attrNameLst>
                                      </p:cBhvr>
                                      <p:tavLst>
                                        <p:tav tm="0">
                                          <p:val>
                                            <p:fltVal val="0"/>
                                          </p:val>
                                        </p:tav>
                                        <p:tav tm="100000">
                                          <p:val>
                                            <p:strVal val="#ppt_w"/>
                                          </p:val>
                                        </p:tav>
                                      </p:tavLst>
                                    </p:anim>
                                    <p:anim calcmode="lin" valueType="num">
                                      <p:cBhvr>
                                        <p:cTn id="25" dur="350" fill="hold"/>
                                        <p:tgtEl>
                                          <p:spTgt spid="178"/>
                                        </p:tgtEl>
                                        <p:attrNameLst>
                                          <p:attrName>ppt_h</p:attrName>
                                        </p:attrNameLst>
                                      </p:cBhvr>
                                      <p:tavLst>
                                        <p:tav tm="0">
                                          <p:val>
                                            <p:fltVal val="0"/>
                                          </p:val>
                                        </p:tav>
                                        <p:tav tm="100000">
                                          <p:val>
                                            <p:strVal val="#ppt_h"/>
                                          </p:val>
                                        </p:tav>
                                      </p:tavLst>
                                    </p:anim>
                                    <p:animEffect transition="in" filter="fade">
                                      <p:cBhvr>
                                        <p:cTn id="26" dur="350"/>
                                        <p:tgtEl>
                                          <p:spTgt spid="178"/>
                                        </p:tgtEl>
                                      </p:cBhvr>
                                    </p:animEffect>
                                  </p:childTnLst>
                                </p:cTn>
                              </p:par>
                              <p:par>
                                <p:cTn id="27" presetID="22" presetClass="entr" presetSubtype="8" fill="hold" nodeType="withEffect">
                                  <p:stCondLst>
                                    <p:cond delay="4200"/>
                                  </p:stCondLst>
                                  <p:childTnLst>
                                    <p:set>
                                      <p:cBhvr>
                                        <p:cTn id="28" dur="1" fill="hold">
                                          <p:stCondLst>
                                            <p:cond delay="0"/>
                                          </p:stCondLst>
                                        </p:cTn>
                                        <p:tgtEl>
                                          <p:spTgt spid="162"/>
                                        </p:tgtEl>
                                        <p:attrNameLst>
                                          <p:attrName>style.visibility</p:attrName>
                                        </p:attrNameLst>
                                      </p:cBhvr>
                                      <p:to>
                                        <p:strVal val="visible"/>
                                      </p:to>
                                    </p:set>
                                    <p:animEffect transition="in" filter="wipe(left)">
                                      <p:cBhvr>
                                        <p:cTn id="29" dur="500"/>
                                        <p:tgtEl>
                                          <p:spTgt spid="162"/>
                                        </p:tgtEl>
                                      </p:cBhvr>
                                    </p:animEffect>
                                  </p:childTnLst>
                                </p:cTn>
                              </p:par>
                              <p:par>
                                <p:cTn id="30" presetID="22" presetClass="entr" presetSubtype="8" fill="hold" nodeType="withEffect">
                                  <p:stCondLst>
                                    <p:cond delay="5100"/>
                                  </p:stCondLst>
                                  <p:childTnLst>
                                    <p:set>
                                      <p:cBhvr>
                                        <p:cTn id="31" dur="1" fill="hold">
                                          <p:stCondLst>
                                            <p:cond delay="0"/>
                                          </p:stCondLst>
                                        </p:cTn>
                                        <p:tgtEl>
                                          <p:spTgt spid="166"/>
                                        </p:tgtEl>
                                        <p:attrNameLst>
                                          <p:attrName>style.visibility</p:attrName>
                                        </p:attrNameLst>
                                      </p:cBhvr>
                                      <p:to>
                                        <p:strVal val="visible"/>
                                      </p:to>
                                    </p:set>
                                    <p:animEffect transition="in" filter="wipe(left)">
                                      <p:cBhvr>
                                        <p:cTn id="32" dur="500"/>
                                        <p:tgtEl>
                                          <p:spTgt spid="166"/>
                                        </p:tgtEl>
                                      </p:cBhvr>
                                    </p:animEffect>
                                  </p:childTnLst>
                                </p:cTn>
                              </p:par>
                              <p:par>
                                <p:cTn id="33" presetID="22" presetClass="entr" presetSubtype="4" fill="hold" grpId="0" nodeType="withEffect">
                                  <p:stCondLst>
                                    <p:cond delay="6000"/>
                                  </p:stCondLst>
                                  <p:childTnLst>
                                    <p:set>
                                      <p:cBhvr>
                                        <p:cTn id="34" dur="1" fill="hold">
                                          <p:stCondLst>
                                            <p:cond delay="0"/>
                                          </p:stCondLst>
                                        </p:cTn>
                                        <p:tgtEl>
                                          <p:spTgt spid="194"/>
                                        </p:tgtEl>
                                        <p:attrNameLst>
                                          <p:attrName>style.visibility</p:attrName>
                                        </p:attrNameLst>
                                      </p:cBhvr>
                                      <p:to>
                                        <p:strVal val="visible"/>
                                      </p:to>
                                    </p:set>
                                    <p:animEffect transition="in" filter="wipe(down)">
                                      <p:cBhvr>
                                        <p:cTn id="35" dur="500"/>
                                        <p:tgtEl>
                                          <p:spTgt spid="194"/>
                                        </p:tgtEl>
                                      </p:cBhvr>
                                    </p:animEffect>
                                  </p:childTnLst>
                                </p:cTn>
                              </p:par>
                              <p:par>
                                <p:cTn id="36" presetID="22" presetClass="entr" presetSubtype="1" fill="hold" grpId="0" nodeType="withEffect">
                                  <p:stCondLst>
                                    <p:cond delay="6000"/>
                                  </p:stCondLst>
                                  <p:childTnLst>
                                    <p:set>
                                      <p:cBhvr>
                                        <p:cTn id="37" dur="1" fill="hold">
                                          <p:stCondLst>
                                            <p:cond delay="0"/>
                                          </p:stCondLst>
                                        </p:cTn>
                                        <p:tgtEl>
                                          <p:spTgt spid="195"/>
                                        </p:tgtEl>
                                        <p:attrNameLst>
                                          <p:attrName>style.visibility</p:attrName>
                                        </p:attrNameLst>
                                      </p:cBhvr>
                                      <p:to>
                                        <p:strVal val="visible"/>
                                      </p:to>
                                    </p:set>
                                    <p:animEffect transition="in" filter="wipe(up)">
                                      <p:cBhvr>
                                        <p:cTn id="38" dur="500"/>
                                        <p:tgtEl>
                                          <p:spTgt spid="195"/>
                                        </p:tgtEl>
                                      </p:cBhvr>
                                    </p:animEffect>
                                  </p:childTnLst>
                                </p:cTn>
                              </p:par>
                              <p:par>
                                <p:cTn id="39" presetID="16" presetClass="entr" presetSubtype="26" fill="hold" nodeType="withEffect">
                                  <p:stCondLst>
                                    <p:cond delay="6700"/>
                                  </p:stCondLst>
                                  <p:childTnLst>
                                    <p:set>
                                      <p:cBhvr>
                                        <p:cTn id="40" dur="1" fill="hold">
                                          <p:stCondLst>
                                            <p:cond delay="0"/>
                                          </p:stCondLst>
                                        </p:cTn>
                                        <p:tgtEl>
                                          <p:spTgt spid="151"/>
                                        </p:tgtEl>
                                        <p:attrNameLst>
                                          <p:attrName>style.visibility</p:attrName>
                                        </p:attrNameLst>
                                      </p:cBhvr>
                                      <p:to>
                                        <p:strVal val="visible"/>
                                      </p:to>
                                    </p:set>
                                    <p:animEffect transition="in" filter="barn(inHorizontal)">
                                      <p:cBhvr>
                                        <p:cTn id="41" dur="250"/>
                                        <p:tgtEl>
                                          <p:spTgt spid="151"/>
                                        </p:tgtEl>
                                      </p:cBhvr>
                                    </p:animEffect>
                                  </p:childTnLst>
                                </p:cTn>
                              </p:par>
                            </p:childTnLst>
                          </p:cTn>
                        </p:par>
                        <p:par>
                          <p:cTn id="42" fill="hold" nodeType="afterGroup">
                            <p:stCondLst>
                              <p:cond delay="6950"/>
                            </p:stCondLst>
                            <p:childTnLst>
                              <p:par>
                                <p:cTn id="43" presetID="10" presetClass="entr" presetSubtype="0" fill="hold" grpId="0" nodeType="afterEffect">
                                  <p:stCondLst>
                                    <p:cond delay="0"/>
                                  </p:stCondLst>
                                  <p:childTnLst>
                                    <p:set>
                                      <p:cBhvr>
                                        <p:cTn id="44" dur="1" fill="hold">
                                          <p:stCondLst>
                                            <p:cond delay="0"/>
                                          </p:stCondLst>
                                        </p:cTn>
                                        <p:tgtEl>
                                          <p:spTgt spid="186"/>
                                        </p:tgtEl>
                                        <p:attrNameLst>
                                          <p:attrName>style.visibility</p:attrName>
                                        </p:attrNameLst>
                                      </p:cBhvr>
                                      <p:to>
                                        <p:strVal val="visible"/>
                                      </p:to>
                                    </p:set>
                                    <p:animEffect transition="in" filter="fade">
                                      <p:cBhvr>
                                        <p:cTn id="45" dur="500"/>
                                        <p:tgtEl>
                                          <p:spTgt spid="186"/>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7"/>
                                        </p:tgtEl>
                                        <p:attrNameLst>
                                          <p:attrName>style.visibility</p:attrName>
                                        </p:attrNameLst>
                                      </p:cBhvr>
                                      <p:to>
                                        <p:strVal val="visible"/>
                                      </p:to>
                                    </p:set>
                                    <p:animEffect transition="in" filter="fade">
                                      <p:cBhvr>
                                        <p:cTn id="48" dur="500"/>
                                        <p:tgtEl>
                                          <p:spTgt spid="187"/>
                                        </p:tgtEl>
                                      </p:cBhvr>
                                    </p:animEffect>
                                  </p:childTnLst>
                                </p:cTn>
                              </p:par>
                            </p:childTnLst>
                          </p:cTn>
                        </p:par>
                        <p:par>
                          <p:cTn id="49" fill="hold" nodeType="afterGroup">
                            <p:stCondLst>
                              <p:cond delay="7450"/>
                            </p:stCondLst>
                            <p:childTnLst>
                              <p:par>
                                <p:cTn id="50" presetID="10" presetClass="entr" presetSubtype="0" fill="hold" grpId="0" nodeType="afterEffect">
                                  <p:stCondLst>
                                    <p:cond delay="500"/>
                                  </p:stCondLst>
                                  <p:childTnLst>
                                    <p:set>
                                      <p:cBhvr>
                                        <p:cTn id="51" dur="1" fill="hold">
                                          <p:stCondLst>
                                            <p:cond delay="0"/>
                                          </p:stCondLst>
                                        </p:cTn>
                                        <p:tgtEl>
                                          <p:spTgt spid="188"/>
                                        </p:tgtEl>
                                        <p:attrNameLst>
                                          <p:attrName>style.visibility</p:attrName>
                                        </p:attrNameLst>
                                      </p:cBhvr>
                                      <p:to>
                                        <p:strVal val="visible"/>
                                      </p:to>
                                    </p:set>
                                    <p:animEffect transition="in" filter="fade">
                                      <p:cBhvr>
                                        <p:cTn id="52" dur="500"/>
                                        <p:tgtEl>
                                          <p:spTgt spid="188"/>
                                        </p:tgtEl>
                                      </p:cBhvr>
                                    </p:animEffect>
                                  </p:childTnLst>
                                </p:cTn>
                              </p:par>
                              <p:par>
                                <p:cTn id="53" presetID="10" presetClass="entr" presetSubtype="0" fill="hold" grpId="0" nodeType="withEffect">
                                  <p:stCondLst>
                                    <p:cond delay="500"/>
                                  </p:stCondLst>
                                  <p:childTnLst>
                                    <p:set>
                                      <p:cBhvr>
                                        <p:cTn id="54" dur="1" fill="hold">
                                          <p:stCondLst>
                                            <p:cond delay="0"/>
                                          </p:stCondLst>
                                        </p:cTn>
                                        <p:tgtEl>
                                          <p:spTgt spid="189"/>
                                        </p:tgtEl>
                                        <p:attrNameLst>
                                          <p:attrName>style.visibility</p:attrName>
                                        </p:attrNameLst>
                                      </p:cBhvr>
                                      <p:to>
                                        <p:strVal val="visible"/>
                                      </p:to>
                                    </p:set>
                                    <p:animEffect transition="in" filter="fade">
                                      <p:cBhvr>
                                        <p:cTn id="55" dur="500"/>
                                        <p:tgtEl>
                                          <p:spTgt spid="189"/>
                                        </p:tgtEl>
                                      </p:cBhvr>
                                    </p:animEffect>
                                  </p:childTnLst>
                                </p:cTn>
                              </p:par>
                            </p:childTnLst>
                          </p:cTn>
                        </p:par>
                        <p:par>
                          <p:cTn id="56" fill="hold" nodeType="afterGroup">
                            <p:stCondLst>
                              <p:cond delay="8450"/>
                            </p:stCondLst>
                            <p:childTnLst>
                              <p:par>
                                <p:cTn id="57" presetID="10" presetClass="entr" presetSubtype="0" fill="hold" grpId="0" nodeType="afterEffect">
                                  <p:stCondLst>
                                    <p:cond delay="500"/>
                                  </p:stCondLst>
                                  <p:childTnLst>
                                    <p:set>
                                      <p:cBhvr>
                                        <p:cTn id="58" dur="1" fill="hold">
                                          <p:stCondLst>
                                            <p:cond delay="0"/>
                                          </p:stCondLst>
                                        </p:cTn>
                                        <p:tgtEl>
                                          <p:spTgt spid="190"/>
                                        </p:tgtEl>
                                        <p:attrNameLst>
                                          <p:attrName>style.visibility</p:attrName>
                                        </p:attrNameLst>
                                      </p:cBhvr>
                                      <p:to>
                                        <p:strVal val="visible"/>
                                      </p:to>
                                    </p:set>
                                    <p:animEffect transition="in" filter="fade">
                                      <p:cBhvr>
                                        <p:cTn id="59" dur="500"/>
                                        <p:tgtEl>
                                          <p:spTgt spid="190"/>
                                        </p:tgtEl>
                                      </p:cBhvr>
                                    </p:animEffect>
                                  </p:childTnLst>
                                </p:cTn>
                              </p:par>
                              <p:par>
                                <p:cTn id="60" presetID="10" presetClass="entr" presetSubtype="0" fill="hold" grpId="0" nodeType="withEffect">
                                  <p:stCondLst>
                                    <p:cond delay="500"/>
                                  </p:stCondLst>
                                  <p:childTnLst>
                                    <p:set>
                                      <p:cBhvr>
                                        <p:cTn id="61" dur="1" fill="hold">
                                          <p:stCondLst>
                                            <p:cond delay="0"/>
                                          </p:stCondLst>
                                        </p:cTn>
                                        <p:tgtEl>
                                          <p:spTgt spid="191"/>
                                        </p:tgtEl>
                                        <p:attrNameLst>
                                          <p:attrName>style.visibility</p:attrName>
                                        </p:attrNameLst>
                                      </p:cBhvr>
                                      <p:to>
                                        <p:strVal val="visible"/>
                                      </p:to>
                                    </p:set>
                                    <p:animEffect transition="in" filter="fade">
                                      <p:cBhvr>
                                        <p:cTn id="62" dur="500"/>
                                        <p:tgtEl>
                                          <p:spTgt spid="1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6" grpId="0"/>
      <p:bldP spid="187" grpId="0"/>
      <p:bldP spid="188" grpId="0"/>
      <p:bldP spid="189" grpId="0"/>
      <p:bldP spid="190" grpId="0"/>
      <p:bldP spid="191" grpId="0"/>
      <p:bldP spid="192" grpId="0"/>
      <p:bldP spid="193" grpId="0"/>
      <p:bldP spid="194" grpId="0"/>
      <p:bldP spid="19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Line 2"/>
          <p:cNvSpPr>
            <a:spLocks noChangeShapeType="1"/>
          </p:cNvSpPr>
          <p:nvPr/>
        </p:nvSpPr>
        <p:spPr bwMode="auto">
          <a:xfrm flipV="1">
            <a:off x="1585913" y="4919663"/>
            <a:ext cx="5629275" cy="31750"/>
          </a:xfrm>
          <a:prstGeom prst="line">
            <a:avLst/>
          </a:prstGeom>
          <a:noFill/>
          <a:ln w="3175" cap="flat" cmpd="sng">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44" name="Line 3"/>
          <p:cNvSpPr>
            <a:spLocks noChangeShapeType="1"/>
          </p:cNvSpPr>
          <p:nvPr/>
        </p:nvSpPr>
        <p:spPr bwMode="auto">
          <a:xfrm>
            <a:off x="1582738" y="4143375"/>
            <a:ext cx="5632450" cy="0"/>
          </a:xfrm>
          <a:prstGeom prst="line">
            <a:avLst/>
          </a:prstGeom>
          <a:noFill/>
          <a:ln w="3175" cap="flat" cmpd="sng">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45" name="Line 4"/>
          <p:cNvSpPr>
            <a:spLocks noChangeShapeType="1"/>
          </p:cNvSpPr>
          <p:nvPr/>
        </p:nvSpPr>
        <p:spPr bwMode="auto">
          <a:xfrm>
            <a:off x="1582738" y="3333750"/>
            <a:ext cx="5632450" cy="0"/>
          </a:xfrm>
          <a:prstGeom prst="line">
            <a:avLst/>
          </a:prstGeom>
          <a:noFill/>
          <a:ln w="3175" cap="flat" cmpd="sng">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48" name="Line 5"/>
          <p:cNvSpPr>
            <a:spLocks noChangeShapeType="1"/>
          </p:cNvSpPr>
          <p:nvPr/>
        </p:nvSpPr>
        <p:spPr bwMode="auto">
          <a:xfrm>
            <a:off x="1582738" y="2524125"/>
            <a:ext cx="5632450" cy="0"/>
          </a:xfrm>
          <a:prstGeom prst="line">
            <a:avLst/>
          </a:prstGeom>
          <a:noFill/>
          <a:ln w="3175" cap="flat" cmpd="sng">
            <a:solidFill>
              <a:schemeClr val="tx2"/>
            </a:solidFill>
            <a:prstDash val="dash"/>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49" name="Rectangle 11"/>
          <p:cNvSpPr>
            <a:spLocks noChangeArrowheads="1"/>
          </p:cNvSpPr>
          <p:nvPr/>
        </p:nvSpPr>
        <p:spPr bwMode="auto">
          <a:xfrm>
            <a:off x="1817688" y="4660900"/>
            <a:ext cx="439737" cy="950913"/>
          </a:xfrm>
          <a:prstGeom prst="rect">
            <a:avLst/>
          </a:prstGeom>
          <a:solidFill>
            <a:schemeClr val="accent1"/>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50" name="Rectangle 12"/>
          <p:cNvSpPr>
            <a:spLocks noChangeArrowheads="1"/>
          </p:cNvSpPr>
          <p:nvPr/>
        </p:nvSpPr>
        <p:spPr bwMode="auto">
          <a:xfrm>
            <a:off x="3113088" y="4427538"/>
            <a:ext cx="441325" cy="1181100"/>
          </a:xfrm>
          <a:prstGeom prst="rect">
            <a:avLst/>
          </a:prstGeom>
          <a:solidFill>
            <a:schemeClr val="accent1"/>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51" name="Rectangle 13"/>
          <p:cNvSpPr>
            <a:spLocks noChangeArrowheads="1"/>
          </p:cNvSpPr>
          <p:nvPr/>
        </p:nvSpPr>
        <p:spPr bwMode="auto">
          <a:xfrm>
            <a:off x="4408488" y="4660900"/>
            <a:ext cx="441325" cy="950913"/>
          </a:xfrm>
          <a:prstGeom prst="rect">
            <a:avLst/>
          </a:prstGeom>
          <a:solidFill>
            <a:schemeClr val="accent1"/>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52" name="Rectangle 14"/>
          <p:cNvSpPr>
            <a:spLocks noChangeArrowheads="1"/>
          </p:cNvSpPr>
          <p:nvPr/>
        </p:nvSpPr>
        <p:spPr bwMode="auto">
          <a:xfrm>
            <a:off x="5703888" y="3946525"/>
            <a:ext cx="439737" cy="1666875"/>
          </a:xfrm>
          <a:prstGeom prst="rect">
            <a:avLst/>
          </a:prstGeom>
          <a:solidFill>
            <a:schemeClr val="accent1"/>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55" name="Line 15"/>
          <p:cNvSpPr>
            <a:spLocks noChangeShapeType="1"/>
          </p:cNvSpPr>
          <p:nvPr/>
        </p:nvSpPr>
        <p:spPr bwMode="auto">
          <a:xfrm flipV="1">
            <a:off x="1587500" y="5608638"/>
            <a:ext cx="5627688" cy="4762"/>
          </a:xfrm>
          <a:prstGeom prst="line">
            <a:avLst/>
          </a:prstGeom>
          <a:noFill/>
          <a:ln w="9525" cap="flat" cmpd="sng">
            <a:solidFill>
              <a:schemeClr val="tx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799">
              <a:solidFill>
                <a:srgbClr val="FF9900"/>
              </a:solidFill>
              <a:latin typeface="微软雅黑" panose="020B0503020204020204" pitchFamily="34" charset="-122"/>
              <a:ea typeface="微软雅黑" panose="020B0503020204020204" pitchFamily="34" charset="-122"/>
            </a:endParaRPr>
          </a:p>
        </p:txBody>
      </p:sp>
      <p:sp>
        <p:nvSpPr>
          <p:cNvPr id="56" name="Line 16"/>
          <p:cNvSpPr>
            <a:spLocks noChangeShapeType="1"/>
          </p:cNvSpPr>
          <p:nvPr/>
        </p:nvSpPr>
        <p:spPr bwMode="auto">
          <a:xfrm>
            <a:off x="1585913" y="2098675"/>
            <a:ext cx="1587" cy="3514725"/>
          </a:xfrm>
          <a:prstGeom prst="line">
            <a:avLst/>
          </a:prstGeom>
          <a:noFill/>
          <a:ln w="9525" cap="flat" cmpd="sng">
            <a:solidFill>
              <a:schemeClr val="tx2"/>
            </a:solidFill>
            <a:round/>
            <a:headEnd type="arrow"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57" name="Text Box 17"/>
          <p:cNvSpPr txBox="1">
            <a:spLocks noChangeArrowheads="1"/>
          </p:cNvSpPr>
          <p:nvPr/>
        </p:nvSpPr>
        <p:spPr bwMode="auto">
          <a:xfrm>
            <a:off x="915988" y="4729163"/>
            <a:ext cx="666750"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20</a:t>
            </a:r>
          </a:p>
        </p:txBody>
      </p:sp>
      <p:sp>
        <p:nvSpPr>
          <p:cNvPr id="58" name="Text Box 18"/>
          <p:cNvSpPr txBox="1">
            <a:spLocks noChangeArrowheads="1"/>
          </p:cNvSpPr>
          <p:nvPr/>
        </p:nvSpPr>
        <p:spPr bwMode="auto">
          <a:xfrm>
            <a:off x="915988" y="3946525"/>
            <a:ext cx="66675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a:solidFill>
                  <a:srgbClr val="4D4D4D"/>
                </a:solidFill>
                <a:latin typeface="微软雅黑" panose="020B0503020204020204" pitchFamily="34" charset="-122"/>
                <a:ea typeface="微软雅黑" panose="020B0503020204020204" pitchFamily="34" charset="-122"/>
              </a:rPr>
              <a:t>40</a:t>
            </a:r>
          </a:p>
        </p:txBody>
      </p:sp>
      <p:sp>
        <p:nvSpPr>
          <p:cNvPr id="59" name="Text Box 19"/>
          <p:cNvSpPr txBox="1">
            <a:spLocks noChangeArrowheads="1"/>
          </p:cNvSpPr>
          <p:nvPr/>
        </p:nvSpPr>
        <p:spPr bwMode="auto">
          <a:xfrm>
            <a:off x="915988" y="3067050"/>
            <a:ext cx="666750"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a:solidFill>
                  <a:srgbClr val="4D4D4D"/>
                </a:solidFill>
                <a:latin typeface="微软雅黑" panose="020B0503020204020204" pitchFamily="34" charset="-122"/>
                <a:ea typeface="微软雅黑" panose="020B0503020204020204" pitchFamily="34" charset="-122"/>
              </a:rPr>
              <a:t>60</a:t>
            </a:r>
          </a:p>
        </p:txBody>
      </p:sp>
      <p:sp>
        <p:nvSpPr>
          <p:cNvPr id="60" name="Text Box 20"/>
          <p:cNvSpPr txBox="1">
            <a:spLocks noChangeArrowheads="1"/>
          </p:cNvSpPr>
          <p:nvPr/>
        </p:nvSpPr>
        <p:spPr bwMode="auto">
          <a:xfrm>
            <a:off x="915988" y="2286000"/>
            <a:ext cx="666750"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80</a:t>
            </a:r>
          </a:p>
        </p:txBody>
      </p:sp>
      <p:sp>
        <p:nvSpPr>
          <p:cNvPr id="61" name="Rectangle 21"/>
          <p:cNvSpPr>
            <a:spLocks noChangeArrowheads="1"/>
          </p:cNvSpPr>
          <p:nvPr/>
        </p:nvSpPr>
        <p:spPr bwMode="auto">
          <a:xfrm>
            <a:off x="2341563" y="4206875"/>
            <a:ext cx="439737" cy="1404938"/>
          </a:xfrm>
          <a:prstGeom prst="rect">
            <a:avLst/>
          </a:prstGeom>
          <a:solidFill>
            <a:schemeClr val="accent2"/>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62" name="Rectangle 22"/>
          <p:cNvSpPr>
            <a:spLocks noChangeArrowheads="1"/>
          </p:cNvSpPr>
          <p:nvPr/>
        </p:nvSpPr>
        <p:spPr bwMode="auto">
          <a:xfrm>
            <a:off x="3621088" y="3946525"/>
            <a:ext cx="441325" cy="1662113"/>
          </a:xfrm>
          <a:prstGeom prst="rect">
            <a:avLst/>
          </a:prstGeom>
          <a:solidFill>
            <a:schemeClr val="accent2"/>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63" name="Rectangle 23"/>
          <p:cNvSpPr>
            <a:spLocks noChangeArrowheads="1"/>
          </p:cNvSpPr>
          <p:nvPr/>
        </p:nvSpPr>
        <p:spPr bwMode="auto">
          <a:xfrm>
            <a:off x="4930775" y="3149600"/>
            <a:ext cx="439738" cy="2463800"/>
          </a:xfrm>
          <a:prstGeom prst="rect">
            <a:avLst/>
          </a:prstGeom>
          <a:solidFill>
            <a:schemeClr val="accent2"/>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64" name="Rectangle 24"/>
          <p:cNvSpPr>
            <a:spLocks noChangeArrowheads="1"/>
          </p:cNvSpPr>
          <p:nvPr/>
        </p:nvSpPr>
        <p:spPr bwMode="auto">
          <a:xfrm>
            <a:off x="6227763" y="3333750"/>
            <a:ext cx="439737" cy="2279650"/>
          </a:xfrm>
          <a:prstGeom prst="rect">
            <a:avLst/>
          </a:prstGeom>
          <a:solidFill>
            <a:schemeClr val="accent2"/>
          </a:solidFill>
          <a:ln>
            <a:noFill/>
          </a:ln>
          <a:effectLst/>
        </p:spPr>
        <p:txBody>
          <a:bodyPr anchor="ctr"/>
          <a:lstStyle/>
          <a:p>
            <a:pPr>
              <a:defRPr/>
            </a:pPr>
            <a:endParaRPr lang="zh-CN" altLang="en-US" sz="1799">
              <a:solidFill>
                <a:srgbClr val="F8F8F8"/>
              </a:solidFill>
              <a:latin typeface="微软雅黑" panose="020B0503020204020204" pitchFamily="34" charset="-122"/>
              <a:ea typeface="微软雅黑" panose="020B0503020204020204" pitchFamily="34" charset="-122"/>
            </a:endParaRPr>
          </a:p>
        </p:txBody>
      </p:sp>
      <p:sp>
        <p:nvSpPr>
          <p:cNvPr id="65" name="Text Box 25"/>
          <p:cNvSpPr txBox="1">
            <a:spLocks noChangeArrowheads="1"/>
          </p:cNvSpPr>
          <p:nvPr/>
        </p:nvSpPr>
        <p:spPr bwMode="auto">
          <a:xfrm>
            <a:off x="2254250" y="3751263"/>
            <a:ext cx="668338" cy="369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38%</a:t>
            </a:r>
          </a:p>
        </p:txBody>
      </p:sp>
      <p:sp>
        <p:nvSpPr>
          <p:cNvPr id="66" name="Text Box 26"/>
          <p:cNvSpPr txBox="1">
            <a:spLocks noChangeArrowheads="1"/>
          </p:cNvSpPr>
          <p:nvPr/>
        </p:nvSpPr>
        <p:spPr bwMode="auto">
          <a:xfrm>
            <a:off x="3549650" y="3578225"/>
            <a:ext cx="668338"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lang="zh-CN" altLang="en-US" sz="1799">
                <a:solidFill>
                  <a:srgbClr val="4D4D4D"/>
                </a:solidFill>
                <a:latin typeface="微软雅黑" panose="020B0503020204020204" pitchFamily="34" charset="-122"/>
                <a:ea typeface="微软雅黑" panose="020B0503020204020204" pitchFamily="34" charset="-122"/>
              </a:rPr>
              <a:t>49%</a:t>
            </a:r>
          </a:p>
        </p:txBody>
      </p:sp>
      <p:sp>
        <p:nvSpPr>
          <p:cNvPr id="67" name="Text Box 27"/>
          <p:cNvSpPr txBox="1">
            <a:spLocks noChangeArrowheads="1"/>
          </p:cNvSpPr>
          <p:nvPr/>
        </p:nvSpPr>
        <p:spPr bwMode="auto">
          <a:xfrm>
            <a:off x="4818063" y="2809875"/>
            <a:ext cx="6683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lang="zh-CN" altLang="en-US" sz="1799">
                <a:solidFill>
                  <a:srgbClr val="4D4D4D"/>
                </a:solidFill>
                <a:latin typeface="微软雅黑" panose="020B0503020204020204" pitchFamily="34" charset="-122"/>
                <a:ea typeface="微软雅黑" panose="020B0503020204020204" pitchFamily="34" charset="-122"/>
              </a:rPr>
              <a:t>67%</a:t>
            </a:r>
          </a:p>
        </p:txBody>
      </p:sp>
      <p:sp>
        <p:nvSpPr>
          <p:cNvPr id="68" name="Text Box 28"/>
          <p:cNvSpPr txBox="1">
            <a:spLocks noChangeArrowheads="1"/>
          </p:cNvSpPr>
          <p:nvPr/>
        </p:nvSpPr>
        <p:spPr bwMode="auto">
          <a:xfrm>
            <a:off x="6107113" y="2809875"/>
            <a:ext cx="668337" cy="369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60%</a:t>
            </a:r>
          </a:p>
        </p:txBody>
      </p:sp>
      <p:sp>
        <p:nvSpPr>
          <p:cNvPr id="69" name="Rectangle 29"/>
          <p:cNvSpPr>
            <a:spLocks noChangeArrowheads="1"/>
          </p:cNvSpPr>
          <p:nvPr/>
        </p:nvSpPr>
        <p:spPr bwMode="auto">
          <a:xfrm>
            <a:off x="1614488" y="6140450"/>
            <a:ext cx="323850" cy="163513"/>
          </a:xfrm>
          <a:prstGeom prst="rect">
            <a:avLst/>
          </a:prstGeom>
          <a:solidFill>
            <a:schemeClr val="accent1"/>
          </a:solidFill>
          <a:ln>
            <a:noFill/>
          </a:ln>
          <a:effectLst/>
        </p:spPr>
        <p:txBody>
          <a:bodyPr anchor="ctr"/>
          <a:lstStyle/>
          <a:p>
            <a:pPr>
              <a:defRPr/>
            </a:pPr>
            <a:endParaRPr lang="zh-CN" altLang="en-US" sz="1399">
              <a:solidFill>
                <a:srgbClr val="4D4D4D"/>
              </a:solidFill>
              <a:latin typeface="微软雅黑" panose="020B0503020204020204" pitchFamily="34" charset="-122"/>
              <a:ea typeface="微软雅黑" panose="020B0503020204020204" pitchFamily="34" charset="-122"/>
            </a:endParaRPr>
          </a:p>
        </p:txBody>
      </p:sp>
      <p:sp>
        <p:nvSpPr>
          <p:cNvPr id="70" name="Rectangle 30"/>
          <p:cNvSpPr>
            <a:spLocks noChangeArrowheads="1"/>
          </p:cNvSpPr>
          <p:nvPr/>
        </p:nvSpPr>
        <p:spPr bwMode="auto">
          <a:xfrm>
            <a:off x="3535363" y="6140450"/>
            <a:ext cx="306387" cy="163513"/>
          </a:xfrm>
          <a:prstGeom prst="rect">
            <a:avLst/>
          </a:prstGeom>
          <a:solidFill>
            <a:schemeClr val="accent2"/>
          </a:solidFill>
          <a:ln>
            <a:noFill/>
          </a:ln>
          <a:effectLst/>
        </p:spPr>
        <p:txBody>
          <a:bodyPr anchor="ctr"/>
          <a:lstStyle/>
          <a:p>
            <a:pPr>
              <a:defRPr/>
            </a:pPr>
            <a:endParaRPr lang="zh-CN" altLang="en-US" sz="1399">
              <a:solidFill>
                <a:srgbClr val="4D4D4D"/>
              </a:solidFill>
              <a:latin typeface="微软雅黑" panose="020B0503020204020204" pitchFamily="34" charset="-122"/>
              <a:ea typeface="微软雅黑" panose="020B0503020204020204" pitchFamily="34" charset="-122"/>
            </a:endParaRPr>
          </a:p>
        </p:txBody>
      </p:sp>
      <p:sp>
        <p:nvSpPr>
          <p:cNvPr id="71" name="Text Box 31"/>
          <p:cNvSpPr txBox="1">
            <a:spLocks noChangeArrowheads="1"/>
          </p:cNvSpPr>
          <p:nvPr/>
        </p:nvSpPr>
        <p:spPr bwMode="auto">
          <a:xfrm>
            <a:off x="1946275" y="6057900"/>
            <a:ext cx="1728788" cy="338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599" dirty="0">
                <a:solidFill>
                  <a:srgbClr val="4D4D4D"/>
                </a:solidFill>
                <a:latin typeface="微软雅黑" panose="020B0503020204020204" pitchFamily="34" charset="-122"/>
                <a:ea typeface="微软雅黑" panose="020B0503020204020204" pitchFamily="34" charset="-122"/>
              </a:rPr>
              <a:t>计划数</a:t>
            </a:r>
          </a:p>
        </p:txBody>
      </p:sp>
      <p:sp>
        <p:nvSpPr>
          <p:cNvPr id="72" name="Text Box 32"/>
          <p:cNvSpPr txBox="1">
            <a:spLocks noChangeArrowheads="1"/>
          </p:cNvSpPr>
          <p:nvPr/>
        </p:nvSpPr>
        <p:spPr bwMode="auto">
          <a:xfrm>
            <a:off x="3952875" y="6053138"/>
            <a:ext cx="1728788" cy="339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599" dirty="0">
                <a:solidFill>
                  <a:srgbClr val="4D4D4D"/>
                </a:solidFill>
                <a:latin typeface="微软雅黑" panose="020B0503020204020204" pitchFamily="34" charset="-122"/>
                <a:ea typeface="微软雅黑" panose="020B0503020204020204" pitchFamily="34" charset="-122"/>
              </a:rPr>
              <a:t>实际数</a:t>
            </a:r>
          </a:p>
        </p:txBody>
      </p:sp>
      <p:sp>
        <p:nvSpPr>
          <p:cNvPr id="73" name="Text Box 33"/>
          <p:cNvSpPr txBox="1">
            <a:spLocks noChangeArrowheads="1"/>
          </p:cNvSpPr>
          <p:nvPr/>
        </p:nvSpPr>
        <p:spPr bwMode="auto">
          <a:xfrm>
            <a:off x="1925638" y="5668963"/>
            <a:ext cx="10826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业务一</a:t>
            </a:r>
          </a:p>
        </p:txBody>
      </p:sp>
      <p:sp>
        <p:nvSpPr>
          <p:cNvPr id="74" name="Text Box 34"/>
          <p:cNvSpPr txBox="1">
            <a:spLocks noChangeArrowheads="1"/>
          </p:cNvSpPr>
          <p:nvPr/>
        </p:nvSpPr>
        <p:spPr bwMode="auto">
          <a:xfrm>
            <a:off x="3170238" y="5668963"/>
            <a:ext cx="1084262"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业务二</a:t>
            </a:r>
          </a:p>
        </p:txBody>
      </p:sp>
      <p:sp>
        <p:nvSpPr>
          <p:cNvPr id="75" name="Text Box 35"/>
          <p:cNvSpPr txBox="1">
            <a:spLocks noChangeArrowheads="1"/>
          </p:cNvSpPr>
          <p:nvPr/>
        </p:nvSpPr>
        <p:spPr bwMode="auto">
          <a:xfrm>
            <a:off x="4489450" y="5668963"/>
            <a:ext cx="1082675"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业务三</a:t>
            </a:r>
          </a:p>
        </p:txBody>
      </p:sp>
      <p:sp>
        <p:nvSpPr>
          <p:cNvPr id="76" name="Text Box 36"/>
          <p:cNvSpPr txBox="1">
            <a:spLocks noChangeArrowheads="1"/>
          </p:cNvSpPr>
          <p:nvPr/>
        </p:nvSpPr>
        <p:spPr bwMode="auto">
          <a:xfrm>
            <a:off x="5775325" y="5668963"/>
            <a:ext cx="1084263" cy="368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defRPr/>
            </a:pPr>
            <a:r>
              <a:rPr lang="zh-CN" altLang="en-US" sz="1799" dirty="0">
                <a:solidFill>
                  <a:srgbClr val="4D4D4D"/>
                </a:solidFill>
                <a:latin typeface="微软雅黑" panose="020B0503020204020204" pitchFamily="34" charset="-122"/>
                <a:ea typeface="微软雅黑" panose="020B0503020204020204" pitchFamily="34" charset="-122"/>
              </a:rPr>
              <a:t>业务四</a:t>
            </a:r>
          </a:p>
        </p:txBody>
      </p:sp>
      <p:sp>
        <p:nvSpPr>
          <p:cNvPr id="2" name="矩形 1"/>
          <p:cNvSpPr/>
          <p:nvPr/>
        </p:nvSpPr>
        <p:spPr bwMode="auto">
          <a:xfrm>
            <a:off x="8972550" y="908050"/>
            <a:ext cx="2662238" cy="1782763"/>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w="9525" cap="flat" cmpd="sng" algn="ctr">
            <a:noFill/>
            <a:prstDash val="solid"/>
            <a:round/>
            <a:headEnd type="none" w="med" len="med"/>
            <a:tailEnd type="none" w="med" len="med"/>
          </a:ln>
          <a:effectLst/>
        </p:spPr>
        <p:txBody>
          <a:bodyPr lIns="91404" tIns="45702" rIns="91404" bIns="45702"/>
          <a:lstStyle/>
          <a:p>
            <a:pPr>
              <a:defRPr/>
            </a:pPr>
            <a:endParaRPr lang="zh-CN" altLang="en-US" sz="1799">
              <a:solidFill>
                <a:srgbClr val="C4261D"/>
              </a:solidFill>
              <a:latin typeface="Calibri"/>
            </a:endParaRPr>
          </a:p>
        </p:txBody>
      </p:sp>
      <p:sp>
        <p:nvSpPr>
          <p:cNvPr id="46" name="矩形 45"/>
          <p:cNvSpPr/>
          <p:nvPr/>
        </p:nvSpPr>
        <p:spPr bwMode="auto">
          <a:xfrm>
            <a:off x="8972550" y="2859088"/>
            <a:ext cx="2662238" cy="1782762"/>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w="9525" cap="flat" cmpd="sng" algn="ctr">
            <a:solidFill>
              <a:schemeClr val="bg2"/>
            </a:solidFill>
            <a:prstDash val="solid"/>
            <a:round/>
            <a:headEnd type="none" w="med" len="med"/>
            <a:tailEnd type="none" w="med" len="med"/>
          </a:ln>
          <a:effectLst/>
        </p:spPr>
        <p:txBody>
          <a:bodyPr lIns="91404" tIns="45702" rIns="91404" bIns="45702"/>
          <a:lstStyle/>
          <a:p>
            <a:pPr>
              <a:defRPr/>
            </a:pPr>
            <a:endParaRPr lang="zh-CN" altLang="en-US" sz="1799">
              <a:solidFill>
                <a:srgbClr val="C4261D"/>
              </a:solidFill>
              <a:latin typeface="Calibri"/>
            </a:endParaRPr>
          </a:p>
        </p:txBody>
      </p:sp>
      <p:sp>
        <p:nvSpPr>
          <p:cNvPr id="47" name="矩形 46"/>
          <p:cNvSpPr/>
          <p:nvPr/>
        </p:nvSpPr>
        <p:spPr bwMode="auto">
          <a:xfrm>
            <a:off x="8972550" y="4810125"/>
            <a:ext cx="2662238" cy="1782763"/>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w="9525" cap="flat" cmpd="sng" algn="ctr">
            <a:noFill/>
            <a:prstDash val="solid"/>
            <a:round/>
            <a:headEnd type="none" w="med" len="med"/>
            <a:tailEnd type="none" w="med" len="med"/>
          </a:ln>
          <a:effectLst/>
        </p:spPr>
        <p:txBody>
          <a:bodyPr lIns="91404" tIns="45702" rIns="91404" bIns="45702"/>
          <a:lstStyle/>
          <a:p>
            <a:pPr>
              <a:defRPr/>
            </a:pPr>
            <a:endParaRPr lang="zh-CN" altLang="en-US" sz="1799">
              <a:solidFill>
                <a:srgbClr val="C4261D"/>
              </a:solidFill>
              <a:latin typeface="Calibri"/>
            </a:endParaRPr>
          </a:p>
        </p:txBody>
      </p:sp>
      <p:sp>
        <p:nvSpPr>
          <p:cNvPr id="53" name="Freeform 5"/>
          <p:cNvSpPr>
            <a:spLocks/>
          </p:cNvSpPr>
          <p:nvPr/>
        </p:nvSpPr>
        <p:spPr bwMode="auto">
          <a:xfrm>
            <a:off x="1968500" y="1625600"/>
            <a:ext cx="300038" cy="301625"/>
          </a:xfrm>
          <a:custGeom>
            <a:avLst/>
            <a:gdLst>
              <a:gd name="T0" fmla="*/ 348 w 407"/>
              <a:gd name="T1" fmla="*/ 0 h 407"/>
              <a:gd name="T2" fmla="*/ 407 w 407"/>
              <a:gd name="T3" fmla="*/ 0 h 407"/>
              <a:gd name="T4" fmla="*/ 407 w 407"/>
              <a:gd name="T5" fmla="*/ 407 h 407"/>
              <a:gd name="T6" fmla="*/ 0 w 407"/>
              <a:gd name="T7" fmla="*/ 407 h 407"/>
              <a:gd name="T8" fmla="*/ 0 w 407"/>
              <a:gd name="T9" fmla="*/ 354 h 407"/>
              <a:gd name="T10" fmla="*/ 307 w 407"/>
              <a:gd name="T11" fmla="*/ 354 h 407"/>
              <a:gd name="T12" fmla="*/ 1 w 407"/>
              <a:gd name="T13" fmla="*/ 47 h 407"/>
              <a:gd name="T14" fmla="*/ 43 w 407"/>
              <a:gd name="T15" fmla="*/ 5 h 407"/>
              <a:gd name="T16" fmla="*/ 348 w 407"/>
              <a:gd name="T17" fmla="*/ 310 h 407"/>
              <a:gd name="T18" fmla="*/ 348 w 407"/>
              <a:gd name="T19" fmla="*/ 0 h 4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07" h="407">
                <a:moveTo>
                  <a:pt x="348" y="0"/>
                </a:moveTo>
                <a:lnTo>
                  <a:pt x="407" y="0"/>
                </a:lnTo>
                <a:lnTo>
                  <a:pt x="407" y="407"/>
                </a:lnTo>
                <a:lnTo>
                  <a:pt x="0" y="407"/>
                </a:lnTo>
                <a:lnTo>
                  <a:pt x="0" y="354"/>
                </a:lnTo>
                <a:lnTo>
                  <a:pt x="307" y="354"/>
                </a:lnTo>
                <a:lnTo>
                  <a:pt x="1" y="47"/>
                </a:lnTo>
                <a:lnTo>
                  <a:pt x="43" y="5"/>
                </a:lnTo>
                <a:lnTo>
                  <a:pt x="348" y="310"/>
                </a:lnTo>
                <a:lnTo>
                  <a:pt x="348" y="0"/>
                </a:lnTo>
                <a:close/>
              </a:path>
            </a:pathLst>
          </a:custGeom>
          <a:solidFill>
            <a:schemeClr val="accent2"/>
          </a:solidFill>
          <a:ln>
            <a:noFill/>
          </a:ln>
        </p:spPr>
        <p:txBody>
          <a:bodyPr lIns="91404" tIns="45702" rIns="91404" bIns="45702"/>
          <a:lstStyle/>
          <a:p>
            <a:pPr>
              <a:defRPr/>
            </a:pPr>
            <a:endParaRPr lang="zh-CN" altLang="en-US" sz="1799">
              <a:solidFill>
                <a:srgbClr val="C4261D"/>
              </a:solidFill>
              <a:latin typeface="微软雅黑" panose="020B0503020204020204" pitchFamily="34" charset="-122"/>
              <a:ea typeface="微软雅黑" panose="020B0503020204020204" pitchFamily="34" charset="-122"/>
            </a:endParaRPr>
          </a:p>
        </p:txBody>
      </p:sp>
      <p:sp>
        <p:nvSpPr>
          <p:cNvPr id="54" name="TextBox 53"/>
          <p:cNvSpPr txBox="1">
            <a:spLocks noChangeArrowheads="1"/>
          </p:cNvSpPr>
          <p:nvPr/>
        </p:nvSpPr>
        <p:spPr bwMode="auto">
          <a:xfrm>
            <a:off x="2403475" y="1587500"/>
            <a:ext cx="3057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solidFill>
                  <a:srgbClr val="5D94A9"/>
                </a:solidFill>
                <a:latin typeface="微软雅黑" panose="020B0503020204020204" pitchFamily="34" charset="-122"/>
                <a:ea typeface="微软雅黑" panose="020B0503020204020204" pitchFamily="34" charset="-122"/>
              </a:rPr>
              <a:t>各项业务完成概况</a:t>
            </a:r>
          </a:p>
        </p:txBody>
      </p:sp>
      <p:sp>
        <p:nvSpPr>
          <p:cNvPr id="38"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Sld>
  <p:clrMapOvr>
    <a:masterClrMapping/>
  </p:clrMapOvr>
  <p:transition spd="slow" advClick="0" advTm="8318">
    <p:push/>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2"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300"/>
                                        <p:tgtEl>
                                          <p:spTgt spid="2"/>
                                        </p:tgtEl>
                                      </p:cBhvr>
                                    </p:animEffect>
                                  </p:childTnLst>
                                </p:cTn>
                              </p:par>
                              <p:par>
                                <p:cTn id="8" presetID="22" presetClass="entr" presetSubtype="2" fill="hold" grpId="0" nodeType="withEffect">
                                  <p:stCondLst>
                                    <p:cond delay="200"/>
                                  </p:stCondLst>
                                  <p:childTnLst>
                                    <p:set>
                                      <p:cBhvr>
                                        <p:cTn id="9" dur="1" fill="hold">
                                          <p:stCondLst>
                                            <p:cond delay="0"/>
                                          </p:stCondLst>
                                        </p:cTn>
                                        <p:tgtEl>
                                          <p:spTgt spid="46"/>
                                        </p:tgtEl>
                                        <p:attrNameLst>
                                          <p:attrName>style.visibility</p:attrName>
                                        </p:attrNameLst>
                                      </p:cBhvr>
                                      <p:to>
                                        <p:strVal val="visible"/>
                                      </p:to>
                                    </p:set>
                                    <p:animEffect transition="in" filter="wipe(right)">
                                      <p:cBhvr>
                                        <p:cTn id="10" dur="300"/>
                                        <p:tgtEl>
                                          <p:spTgt spid="46"/>
                                        </p:tgtEl>
                                      </p:cBhvr>
                                    </p:animEffect>
                                  </p:childTnLst>
                                </p:cTn>
                              </p:par>
                              <p:par>
                                <p:cTn id="11" presetID="22" presetClass="entr" presetSubtype="2" fill="hold" grpId="0" nodeType="withEffect">
                                  <p:stCondLst>
                                    <p:cond delay="400"/>
                                  </p:stCondLst>
                                  <p:childTnLst>
                                    <p:set>
                                      <p:cBhvr>
                                        <p:cTn id="12" dur="1" fill="hold">
                                          <p:stCondLst>
                                            <p:cond delay="0"/>
                                          </p:stCondLst>
                                        </p:cTn>
                                        <p:tgtEl>
                                          <p:spTgt spid="47"/>
                                        </p:tgtEl>
                                        <p:attrNameLst>
                                          <p:attrName>style.visibility</p:attrName>
                                        </p:attrNameLst>
                                      </p:cBhvr>
                                      <p:to>
                                        <p:strVal val="visible"/>
                                      </p:to>
                                    </p:set>
                                    <p:animEffect transition="in" filter="wipe(right)">
                                      <p:cBhvr>
                                        <p:cTn id="13" dur="300"/>
                                        <p:tgtEl>
                                          <p:spTgt spid="47"/>
                                        </p:tgtEl>
                                      </p:cBhvr>
                                    </p:animEffect>
                                  </p:childTnLst>
                                </p:cTn>
                              </p:par>
                            </p:childTnLst>
                          </p:cTn>
                        </p:par>
                        <p:par>
                          <p:cTn id="14" fill="hold" nodeType="afterGroup">
                            <p:stCondLst>
                              <p:cond delay="700"/>
                            </p:stCondLst>
                            <p:childTnLst>
                              <p:par>
                                <p:cTn id="15" presetID="2" presetClass="entr" presetSubtype="1" fill="hold" nodeType="afterEffect">
                                  <p:stCondLst>
                                    <p:cond delay="0"/>
                                  </p:stCondLst>
                                  <p:childTnLst>
                                    <p:set>
                                      <p:cBhvr>
                                        <p:cTn id="16" dur="1" fill="hold">
                                          <p:stCondLst>
                                            <p:cond delay="0"/>
                                          </p:stCondLst>
                                        </p:cTn>
                                        <p:tgtEl>
                                          <p:spTgt spid="53"/>
                                        </p:tgtEl>
                                        <p:attrNameLst>
                                          <p:attrName>style.visibility</p:attrName>
                                        </p:attrNameLst>
                                      </p:cBhvr>
                                      <p:to>
                                        <p:strVal val="visible"/>
                                      </p:to>
                                    </p:set>
                                    <p:anim calcmode="lin" valueType="num">
                                      <p:cBhvr additive="base">
                                        <p:cTn id="17" dur="300" fill="hold"/>
                                        <p:tgtEl>
                                          <p:spTgt spid="53"/>
                                        </p:tgtEl>
                                        <p:attrNameLst>
                                          <p:attrName>ppt_x</p:attrName>
                                        </p:attrNameLst>
                                      </p:cBhvr>
                                      <p:tavLst>
                                        <p:tav tm="0">
                                          <p:val>
                                            <p:strVal val="#ppt_x"/>
                                          </p:val>
                                        </p:tav>
                                        <p:tav tm="100000">
                                          <p:val>
                                            <p:strVal val="#ppt_x"/>
                                          </p:val>
                                        </p:tav>
                                      </p:tavLst>
                                    </p:anim>
                                    <p:anim calcmode="lin" valueType="num">
                                      <p:cBhvr additive="base">
                                        <p:cTn id="18" dur="300" fill="hold"/>
                                        <p:tgtEl>
                                          <p:spTgt spid="53"/>
                                        </p:tgtEl>
                                        <p:attrNameLst>
                                          <p:attrName>ppt_y</p:attrName>
                                        </p:attrNameLst>
                                      </p:cBhvr>
                                      <p:tavLst>
                                        <p:tav tm="0">
                                          <p:val>
                                            <p:strVal val="0-#ppt_h/2"/>
                                          </p:val>
                                        </p:tav>
                                        <p:tav tm="100000">
                                          <p:val>
                                            <p:strVal val="#ppt_y"/>
                                          </p:val>
                                        </p:tav>
                                      </p:tavLst>
                                    </p:anim>
                                  </p:childTnLst>
                                </p:cTn>
                              </p:par>
                            </p:childTnLst>
                          </p:cTn>
                        </p:par>
                        <p:par>
                          <p:cTn id="19" fill="hold" nodeType="afterGroup">
                            <p:stCondLst>
                              <p:cond delay="1000"/>
                            </p:stCondLst>
                            <p:childTnLst>
                              <p:par>
                                <p:cTn id="20" presetID="56" presetClass="entr" presetSubtype="0" fill="hold" grpId="0" nodeType="afterEffect">
                                  <p:stCondLst>
                                    <p:cond delay="0"/>
                                  </p:stCondLst>
                                  <p:iterate type="lt">
                                    <p:tmPct val="10000"/>
                                  </p:iterate>
                                  <p:childTnLst>
                                    <p:set>
                                      <p:cBhvr>
                                        <p:cTn id="21" dur="1" fill="hold">
                                          <p:stCondLst>
                                            <p:cond delay="0"/>
                                          </p:stCondLst>
                                        </p:cTn>
                                        <p:tgtEl>
                                          <p:spTgt spid="54"/>
                                        </p:tgtEl>
                                        <p:attrNameLst>
                                          <p:attrName>style.visibility</p:attrName>
                                        </p:attrNameLst>
                                      </p:cBhvr>
                                      <p:to>
                                        <p:strVal val="visible"/>
                                      </p:to>
                                    </p:set>
                                    <p:anim by="(-#ppt_w*2)" calcmode="lin" valueType="num">
                                      <p:cBhvr rctx="PPT">
                                        <p:cTn id="22" dur="250" autoRev="1" fill="hold">
                                          <p:stCondLst>
                                            <p:cond delay="0"/>
                                          </p:stCondLst>
                                        </p:cTn>
                                        <p:tgtEl>
                                          <p:spTgt spid="54"/>
                                        </p:tgtEl>
                                        <p:attrNameLst>
                                          <p:attrName>ppt_w</p:attrName>
                                        </p:attrNameLst>
                                      </p:cBhvr>
                                    </p:anim>
                                    <p:anim by="(#ppt_w*0.50)" calcmode="lin" valueType="num">
                                      <p:cBhvr>
                                        <p:cTn id="23" dur="250" decel="50000" autoRev="1" fill="hold">
                                          <p:stCondLst>
                                            <p:cond delay="0"/>
                                          </p:stCondLst>
                                        </p:cTn>
                                        <p:tgtEl>
                                          <p:spTgt spid="54"/>
                                        </p:tgtEl>
                                        <p:attrNameLst>
                                          <p:attrName>ppt_x</p:attrName>
                                        </p:attrNameLst>
                                      </p:cBhvr>
                                    </p:anim>
                                    <p:anim from="(-#ppt_h/2)" to="(#ppt_y)" calcmode="lin" valueType="num">
                                      <p:cBhvr>
                                        <p:cTn id="24" dur="500" fill="hold">
                                          <p:stCondLst>
                                            <p:cond delay="0"/>
                                          </p:stCondLst>
                                        </p:cTn>
                                        <p:tgtEl>
                                          <p:spTgt spid="54"/>
                                        </p:tgtEl>
                                        <p:attrNameLst>
                                          <p:attrName>ppt_y</p:attrName>
                                        </p:attrNameLst>
                                      </p:cBhvr>
                                    </p:anim>
                                    <p:animRot by="21600000">
                                      <p:cBhvr>
                                        <p:cTn id="25" dur="500" fill="hold">
                                          <p:stCondLst>
                                            <p:cond delay="0"/>
                                          </p:stCondLst>
                                        </p:cTn>
                                        <p:tgtEl>
                                          <p:spTgt spid="54"/>
                                        </p:tgtEl>
                                        <p:attrNameLst>
                                          <p:attrName>r</p:attrName>
                                        </p:attrNameLst>
                                      </p:cBhvr>
                                    </p:animRot>
                                  </p:childTnLst>
                                </p:cTn>
                              </p:par>
                            </p:childTnLst>
                          </p:cTn>
                        </p:par>
                        <p:par>
                          <p:cTn id="26" fill="hold" nodeType="afterGroup">
                            <p:stCondLst>
                              <p:cond delay="1850"/>
                            </p:stCondLst>
                            <p:childTnLst>
                              <p:par>
                                <p:cTn id="27" presetID="22" presetClass="entr" presetSubtype="4" fill="hold" nodeType="afterEffect">
                                  <p:stCondLst>
                                    <p:cond delay="0"/>
                                  </p:stCondLst>
                                  <p:childTnLst>
                                    <p:set>
                                      <p:cBhvr>
                                        <p:cTn id="28" dur="1" fill="hold">
                                          <p:stCondLst>
                                            <p:cond delay="0"/>
                                          </p:stCondLst>
                                        </p:cTn>
                                        <p:tgtEl>
                                          <p:spTgt spid="56"/>
                                        </p:tgtEl>
                                        <p:attrNameLst>
                                          <p:attrName>style.visibility</p:attrName>
                                        </p:attrNameLst>
                                      </p:cBhvr>
                                      <p:to>
                                        <p:strVal val="visible"/>
                                      </p:to>
                                    </p:set>
                                    <p:animEffect transition="in" filter="wipe(down)">
                                      <p:cBhvr>
                                        <p:cTn id="29" dur="500"/>
                                        <p:tgtEl>
                                          <p:spTgt spid="56"/>
                                        </p:tgtEl>
                                      </p:cBhvr>
                                    </p:animEffect>
                                  </p:childTnLst>
                                </p:cTn>
                              </p:par>
                              <p:par>
                                <p:cTn id="30" presetID="22" presetClass="entr" presetSubtype="8" fill="hold" nodeType="withEffect">
                                  <p:stCondLst>
                                    <p:cond delay="0"/>
                                  </p:stCondLst>
                                  <p:childTnLst>
                                    <p:set>
                                      <p:cBhvr>
                                        <p:cTn id="31" dur="1" fill="hold">
                                          <p:stCondLst>
                                            <p:cond delay="0"/>
                                          </p:stCondLst>
                                        </p:cTn>
                                        <p:tgtEl>
                                          <p:spTgt spid="55"/>
                                        </p:tgtEl>
                                        <p:attrNameLst>
                                          <p:attrName>style.visibility</p:attrName>
                                        </p:attrNameLst>
                                      </p:cBhvr>
                                      <p:to>
                                        <p:strVal val="visible"/>
                                      </p:to>
                                    </p:set>
                                    <p:animEffect transition="in" filter="wipe(left)">
                                      <p:cBhvr>
                                        <p:cTn id="32" dur="500"/>
                                        <p:tgtEl>
                                          <p:spTgt spid="55"/>
                                        </p:tgtEl>
                                      </p:cBhvr>
                                    </p:animEffect>
                                  </p:childTnLst>
                                </p:cTn>
                              </p:par>
                            </p:childTnLst>
                          </p:cTn>
                        </p:par>
                        <p:par>
                          <p:cTn id="33" fill="hold" nodeType="afterGroup">
                            <p:stCondLst>
                              <p:cond delay="2350"/>
                            </p:stCondLst>
                            <p:childTnLst>
                              <p:par>
                                <p:cTn id="34" presetID="22" presetClass="entr" presetSubtype="8" fill="hold" nodeType="afterEffect">
                                  <p:stCondLst>
                                    <p:cond delay="0"/>
                                  </p:stCondLst>
                                  <p:childTnLst>
                                    <p:set>
                                      <p:cBhvr>
                                        <p:cTn id="35" dur="1" fill="hold">
                                          <p:stCondLst>
                                            <p:cond delay="0"/>
                                          </p:stCondLst>
                                        </p:cTn>
                                        <p:tgtEl>
                                          <p:spTgt spid="48"/>
                                        </p:tgtEl>
                                        <p:attrNameLst>
                                          <p:attrName>style.visibility</p:attrName>
                                        </p:attrNameLst>
                                      </p:cBhvr>
                                      <p:to>
                                        <p:strVal val="visible"/>
                                      </p:to>
                                    </p:set>
                                    <p:animEffect transition="in" filter="wipe(left)">
                                      <p:cBhvr>
                                        <p:cTn id="36" dur="500"/>
                                        <p:tgtEl>
                                          <p:spTgt spid="48"/>
                                        </p:tgtEl>
                                      </p:cBhvr>
                                    </p:animEffect>
                                  </p:childTnLst>
                                </p:cTn>
                              </p:par>
                              <p:par>
                                <p:cTn id="37" presetID="22" presetClass="entr" presetSubtype="8" fill="hold" nodeType="withEffect">
                                  <p:stCondLst>
                                    <p:cond delay="0"/>
                                  </p:stCondLst>
                                  <p:childTnLst>
                                    <p:set>
                                      <p:cBhvr>
                                        <p:cTn id="38" dur="1" fill="hold">
                                          <p:stCondLst>
                                            <p:cond delay="0"/>
                                          </p:stCondLst>
                                        </p:cTn>
                                        <p:tgtEl>
                                          <p:spTgt spid="45"/>
                                        </p:tgtEl>
                                        <p:attrNameLst>
                                          <p:attrName>style.visibility</p:attrName>
                                        </p:attrNameLst>
                                      </p:cBhvr>
                                      <p:to>
                                        <p:strVal val="visible"/>
                                      </p:to>
                                    </p:set>
                                    <p:animEffect transition="in" filter="wipe(left)">
                                      <p:cBhvr>
                                        <p:cTn id="39" dur="500"/>
                                        <p:tgtEl>
                                          <p:spTgt spid="45"/>
                                        </p:tgtEl>
                                      </p:cBhvr>
                                    </p:animEffect>
                                  </p:childTnLst>
                                </p:cTn>
                              </p:par>
                              <p:par>
                                <p:cTn id="40" presetID="22" presetClass="entr" presetSubtype="8" fill="hold" nodeType="withEffect">
                                  <p:stCondLst>
                                    <p:cond delay="0"/>
                                  </p:stCondLst>
                                  <p:childTnLst>
                                    <p:set>
                                      <p:cBhvr>
                                        <p:cTn id="41" dur="1" fill="hold">
                                          <p:stCondLst>
                                            <p:cond delay="0"/>
                                          </p:stCondLst>
                                        </p:cTn>
                                        <p:tgtEl>
                                          <p:spTgt spid="44"/>
                                        </p:tgtEl>
                                        <p:attrNameLst>
                                          <p:attrName>style.visibility</p:attrName>
                                        </p:attrNameLst>
                                      </p:cBhvr>
                                      <p:to>
                                        <p:strVal val="visible"/>
                                      </p:to>
                                    </p:set>
                                    <p:animEffect transition="in" filter="wipe(left)">
                                      <p:cBhvr>
                                        <p:cTn id="42" dur="500"/>
                                        <p:tgtEl>
                                          <p:spTgt spid="44"/>
                                        </p:tgtEl>
                                      </p:cBhvr>
                                    </p:animEffect>
                                  </p:childTnLst>
                                </p:cTn>
                              </p:par>
                              <p:par>
                                <p:cTn id="43" presetID="22" presetClass="entr" presetSubtype="8" fill="hold" nodeType="withEffect">
                                  <p:stCondLst>
                                    <p:cond delay="0"/>
                                  </p:stCondLst>
                                  <p:childTnLst>
                                    <p:set>
                                      <p:cBhvr>
                                        <p:cTn id="44" dur="1" fill="hold">
                                          <p:stCondLst>
                                            <p:cond delay="0"/>
                                          </p:stCondLst>
                                        </p:cTn>
                                        <p:tgtEl>
                                          <p:spTgt spid="40"/>
                                        </p:tgtEl>
                                        <p:attrNameLst>
                                          <p:attrName>style.visibility</p:attrName>
                                        </p:attrNameLst>
                                      </p:cBhvr>
                                      <p:to>
                                        <p:strVal val="visible"/>
                                      </p:to>
                                    </p:set>
                                    <p:animEffect transition="in" filter="wipe(left)">
                                      <p:cBhvr>
                                        <p:cTn id="45" dur="500"/>
                                        <p:tgtEl>
                                          <p:spTgt spid="40"/>
                                        </p:tgtEl>
                                      </p:cBhvr>
                                    </p:animEffect>
                                  </p:childTnLst>
                                </p:cTn>
                              </p:par>
                            </p:childTnLst>
                          </p:cTn>
                        </p:par>
                        <p:par>
                          <p:cTn id="46" fill="hold" nodeType="afterGroup">
                            <p:stCondLst>
                              <p:cond delay="2850"/>
                            </p:stCondLst>
                            <p:childTnLst>
                              <p:par>
                                <p:cTn id="47" presetID="1" presetClass="entr" presetSubtype="0" fill="hold" grpId="0" nodeType="afterEffect">
                                  <p:stCondLst>
                                    <p:cond delay="0"/>
                                  </p:stCondLst>
                                  <p:childTnLst>
                                    <p:set>
                                      <p:cBhvr>
                                        <p:cTn id="48" dur="1" fill="hold">
                                          <p:stCondLst>
                                            <p:cond delay="0"/>
                                          </p:stCondLst>
                                        </p:cTn>
                                        <p:tgtEl>
                                          <p:spTgt spid="57"/>
                                        </p:tgtEl>
                                        <p:attrNameLst>
                                          <p:attrName>style.visibility</p:attrName>
                                        </p:attrNameLst>
                                      </p:cBhvr>
                                      <p:to>
                                        <p:strVal val="visible"/>
                                      </p:to>
                                    </p:set>
                                  </p:childTnLst>
                                </p:cTn>
                              </p:par>
                              <p:par>
                                <p:cTn id="49" presetID="64" presetClass="path" presetSubtype="0" accel="50000" fill="hold" grpId="1" nodeType="withEffect">
                                  <p:stCondLst>
                                    <p:cond delay="0"/>
                                  </p:stCondLst>
                                  <p:childTnLst>
                                    <p:animMotion origin="layout" path="M 0.02472 0.10393 L -1.27098E-6 2.22222E-6 " pathEditMode="relative" rAng="0" ptsTypes="AA">
                                      <p:cBhvr>
                                        <p:cTn id="50" dur="500" fill="hold"/>
                                        <p:tgtEl>
                                          <p:spTgt spid="57"/>
                                        </p:tgtEl>
                                        <p:attrNameLst>
                                          <p:attrName>ppt_x</p:attrName>
                                          <p:attrName>ppt_y</p:attrName>
                                        </p:attrNameLst>
                                      </p:cBhvr>
                                      <p:rCtr x="-1236" y="-5208"/>
                                    </p:animMotion>
                                  </p:childTnLst>
                                </p:cTn>
                              </p:par>
                              <p:par>
                                <p:cTn id="51" presetID="1" presetClass="entr" presetSubtype="0" fill="hold" grpId="0" nodeType="withEffect">
                                  <p:stCondLst>
                                    <p:cond delay="0"/>
                                  </p:stCondLst>
                                  <p:childTnLst>
                                    <p:set>
                                      <p:cBhvr>
                                        <p:cTn id="52" dur="1" fill="hold">
                                          <p:stCondLst>
                                            <p:cond delay="0"/>
                                          </p:stCondLst>
                                        </p:cTn>
                                        <p:tgtEl>
                                          <p:spTgt spid="58"/>
                                        </p:tgtEl>
                                        <p:attrNameLst>
                                          <p:attrName>style.visibility</p:attrName>
                                        </p:attrNameLst>
                                      </p:cBhvr>
                                      <p:to>
                                        <p:strVal val="visible"/>
                                      </p:to>
                                    </p:set>
                                  </p:childTnLst>
                                </p:cTn>
                              </p:par>
                              <p:par>
                                <p:cTn id="53" presetID="64" presetClass="path" presetSubtype="0" accel="50000" fill="hold" grpId="1" nodeType="withEffect">
                                  <p:stCondLst>
                                    <p:cond delay="0"/>
                                  </p:stCondLst>
                                  <p:childTnLst>
                                    <p:animMotion origin="layout" path="M 0.02472 0.10393 L -1.27098E-6 2.22222E-6 " pathEditMode="relative" rAng="0" ptsTypes="AA">
                                      <p:cBhvr>
                                        <p:cTn id="54" dur="500" fill="hold"/>
                                        <p:tgtEl>
                                          <p:spTgt spid="58"/>
                                        </p:tgtEl>
                                        <p:attrNameLst>
                                          <p:attrName>ppt_x</p:attrName>
                                          <p:attrName>ppt_y</p:attrName>
                                        </p:attrNameLst>
                                      </p:cBhvr>
                                      <p:rCtr x="-1236" y="-5208"/>
                                    </p:animMotion>
                                  </p:childTnLst>
                                </p:cTn>
                              </p:par>
                              <p:par>
                                <p:cTn id="55" presetID="1" presetClass="entr" presetSubtype="0" fill="hold" grpId="0" nodeType="withEffect">
                                  <p:stCondLst>
                                    <p:cond delay="0"/>
                                  </p:stCondLst>
                                  <p:childTnLst>
                                    <p:set>
                                      <p:cBhvr>
                                        <p:cTn id="56" dur="1" fill="hold">
                                          <p:stCondLst>
                                            <p:cond delay="0"/>
                                          </p:stCondLst>
                                        </p:cTn>
                                        <p:tgtEl>
                                          <p:spTgt spid="59"/>
                                        </p:tgtEl>
                                        <p:attrNameLst>
                                          <p:attrName>style.visibility</p:attrName>
                                        </p:attrNameLst>
                                      </p:cBhvr>
                                      <p:to>
                                        <p:strVal val="visible"/>
                                      </p:to>
                                    </p:set>
                                  </p:childTnLst>
                                </p:cTn>
                              </p:par>
                              <p:par>
                                <p:cTn id="57" presetID="64" presetClass="path" presetSubtype="0" accel="50000" fill="hold" grpId="1" nodeType="withEffect">
                                  <p:stCondLst>
                                    <p:cond delay="0"/>
                                  </p:stCondLst>
                                  <p:childTnLst>
                                    <p:animMotion origin="layout" path="M 0.02472 0.10393 L -1.27098E-6 2.22222E-6 " pathEditMode="relative" rAng="0" ptsTypes="AA">
                                      <p:cBhvr>
                                        <p:cTn id="58" dur="500" fill="hold"/>
                                        <p:tgtEl>
                                          <p:spTgt spid="59"/>
                                        </p:tgtEl>
                                        <p:attrNameLst>
                                          <p:attrName>ppt_x</p:attrName>
                                          <p:attrName>ppt_y</p:attrName>
                                        </p:attrNameLst>
                                      </p:cBhvr>
                                      <p:rCtr x="-1236" y="-5208"/>
                                    </p:animMotion>
                                  </p:childTnLst>
                                </p:cTn>
                              </p:par>
                              <p:par>
                                <p:cTn id="59" presetID="1" presetClass="entr" presetSubtype="0" fill="hold" grpId="0" nodeType="withEffect">
                                  <p:stCondLst>
                                    <p:cond delay="0"/>
                                  </p:stCondLst>
                                  <p:childTnLst>
                                    <p:set>
                                      <p:cBhvr>
                                        <p:cTn id="60" dur="1" fill="hold">
                                          <p:stCondLst>
                                            <p:cond delay="0"/>
                                          </p:stCondLst>
                                        </p:cTn>
                                        <p:tgtEl>
                                          <p:spTgt spid="60"/>
                                        </p:tgtEl>
                                        <p:attrNameLst>
                                          <p:attrName>style.visibility</p:attrName>
                                        </p:attrNameLst>
                                      </p:cBhvr>
                                      <p:to>
                                        <p:strVal val="visible"/>
                                      </p:to>
                                    </p:set>
                                  </p:childTnLst>
                                </p:cTn>
                              </p:par>
                              <p:par>
                                <p:cTn id="61" presetID="64" presetClass="path" presetSubtype="0" accel="50000" fill="hold" grpId="1" nodeType="withEffect">
                                  <p:stCondLst>
                                    <p:cond delay="0"/>
                                  </p:stCondLst>
                                  <p:childTnLst>
                                    <p:animMotion origin="layout" path="M 0.02472 0.10393 L -1.27098E-6 2.22222E-6 " pathEditMode="relative" rAng="0" ptsTypes="AA">
                                      <p:cBhvr>
                                        <p:cTn id="62" dur="500" fill="hold"/>
                                        <p:tgtEl>
                                          <p:spTgt spid="60"/>
                                        </p:tgtEl>
                                        <p:attrNameLst>
                                          <p:attrName>ppt_x</p:attrName>
                                          <p:attrName>ppt_y</p:attrName>
                                        </p:attrNameLst>
                                      </p:cBhvr>
                                      <p:rCtr x="-1236" y="-5208"/>
                                    </p:animMotion>
                                  </p:childTnLst>
                                </p:cTn>
                              </p:par>
                            </p:childTnLst>
                          </p:cTn>
                        </p:par>
                        <p:par>
                          <p:cTn id="63" fill="hold" nodeType="afterGroup">
                            <p:stCondLst>
                              <p:cond delay="3350"/>
                            </p:stCondLst>
                            <p:childTnLst>
                              <p:par>
                                <p:cTn id="64" presetID="42" presetClass="entr" presetSubtype="0" fill="hold" grpId="0" nodeType="afterEffect">
                                  <p:stCondLst>
                                    <p:cond delay="0"/>
                                  </p:stCondLst>
                                  <p:childTnLst>
                                    <p:set>
                                      <p:cBhvr>
                                        <p:cTn id="65" dur="1" fill="hold">
                                          <p:stCondLst>
                                            <p:cond delay="0"/>
                                          </p:stCondLst>
                                        </p:cTn>
                                        <p:tgtEl>
                                          <p:spTgt spid="73"/>
                                        </p:tgtEl>
                                        <p:attrNameLst>
                                          <p:attrName>style.visibility</p:attrName>
                                        </p:attrNameLst>
                                      </p:cBhvr>
                                      <p:to>
                                        <p:strVal val="visible"/>
                                      </p:to>
                                    </p:set>
                                    <p:animEffect transition="in" filter="fade">
                                      <p:cBhvr>
                                        <p:cTn id="66" dur="300"/>
                                        <p:tgtEl>
                                          <p:spTgt spid="73"/>
                                        </p:tgtEl>
                                      </p:cBhvr>
                                    </p:animEffect>
                                    <p:anim calcmode="lin" valueType="num">
                                      <p:cBhvr>
                                        <p:cTn id="67" dur="300" fill="hold"/>
                                        <p:tgtEl>
                                          <p:spTgt spid="73"/>
                                        </p:tgtEl>
                                        <p:attrNameLst>
                                          <p:attrName>ppt_x</p:attrName>
                                        </p:attrNameLst>
                                      </p:cBhvr>
                                      <p:tavLst>
                                        <p:tav tm="0">
                                          <p:val>
                                            <p:strVal val="#ppt_x"/>
                                          </p:val>
                                        </p:tav>
                                        <p:tav tm="100000">
                                          <p:val>
                                            <p:strVal val="#ppt_x"/>
                                          </p:val>
                                        </p:tav>
                                      </p:tavLst>
                                    </p:anim>
                                    <p:anim calcmode="lin" valueType="num">
                                      <p:cBhvr>
                                        <p:cTn id="68" dur="300" fill="hold"/>
                                        <p:tgtEl>
                                          <p:spTgt spid="73"/>
                                        </p:tgtEl>
                                        <p:attrNameLst>
                                          <p:attrName>ppt_y</p:attrName>
                                        </p:attrNameLst>
                                      </p:cBhvr>
                                      <p:tavLst>
                                        <p:tav tm="0">
                                          <p:val>
                                            <p:strVal val="#ppt_y+.1"/>
                                          </p:val>
                                        </p:tav>
                                        <p:tav tm="100000">
                                          <p:val>
                                            <p:strVal val="#ppt_y"/>
                                          </p:val>
                                        </p:tav>
                                      </p:tavLst>
                                    </p:anim>
                                  </p:childTnLst>
                                </p:cTn>
                              </p:par>
                              <p:par>
                                <p:cTn id="69" presetID="42" presetClass="entr" presetSubtype="0" fill="hold" grpId="0" nodeType="withEffect">
                                  <p:stCondLst>
                                    <p:cond delay="0"/>
                                  </p:stCondLst>
                                  <p:childTnLst>
                                    <p:set>
                                      <p:cBhvr>
                                        <p:cTn id="70" dur="1" fill="hold">
                                          <p:stCondLst>
                                            <p:cond delay="0"/>
                                          </p:stCondLst>
                                        </p:cTn>
                                        <p:tgtEl>
                                          <p:spTgt spid="74"/>
                                        </p:tgtEl>
                                        <p:attrNameLst>
                                          <p:attrName>style.visibility</p:attrName>
                                        </p:attrNameLst>
                                      </p:cBhvr>
                                      <p:to>
                                        <p:strVal val="visible"/>
                                      </p:to>
                                    </p:set>
                                    <p:animEffect transition="in" filter="fade">
                                      <p:cBhvr>
                                        <p:cTn id="71" dur="300"/>
                                        <p:tgtEl>
                                          <p:spTgt spid="74"/>
                                        </p:tgtEl>
                                      </p:cBhvr>
                                    </p:animEffect>
                                    <p:anim calcmode="lin" valueType="num">
                                      <p:cBhvr>
                                        <p:cTn id="72" dur="300" fill="hold"/>
                                        <p:tgtEl>
                                          <p:spTgt spid="74"/>
                                        </p:tgtEl>
                                        <p:attrNameLst>
                                          <p:attrName>ppt_x</p:attrName>
                                        </p:attrNameLst>
                                      </p:cBhvr>
                                      <p:tavLst>
                                        <p:tav tm="0">
                                          <p:val>
                                            <p:strVal val="#ppt_x"/>
                                          </p:val>
                                        </p:tav>
                                        <p:tav tm="100000">
                                          <p:val>
                                            <p:strVal val="#ppt_x"/>
                                          </p:val>
                                        </p:tav>
                                      </p:tavLst>
                                    </p:anim>
                                    <p:anim calcmode="lin" valueType="num">
                                      <p:cBhvr>
                                        <p:cTn id="73" dur="300" fill="hold"/>
                                        <p:tgtEl>
                                          <p:spTgt spid="74"/>
                                        </p:tgtEl>
                                        <p:attrNameLst>
                                          <p:attrName>ppt_y</p:attrName>
                                        </p:attrNameLst>
                                      </p:cBhvr>
                                      <p:tavLst>
                                        <p:tav tm="0">
                                          <p:val>
                                            <p:strVal val="#ppt_y+.1"/>
                                          </p:val>
                                        </p:tav>
                                        <p:tav tm="100000">
                                          <p:val>
                                            <p:strVal val="#ppt_y"/>
                                          </p:val>
                                        </p:tav>
                                      </p:tavLst>
                                    </p:anim>
                                  </p:childTnLst>
                                </p:cTn>
                              </p:par>
                              <p:par>
                                <p:cTn id="74" presetID="42" presetClass="entr" presetSubtype="0" fill="hold" grpId="0" nodeType="withEffect">
                                  <p:stCondLst>
                                    <p:cond delay="0"/>
                                  </p:stCondLst>
                                  <p:childTnLst>
                                    <p:set>
                                      <p:cBhvr>
                                        <p:cTn id="75" dur="1" fill="hold">
                                          <p:stCondLst>
                                            <p:cond delay="0"/>
                                          </p:stCondLst>
                                        </p:cTn>
                                        <p:tgtEl>
                                          <p:spTgt spid="75"/>
                                        </p:tgtEl>
                                        <p:attrNameLst>
                                          <p:attrName>style.visibility</p:attrName>
                                        </p:attrNameLst>
                                      </p:cBhvr>
                                      <p:to>
                                        <p:strVal val="visible"/>
                                      </p:to>
                                    </p:set>
                                    <p:animEffect transition="in" filter="fade">
                                      <p:cBhvr>
                                        <p:cTn id="76" dur="300"/>
                                        <p:tgtEl>
                                          <p:spTgt spid="75"/>
                                        </p:tgtEl>
                                      </p:cBhvr>
                                    </p:animEffect>
                                    <p:anim calcmode="lin" valueType="num">
                                      <p:cBhvr>
                                        <p:cTn id="77" dur="300" fill="hold"/>
                                        <p:tgtEl>
                                          <p:spTgt spid="75"/>
                                        </p:tgtEl>
                                        <p:attrNameLst>
                                          <p:attrName>ppt_x</p:attrName>
                                        </p:attrNameLst>
                                      </p:cBhvr>
                                      <p:tavLst>
                                        <p:tav tm="0">
                                          <p:val>
                                            <p:strVal val="#ppt_x"/>
                                          </p:val>
                                        </p:tav>
                                        <p:tav tm="100000">
                                          <p:val>
                                            <p:strVal val="#ppt_x"/>
                                          </p:val>
                                        </p:tav>
                                      </p:tavLst>
                                    </p:anim>
                                    <p:anim calcmode="lin" valueType="num">
                                      <p:cBhvr>
                                        <p:cTn id="78" dur="300" fill="hold"/>
                                        <p:tgtEl>
                                          <p:spTgt spid="75"/>
                                        </p:tgtEl>
                                        <p:attrNameLst>
                                          <p:attrName>ppt_y</p:attrName>
                                        </p:attrNameLst>
                                      </p:cBhvr>
                                      <p:tavLst>
                                        <p:tav tm="0">
                                          <p:val>
                                            <p:strVal val="#ppt_y+.1"/>
                                          </p:val>
                                        </p:tav>
                                        <p:tav tm="100000">
                                          <p:val>
                                            <p:strVal val="#ppt_y"/>
                                          </p:val>
                                        </p:tav>
                                      </p:tavLst>
                                    </p:anim>
                                  </p:childTnLst>
                                </p:cTn>
                              </p:par>
                              <p:par>
                                <p:cTn id="79" presetID="42" presetClass="entr" presetSubtype="0" fill="hold" grpId="0" nodeType="withEffect">
                                  <p:stCondLst>
                                    <p:cond delay="0"/>
                                  </p:stCondLst>
                                  <p:childTnLst>
                                    <p:set>
                                      <p:cBhvr>
                                        <p:cTn id="80" dur="1" fill="hold">
                                          <p:stCondLst>
                                            <p:cond delay="0"/>
                                          </p:stCondLst>
                                        </p:cTn>
                                        <p:tgtEl>
                                          <p:spTgt spid="76"/>
                                        </p:tgtEl>
                                        <p:attrNameLst>
                                          <p:attrName>style.visibility</p:attrName>
                                        </p:attrNameLst>
                                      </p:cBhvr>
                                      <p:to>
                                        <p:strVal val="visible"/>
                                      </p:to>
                                    </p:set>
                                    <p:animEffect transition="in" filter="fade">
                                      <p:cBhvr>
                                        <p:cTn id="81" dur="300"/>
                                        <p:tgtEl>
                                          <p:spTgt spid="76"/>
                                        </p:tgtEl>
                                      </p:cBhvr>
                                    </p:animEffect>
                                    <p:anim calcmode="lin" valueType="num">
                                      <p:cBhvr>
                                        <p:cTn id="82" dur="300" fill="hold"/>
                                        <p:tgtEl>
                                          <p:spTgt spid="76"/>
                                        </p:tgtEl>
                                        <p:attrNameLst>
                                          <p:attrName>ppt_x</p:attrName>
                                        </p:attrNameLst>
                                      </p:cBhvr>
                                      <p:tavLst>
                                        <p:tav tm="0">
                                          <p:val>
                                            <p:strVal val="#ppt_x"/>
                                          </p:val>
                                        </p:tav>
                                        <p:tav tm="100000">
                                          <p:val>
                                            <p:strVal val="#ppt_x"/>
                                          </p:val>
                                        </p:tav>
                                      </p:tavLst>
                                    </p:anim>
                                    <p:anim calcmode="lin" valueType="num">
                                      <p:cBhvr>
                                        <p:cTn id="83" dur="300" fill="hold"/>
                                        <p:tgtEl>
                                          <p:spTgt spid="76"/>
                                        </p:tgtEl>
                                        <p:attrNameLst>
                                          <p:attrName>ppt_y</p:attrName>
                                        </p:attrNameLst>
                                      </p:cBhvr>
                                      <p:tavLst>
                                        <p:tav tm="0">
                                          <p:val>
                                            <p:strVal val="#ppt_y+.1"/>
                                          </p:val>
                                        </p:tav>
                                        <p:tav tm="100000">
                                          <p:val>
                                            <p:strVal val="#ppt_y"/>
                                          </p:val>
                                        </p:tav>
                                      </p:tavLst>
                                    </p:anim>
                                  </p:childTnLst>
                                </p:cTn>
                              </p:par>
                            </p:childTnLst>
                          </p:cTn>
                        </p:par>
                        <p:par>
                          <p:cTn id="84" fill="hold" nodeType="afterGroup">
                            <p:stCondLst>
                              <p:cond delay="3650"/>
                            </p:stCondLst>
                            <p:childTnLst>
                              <p:par>
                                <p:cTn id="85" presetID="22" presetClass="entr" presetSubtype="4" fill="hold" grpId="0" nodeType="afterEffect">
                                  <p:stCondLst>
                                    <p:cond delay="0"/>
                                  </p:stCondLst>
                                  <p:childTnLst>
                                    <p:set>
                                      <p:cBhvr>
                                        <p:cTn id="86" dur="1" fill="hold">
                                          <p:stCondLst>
                                            <p:cond delay="0"/>
                                          </p:stCondLst>
                                        </p:cTn>
                                        <p:tgtEl>
                                          <p:spTgt spid="49"/>
                                        </p:tgtEl>
                                        <p:attrNameLst>
                                          <p:attrName>style.visibility</p:attrName>
                                        </p:attrNameLst>
                                      </p:cBhvr>
                                      <p:to>
                                        <p:strVal val="visible"/>
                                      </p:to>
                                    </p:set>
                                    <p:animEffect transition="in" filter="wipe(down)">
                                      <p:cBhvr>
                                        <p:cTn id="87" dur="500"/>
                                        <p:tgtEl>
                                          <p:spTgt spid="49"/>
                                        </p:tgtEl>
                                      </p:cBhvr>
                                    </p:animEffect>
                                  </p:childTnLst>
                                </p:cTn>
                              </p:par>
                              <p:par>
                                <p:cTn id="88" presetID="22" presetClass="entr" presetSubtype="4" fill="hold" grpId="0" nodeType="withEffect">
                                  <p:stCondLst>
                                    <p:cond delay="0"/>
                                  </p:stCondLst>
                                  <p:childTnLst>
                                    <p:set>
                                      <p:cBhvr>
                                        <p:cTn id="89" dur="1" fill="hold">
                                          <p:stCondLst>
                                            <p:cond delay="0"/>
                                          </p:stCondLst>
                                        </p:cTn>
                                        <p:tgtEl>
                                          <p:spTgt spid="50"/>
                                        </p:tgtEl>
                                        <p:attrNameLst>
                                          <p:attrName>style.visibility</p:attrName>
                                        </p:attrNameLst>
                                      </p:cBhvr>
                                      <p:to>
                                        <p:strVal val="visible"/>
                                      </p:to>
                                    </p:set>
                                    <p:animEffect transition="in" filter="wipe(down)">
                                      <p:cBhvr>
                                        <p:cTn id="90" dur="500"/>
                                        <p:tgtEl>
                                          <p:spTgt spid="50"/>
                                        </p:tgtEl>
                                      </p:cBhvr>
                                    </p:animEffect>
                                  </p:childTnLst>
                                </p:cTn>
                              </p:par>
                              <p:par>
                                <p:cTn id="91" presetID="22" presetClass="entr" presetSubtype="4" fill="hold" grpId="0" nodeType="withEffect">
                                  <p:stCondLst>
                                    <p:cond delay="0"/>
                                  </p:stCondLst>
                                  <p:childTnLst>
                                    <p:set>
                                      <p:cBhvr>
                                        <p:cTn id="92" dur="1" fill="hold">
                                          <p:stCondLst>
                                            <p:cond delay="0"/>
                                          </p:stCondLst>
                                        </p:cTn>
                                        <p:tgtEl>
                                          <p:spTgt spid="51"/>
                                        </p:tgtEl>
                                        <p:attrNameLst>
                                          <p:attrName>style.visibility</p:attrName>
                                        </p:attrNameLst>
                                      </p:cBhvr>
                                      <p:to>
                                        <p:strVal val="visible"/>
                                      </p:to>
                                    </p:set>
                                    <p:animEffect transition="in" filter="wipe(down)">
                                      <p:cBhvr>
                                        <p:cTn id="93" dur="500"/>
                                        <p:tgtEl>
                                          <p:spTgt spid="51"/>
                                        </p:tgtEl>
                                      </p:cBhvr>
                                    </p:animEffect>
                                  </p:childTnLst>
                                </p:cTn>
                              </p:par>
                              <p:par>
                                <p:cTn id="94" presetID="22" presetClass="entr" presetSubtype="4" fill="hold" grpId="0" nodeType="withEffect">
                                  <p:stCondLst>
                                    <p:cond delay="0"/>
                                  </p:stCondLst>
                                  <p:childTnLst>
                                    <p:set>
                                      <p:cBhvr>
                                        <p:cTn id="95" dur="1" fill="hold">
                                          <p:stCondLst>
                                            <p:cond delay="0"/>
                                          </p:stCondLst>
                                        </p:cTn>
                                        <p:tgtEl>
                                          <p:spTgt spid="52"/>
                                        </p:tgtEl>
                                        <p:attrNameLst>
                                          <p:attrName>style.visibility</p:attrName>
                                        </p:attrNameLst>
                                      </p:cBhvr>
                                      <p:to>
                                        <p:strVal val="visible"/>
                                      </p:to>
                                    </p:set>
                                    <p:animEffect transition="in" filter="wipe(down)">
                                      <p:cBhvr>
                                        <p:cTn id="96" dur="500"/>
                                        <p:tgtEl>
                                          <p:spTgt spid="52"/>
                                        </p:tgtEl>
                                      </p:cBhvr>
                                    </p:animEffect>
                                  </p:childTnLst>
                                </p:cTn>
                              </p:par>
                            </p:childTnLst>
                          </p:cTn>
                        </p:par>
                        <p:par>
                          <p:cTn id="97" fill="hold" nodeType="afterGroup">
                            <p:stCondLst>
                              <p:cond delay="4150"/>
                            </p:stCondLst>
                            <p:childTnLst>
                              <p:par>
                                <p:cTn id="98" presetID="22" presetClass="entr" presetSubtype="4" fill="hold" grpId="0" nodeType="afterEffect">
                                  <p:stCondLst>
                                    <p:cond delay="0"/>
                                  </p:stCondLst>
                                  <p:childTnLst>
                                    <p:set>
                                      <p:cBhvr>
                                        <p:cTn id="99" dur="1" fill="hold">
                                          <p:stCondLst>
                                            <p:cond delay="0"/>
                                          </p:stCondLst>
                                        </p:cTn>
                                        <p:tgtEl>
                                          <p:spTgt spid="61"/>
                                        </p:tgtEl>
                                        <p:attrNameLst>
                                          <p:attrName>style.visibility</p:attrName>
                                        </p:attrNameLst>
                                      </p:cBhvr>
                                      <p:to>
                                        <p:strVal val="visible"/>
                                      </p:to>
                                    </p:set>
                                    <p:animEffect transition="in" filter="wipe(down)">
                                      <p:cBhvr>
                                        <p:cTn id="100" dur="500"/>
                                        <p:tgtEl>
                                          <p:spTgt spid="61"/>
                                        </p:tgtEl>
                                      </p:cBhvr>
                                    </p:animEffect>
                                  </p:childTnLst>
                                </p:cTn>
                              </p:par>
                              <p:par>
                                <p:cTn id="101" presetID="22" presetClass="entr" presetSubtype="4" fill="hold" grpId="0" nodeType="withEffect">
                                  <p:stCondLst>
                                    <p:cond delay="0"/>
                                  </p:stCondLst>
                                  <p:childTnLst>
                                    <p:set>
                                      <p:cBhvr>
                                        <p:cTn id="102" dur="1" fill="hold">
                                          <p:stCondLst>
                                            <p:cond delay="0"/>
                                          </p:stCondLst>
                                        </p:cTn>
                                        <p:tgtEl>
                                          <p:spTgt spid="62"/>
                                        </p:tgtEl>
                                        <p:attrNameLst>
                                          <p:attrName>style.visibility</p:attrName>
                                        </p:attrNameLst>
                                      </p:cBhvr>
                                      <p:to>
                                        <p:strVal val="visible"/>
                                      </p:to>
                                    </p:set>
                                    <p:animEffect transition="in" filter="wipe(down)">
                                      <p:cBhvr>
                                        <p:cTn id="103" dur="500"/>
                                        <p:tgtEl>
                                          <p:spTgt spid="62"/>
                                        </p:tgtEl>
                                      </p:cBhvr>
                                    </p:animEffect>
                                  </p:childTnLst>
                                </p:cTn>
                              </p:par>
                              <p:par>
                                <p:cTn id="104" presetID="22" presetClass="entr" presetSubtype="4" fill="hold" grpId="0" nodeType="withEffect">
                                  <p:stCondLst>
                                    <p:cond delay="0"/>
                                  </p:stCondLst>
                                  <p:childTnLst>
                                    <p:set>
                                      <p:cBhvr>
                                        <p:cTn id="105" dur="1" fill="hold">
                                          <p:stCondLst>
                                            <p:cond delay="0"/>
                                          </p:stCondLst>
                                        </p:cTn>
                                        <p:tgtEl>
                                          <p:spTgt spid="63"/>
                                        </p:tgtEl>
                                        <p:attrNameLst>
                                          <p:attrName>style.visibility</p:attrName>
                                        </p:attrNameLst>
                                      </p:cBhvr>
                                      <p:to>
                                        <p:strVal val="visible"/>
                                      </p:to>
                                    </p:set>
                                    <p:animEffect transition="in" filter="wipe(down)">
                                      <p:cBhvr>
                                        <p:cTn id="106" dur="500"/>
                                        <p:tgtEl>
                                          <p:spTgt spid="63"/>
                                        </p:tgtEl>
                                      </p:cBhvr>
                                    </p:animEffect>
                                  </p:childTnLst>
                                </p:cTn>
                              </p:par>
                              <p:par>
                                <p:cTn id="107" presetID="22" presetClass="entr" presetSubtype="4" fill="hold" grpId="0" nodeType="withEffect">
                                  <p:stCondLst>
                                    <p:cond delay="0"/>
                                  </p:stCondLst>
                                  <p:childTnLst>
                                    <p:set>
                                      <p:cBhvr>
                                        <p:cTn id="108" dur="1" fill="hold">
                                          <p:stCondLst>
                                            <p:cond delay="0"/>
                                          </p:stCondLst>
                                        </p:cTn>
                                        <p:tgtEl>
                                          <p:spTgt spid="64"/>
                                        </p:tgtEl>
                                        <p:attrNameLst>
                                          <p:attrName>style.visibility</p:attrName>
                                        </p:attrNameLst>
                                      </p:cBhvr>
                                      <p:to>
                                        <p:strVal val="visible"/>
                                      </p:to>
                                    </p:set>
                                    <p:animEffect transition="in" filter="wipe(down)">
                                      <p:cBhvr>
                                        <p:cTn id="109" dur="500"/>
                                        <p:tgtEl>
                                          <p:spTgt spid="64"/>
                                        </p:tgtEl>
                                      </p:cBhvr>
                                    </p:animEffect>
                                  </p:childTnLst>
                                </p:cTn>
                              </p:par>
                            </p:childTnLst>
                          </p:cTn>
                        </p:par>
                        <p:par>
                          <p:cTn id="110" fill="hold" nodeType="afterGroup">
                            <p:stCondLst>
                              <p:cond delay="4650"/>
                            </p:stCondLst>
                            <p:childTnLst>
                              <p:par>
                                <p:cTn id="111" presetID="56" presetClass="entr" presetSubtype="0" fill="hold" grpId="0" nodeType="afterEffect">
                                  <p:stCondLst>
                                    <p:cond delay="0"/>
                                  </p:stCondLst>
                                  <p:iterate type="lt">
                                    <p:tmPct val="10000"/>
                                  </p:iterate>
                                  <p:childTnLst>
                                    <p:set>
                                      <p:cBhvr>
                                        <p:cTn id="112" dur="1" fill="hold">
                                          <p:stCondLst>
                                            <p:cond delay="0"/>
                                          </p:stCondLst>
                                        </p:cTn>
                                        <p:tgtEl>
                                          <p:spTgt spid="65"/>
                                        </p:tgtEl>
                                        <p:attrNameLst>
                                          <p:attrName>style.visibility</p:attrName>
                                        </p:attrNameLst>
                                      </p:cBhvr>
                                      <p:to>
                                        <p:strVal val="visible"/>
                                      </p:to>
                                    </p:set>
                                    <p:anim by="(-#ppt_w*2)" calcmode="lin" valueType="num">
                                      <p:cBhvr rctx="PPT">
                                        <p:cTn id="113" dur="150" autoRev="1" fill="hold">
                                          <p:stCondLst>
                                            <p:cond delay="0"/>
                                          </p:stCondLst>
                                        </p:cTn>
                                        <p:tgtEl>
                                          <p:spTgt spid="65"/>
                                        </p:tgtEl>
                                        <p:attrNameLst>
                                          <p:attrName>ppt_w</p:attrName>
                                        </p:attrNameLst>
                                      </p:cBhvr>
                                    </p:anim>
                                    <p:anim by="(#ppt_w*0.50)" calcmode="lin" valueType="num">
                                      <p:cBhvr>
                                        <p:cTn id="114" dur="150" decel="50000" autoRev="1" fill="hold">
                                          <p:stCondLst>
                                            <p:cond delay="0"/>
                                          </p:stCondLst>
                                        </p:cTn>
                                        <p:tgtEl>
                                          <p:spTgt spid="65"/>
                                        </p:tgtEl>
                                        <p:attrNameLst>
                                          <p:attrName>ppt_x</p:attrName>
                                        </p:attrNameLst>
                                      </p:cBhvr>
                                    </p:anim>
                                    <p:anim from="(-#ppt_h/2)" to="(#ppt_y)" calcmode="lin" valueType="num">
                                      <p:cBhvr>
                                        <p:cTn id="115" dur="300" fill="hold">
                                          <p:stCondLst>
                                            <p:cond delay="0"/>
                                          </p:stCondLst>
                                        </p:cTn>
                                        <p:tgtEl>
                                          <p:spTgt spid="65"/>
                                        </p:tgtEl>
                                        <p:attrNameLst>
                                          <p:attrName>ppt_y</p:attrName>
                                        </p:attrNameLst>
                                      </p:cBhvr>
                                    </p:anim>
                                    <p:animRot by="21600000">
                                      <p:cBhvr>
                                        <p:cTn id="116" dur="300" fill="hold">
                                          <p:stCondLst>
                                            <p:cond delay="0"/>
                                          </p:stCondLst>
                                        </p:cTn>
                                        <p:tgtEl>
                                          <p:spTgt spid="65"/>
                                        </p:tgtEl>
                                        <p:attrNameLst>
                                          <p:attrName>r</p:attrName>
                                        </p:attrNameLst>
                                      </p:cBhvr>
                                    </p:animRot>
                                  </p:childTnLst>
                                </p:cTn>
                              </p:par>
                              <p:par>
                                <p:cTn id="117" presetID="56" presetClass="entr" presetSubtype="0" fill="hold" grpId="0" nodeType="withEffect">
                                  <p:stCondLst>
                                    <p:cond delay="0"/>
                                  </p:stCondLst>
                                  <p:iterate type="lt">
                                    <p:tmPct val="10000"/>
                                  </p:iterate>
                                  <p:childTnLst>
                                    <p:set>
                                      <p:cBhvr>
                                        <p:cTn id="118" dur="1" fill="hold">
                                          <p:stCondLst>
                                            <p:cond delay="0"/>
                                          </p:stCondLst>
                                        </p:cTn>
                                        <p:tgtEl>
                                          <p:spTgt spid="66"/>
                                        </p:tgtEl>
                                        <p:attrNameLst>
                                          <p:attrName>style.visibility</p:attrName>
                                        </p:attrNameLst>
                                      </p:cBhvr>
                                      <p:to>
                                        <p:strVal val="visible"/>
                                      </p:to>
                                    </p:set>
                                    <p:anim by="(-#ppt_w*2)" calcmode="lin" valueType="num">
                                      <p:cBhvr rctx="PPT">
                                        <p:cTn id="119" dur="150" autoRev="1" fill="hold">
                                          <p:stCondLst>
                                            <p:cond delay="0"/>
                                          </p:stCondLst>
                                        </p:cTn>
                                        <p:tgtEl>
                                          <p:spTgt spid="66"/>
                                        </p:tgtEl>
                                        <p:attrNameLst>
                                          <p:attrName>ppt_w</p:attrName>
                                        </p:attrNameLst>
                                      </p:cBhvr>
                                    </p:anim>
                                    <p:anim by="(#ppt_w*0.50)" calcmode="lin" valueType="num">
                                      <p:cBhvr>
                                        <p:cTn id="120" dur="150" decel="50000" autoRev="1" fill="hold">
                                          <p:stCondLst>
                                            <p:cond delay="0"/>
                                          </p:stCondLst>
                                        </p:cTn>
                                        <p:tgtEl>
                                          <p:spTgt spid="66"/>
                                        </p:tgtEl>
                                        <p:attrNameLst>
                                          <p:attrName>ppt_x</p:attrName>
                                        </p:attrNameLst>
                                      </p:cBhvr>
                                    </p:anim>
                                    <p:anim from="(-#ppt_h/2)" to="(#ppt_y)" calcmode="lin" valueType="num">
                                      <p:cBhvr>
                                        <p:cTn id="121" dur="300" fill="hold">
                                          <p:stCondLst>
                                            <p:cond delay="0"/>
                                          </p:stCondLst>
                                        </p:cTn>
                                        <p:tgtEl>
                                          <p:spTgt spid="66"/>
                                        </p:tgtEl>
                                        <p:attrNameLst>
                                          <p:attrName>ppt_y</p:attrName>
                                        </p:attrNameLst>
                                      </p:cBhvr>
                                    </p:anim>
                                    <p:animRot by="21600000">
                                      <p:cBhvr>
                                        <p:cTn id="122" dur="300" fill="hold">
                                          <p:stCondLst>
                                            <p:cond delay="0"/>
                                          </p:stCondLst>
                                        </p:cTn>
                                        <p:tgtEl>
                                          <p:spTgt spid="66"/>
                                        </p:tgtEl>
                                        <p:attrNameLst>
                                          <p:attrName>r</p:attrName>
                                        </p:attrNameLst>
                                      </p:cBhvr>
                                    </p:animRot>
                                  </p:childTnLst>
                                </p:cTn>
                              </p:par>
                              <p:par>
                                <p:cTn id="123" presetID="56" presetClass="entr" presetSubtype="0" fill="hold" grpId="0" nodeType="withEffect">
                                  <p:stCondLst>
                                    <p:cond delay="0"/>
                                  </p:stCondLst>
                                  <p:iterate type="lt">
                                    <p:tmPct val="10000"/>
                                  </p:iterate>
                                  <p:childTnLst>
                                    <p:set>
                                      <p:cBhvr>
                                        <p:cTn id="124" dur="1" fill="hold">
                                          <p:stCondLst>
                                            <p:cond delay="0"/>
                                          </p:stCondLst>
                                        </p:cTn>
                                        <p:tgtEl>
                                          <p:spTgt spid="67"/>
                                        </p:tgtEl>
                                        <p:attrNameLst>
                                          <p:attrName>style.visibility</p:attrName>
                                        </p:attrNameLst>
                                      </p:cBhvr>
                                      <p:to>
                                        <p:strVal val="visible"/>
                                      </p:to>
                                    </p:set>
                                    <p:anim by="(-#ppt_w*2)" calcmode="lin" valueType="num">
                                      <p:cBhvr rctx="PPT">
                                        <p:cTn id="125" dur="150" autoRev="1" fill="hold">
                                          <p:stCondLst>
                                            <p:cond delay="0"/>
                                          </p:stCondLst>
                                        </p:cTn>
                                        <p:tgtEl>
                                          <p:spTgt spid="67"/>
                                        </p:tgtEl>
                                        <p:attrNameLst>
                                          <p:attrName>ppt_w</p:attrName>
                                        </p:attrNameLst>
                                      </p:cBhvr>
                                    </p:anim>
                                    <p:anim by="(#ppt_w*0.50)" calcmode="lin" valueType="num">
                                      <p:cBhvr>
                                        <p:cTn id="126" dur="150" decel="50000" autoRev="1" fill="hold">
                                          <p:stCondLst>
                                            <p:cond delay="0"/>
                                          </p:stCondLst>
                                        </p:cTn>
                                        <p:tgtEl>
                                          <p:spTgt spid="67"/>
                                        </p:tgtEl>
                                        <p:attrNameLst>
                                          <p:attrName>ppt_x</p:attrName>
                                        </p:attrNameLst>
                                      </p:cBhvr>
                                    </p:anim>
                                    <p:anim from="(-#ppt_h/2)" to="(#ppt_y)" calcmode="lin" valueType="num">
                                      <p:cBhvr>
                                        <p:cTn id="127" dur="300" fill="hold">
                                          <p:stCondLst>
                                            <p:cond delay="0"/>
                                          </p:stCondLst>
                                        </p:cTn>
                                        <p:tgtEl>
                                          <p:spTgt spid="67"/>
                                        </p:tgtEl>
                                        <p:attrNameLst>
                                          <p:attrName>ppt_y</p:attrName>
                                        </p:attrNameLst>
                                      </p:cBhvr>
                                    </p:anim>
                                    <p:animRot by="21600000">
                                      <p:cBhvr>
                                        <p:cTn id="128" dur="300" fill="hold">
                                          <p:stCondLst>
                                            <p:cond delay="0"/>
                                          </p:stCondLst>
                                        </p:cTn>
                                        <p:tgtEl>
                                          <p:spTgt spid="67"/>
                                        </p:tgtEl>
                                        <p:attrNameLst>
                                          <p:attrName>r</p:attrName>
                                        </p:attrNameLst>
                                      </p:cBhvr>
                                    </p:animRot>
                                  </p:childTnLst>
                                </p:cTn>
                              </p:par>
                              <p:par>
                                <p:cTn id="129" presetID="56" presetClass="entr" presetSubtype="0" fill="hold" grpId="0" nodeType="withEffect">
                                  <p:stCondLst>
                                    <p:cond delay="0"/>
                                  </p:stCondLst>
                                  <p:iterate type="lt">
                                    <p:tmPct val="10000"/>
                                  </p:iterate>
                                  <p:childTnLst>
                                    <p:set>
                                      <p:cBhvr>
                                        <p:cTn id="130" dur="1" fill="hold">
                                          <p:stCondLst>
                                            <p:cond delay="0"/>
                                          </p:stCondLst>
                                        </p:cTn>
                                        <p:tgtEl>
                                          <p:spTgt spid="68"/>
                                        </p:tgtEl>
                                        <p:attrNameLst>
                                          <p:attrName>style.visibility</p:attrName>
                                        </p:attrNameLst>
                                      </p:cBhvr>
                                      <p:to>
                                        <p:strVal val="visible"/>
                                      </p:to>
                                    </p:set>
                                    <p:anim by="(-#ppt_w*2)" calcmode="lin" valueType="num">
                                      <p:cBhvr rctx="PPT">
                                        <p:cTn id="131" dur="150" autoRev="1" fill="hold">
                                          <p:stCondLst>
                                            <p:cond delay="0"/>
                                          </p:stCondLst>
                                        </p:cTn>
                                        <p:tgtEl>
                                          <p:spTgt spid="68"/>
                                        </p:tgtEl>
                                        <p:attrNameLst>
                                          <p:attrName>ppt_w</p:attrName>
                                        </p:attrNameLst>
                                      </p:cBhvr>
                                    </p:anim>
                                    <p:anim by="(#ppt_w*0.50)" calcmode="lin" valueType="num">
                                      <p:cBhvr>
                                        <p:cTn id="132" dur="150" decel="50000" autoRev="1" fill="hold">
                                          <p:stCondLst>
                                            <p:cond delay="0"/>
                                          </p:stCondLst>
                                        </p:cTn>
                                        <p:tgtEl>
                                          <p:spTgt spid="68"/>
                                        </p:tgtEl>
                                        <p:attrNameLst>
                                          <p:attrName>ppt_x</p:attrName>
                                        </p:attrNameLst>
                                      </p:cBhvr>
                                    </p:anim>
                                    <p:anim from="(-#ppt_h/2)" to="(#ppt_y)" calcmode="lin" valueType="num">
                                      <p:cBhvr>
                                        <p:cTn id="133" dur="300" fill="hold">
                                          <p:stCondLst>
                                            <p:cond delay="0"/>
                                          </p:stCondLst>
                                        </p:cTn>
                                        <p:tgtEl>
                                          <p:spTgt spid="68"/>
                                        </p:tgtEl>
                                        <p:attrNameLst>
                                          <p:attrName>ppt_y</p:attrName>
                                        </p:attrNameLst>
                                      </p:cBhvr>
                                    </p:anim>
                                    <p:animRot by="21600000">
                                      <p:cBhvr>
                                        <p:cTn id="134" dur="300" fill="hold">
                                          <p:stCondLst>
                                            <p:cond delay="0"/>
                                          </p:stCondLst>
                                        </p:cTn>
                                        <p:tgtEl>
                                          <p:spTgt spid="68"/>
                                        </p:tgtEl>
                                        <p:attrNameLst>
                                          <p:attrName>r</p:attrName>
                                        </p:attrNameLst>
                                      </p:cBhvr>
                                    </p:animRot>
                                  </p:childTnLst>
                                </p:cTn>
                              </p:par>
                            </p:childTnLst>
                          </p:cTn>
                        </p:par>
                        <p:par>
                          <p:cTn id="135" fill="hold" nodeType="afterGroup">
                            <p:stCondLst>
                              <p:cond delay="5010"/>
                            </p:stCondLst>
                            <p:childTnLst>
                              <p:par>
                                <p:cTn id="136" presetID="31" presetClass="entr" presetSubtype="0" fill="hold" grpId="0" nodeType="afterEffect">
                                  <p:stCondLst>
                                    <p:cond delay="0"/>
                                  </p:stCondLst>
                                  <p:childTnLst>
                                    <p:set>
                                      <p:cBhvr>
                                        <p:cTn id="137" dur="1" fill="hold">
                                          <p:stCondLst>
                                            <p:cond delay="0"/>
                                          </p:stCondLst>
                                        </p:cTn>
                                        <p:tgtEl>
                                          <p:spTgt spid="69"/>
                                        </p:tgtEl>
                                        <p:attrNameLst>
                                          <p:attrName>style.visibility</p:attrName>
                                        </p:attrNameLst>
                                      </p:cBhvr>
                                      <p:to>
                                        <p:strVal val="visible"/>
                                      </p:to>
                                    </p:set>
                                    <p:anim calcmode="lin" valueType="num">
                                      <p:cBhvr>
                                        <p:cTn id="138" dur="500" fill="hold"/>
                                        <p:tgtEl>
                                          <p:spTgt spid="69"/>
                                        </p:tgtEl>
                                        <p:attrNameLst>
                                          <p:attrName>ppt_w</p:attrName>
                                        </p:attrNameLst>
                                      </p:cBhvr>
                                      <p:tavLst>
                                        <p:tav tm="0">
                                          <p:val>
                                            <p:fltVal val="0"/>
                                          </p:val>
                                        </p:tav>
                                        <p:tav tm="100000">
                                          <p:val>
                                            <p:strVal val="#ppt_w"/>
                                          </p:val>
                                        </p:tav>
                                      </p:tavLst>
                                    </p:anim>
                                    <p:anim calcmode="lin" valueType="num">
                                      <p:cBhvr>
                                        <p:cTn id="139" dur="500" fill="hold"/>
                                        <p:tgtEl>
                                          <p:spTgt spid="69"/>
                                        </p:tgtEl>
                                        <p:attrNameLst>
                                          <p:attrName>ppt_h</p:attrName>
                                        </p:attrNameLst>
                                      </p:cBhvr>
                                      <p:tavLst>
                                        <p:tav tm="0">
                                          <p:val>
                                            <p:fltVal val="0"/>
                                          </p:val>
                                        </p:tav>
                                        <p:tav tm="100000">
                                          <p:val>
                                            <p:strVal val="#ppt_h"/>
                                          </p:val>
                                        </p:tav>
                                      </p:tavLst>
                                    </p:anim>
                                    <p:anim calcmode="lin" valueType="num">
                                      <p:cBhvr>
                                        <p:cTn id="140" dur="500" fill="hold"/>
                                        <p:tgtEl>
                                          <p:spTgt spid="69"/>
                                        </p:tgtEl>
                                        <p:attrNameLst>
                                          <p:attrName>style.rotation</p:attrName>
                                        </p:attrNameLst>
                                      </p:cBhvr>
                                      <p:tavLst>
                                        <p:tav tm="0">
                                          <p:val>
                                            <p:fltVal val="90"/>
                                          </p:val>
                                        </p:tav>
                                        <p:tav tm="100000">
                                          <p:val>
                                            <p:fltVal val="0"/>
                                          </p:val>
                                        </p:tav>
                                      </p:tavLst>
                                    </p:anim>
                                    <p:animEffect transition="in" filter="fade">
                                      <p:cBhvr>
                                        <p:cTn id="141" dur="500"/>
                                        <p:tgtEl>
                                          <p:spTgt spid="69"/>
                                        </p:tgtEl>
                                      </p:cBhvr>
                                    </p:animEffect>
                                  </p:childTnLst>
                                </p:cTn>
                              </p:par>
                              <p:par>
                                <p:cTn id="142" presetID="31" presetClass="entr" presetSubtype="0" fill="hold" grpId="0" nodeType="withEffect">
                                  <p:stCondLst>
                                    <p:cond delay="0"/>
                                  </p:stCondLst>
                                  <p:childTnLst>
                                    <p:set>
                                      <p:cBhvr>
                                        <p:cTn id="143" dur="1" fill="hold">
                                          <p:stCondLst>
                                            <p:cond delay="0"/>
                                          </p:stCondLst>
                                        </p:cTn>
                                        <p:tgtEl>
                                          <p:spTgt spid="70"/>
                                        </p:tgtEl>
                                        <p:attrNameLst>
                                          <p:attrName>style.visibility</p:attrName>
                                        </p:attrNameLst>
                                      </p:cBhvr>
                                      <p:to>
                                        <p:strVal val="visible"/>
                                      </p:to>
                                    </p:set>
                                    <p:anim calcmode="lin" valueType="num">
                                      <p:cBhvr>
                                        <p:cTn id="144" dur="500" fill="hold"/>
                                        <p:tgtEl>
                                          <p:spTgt spid="70"/>
                                        </p:tgtEl>
                                        <p:attrNameLst>
                                          <p:attrName>ppt_w</p:attrName>
                                        </p:attrNameLst>
                                      </p:cBhvr>
                                      <p:tavLst>
                                        <p:tav tm="0">
                                          <p:val>
                                            <p:fltVal val="0"/>
                                          </p:val>
                                        </p:tav>
                                        <p:tav tm="100000">
                                          <p:val>
                                            <p:strVal val="#ppt_w"/>
                                          </p:val>
                                        </p:tav>
                                      </p:tavLst>
                                    </p:anim>
                                    <p:anim calcmode="lin" valueType="num">
                                      <p:cBhvr>
                                        <p:cTn id="145" dur="500" fill="hold"/>
                                        <p:tgtEl>
                                          <p:spTgt spid="70"/>
                                        </p:tgtEl>
                                        <p:attrNameLst>
                                          <p:attrName>ppt_h</p:attrName>
                                        </p:attrNameLst>
                                      </p:cBhvr>
                                      <p:tavLst>
                                        <p:tav tm="0">
                                          <p:val>
                                            <p:fltVal val="0"/>
                                          </p:val>
                                        </p:tav>
                                        <p:tav tm="100000">
                                          <p:val>
                                            <p:strVal val="#ppt_h"/>
                                          </p:val>
                                        </p:tav>
                                      </p:tavLst>
                                    </p:anim>
                                    <p:anim calcmode="lin" valueType="num">
                                      <p:cBhvr>
                                        <p:cTn id="146" dur="500" fill="hold"/>
                                        <p:tgtEl>
                                          <p:spTgt spid="70"/>
                                        </p:tgtEl>
                                        <p:attrNameLst>
                                          <p:attrName>style.rotation</p:attrName>
                                        </p:attrNameLst>
                                      </p:cBhvr>
                                      <p:tavLst>
                                        <p:tav tm="0">
                                          <p:val>
                                            <p:fltVal val="90"/>
                                          </p:val>
                                        </p:tav>
                                        <p:tav tm="100000">
                                          <p:val>
                                            <p:fltVal val="0"/>
                                          </p:val>
                                        </p:tav>
                                      </p:tavLst>
                                    </p:anim>
                                    <p:animEffect transition="in" filter="fade">
                                      <p:cBhvr>
                                        <p:cTn id="147" dur="500"/>
                                        <p:tgtEl>
                                          <p:spTgt spid="70"/>
                                        </p:tgtEl>
                                      </p:cBhvr>
                                    </p:animEffect>
                                  </p:childTnLst>
                                </p:cTn>
                              </p:par>
                              <p:par>
                                <p:cTn id="148" presetID="31" presetClass="entr" presetSubtype="0" fill="hold" grpId="0" nodeType="withEffect">
                                  <p:stCondLst>
                                    <p:cond delay="0"/>
                                  </p:stCondLst>
                                  <p:childTnLst>
                                    <p:set>
                                      <p:cBhvr>
                                        <p:cTn id="149" dur="1" fill="hold">
                                          <p:stCondLst>
                                            <p:cond delay="0"/>
                                          </p:stCondLst>
                                        </p:cTn>
                                        <p:tgtEl>
                                          <p:spTgt spid="71"/>
                                        </p:tgtEl>
                                        <p:attrNameLst>
                                          <p:attrName>style.visibility</p:attrName>
                                        </p:attrNameLst>
                                      </p:cBhvr>
                                      <p:to>
                                        <p:strVal val="visible"/>
                                      </p:to>
                                    </p:set>
                                    <p:anim calcmode="lin" valueType="num">
                                      <p:cBhvr>
                                        <p:cTn id="150" dur="500" fill="hold"/>
                                        <p:tgtEl>
                                          <p:spTgt spid="71"/>
                                        </p:tgtEl>
                                        <p:attrNameLst>
                                          <p:attrName>ppt_w</p:attrName>
                                        </p:attrNameLst>
                                      </p:cBhvr>
                                      <p:tavLst>
                                        <p:tav tm="0">
                                          <p:val>
                                            <p:fltVal val="0"/>
                                          </p:val>
                                        </p:tav>
                                        <p:tav tm="100000">
                                          <p:val>
                                            <p:strVal val="#ppt_w"/>
                                          </p:val>
                                        </p:tav>
                                      </p:tavLst>
                                    </p:anim>
                                    <p:anim calcmode="lin" valueType="num">
                                      <p:cBhvr>
                                        <p:cTn id="151" dur="500" fill="hold"/>
                                        <p:tgtEl>
                                          <p:spTgt spid="71"/>
                                        </p:tgtEl>
                                        <p:attrNameLst>
                                          <p:attrName>ppt_h</p:attrName>
                                        </p:attrNameLst>
                                      </p:cBhvr>
                                      <p:tavLst>
                                        <p:tav tm="0">
                                          <p:val>
                                            <p:fltVal val="0"/>
                                          </p:val>
                                        </p:tav>
                                        <p:tav tm="100000">
                                          <p:val>
                                            <p:strVal val="#ppt_h"/>
                                          </p:val>
                                        </p:tav>
                                      </p:tavLst>
                                    </p:anim>
                                    <p:anim calcmode="lin" valueType="num">
                                      <p:cBhvr>
                                        <p:cTn id="152" dur="500" fill="hold"/>
                                        <p:tgtEl>
                                          <p:spTgt spid="71"/>
                                        </p:tgtEl>
                                        <p:attrNameLst>
                                          <p:attrName>style.rotation</p:attrName>
                                        </p:attrNameLst>
                                      </p:cBhvr>
                                      <p:tavLst>
                                        <p:tav tm="0">
                                          <p:val>
                                            <p:fltVal val="90"/>
                                          </p:val>
                                        </p:tav>
                                        <p:tav tm="100000">
                                          <p:val>
                                            <p:fltVal val="0"/>
                                          </p:val>
                                        </p:tav>
                                      </p:tavLst>
                                    </p:anim>
                                    <p:animEffect transition="in" filter="fade">
                                      <p:cBhvr>
                                        <p:cTn id="153" dur="500"/>
                                        <p:tgtEl>
                                          <p:spTgt spid="71"/>
                                        </p:tgtEl>
                                      </p:cBhvr>
                                    </p:animEffect>
                                  </p:childTnLst>
                                </p:cTn>
                              </p:par>
                              <p:par>
                                <p:cTn id="154" presetID="31" presetClass="entr" presetSubtype="0" fill="hold" grpId="0" nodeType="withEffect">
                                  <p:stCondLst>
                                    <p:cond delay="0"/>
                                  </p:stCondLst>
                                  <p:childTnLst>
                                    <p:set>
                                      <p:cBhvr>
                                        <p:cTn id="155" dur="1" fill="hold">
                                          <p:stCondLst>
                                            <p:cond delay="0"/>
                                          </p:stCondLst>
                                        </p:cTn>
                                        <p:tgtEl>
                                          <p:spTgt spid="72"/>
                                        </p:tgtEl>
                                        <p:attrNameLst>
                                          <p:attrName>style.visibility</p:attrName>
                                        </p:attrNameLst>
                                      </p:cBhvr>
                                      <p:to>
                                        <p:strVal val="visible"/>
                                      </p:to>
                                    </p:set>
                                    <p:anim calcmode="lin" valueType="num">
                                      <p:cBhvr>
                                        <p:cTn id="156" dur="500" fill="hold"/>
                                        <p:tgtEl>
                                          <p:spTgt spid="72"/>
                                        </p:tgtEl>
                                        <p:attrNameLst>
                                          <p:attrName>ppt_w</p:attrName>
                                        </p:attrNameLst>
                                      </p:cBhvr>
                                      <p:tavLst>
                                        <p:tav tm="0">
                                          <p:val>
                                            <p:fltVal val="0"/>
                                          </p:val>
                                        </p:tav>
                                        <p:tav tm="100000">
                                          <p:val>
                                            <p:strVal val="#ppt_w"/>
                                          </p:val>
                                        </p:tav>
                                      </p:tavLst>
                                    </p:anim>
                                    <p:anim calcmode="lin" valueType="num">
                                      <p:cBhvr>
                                        <p:cTn id="157" dur="500" fill="hold"/>
                                        <p:tgtEl>
                                          <p:spTgt spid="72"/>
                                        </p:tgtEl>
                                        <p:attrNameLst>
                                          <p:attrName>ppt_h</p:attrName>
                                        </p:attrNameLst>
                                      </p:cBhvr>
                                      <p:tavLst>
                                        <p:tav tm="0">
                                          <p:val>
                                            <p:fltVal val="0"/>
                                          </p:val>
                                        </p:tav>
                                        <p:tav tm="100000">
                                          <p:val>
                                            <p:strVal val="#ppt_h"/>
                                          </p:val>
                                        </p:tav>
                                      </p:tavLst>
                                    </p:anim>
                                    <p:anim calcmode="lin" valueType="num">
                                      <p:cBhvr>
                                        <p:cTn id="158" dur="500" fill="hold"/>
                                        <p:tgtEl>
                                          <p:spTgt spid="72"/>
                                        </p:tgtEl>
                                        <p:attrNameLst>
                                          <p:attrName>style.rotation</p:attrName>
                                        </p:attrNameLst>
                                      </p:cBhvr>
                                      <p:tavLst>
                                        <p:tav tm="0">
                                          <p:val>
                                            <p:fltVal val="90"/>
                                          </p:val>
                                        </p:tav>
                                        <p:tav tm="100000">
                                          <p:val>
                                            <p:fltVal val="0"/>
                                          </p:val>
                                        </p:tav>
                                      </p:tavLst>
                                    </p:anim>
                                    <p:animEffect transition="in" filter="fade">
                                      <p:cBhvr>
                                        <p:cTn id="159" dur="500"/>
                                        <p:tgtEl>
                                          <p:spTgt spid="7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animBg="1"/>
      <p:bldP spid="51" grpId="0" animBg="1"/>
      <p:bldP spid="52" grpId="0" animBg="1"/>
      <p:bldP spid="57" grpId="0"/>
      <p:bldP spid="57" grpId="1"/>
      <p:bldP spid="58" grpId="0"/>
      <p:bldP spid="58" grpId="1"/>
      <p:bldP spid="59" grpId="0"/>
      <p:bldP spid="59" grpId="1"/>
      <p:bldP spid="60" grpId="0"/>
      <p:bldP spid="60" grpId="1"/>
      <p:bldP spid="61" grpId="0" animBg="1"/>
      <p:bldP spid="62" grpId="0" animBg="1"/>
      <p:bldP spid="63" grpId="0" animBg="1"/>
      <p:bldP spid="64" grpId="0" animBg="1"/>
      <p:bldP spid="65" grpId="0"/>
      <p:bldP spid="66" grpId="0"/>
      <p:bldP spid="67" grpId="0"/>
      <p:bldP spid="68" grpId="0"/>
      <p:bldP spid="69" grpId="0" animBg="1"/>
      <p:bldP spid="70" grpId="0" animBg="1"/>
      <p:bldP spid="71" grpId="0"/>
      <p:bldP spid="72" grpId="0"/>
      <p:bldP spid="73" grpId="0"/>
      <p:bldP spid="74" grpId="0"/>
      <p:bldP spid="75" grpId="0"/>
      <p:bldP spid="76" grpId="0"/>
      <p:bldP spid="2" grpId="0" animBg="1"/>
      <p:bldP spid="46" grpId="0" animBg="1"/>
      <p:bldP spid="47" grpId="0" animBg="1"/>
      <p:bldP spid="5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Freeform 6"/>
          <p:cNvSpPr>
            <a:spLocks/>
          </p:cNvSpPr>
          <p:nvPr/>
        </p:nvSpPr>
        <p:spPr bwMode="auto">
          <a:xfrm flipH="1">
            <a:off x="6083300" y="3179763"/>
            <a:ext cx="1603375" cy="1608137"/>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chemeClr val="accent1">
              <a:lumMod val="50000"/>
            </a:schemeClr>
          </a:solidFill>
          <a:ln>
            <a:noFill/>
          </a:ln>
          <a:effectLst>
            <a:outerShdw blurRad="50800" dist="38100" dir="18900000" algn="bl" rotWithShape="0">
              <a:prstClr val="black">
                <a:alpha val="20000"/>
              </a:prstClr>
            </a:outerShdw>
          </a:effectLst>
        </p:spPr>
        <p:txBody>
          <a:bodyPr/>
          <a:lstStyle/>
          <a:p>
            <a:pPr fontAlgn="auto">
              <a:spcBef>
                <a:spcPts val="0"/>
              </a:spcBef>
              <a:spcAft>
                <a:spcPts val="0"/>
              </a:spcAft>
              <a:buFontTx/>
              <a:buNone/>
              <a:defRPr/>
            </a:pPr>
            <a:endParaRPr lang="zh-CN" altLang="en-US" sz="2400">
              <a:solidFill>
                <a:srgbClr val="393939"/>
              </a:solidFill>
              <a:latin typeface="Calibri"/>
              <a:ea typeface="宋体"/>
            </a:endParaRPr>
          </a:p>
        </p:txBody>
      </p:sp>
      <p:sp>
        <p:nvSpPr>
          <p:cNvPr id="36" name="Freeform 6"/>
          <p:cNvSpPr>
            <a:spLocks/>
          </p:cNvSpPr>
          <p:nvPr/>
        </p:nvSpPr>
        <p:spPr bwMode="auto">
          <a:xfrm rot="10800000" flipH="1">
            <a:off x="4402138" y="2817813"/>
            <a:ext cx="1601787" cy="1608137"/>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chemeClr val="bg1">
              <a:lumMod val="95000"/>
            </a:schemeClr>
          </a:solidFill>
          <a:ln>
            <a:noFill/>
          </a:ln>
          <a:effectLst>
            <a:outerShdw blurRad="50800" dist="38100" dir="8100000" algn="tr" rotWithShape="0">
              <a:prstClr val="black">
                <a:alpha val="20000"/>
              </a:prstClr>
            </a:outerShdw>
          </a:effectLst>
        </p:spPr>
        <p:txBody>
          <a:bodyPr/>
          <a:lstStyle/>
          <a:p>
            <a:pPr fontAlgn="auto">
              <a:spcBef>
                <a:spcPts val="0"/>
              </a:spcBef>
              <a:spcAft>
                <a:spcPts val="0"/>
              </a:spcAft>
              <a:buFontTx/>
              <a:buNone/>
              <a:defRPr/>
            </a:pPr>
            <a:endParaRPr lang="zh-CN" altLang="en-US" sz="2400">
              <a:solidFill>
                <a:srgbClr val="393939"/>
              </a:solidFill>
              <a:latin typeface="Calibri"/>
              <a:ea typeface="宋体"/>
            </a:endParaRPr>
          </a:p>
        </p:txBody>
      </p:sp>
      <p:sp>
        <p:nvSpPr>
          <p:cNvPr id="37" name="Freeform 6"/>
          <p:cNvSpPr>
            <a:spLocks/>
          </p:cNvSpPr>
          <p:nvPr/>
        </p:nvSpPr>
        <p:spPr bwMode="auto">
          <a:xfrm>
            <a:off x="4402138" y="1192213"/>
            <a:ext cx="1601787" cy="1606550"/>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rgbClr val="0089D2"/>
          </a:solidFill>
          <a:ln>
            <a:solidFill>
              <a:srgbClr val="03A9F5"/>
            </a:solidFill>
          </a:ln>
          <a:effectLst>
            <a:outerShdw blurRad="50800" dist="38100" dir="13500000" algn="br" rotWithShape="0">
              <a:prstClr val="black">
                <a:alpha val="20000"/>
              </a:prstClr>
            </a:outerShdw>
          </a:effectLst>
        </p:spPr>
        <p:txBody>
          <a:bodyPr/>
          <a:lstStyle/>
          <a:p>
            <a:pPr fontAlgn="auto">
              <a:spcBef>
                <a:spcPts val="0"/>
              </a:spcBef>
              <a:spcAft>
                <a:spcPts val="0"/>
              </a:spcAft>
              <a:buFontTx/>
              <a:buNone/>
              <a:defRPr/>
            </a:pPr>
            <a:endParaRPr lang="zh-CN" altLang="en-US" sz="2400">
              <a:solidFill>
                <a:srgbClr val="393939"/>
              </a:solidFill>
              <a:latin typeface="Calibri"/>
              <a:ea typeface="宋体"/>
            </a:endParaRPr>
          </a:p>
        </p:txBody>
      </p:sp>
      <p:sp>
        <p:nvSpPr>
          <p:cNvPr id="38" name="Freeform 6"/>
          <p:cNvSpPr>
            <a:spLocks/>
          </p:cNvSpPr>
          <p:nvPr/>
        </p:nvSpPr>
        <p:spPr bwMode="auto">
          <a:xfrm>
            <a:off x="4392613" y="1192213"/>
            <a:ext cx="1601787" cy="1606550"/>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chemeClr val="accent1"/>
          </a:solidFill>
          <a:ln>
            <a:noFill/>
          </a:ln>
          <a:effectLst>
            <a:outerShdw blurRad="50800" dist="38100" dir="13500000" algn="br" rotWithShape="0">
              <a:prstClr val="black">
                <a:alpha val="20000"/>
              </a:prstClr>
            </a:outerShdw>
          </a:effectLst>
        </p:spPr>
        <p:txBody>
          <a:bodyPr/>
          <a:lstStyle/>
          <a:p>
            <a:pPr fontAlgn="auto">
              <a:spcBef>
                <a:spcPts val="0"/>
              </a:spcBef>
              <a:spcAft>
                <a:spcPts val="0"/>
              </a:spcAft>
              <a:buFontTx/>
              <a:buNone/>
              <a:defRPr/>
            </a:pPr>
            <a:endParaRPr lang="zh-CN" altLang="en-US" sz="2400" dirty="0">
              <a:solidFill>
                <a:srgbClr val="393939"/>
              </a:solidFill>
              <a:latin typeface="Calibri"/>
              <a:ea typeface="宋体"/>
            </a:endParaRPr>
          </a:p>
        </p:txBody>
      </p:sp>
      <p:grpSp>
        <p:nvGrpSpPr>
          <p:cNvPr id="39" name="组合 38"/>
          <p:cNvGrpSpPr>
            <a:grpSpLocks/>
          </p:cNvGrpSpPr>
          <p:nvPr/>
        </p:nvGrpSpPr>
        <p:grpSpPr bwMode="auto">
          <a:xfrm>
            <a:off x="4427538" y="1458913"/>
            <a:ext cx="1344612" cy="1292225"/>
            <a:chOff x="4427179" y="1458896"/>
            <a:chExt cx="1344648" cy="1292757"/>
          </a:xfrm>
        </p:grpSpPr>
        <p:sp>
          <p:nvSpPr>
            <p:cNvPr id="52277" name="文本框 33"/>
            <p:cNvSpPr txBox="1">
              <a:spLocks noChangeArrowheads="1"/>
            </p:cNvSpPr>
            <p:nvPr/>
          </p:nvSpPr>
          <p:spPr bwMode="auto">
            <a:xfrm>
              <a:off x="4693044" y="1458896"/>
              <a:ext cx="107878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400">
                  <a:solidFill>
                    <a:srgbClr val="FFFFFF"/>
                  </a:solidFill>
                  <a:cs typeface="Arial" panose="020B0604020202020204" pitchFamily="34" charset="0"/>
                </a:rPr>
                <a:t>01</a:t>
              </a:r>
            </a:p>
            <a:p>
              <a:pPr algn="ctr" eaLnBrk="1" hangingPunct="1">
                <a:buFontTx/>
                <a:buNone/>
              </a:pPr>
              <a:r>
                <a:rPr lang="en-US" altLang="zh-CN" sz="1600">
                  <a:solidFill>
                    <a:srgbClr val="FFFFFF"/>
                  </a:solidFill>
                  <a:cs typeface="Arial" panose="020B0604020202020204" pitchFamily="34" charset="0"/>
                </a:rPr>
                <a:t>OPTION</a:t>
              </a:r>
              <a:endParaRPr lang="zh-CN" altLang="en-US" sz="1600">
                <a:solidFill>
                  <a:srgbClr val="FFFFFF"/>
                </a:solidFill>
                <a:cs typeface="Arial" panose="020B0604020202020204" pitchFamily="34" charset="0"/>
              </a:endParaRPr>
            </a:p>
          </p:txBody>
        </p:sp>
        <p:sp>
          <p:nvSpPr>
            <p:cNvPr id="41" name="加号 40"/>
            <p:cNvSpPr/>
            <p:nvPr/>
          </p:nvSpPr>
          <p:spPr>
            <a:xfrm>
              <a:off x="4427179" y="2554722"/>
              <a:ext cx="196855" cy="196931"/>
            </a:xfrm>
            <a:prstGeom prst="mathPlus">
              <a:avLst>
                <a:gd name="adj1" fmla="val 11993"/>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400">
                <a:solidFill>
                  <a:srgbClr val="FFFFFF"/>
                </a:solidFill>
              </a:endParaRPr>
            </a:p>
          </p:txBody>
        </p:sp>
      </p:grpSp>
      <p:sp>
        <p:nvSpPr>
          <p:cNvPr id="42" name="Freeform 6"/>
          <p:cNvSpPr>
            <a:spLocks/>
          </p:cNvSpPr>
          <p:nvPr/>
        </p:nvSpPr>
        <p:spPr bwMode="auto">
          <a:xfrm rot="10800000" flipH="1">
            <a:off x="4413250" y="2817813"/>
            <a:ext cx="1603375" cy="1608137"/>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chemeClr val="accent2"/>
          </a:solidFill>
          <a:ln>
            <a:noFill/>
          </a:ln>
          <a:effectLst>
            <a:outerShdw blurRad="50800" dist="38100" dir="8100000" algn="tr" rotWithShape="0">
              <a:prstClr val="black">
                <a:alpha val="20000"/>
              </a:prstClr>
            </a:outerShdw>
          </a:effectLst>
        </p:spPr>
        <p:txBody>
          <a:bodyPr/>
          <a:lstStyle/>
          <a:p>
            <a:pPr fontAlgn="auto">
              <a:spcBef>
                <a:spcPts val="0"/>
              </a:spcBef>
              <a:spcAft>
                <a:spcPts val="0"/>
              </a:spcAft>
              <a:buFontTx/>
              <a:buNone/>
              <a:defRPr/>
            </a:pPr>
            <a:endParaRPr lang="zh-CN" altLang="en-US" sz="2400">
              <a:solidFill>
                <a:srgbClr val="393939"/>
              </a:solidFill>
              <a:latin typeface="Calibri"/>
              <a:ea typeface="宋体"/>
            </a:endParaRPr>
          </a:p>
        </p:txBody>
      </p:sp>
      <p:grpSp>
        <p:nvGrpSpPr>
          <p:cNvPr id="43" name="组合 42"/>
          <p:cNvGrpSpPr>
            <a:grpSpLocks/>
          </p:cNvGrpSpPr>
          <p:nvPr/>
        </p:nvGrpSpPr>
        <p:grpSpPr bwMode="auto">
          <a:xfrm>
            <a:off x="4692650" y="2973388"/>
            <a:ext cx="1265238" cy="1398587"/>
            <a:chOff x="4693044" y="2973207"/>
            <a:chExt cx="1265632" cy="1398224"/>
          </a:xfrm>
        </p:grpSpPr>
        <p:sp>
          <p:nvSpPr>
            <p:cNvPr id="44" name="加号 43"/>
            <p:cNvSpPr/>
            <p:nvPr/>
          </p:nvSpPr>
          <p:spPr>
            <a:xfrm>
              <a:off x="5761765" y="4174632"/>
              <a:ext cx="196911" cy="196799"/>
            </a:xfrm>
            <a:prstGeom prst="mathPlus">
              <a:avLst>
                <a:gd name="adj1" fmla="val 11993"/>
              </a:avLst>
            </a:prstGeom>
            <a:solidFill>
              <a:schemeClr val="tx1">
                <a:lumMod val="65000"/>
                <a:lumOff val="35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400">
                <a:solidFill>
                  <a:srgbClr val="FFFFFF"/>
                </a:solidFill>
              </a:endParaRPr>
            </a:p>
          </p:txBody>
        </p:sp>
        <p:sp>
          <p:nvSpPr>
            <p:cNvPr id="52276" name="文本框 43"/>
            <p:cNvSpPr txBox="1">
              <a:spLocks noChangeArrowheads="1"/>
            </p:cNvSpPr>
            <p:nvPr/>
          </p:nvSpPr>
          <p:spPr bwMode="auto">
            <a:xfrm>
              <a:off x="4693044" y="2973207"/>
              <a:ext cx="107878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400">
                  <a:solidFill>
                    <a:srgbClr val="FFFFFF"/>
                  </a:solidFill>
                  <a:cs typeface="Arial" panose="020B0604020202020204" pitchFamily="34" charset="0"/>
                </a:rPr>
                <a:t>02</a:t>
              </a:r>
            </a:p>
            <a:p>
              <a:pPr algn="ctr" eaLnBrk="1" hangingPunct="1">
                <a:buFontTx/>
                <a:buNone/>
              </a:pPr>
              <a:r>
                <a:rPr lang="en-US" altLang="zh-CN" sz="1600">
                  <a:solidFill>
                    <a:srgbClr val="FFFFFF"/>
                  </a:solidFill>
                  <a:cs typeface="Arial" panose="020B0604020202020204" pitchFamily="34" charset="0"/>
                </a:rPr>
                <a:t>OPTION</a:t>
              </a:r>
              <a:endParaRPr lang="zh-CN" altLang="en-US" sz="1600">
                <a:solidFill>
                  <a:srgbClr val="FFFFFF"/>
                </a:solidFill>
                <a:cs typeface="Arial" panose="020B0604020202020204" pitchFamily="34" charset="0"/>
              </a:endParaRPr>
            </a:p>
          </p:txBody>
        </p:sp>
      </p:grpSp>
      <p:sp>
        <p:nvSpPr>
          <p:cNvPr id="46" name="Freeform 6"/>
          <p:cNvSpPr>
            <a:spLocks/>
          </p:cNvSpPr>
          <p:nvPr/>
        </p:nvSpPr>
        <p:spPr bwMode="auto">
          <a:xfrm flipH="1">
            <a:off x="6069013" y="3179763"/>
            <a:ext cx="1603375" cy="1608137"/>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chemeClr val="accent1">
              <a:lumMod val="50000"/>
            </a:schemeClr>
          </a:solidFill>
          <a:ln>
            <a:noFill/>
          </a:ln>
          <a:effectLst>
            <a:outerShdw blurRad="50800" dist="38100" dir="18900000" algn="bl" rotWithShape="0">
              <a:prstClr val="black">
                <a:alpha val="20000"/>
              </a:prstClr>
            </a:outerShdw>
          </a:effectLst>
        </p:spPr>
        <p:txBody>
          <a:bodyPr/>
          <a:lstStyle/>
          <a:p>
            <a:pPr fontAlgn="auto">
              <a:spcBef>
                <a:spcPts val="0"/>
              </a:spcBef>
              <a:spcAft>
                <a:spcPts val="0"/>
              </a:spcAft>
              <a:buFontTx/>
              <a:buNone/>
              <a:defRPr/>
            </a:pPr>
            <a:endParaRPr lang="zh-CN" altLang="en-US" sz="2400">
              <a:solidFill>
                <a:srgbClr val="393939"/>
              </a:solidFill>
              <a:latin typeface="Calibri"/>
              <a:ea typeface="宋体"/>
            </a:endParaRPr>
          </a:p>
        </p:txBody>
      </p:sp>
      <p:grpSp>
        <p:nvGrpSpPr>
          <p:cNvPr id="47" name="组合 46"/>
          <p:cNvGrpSpPr>
            <a:grpSpLocks/>
          </p:cNvGrpSpPr>
          <p:nvPr/>
        </p:nvGrpSpPr>
        <p:grpSpPr bwMode="auto">
          <a:xfrm>
            <a:off x="6091238" y="3224213"/>
            <a:ext cx="1230312" cy="1270000"/>
            <a:chOff x="6090982" y="3224562"/>
            <a:chExt cx="1229992" cy="1270179"/>
          </a:xfrm>
        </p:grpSpPr>
        <p:sp>
          <p:nvSpPr>
            <p:cNvPr id="48" name="加号 47"/>
            <p:cNvSpPr/>
            <p:nvPr/>
          </p:nvSpPr>
          <p:spPr>
            <a:xfrm>
              <a:off x="6090982" y="3224562"/>
              <a:ext cx="196799" cy="196878"/>
            </a:xfrm>
            <a:prstGeom prst="mathPlus">
              <a:avLst>
                <a:gd name="adj1" fmla="val 11993"/>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400">
                <a:solidFill>
                  <a:srgbClr val="FFFFFF"/>
                </a:solidFill>
              </a:endParaRPr>
            </a:p>
          </p:txBody>
        </p:sp>
        <p:sp>
          <p:nvSpPr>
            <p:cNvPr id="52274" name="文本框 44"/>
            <p:cNvSpPr txBox="1">
              <a:spLocks noChangeArrowheads="1"/>
            </p:cNvSpPr>
            <p:nvPr/>
          </p:nvSpPr>
          <p:spPr bwMode="auto">
            <a:xfrm>
              <a:off x="6242191" y="3479078"/>
              <a:ext cx="107878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400">
                  <a:solidFill>
                    <a:srgbClr val="FFFFFF"/>
                  </a:solidFill>
                  <a:cs typeface="Arial" panose="020B0604020202020204" pitchFamily="34" charset="0"/>
                </a:rPr>
                <a:t>03</a:t>
              </a:r>
            </a:p>
            <a:p>
              <a:pPr algn="ctr" eaLnBrk="1" hangingPunct="1">
                <a:buFontTx/>
                <a:buNone/>
              </a:pPr>
              <a:r>
                <a:rPr lang="en-US" altLang="zh-CN" sz="1600">
                  <a:solidFill>
                    <a:srgbClr val="FFFFFF"/>
                  </a:solidFill>
                  <a:cs typeface="Arial" panose="020B0604020202020204" pitchFamily="34" charset="0"/>
                </a:rPr>
                <a:t>OPTION</a:t>
              </a:r>
              <a:endParaRPr lang="zh-CN" altLang="en-US" sz="1600">
                <a:solidFill>
                  <a:srgbClr val="FFFFFF"/>
                </a:solidFill>
                <a:cs typeface="Arial" panose="020B0604020202020204" pitchFamily="34" charset="0"/>
              </a:endParaRPr>
            </a:p>
          </p:txBody>
        </p:sp>
      </p:grpSp>
      <p:sp>
        <p:nvSpPr>
          <p:cNvPr id="50" name="Freeform 6"/>
          <p:cNvSpPr>
            <a:spLocks/>
          </p:cNvSpPr>
          <p:nvPr/>
        </p:nvSpPr>
        <p:spPr bwMode="auto">
          <a:xfrm rot="5400000" flipH="1">
            <a:off x="6056313" y="4808538"/>
            <a:ext cx="1601787" cy="1608137"/>
          </a:xfrm>
          <a:custGeom>
            <a:avLst/>
            <a:gdLst>
              <a:gd name="T0" fmla="*/ 456 w 456"/>
              <a:gd name="T1" fmla="*/ 0 h 457"/>
              <a:gd name="T2" fmla="*/ 333 w 456"/>
              <a:gd name="T3" fmla="*/ 0 h 457"/>
              <a:gd name="T4" fmla="*/ 0 w 456"/>
              <a:gd name="T5" fmla="*/ 333 h 457"/>
              <a:gd name="T6" fmla="*/ 0 w 456"/>
              <a:gd name="T7" fmla="*/ 455 h 457"/>
              <a:gd name="T8" fmla="*/ 77 w 456"/>
              <a:gd name="T9" fmla="*/ 456 h 457"/>
              <a:gd name="T10" fmla="*/ 326 w 456"/>
              <a:gd name="T11" fmla="*/ 456 h 457"/>
              <a:gd name="T12" fmla="*/ 335 w 456"/>
              <a:gd name="T13" fmla="*/ 457 h 457"/>
              <a:gd name="T14" fmla="*/ 456 w 456"/>
              <a:gd name="T15" fmla="*/ 347 h 457"/>
              <a:gd name="T16" fmla="*/ 456 w 456"/>
              <a:gd name="T17" fmla="*/ 345 h 457"/>
              <a:gd name="T18" fmla="*/ 456 w 456"/>
              <a:gd name="T19" fmla="*/ 0 h 4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6" h="457">
                <a:moveTo>
                  <a:pt x="456" y="0"/>
                </a:moveTo>
                <a:cubicBezTo>
                  <a:pt x="333" y="0"/>
                  <a:pt x="333" y="0"/>
                  <a:pt x="333" y="0"/>
                </a:cubicBezTo>
                <a:cubicBezTo>
                  <a:pt x="150" y="0"/>
                  <a:pt x="0" y="149"/>
                  <a:pt x="0" y="333"/>
                </a:cubicBezTo>
                <a:cubicBezTo>
                  <a:pt x="0" y="455"/>
                  <a:pt x="0" y="455"/>
                  <a:pt x="0" y="455"/>
                </a:cubicBezTo>
                <a:cubicBezTo>
                  <a:pt x="0" y="455"/>
                  <a:pt x="32" y="455"/>
                  <a:pt x="77" y="456"/>
                </a:cubicBezTo>
                <a:cubicBezTo>
                  <a:pt x="152" y="456"/>
                  <a:pt x="263" y="456"/>
                  <a:pt x="326" y="456"/>
                </a:cubicBezTo>
                <a:cubicBezTo>
                  <a:pt x="329" y="456"/>
                  <a:pt x="332" y="457"/>
                  <a:pt x="335" y="457"/>
                </a:cubicBezTo>
                <a:cubicBezTo>
                  <a:pt x="411" y="452"/>
                  <a:pt x="456" y="390"/>
                  <a:pt x="456" y="347"/>
                </a:cubicBezTo>
                <a:cubicBezTo>
                  <a:pt x="456" y="346"/>
                  <a:pt x="456" y="345"/>
                  <a:pt x="456" y="345"/>
                </a:cubicBezTo>
                <a:cubicBezTo>
                  <a:pt x="456" y="256"/>
                  <a:pt x="456" y="0"/>
                  <a:pt x="456" y="0"/>
                </a:cubicBezTo>
              </a:path>
            </a:pathLst>
          </a:custGeom>
          <a:solidFill>
            <a:schemeClr val="accent4"/>
          </a:solidFill>
          <a:ln>
            <a:noFill/>
          </a:ln>
          <a:effectLst>
            <a:outerShdw blurRad="50800" dist="38100" dir="2700000" algn="tl" rotWithShape="0">
              <a:prstClr val="black">
                <a:alpha val="20000"/>
              </a:prstClr>
            </a:outerShdw>
          </a:effectLst>
        </p:spPr>
        <p:txBody>
          <a:bodyPr/>
          <a:lstStyle/>
          <a:p>
            <a:pPr fontAlgn="auto">
              <a:spcBef>
                <a:spcPts val="0"/>
              </a:spcBef>
              <a:spcAft>
                <a:spcPts val="0"/>
              </a:spcAft>
              <a:buFontTx/>
              <a:buNone/>
              <a:defRPr/>
            </a:pPr>
            <a:endParaRPr lang="zh-CN" altLang="en-US" sz="2400">
              <a:solidFill>
                <a:srgbClr val="393939"/>
              </a:solidFill>
              <a:latin typeface="Calibri"/>
              <a:ea typeface="宋体"/>
            </a:endParaRPr>
          </a:p>
        </p:txBody>
      </p:sp>
      <p:grpSp>
        <p:nvGrpSpPr>
          <p:cNvPr id="51" name="组合 50"/>
          <p:cNvGrpSpPr>
            <a:grpSpLocks/>
          </p:cNvGrpSpPr>
          <p:nvPr/>
        </p:nvGrpSpPr>
        <p:grpSpPr bwMode="auto">
          <a:xfrm>
            <a:off x="6242050" y="4864100"/>
            <a:ext cx="1370013" cy="1173163"/>
            <a:chOff x="6242191" y="4864512"/>
            <a:chExt cx="1369539" cy="1172819"/>
          </a:xfrm>
        </p:grpSpPr>
        <p:sp>
          <p:nvSpPr>
            <p:cNvPr id="52" name="加号 51"/>
            <p:cNvSpPr/>
            <p:nvPr/>
          </p:nvSpPr>
          <p:spPr>
            <a:xfrm>
              <a:off x="7414948" y="4864512"/>
              <a:ext cx="196782" cy="196792"/>
            </a:xfrm>
            <a:prstGeom prst="mathPlus">
              <a:avLst>
                <a:gd name="adj1" fmla="val 11993"/>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400">
                <a:solidFill>
                  <a:srgbClr val="FFFFFF"/>
                </a:solidFill>
              </a:endParaRPr>
            </a:p>
          </p:txBody>
        </p:sp>
        <p:sp>
          <p:nvSpPr>
            <p:cNvPr id="52272" name="文本框 45"/>
            <p:cNvSpPr txBox="1">
              <a:spLocks noChangeArrowheads="1"/>
            </p:cNvSpPr>
            <p:nvPr/>
          </p:nvSpPr>
          <p:spPr bwMode="auto">
            <a:xfrm>
              <a:off x="6242191" y="5021668"/>
              <a:ext cx="1078783"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buFontTx/>
                <a:buNone/>
              </a:pPr>
              <a:r>
                <a:rPr lang="en-US" altLang="zh-CN" sz="4400">
                  <a:solidFill>
                    <a:srgbClr val="FFFFFF"/>
                  </a:solidFill>
                  <a:cs typeface="Arial" panose="020B0604020202020204" pitchFamily="34" charset="0"/>
                </a:rPr>
                <a:t>04</a:t>
              </a:r>
            </a:p>
            <a:p>
              <a:pPr algn="ctr" eaLnBrk="1" hangingPunct="1">
                <a:buFontTx/>
                <a:buNone/>
              </a:pPr>
              <a:r>
                <a:rPr lang="en-US" altLang="zh-CN" sz="1600">
                  <a:solidFill>
                    <a:srgbClr val="FFFFFF"/>
                  </a:solidFill>
                  <a:cs typeface="Arial" panose="020B0604020202020204" pitchFamily="34" charset="0"/>
                </a:rPr>
                <a:t>OPTION</a:t>
              </a:r>
              <a:endParaRPr lang="zh-CN" altLang="en-US" sz="1600">
                <a:solidFill>
                  <a:srgbClr val="FFFFFF"/>
                </a:solidFill>
                <a:cs typeface="Arial" panose="020B0604020202020204" pitchFamily="34" charset="0"/>
              </a:endParaRPr>
            </a:p>
          </p:txBody>
        </p:sp>
      </p:grpSp>
      <p:grpSp>
        <p:nvGrpSpPr>
          <p:cNvPr id="54" name="组合 53"/>
          <p:cNvGrpSpPr>
            <a:grpSpLocks/>
          </p:cNvGrpSpPr>
          <p:nvPr/>
        </p:nvGrpSpPr>
        <p:grpSpPr bwMode="auto">
          <a:xfrm>
            <a:off x="3590925" y="2522538"/>
            <a:ext cx="606425" cy="606425"/>
            <a:chOff x="3615603" y="2583909"/>
            <a:chExt cx="659044" cy="659044"/>
          </a:xfrm>
        </p:grpSpPr>
        <p:grpSp>
          <p:nvGrpSpPr>
            <p:cNvPr id="52267" name="组合 54"/>
            <p:cNvGrpSpPr>
              <a:grpSpLocks/>
            </p:cNvGrpSpPr>
            <p:nvPr/>
          </p:nvGrpSpPr>
          <p:grpSpPr bwMode="auto">
            <a:xfrm>
              <a:off x="3615603" y="2583909"/>
              <a:ext cx="659044" cy="659044"/>
              <a:chOff x="7745163" y="2600325"/>
              <a:chExt cx="1465512" cy="1465512"/>
            </a:xfrm>
          </p:grpSpPr>
          <p:sp>
            <p:nvSpPr>
              <p:cNvPr id="57" name="同心圆 56"/>
              <p:cNvSpPr/>
              <p:nvPr/>
            </p:nvSpPr>
            <p:spPr>
              <a:xfrm>
                <a:off x="7745163" y="2600325"/>
                <a:ext cx="1465512" cy="1465512"/>
              </a:xfrm>
              <a:prstGeom prst="donut">
                <a:avLst>
                  <a:gd name="adj" fmla="val 8567"/>
                </a:avLst>
              </a:prstGeom>
              <a:solidFill>
                <a:schemeClr val="bg1"/>
              </a:solidFill>
              <a:ln w="9525">
                <a:no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sp>
            <p:nvSpPr>
              <p:cNvPr id="58" name="空心弧 57"/>
              <p:cNvSpPr/>
              <p:nvPr/>
            </p:nvSpPr>
            <p:spPr>
              <a:xfrm rot="4099032">
                <a:off x="7752836" y="2607998"/>
                <a:ext cx="1457839" cy="1457839"/>
              </a:xfrm>
              <a:prstGeom prst="blockArc">
                <a:avLst>
                  <a:gd name="adj1" fmla="val 13786650"/>
                  <a:gd name="adj2" fmla="val 10451763"/>
                  <a:gd name="adj3" fmla="val 8533"/>
                </a:avLst>
              </a:prstGeom>
              <a:solidFill>
                <a:schemeClr val="accent2"/>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grpSp>
        <p:sp>
          <p:nvSpPr>
            <p:cNvPr id="56" name="文本框 46"/>
            <p:cNvSpPr txBox="1"/>
            <p:nvPr/>
          </p:nvSpPr>
          <p:spPr>
            <a:xfrm>
              <a:off x="3622504" y="2728830"/>
              <a:ext cx="645242" cy="322620"/>
            </a:xfrm>
            <a:prstGeom prst="rect">
              <a:avLst/>
            </a:prstGeom>
            <a:noFill/>
          </p:spPr>
          <p:txBody>
            <a:bodyPr>
              <a:spAutoFit/>
            </a:bodyPr>
            <a:lstStyle/>
            <a:p>
              <a:pPr algn="ctr" fontAlgn="auto">
                <a:spcBef>
                  <a:spcPts val="0"/>
                </a:spcBef>
                <a:spcAft>
                  <a:spcPts val="0"/>
                </a:spcAft>
                <a:buFontTx/>
                <a:buNone/>
                <a:defRPr/>
              </a:pPr>
              <a:r>
                <a:rPr lang="en-US" altLang="zh-CN" sz="1333" dirty="0">
                  <a:solidFill>
                    <a:srgbClr val="656565"/>
                  </a:solidFill>
                  <a:ea typeface="宋体"/>
                  <a:cs typeface="Arial" panose="020B0604020202020204" pitchFamily="34" charset="0"/>
                </a:rPr>
                <a:t>90%</a:t>
              </a:r>
              <a:endParaRPr lang="zh-CN" altLang="en-US" sz="1333" dirty="0">
                <a:solidFill>
                  <a:srgbClr val="656565"/>
                </a:solidFill>
                <a:ea typeface="宋体"/>
                <a:cs typeface="Arial" panose="020B0604020202020204" pitchFamily="34" charset="0"/>
              </a:endParaRPr>
            </a:p>
          </p:txBody>
        </p:sp>
      </p:grpSp>
      <p:grpSp>
        <p:nvGrpSpPr>
          <p:cNvPr id="59" name="组合 58"/>
          <p:cNvGrpSpPr>
            <a:grpSpLocks/>
          </p:cNvGrpSpPr>
          <p:nvPr/>
        </p:nvGrpSpPr>
        <p:grpSpPr bwMode="auto">
          <a:xfrm>
            <a:off x="6238875" y="2516188"/>
            <a:ext cx="611188" cy="612775"/>
            <a:chOff x="3612968" y="2578028"/>
            <a:chExt cx="663612" cy="664926"/>
          </a:xfrm>
        </p:grpSpPr>
        <p:grpSp>
          <p:nvGrpSpPr>
            <p:cNvPr id="52263" name="组合 59"/>
            <p:cNvGrpSpPr>
              <a:grpSpLocks/>
            </p:cNvGrpSpPr>
            <p:nvPr/>
          </p:nvGrpSpPr>
          <p:grpSpPr bwMode="auto">
            <a:xfrm>
              <a:off x="3612968" y="2578028"/>
              <a:ext cx="663612" cy="664926"/>
              <a:chOff x="7739300" y="2587246"/>
              <a:chExt cx="1475669" cy="1478591"/>
            </a:xfrm>
          </p:grpSpPr>
          <p:sp>
            <p:nvSpPr>
              <p:cNvPr id="62" name="同心圆 61"/>
              <p:cNvSpPr/>
              <p:nvPr/>
            </p:nvSpPr>
            <p:spPr>
              <a:xfrm>
                <a:off x="7746966" y="2598736"/>
                <a:ext cx="1464169" cy="1467101"/>
              </a:xfrm>
              <a:prstGeom prst="donut">
                <a:avLst>
                  <a:gd name="adj" fmla="val 8567"/>
                </a:avLst>
              </a:prstGeom>
              <a:solidFill>
                <a:schemeClr val="accent1"/>
              </a:solidFill>
              <a:ln w="9525">
                <a:no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sp>
            <p:nvSpPr>
              <p:cNvPr id="63" name="空心弧 62"/>
              <p:cNvSpPr/>
              <p:nvPr/>
            </p:nvSpPr>
            <p:spPr>
              <a:xfrm rot="1290407">
                <a:off x="7739300" y="2587246"/>
                <a:ext cx="1475669" cy="1474759"/>
              </a:xfrm>
              <a:prstGeom prst="blockArc">
                <a:avLst>
                  <a:gd name="adj1" fmla="val 19538723"/>
                  <a:gd name="adj2" fmla="val 10451763"/>
                  <a:gd name="adj3" fmla="val 8533"/>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grpSp>
        <p:sp>
          <p:nvSpPr>
            <p:cNvPr id="61" name="文本框 50"/>
            <p:cNvSpPr txBox="1"/>
            <p:nvPr/>
          </p:nvSpPr>
          <p:spPr>
            <a:xfrm>
              <a:off x="3621587" y="2729617"/>
              <a:ext cx="646374" cy="322127"/>
            </a:xfrm>
            <a:prstGeom prst="rect">
              <a:avLst/>
            </a:prstGeom>
            <a:noFill/>
          </p:spPr>
          <p:txBody>
            <a:bodyPr>
              <a:spAutoFit/>
            </a:bodyPr>
            <a:lstStyle/>
            <a:p>
              <a:pPr algn="ctr" fontAlgn="auto">
                <a:spcBef>
                  <a:spcPts val="0"/>
                </a:spcBef>
                <a:spcAft>
                  <a:spcPts val="0"/>
                </a:spcAft>
                <a:buFontTx/>
                <a:buNone/>
                <a:defRPr/>
              </a:pPr>
              <a:r>
                <a:rPr lang="en-US" altLang="zh-CN" sz="1333" dirty="0">
                  <a:solidFill>
                    <a:srgbClr val="5D94A9"/>
                  </a:solidFill>
                  <a:ea typeface="宋体"/>
                  <a:cs typeface="Arial" panose="020B0604020202020204" pitchFamily="34" charset="0"/>
                </a:rPr>
                <a:t>70%</a:t>
              </a:r>
              <a:endParaRPr lang="zh-CN" altLang="en-US" sz="1333" dirty="0">
                <a:solidFill>
                  <a:srgbClr val="5D94A9"/>
                </a:solidFill>
                <a:ea typeface="宋体"/>
                <a:cs typeface="Arial" panose="020B0604020202020204" pitchFamily="34" charset="0"/>
              </a:endParaRPr>
            </a:p>
          </p:txBody>
        </p:sp>
      </p:grpSp>
      <p:grpSp>
        <p:nvGrpSpPr>
          <p:cNvPr id="64" name="组合 63"/>
          <p:cNvGrpSpPr>
            <a:grpSpLocks/>
          </p:cNvGrpSpPr>
          <p:nvPr/>
        </p:nvGrpSpPr>
        <p:grpSpPr bwMode="auto">
          <a:xfrm>
            <a:off x="5283200" y="4587875"/>
            <a:ext cx="606425" cy="606425"/>
            <a:chOff x="3615603" y="2583909"/>
            <a:chExt cx="659044" cy="659044"/>
          </a:xfrm>
        </p:grpSpPr>
        <p:grpSp>
          <p:nvGrpSpPr>
            <p:cNvPr id="52259" name="组合 64"/>
            <p:cNvGrpSpPr>
              <a:grpSpLocks/>
            </p:cNvGrpSpPr>
            <p:nvPr/>
          </p:nvGrpSpPr>
          <p:grpSpPr bwMode="auto">
            <a:xfrm>
              <a:off x="3615603" y="2583909"/>
              <a:ext cx="659044" cy="659044"/>
              <a:chOff x="7745163" y="2600325"/>
              <a:chExt cx="1465512" cy="1465512"/>
            </a:xfrm>
          </p:grpSpPr>
          <p:sp>
            <p:nvSpPr>
              <p:cNvPr id="67" name="同心圆 66"/>
              <p:cNvSpPr/>
              <p:nvPr/>
            </p:nvSpPr>
            <p:spPr>
              <a:xfrm>
                <a:off x="7745163" y="2600325"/>
                <a:ext cx="1465512" cy="1465512"/>
              </a:xfrm>
              <a:prstGeom prst="donut">
                <a:avLst>
                  <a:gd name="adj" fmla="val 8567"/>
                </a:avLst>
              </a:prstGeom>
              <a:solidFill>
                <a:schemeClr val="bg1"/>
              </a:solidFill>
              <a:ln w="9525">
                <a:no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sp>
            <p:nvSpPr>
              <p:cNvPr id="68" name="空心弧 67"/>
              <p:cNvSpPr/>
              <p:nvPr/>
            </p:nvSpPr>
            <p:spPr>
              <a:xfrm rot="1807598">
                <a:off x="7752836" y="2607998"/>
                <a:ext cx="1457839" cy="1457839"/>
              </a:xfrm>
              <a:prstGeom prst="blockArc">
                <a:avLst>
                  <a:gd name="adj1" fmla="val 18110052"/>
                  <a:gd name="adj2" fmla="val 10451763"/>
                  <a:gd name="adj3" fmla="val 8533"/>
                </a:avLst>
              </a:prstGeom>
              <a:solidFill>
                <a:schemeClr val="accent3"/>
              </a:solidFill>
              <a:ln w="9525">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grpSp>
        <p:sp>
          <p:nvSpPr>
            <p:cNvPr id="66" name="文本框 55"/>
            <p:cNvSpPr txBox="1"/>
            <p:nvPr/>
          </p:nvSpPr>
          <p:spPr>
            <a:xfrm>
              <a:off x="3622504" y="2728830"/>
              <a:ext cx="645242" cy="322622"/>
            </a:xfrm>
            <a:prstGeom prst="rect">
              <a:avLst/>
            </a:prstGeom>
            <a:noFill/>
          </p:spPr>
          <p:txBody>
            <a:bodyPr>
              <a:spAutoFit/>
            </a:bodyPr>
            <a:lstStyle/>
            <a:p>
              <a:pPr algn="ctr" fontAlgn="auto">
                <a:spcBef>
                  <a:spcPts val="0"/>
                </a:spcBef>
                <a:spcAft>
                  <a:spcPts val="0"/>
                </a:spcAft>
                <a:buFontTx/>
                <a:buNone/>
                <a:defRPr/>
              </a:pPr>
              <a:r>
                <a:rPr lang="en-US" altLang="zh-CN" sz="1333" dirty="0">
                  <a:solidFill>
                    <a:srgbClr val="5D94A9"/>
                  </a:solidFill>
                  <a:ea typeface="宋体"/>
                  <a:cs typeface="Arial" panose="020B0604020202020204" pitchFamily="34" charset="0"/>
                </a:rPr>
                <a:t>80%</a:t>
              </a:r>
              <a:endParaRPr lang="zh-CN" altLang="en-US" sz="1333" dirty="0">
                <a:solidFill>
                  <a:srgbClr val="5D94A9"/>
                </a:solidFill>
                <a:ea typeface="宋体"/>
                <a:cs typeface="Arial" panose="020B0604020202020204" pitchFamily="34" charset="0"/>
              </a:endParaRPr>
            </a:p>
          </p:txBody>
        </p:sp>
      </p:grpSp>
      <p:grpSp>
        <p:nvGrpSpPr>
          <p:cNvPr id="69" name="组合 68"/>
          <p:cNvGrpSpPr>
            <a:grpSpLocks/>
          </p:cNvGrpSpPr>
          <p:nvPr/>
        </p:nvGrpSpPr>
        <p:grpSpPr bwMode="auto">
          <a:xfrm>
            <a:off x="7896225" y="4587875"/>
            <a:ext cx="606425" cy="606425"/>
            <a:chOff x="3615603" y="2583909"/>
            <a:chExt cx="659044" cy="659044"/>
          </a:xfrm>
        </p:grpSpPr>
        <p:grpSp>
          <p:nvGrpSpPr>
            <p:cNvPr id="52255" name="组合 69"/>
            <p:cNvGrpSpPr>
              <a:grpSpLocks/>
            </p:cNvGrpSpPr>
            <p:nvPr/>
          </p:nvGrpSpPr>
          <p:grpSpPr bwMode="auto">
            <a:xfrm>
              <a:off x="3615603" y="2583909"/>
              <a:ext cx="659044" cy="659044"/>
              <a:chOff x="7745163" y="2600325"/>
              <a:chExt cx="1465512" cy="1465512"/>
            </a:xfrm>
          </p:grpSpPr>
          <p:sp>
            <p:nvSpPr>
              <p:cNvPr id="72" name="同心圆 71"/>
              <p:cNvSpPr/>
              <p:nvPr/>
            </p:nvSpPr>
            <p:spPr>
              <a:xfrm>
                <a:off x="7745163" y="2600325"/>
                <a:ext cx="1465512" cy="1465512"/>
              </a:xfrm>
              <a:prstGeom prst="donut">
                <a:avLst>
                  <a:gd name="adj" fmla="val 8567"/>
                </a:avLst>
              </a:prstGeom>
              <a:solidFill>
                <a:schemeClr val="accent4"/>
              </a:solidFill>
              <a:ln w="9525">
                <a:noFill/>
              </a:ln>
              <a:effectLst>
                <a:outerShdw blurRad="635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sp>
            <p:nvSpPr>
              <p:cNvPr id="74" name="空心弧 73"/>
              <p:cNvSpPr/>
              <p:nvPr/>
            </p:nvSpPr>
            <p:spPr>
              <a:xfrm rot="20181771">
                <a:off x="7752836" y="2607998"/>
                <a:ext cx="1457839" cy="1457839"/>
              </a:xfrm>
              <a:prstGeom prst="blockArc">
                <a:avLst>
                  <a:gd name="adj1" fmla="val 3256593"/>
                  <a:gd name="adj2" fmla="val 10451763"/>
                  <a:gd name="adj3" fmla="val 8533"/>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1600">
                  <a:solidFill>
                    <a:srgbClr val="393939"/>
                  </a:solidFill>
                </a:endParaRPr>
              </a:p>
            </p:txBody>
          </p:sp>
        </p:grpSp>
        <p:sp>
          <p:nvSpPr>
            <p:cNvPr id="71" name="文本框 60"/>
            <p:cNvSpPr txBox="1"/>
            <p:nvPr/>
          </p:nvSpPr>
          <p:spPr>
            <a:xfrm>
              <a:off x="3622504" y="2728830"/>
              <a:ext cx="645242" cy="322622"/>
            </a:xfrm>
            <a:prstGeom prst="rect">
              <a:avLst/>
            </a:prstGeom>
            <a:noFill/>
          </p:spPr>
          <p:txBody>
            <a:bodyPr>
              <a:spAutoFit/>
            </a:bodyPr>
            <a:lstStyle/>
            <a:p>
              <a:pPr algn="ctr" fontAlgn="auto">
                <a:spcBef>
                  <a:spcPts val="0"/>
                </a:spcBef>
                <a:spcAft>
                  <a:spcPts val="0"/>
                </a:spcAft>
                <a:buFontTx/>
                <a:buNone/>
                <a:defRPr/>
              </a:pPr>
              <a:r>
                <a:rPr lang="en-US" altLang="zh-CN" sz="1333" dirty="0">
                  <a:solidFill>
                    <a:srgbClr val="656565"/>
                  </a:solidFill>
                  <a:ea typeface="宋体"/>
                  <a:cs typeface="Arial" panose="020B0604020202020204" pitchFamily="34" charset="0"/>
                </a:rPr>
                <a:t>30%</a:t>
              </a:r>
              <a:endParaRPr lang="zh-CN" altLang="en-US" sz="1333" dirty="0">
                <a:solidFill>
                  <a:srgbClr val="656565"/>
                </a:solidFill>
                <a:ea typeface="宋体"/>
                <a:cs typeface="Arial" panose="020B0604020202020204" pitchFamily="34" charset="0"/>
              </a:endParaRPr>
            </a:p>
          </p:txBody>
        </p:sp>
      </p:grpSp>
      <p:grpSp>
        <p:nvGrpSpPr>
          <p:cNvPr id="77" name="组合 76"/>
          <p:cNvGrpSpPr>
            <a:grpSpLocks/>
          </p:cNvGrpSpPr>
          <p:nvPr/>
        </p:nvGrpSpPr>
        <p:grpSpPr bwMode="auto">
          <a:xfrm>
            <a:off x="1143000" y="2498725"/>
            <a:ext cx="2528888" cy="1357313"/>
            <a:chOff x="1543960" y="1489425"/>
            <a:chExt cx="2528755" cy="1356931"/>
          </a:xfrm>
        </p:grpSpPr>
        <p:sp>
          <p:nvSpPr>
            <p:cNvPr id="79" name="文本框 64"/>
            <p:cNvSpPr txBox="1"/>
            <p:nvPr/>
          </p:nvSpPr>
          <p:spPr>
            <a:xfrm>
              <a:off x="1559834" y="1489425"/>
              <a:ext cx="2512881" cy="461833"/>
            </a:xfrm>
            <a:prstGeom prst="rect">
              <a:avLst/>
            </a:prstGeom>
            <a:noFill/>
          </p:spPr>
          <p:txBody>
            <a:bodyPr>
              <a:spAutoFit/>
            </a:bodyPr>
            <a:lstStyle/>
            <a:p>
              <a:pPr fontAlgn="auto">
                <a:spcBef>
                  <a:spcPts val="0"/>
                </a:spcBef>
                <a:spcAft>
                  <a:spcPts val="0"/>
                </a:spcAft>
                <a:buFontTx/>
                <a:buNone/>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点击输入小标题</a:t>
              </a:r>
            </a:p>
          </p:txBody>
        </p:sp>
        <p:sp>
          <p:nvSpPr>
            <p:cNvPr id="52254" name="矩形 79"/>
            <p:cNvSpPr>
              <a:spLocks noChangeArrowheads="1"/>
            </p:cNvSpPr>
            <p:nvPr/>
          </p:nvSpPr>
          <p:spPr bwMode="auto">
            <a:xfrm>
              <a:off x="1543960" y="2018359"/>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9C9C9C"/>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81" name="组合 80"/>
          <p:cNvGrpSpPr>
            <a:grpSpLocks/>
          </p:cNvGrpSpPr>
          <p:nvPr/>
        </p:nvGrpSpPr>
        <p:grpSpPr bwMode="auto">
          <a:xfrm>
            <a:off x="6842125" y="1931988"/>
            <a:ext cx="2538413" cy="1100137"/>
            <a:chOff x="8038733" y="866775"/>
            <a:chExt cx="2537470" cy="1100081"/>
          </a:xfrm>
        </p:grpSpPr>
        <p:sp>
          <p:nvSpPr>
            <p:cNvPr id="93" name="文本框 67"/>
            <p:cNvSpPr txBox="1"/>
            <p:nvPr/>
          </p:nvSpPr>
          <p:spPr>
            <a:xfrm>
              <a:off x="8062537" y="1504918"/>
              <a:ext cx="2513666" cy="461938"/>
            </a:xfrm>
            <a:prstGeom prst="rect">
              <a:avLst/>
            </a:prstGeom>
            <a:noFill/>
          </p:spPr>
          <p:txBody>
            <a:bodyPr>
              <a:spAutoFit/>
            </a:bodyPr>
            <a:lstStyle/>
            <a:p>
              <a:pPr fontAlgn="auto">
                <a:spcBef>
                  <a:spcPts val="0"/>
                </a:spcBef>
                <a:spcAft>
                  <a:spcPts val="0"/>
                </a:spcAft>
                <a:buFontTx/>
                <a:buNone/>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点击输入小标题</a:t>
              </a:r>
            </a:p>
          </p:txBody>
        </p:sp>
        <p:sp>
          <p:nvSpPr>
            <p:cNvPr id="52252" name="矩形 94"/>
            <p:cNvSpPr>
              <a:spLocks noChangeArrowheads="1"/>
            </p:cNvSpPr>
            <p:nvPr/>
          </p:nvSpPr>
          <p:spPr bwMode="auto">
            <a:xfrm>
              <a:off x="8038733" y="866775"/>
              <a:ext cx="2513147" cy="584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9C9C9C"/>
                  </a:solidFill>
                  <a:latin typeface="微软雅黑" panose="020B0503020204020204" pitchFamily="34" charset="-122"/>
                  <a:ea typeface="微软雅黑" panose="020B0503020204020204" pitchFamily="34" charset="-122"/>
                </a:rPr>
                <a:t>添加你的文字添加你的文字添加你的文字添加你的</a:t>
              </a:r>
            </a:p>
          </p:txBody>
        </p:sp>
      </p:grpSp>
      <p:grpSp>
        <p:nvGrpSpPr>
          <p:cNvPr id="96" name="组合 95"/>
          <p:cNvGrpSpPr>
            <a:grpSpLocks/>
          </p:cNvGrpSpPr>
          <p:nvPr/>
        </p:nvGrpSpPr>
        <p:grpSpPr bwMode="auto">
          <a:xfrm>
            <a:off x="8520113" y="4525963"/>
            <a:ext cx="2519362" cy="1292225"/>
            <a:chOff x="1559568" y="4959231"/>
            <a:chExt cx="2519275" cy="1292663"/>
          </a:xfrm>
        </p:grpSpPr>
        <p:sp>
          <p:nvSpPr>
            <p:cNvPr id="97" name="文本框 70"/>
            <p:cNvSpPr txBox="1"/>
            <p:nvPr/>
          </p:nvSpPr>
          <p:spPr>
            <a:xfrm>
              <a:off x="1559568" y="4959231"/>
              <a:ext cx="2512925" cy="462119"/>
            </a:xfrm>
            <a:prstGeom prst="rect">
              <a:avLst/>
            </a:prstGeom>
            <a:noFill/>
          </p:spPr>
          <p:txBody>
            <a:bodyPr>
              <a:spAutoFit/>
            </a:bodyPr>
            <a:lstStyle/>
            <a:p>
              <a:pPr fontAlgn="auto">
                <a:spcBef>
                  <a:spcPts val="0"/>
                </a:spcBef>
                <a:spcAft>
                  <a:spcPts val="0"/>
                </a:spcAft>
                <a:buFontTx/>
                <a:buNone/>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点击输入小标题</a:t>
              </a:r>
            </a:p>
          </p:txBody>
        </p:sp>
        <p:sp>
          <p:nvSpPr>
            <p:cNvPr id="52250" name="矩形 97"/>
            <p:cNvSpPr>
              <a:spLocks noChangeArrowheads="1"/>
            </p:cNvSpPr>
            <p:nvPr/>
          </p:nvSpPr>
          <p:spPr bwMode="auto">
            <a:xfrm>
              <a:off x="1565696" y="5420896"/>
              <a:ext cx="2513147" cy="8309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9C9C9C"/>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99" name="组合 98"/>
          <p:cNvGrpSpPr>
            <a:grpSpLocks/>
          </p:cNvGrpSpPr>
          <p:nvPr/>
        </p:nvGrpSpPr>
        <p:grpSpPr bwMode="auto">
          <a:xfrm>
            <a:off x="2827338" y="4535488"/>
            <a:ext cx="2546350" cy="1304925"/>
            <a:chOff x="8030402" y="4959231"/>
            <a:chExt cx="2545801" cy="1305051"/>
          </a:xfrm>
        </p:grpSpPr>
        <p:sp>
          <p:nvSpPr>
            <p:cNvPr id="100" name="文本框 73"/>
            <p:cNvSpPr txBox="1"/>
            <p:nvPr/>
          </p:nvSpPr>
          <p:spPr>
            <a:xfrm>
              <a:off x="8063732" y="4959231"/>
              <a:ext cx="2512471" cy="462007"/>
            </a:xfrm>
            <a:prstGeom prst="rect">
              <a:avLst/>
            </a:prstGeom>
            <a:noFill/>
          </p:spPr>
          <p:txBody>
            <a:bodyPr>
              <a:spAutoFit/>
            </a:bodyPr>
            <a:lstStyle/>
            <a:p>
              <a:pPr fontAlgn="auto">
                <a:spcBef>
                  <a:spcPts val="0"/>
                </a:spcBef>
                <a:spcAft>
                  <a:spcPts val="0"/>
                </a:spcAft>
                <a:buFontTx/>
                <a:buNone/>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点击输入小标题</a:t>
              </a:r>
            </a:p>
          </p:txBody>
        </p:sp>
        <p:sp>
          <p:nvSpPr>
            <p:cNvPr id="52248" name="矩形 100"/>
            <p:cNvSpPr>
              <a:spLocks noChangeArrowheads="1"/>
            </p:cNvSpPr>
            <p:nvPr/>
          </p:nvSpPr>
          <p:spPr bwMode="auto">
            <a:xfrm>
              <a:off x="8030402" y="5433286"/>
              <a:ext cx="2513147" cy="830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9C9C9C"/>
                  </a:solidFill>
                  <a:latin typeface="微软雅黑" panose="020B0503020204020204" pitchFamily="34" charset="-122"/>
                  <a:ea typeface="微软雅黑" panose="020B0503020204020204" pitchFamily="34" charset="-122"/>
                </a:rPr>
                <a:t>添加你的文字添加你的文字添加你的文字添加你的文字</a:t>
              </a:r>
            </a:p>
          </p:txBody>
        </p:sp>
      </p:grpSp>
      <p:sp>
        <p:nvSpPr>
          <p:cNvPr id="116" name="TextBox 115"/>
          <p:cNvSpPr txBox="1">
            <a:spLocks noChangeArrowheads="1"/>
          </p:cNvSpPr>
          <p:nvPr/>
        </p:nvSpPr>
        <p:spPr bwMode="auto">
          <a:xfrm>
            <a:off x="11022013" y="6858000"/>
            <a:ext cx="11080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400">
                <a:solidFill>
                  <a:srgbClr val="393939"/>
                </a:solidFill>
                <a:latin typeface="Calibri" panose="020F0502020204030204" pitchFamily="34" charset="0"/>
              </a:rPr>
              <a:t>延时符</a:t>
            </a:r>
          </a:p>
        </p:txBody>
      </p:sp>
      <p:sp>
        <p:nvSpPr>
          <p:cNvPr id="73" name="TextBox 88"/>
          <p:cNvSpPr txBox="1"/>
          <p:nvPr/>
        </p:nvSpPr>
        <p:spPr>
          <a:xfrm>
            <a:off x="1903413" y="561975"/>
            <a:ext cx="2339975" cy="461963"/>
          </a:xfrm>
          <a:prstGeom prst="rect">
            <a:avLst/>
          </a:prstGeom>
          <a:noFill/>
        </p:spPr>
        <p:txBody>
          <a:bodyPr wrap="none">
            <a:spAutoFit/>
          </a:bodyPr>
          <a:lstStyle/>
          <a:p>
            <a:pPr>
              <a:defRPr/>
            </a:pPr>
            <a:r>
              <a:rPr lang="zh-CN" altLang="en-US" sz="2400" dirty="0">
                <a:solidFill>
                  <a:schemeClr val="accent1">
                    <a:lumMod val="75000"/>
                  </a:schemeClr>
                </a:solidFill>
                <a:latin typeface="微软雅黑" panose="020B0503020204020204" pitchFamily="34" charset="-122"/>
                <a:ea typeface="微软雅黑" panose="020B0503020204020204" pitchFamily="34" charset="-122"/>
              </a:rPr>
              <a:t>前阶段工作回顾</a:t>
            </a:r>
          </a:p>
        </p:txBody>
      </p:sp>
    </p:spTree>
    <p:custDataLst>
      <p:tags r:id="rId1"/>
    </p:custDataLst>
  </p:cSld>
  <p:clrMapOvr>
    <a:masterClrMapping/>
  </p:clrMapOvr>
  <p:transition spd="slow" advClick="0" advTm="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9" presetClass="entr" presetSubtype="0" decel="100000" fill="hold" nodeType="withEffect">
                                  <p:stCondLst>
                                    <p:cond delay="800"/>
                                  </p:stCondLst>
                                  <p:childTnLst>
                                    <p:set>
                                      <p:cBhvr>
                                        <p:cTn id="6" dur="1" fill="hold">
                                          <p:stCondLst>
                                            <p:cond delay="0"/>
                                          </p:stCondLst>
                                        </p:cTn>
                                        <p:tgtEl>
                                          <p:spTgt spid="38"/>
                                        </p:tgtEl>
                                        <p:attrNameLst>
                                          <p:attrName>style.visibility</p:attrName>
                                        </p:attrNameLst>
                                      </p:cBhvr>
                                      <p:to>
                                        <p:strVal val="visible"/>
                                      </p:to>
                                    </p:set>
                                    <p:anim calcmode="lin" valueType="num">
                                      <p:cBhvr>
                                        <p:cTn id="7" dur="500" fill="hold"/>
                                        <p:tgtEl>
                                          <p:spTgt spid="38"/>
                                        </p:tgtEl>
                                        <p:attrNameLst>
                                          <p:attrName>ppt_w</p:attrName>
                                        </p:attrNameLst>
                                      </p:cBhvr>
                                      <p:tavLst>
                                        <p:tav tm="0">
                                          <p:val>
                                            <p:fltVal val="0"/>
                                          </p:val>
                                        </p:tav>
                                        <p:tav tm="100000">
                                          <p:val>
                                            <p:strVal val="#ppt_w"/>
                                          </p:val>
                                        </p:tav>
                                      </p:tavLst>
                                    </p:anim>
                                    <p:anim calcmode="lin" valueType="num">
                                      <p:cBhvr>
                                        <p:cTn id="8" dur="500" fill="hold"/>
                                        <p:tgtEl>
                                          <p:spTgt spid="38"/>
                                        </p:tgtEl>
                                        <p:attrNameLst>
                                          <p:attrName>ppt_h</p:attrName>
                                        </p:attrNameLst>
                                      </p:cBhvr>
                                      <p:tavLst>
                                        <p:tav tm="0">
                                          <p:val>
                                            <p:fltVal val="0"/>
                                          </p:val>
                                        </p:tav>
                                        <p:tav tm="100000">
                                          <p:val>
                                            <p:strVal val="#ppt_h"/>
                                          </p:val>
                                        </p:tav>
                                      </p:tavLst>
                                    </p:anim>
                                    <p:anim calcmode="lin" valueType="num">
                                      <p:cBhvr>
                                        <p:cTn id="9" dur="500" fill="hold"/>
                                        <p:tgtEl>
                                          <p:spTgt spid="38"/>
                                        </p:tgtEl>
                                        <p:attrNameLst>
                                          <p:attrName>style.rotation</p:attrName>
                                        </p:attrNameLst>
                                      </p:cBhvr>
                                      <p:tavLst>
                                        <p:tav tm="0">
                                          <p:val>
                                            <p:fltVal val="360"/>
                                          </p:val>
                                        </p:tav>
                                        <p:tav tm="100000">
                                          <p:val>
                                            <p:fltVal val="0"/>
                                          </p:val>
                                        </p:tav>
                                      </p:tavLst>
                                    </p:anim>
                                    <p:animEffect transition="in" filter="fade">
                                      <p:cBhvr>
                                        <p:cTn id="10" dur="500"/>
                                        <p:tgtEl>
                                          <p:spTgt spid="38"/>
                                        </p:tgtEl>
                                      </p:cBhvr>
                                    </p:animEffect>
                                  </p:childTnLst>
                                </p:cTn>
                              </p:par>
                              <p:par>
                                <p:cTn id="11" presetID="10" presetClass="entr" presetSubtype="0" fill="hold" nodeType="withEffect">
                                  <p:stCondLst>
                                    <p:cond delay="1200"/>
                                  </p:stCondLst>
                                  <p:childTnLst>
                                    <p:set>
                                      <p:cBhvr>
                                        <p:cTn id="12" dur="1" fill="hold">
                                          <p:stCondLst>
                                            <p:cond delay="0"/>
                                          </p:stCondLst>
                                        </p:cTn>
                                        <p:tgtEl>
                                          <p:spTgt spid="37"/>
                                        </p:tgtEl>
                                        <p:attrNameLst>
                                          <p:attrName>style.visibility</p:attrName>
                                        </p:attrNameLst>
                                      </p:cBhvr>
                                      <p:to>
                                        <p:strVal val="visible"/>
                                      </p:to>
                                    </p:set>
                                    <p:animEffect transition="in" filter="fade">
                                      <p:cBhvr>
                                        <p:cTn id="13" dur="100"/>
                                        <p:tgtEl>
                                          <p:spTgt spid="37"/>
                                        </p:tgtEl>
                                      </p:cBhvr>
                                    </p:animEffect>
                                  </p:childTnLst>
                                </p:cTn>
                              </p:par>
                              <p:par>
                                <p:cTn id="14" presetID="42" presetClass="path" presetSubtype="0" decel="50000" fill="hold" nodeType="withEffect">
                                  <p:stCondLst>
                                    <p:cond delay="1200"/>
                                  </p:stCondLst>
                                  <p:childTnLst>
                                    <p:animMotion origin="layout" path="M -2.70833E-6 -2.22222E-6 L -2.70833E-6 0.24028 " pathEditMode="relative" rAng="0" ptsTypes="AA">
                                      <p:cBhvr>
                                        <p:cTn id="15" dur="500" fill="hold"/>
                                        <p:tgtEl>
                                          <p:spTgt spid="37"/>
                                        </p:tgtEl>
                                        <p:attrNameLst>
                                          <p:attrName>ppt_x</p:attrName>
                                          <p:attrName>ppt_y</p:attrName>
                                        </p:attrNameLst>
                                      </p:cBhvr>
                                      <p:rCtr x="0" y="12014"/>
                                    </p:animMotion>
                                  </p:childTnLst>
                                </p:cTn>
                              </p:par>
                              <p:par>
                                <p:cTn id="16" presetID="8" presetClass="emph" presetSubtype="0" fill="hold" nodeType="withEffect">
                                  <p:stCondLst>
                                    <p:cond delay="1200"/>
                                  </p:stCondLst>
                                  <p:childTnLst>
                                    <p:animRot by="-5400000">
                                      <p:cBhvr>
                                        <p:cTn id="17" dur="500" fill="hold"/>
                                        <p:tgtEl>
                                          <p:spTgt spid="37"/>
                                        </p:tgtEl>
                                        <p:attrNameLst>
                                          <p:attrName>r</p:attrName>
                                        </p:attrNameLst>
                                      </p:cBhvr>
                                    </p:animRot>
                                  </p:childTnLst>
                                </p:cTn>
                              </p:par>
                              <p:par>
                                <p:cTn id="18" presetID="10" presetClass="exit" presetSubtype="0" fill="hold" nodeType="withEffect">
                                  <p:stCondLst>
                                    <p:cond delay="1400"/>
                                  </p:stCondLst>
                                  <p:childTnLst>
                                    <p:animEffect transition="out" filter="fade">
                                      <p:cBhvr>
                                        <p:cTn id="19" dur="500"/>
                                        <p:tgtEl>
                                          <p:spTgt spid="37"/>
                                        </p:tgtEl>
                                      </p:cBhvr>
                                    </p:animEffect>
                                    <p:set>
                                      <p:cBhvr>
                                        <p:cTn id="20" dur="1" fill="hold">
                                          <p:stCondLst>
                                            <p:cond delay="499"/>
                                          </p:stCondLst>
                                        </p:cTn>
                                        <p:tgtEl>
                                          <p:spTgt spid="37"/>
                                        </p:tgtEl>
                                        <p:attrNameLst>
                                          <p:attrName>style.visibility</p:attrName>
                                        </p:attrNameLst>
                                      </p:cBhvr>
                                      <p:to>
                                        <p:strVal val="hidden"/>
                                      </p:to>
                                    </p:set>
                                  </p:childTnLst>
                                </p:cTn>
                              </p:par>
                              <p:par>
                                <p:cTn id="21" presetID="10" presetClass="entr" presetSubtype="0" fill="hold" nodeType="withEffect">
                                  <p:stCondLst>
                                    <p:cond delay="1400"/>
                                  </p:stCondLst>
                                  <p:childTnLst>
                                    <p:set>
                                      <p:cBhvr>
                                        <p:cTn id="22" dur="1" fill="hold">
                                          <p:stCondLst>
                                            <p:cond delay="0"/>
                                          </p:stCondLst>
                                        </p:cTn>
                                        <p:tgtEl>
                                          <p:spTgt spid="42"/>
                                        </p:tgtEl>
                                        <p:attrNameLst>
                                          <p:attrName>style.visibility</p:attrName>
                                        </p:attrNameLst>
                                      </p:cBhvr>
                                      <p:to>
                                        <p:strVal val="visible"/>
                                      </p:to>
                                    </p:set>
                                    <p:animEffect transition="in" filter="fade">
                                      <p:cBhvr>
                                        <p:cTn id="23" dur="500"/>
                                        <p:tgtEl>
                                          <p:spTgt spid="42"/>
                                        </p:tgtEl>
                                      </p:cBhvr>
                                    </p:animEffect>
                                  </p:childTnLst>
                                </p:cTn>
                              </p:par>
                              <p:par>
                                <p:cTn id="24" presetID="10" presetClass="entr" presetSubtype="0" fill="hold" nodeType="withEffect">
                                  <p:stCondLst>
                                    <p:cond delay="1800"/>
                                  </p:stCondLst>
                                  <p:childTnLst>
                                    <p:set>
                                      <p:cBhvr>
                                        <p:cTn id="25" dur="1" fill="hold">
                                          <p:stCondLst>
                                            <p:cond delay="0"/>
                                          </p:stCondLst>
                                        </p:cTn>
                                        <p:tgtEl>
                                          <p:spTgt spid="36"/>
                                        </p:tgtEl>
                                        <p:attrNameLst>
                                          <p:attrName>style.visibility</p:attrName>
                                        </p:attrNameLst>
                                      </p:cBhvr>
                                      <p:to>
                                        <p:strVal val="visible"/>
                                      </p:to>
                                    </p:set>
                                    <p:animEffect transition="in" filter="fade">
                                      <p:cBhvr>
                                        <p:cTn id="26" dur="100"/>
                                        <p:tgtEl>
                                          <p:spTgt spid="36"/>
                                        </p:tgtEl>
                                      </p:cBhvr>
                                    </p:animEffect>
                                  </p:childTnLst>
                                </p:cTn>
                              </p:par>
                              <p:par>
                                <p:cTn id="27" presetID="42" presetClass="path" presetSubtype="0" decel="50000" fill="hold" nodeType="withEffect">
                                  <p:stCondLst>
                                    <p:cond delay="1800"/>
                                  </p:stCondLst>
                                  <p:childTnLst>
                                    <p:animMotion origin="layout" path="M -2.70833E-6 7.40741E-7 L 0.13737 0.05532 " pathEditMode="relative" rAng="0" ptsTypes="AA">
                                      <p:cBhvr>
                                        <p:cTn id="28" dur="500" fill="hold"/>
                                        <p:tgtEl>
                                          <p:spTgt spid="36"/>
                                        </p:tgtEl>
                                        <p:attrNameLst>
                                          <p:attrName>ppt_x</p:attrName>
                                          <p:attrName>ppt_y</p:attrName>
                                        </p:attrNameLst>
                                      </p:cBhvr>
                                      <p:rCtr x="6862" y="2755"/>
                                    </p:animMotion>
                                  </p:childTnLst>
                                </p:cTn>
                              </p:par>
                              <p:par>
                                <p:cTn id="29" presetID="8" presetClass="emph" presetSubtype="0" fill="hold" nodeType="withEffect">
                                  <p:stCondLst>
                                    <p:cond delay="1800"/>
                                  </p:stCondLst>
                                  <p:childTnLst>
                                    <p:animRot by="-10800000">
                                      <p:cBhvr>
                                        <p:cTn id="30" dur="500" fill="hold"/>
                                        <p:tgtEl>
                                          <p:spTgt spid="36"/>
                                        </p:tgtEl>
                                        <p:attrNameLst>
                                          <p:attrName>r</p:attrName>
                                        </p:attrNameLst>
                                      </p:cBhvr>
                                    </p:animRot>
                                  </p:childTnLst>
                                </p:cTn>
                              </p:par>
                              <p:par>
                                <p:cTn id="31" presetID="10" presetClass="exit" presetSubtype="0" fill="hold" nodeType="withEffect">
                                  <p:stCondLst>
                                    <p:cond delay="2000"/>
                                  </p:stCondLst>
                                  <p:childTnLst>
                                    <p:animEffect transition="out" filter="fade">
                                      <p:cBhvr>
                                        <p:cTn id="32" dur="500"/>
                                        <p:tgtEl>
                                          <p:spTgt spid="36"/>
                                        </p:tgtEl>
                                      </p:cBhvr>
                                    </p:animEffect>
                                    <p:set>
                                      <p:cBhvr>
                                        <p:cTn id="33" dur="1" fill="hold">
                                          <p:stCondLst>
                                            <p:cond delay="499"/>
                                          </p:stCondLst>
                                        </p:cTn>
                                        <p:tgtEl>
                                          <p:spTgt spid="36"/>
                                        </p:tgtEl>
                                        <p:attrNameLst>
                                          <p:attrName>style.visibility</p:attrName>
                                        </p:attrNameLst>
                                      </p:cBhvr>
                                      <p:to>
                                        <p:strVal val="hidden"/>
                                      </p:to>
                                    </p:set>
                                  </p:childTnLst>
                                </p:cTn>
                              </p:par>
                              <p:par>
                                <p:cTn id="34" presetID="10" presetClass="entr" presetSubtype="0" fill="hold" nodeType="withEffect">
                                  <p:stCondLst>
                                    <p:cond delay="2000"/>
                                  </p:stCondLst>
                                  <p:childTnLst>
                                    <p:set>
                                      <p:cBhvr>
                                        <p:cTn id="35" dur="1" fill="hold">
                                          <p:stCondLst>
                                            <p:cond delay="0"/>
                                          </p:stCondLst>
                                        </p:cTn>
                                        <p:tgtEl>
                                          <p:spTgt spid="46"/>
                                        </p:tgtEl>
                                        <p:attrNameLst>
                                          <p:attrName>style.visibility</p:attrName>
                                        </p:attrNameLst>
                                      </p:cBhvr>
                                      <p:to>
                                        <p:strVal val="visible"/>
                                      </p:to>
                                    </p:set>
                                    <p:animEffect transition="in" filter="fade">
                                      <p:cBhvr>
                                        <p:cTn id="36" dur="500"/>
                                        <p:tgtEl>
                                          <p:spTgt spid="46"/>
                                        </p:tgtEl>
                                      </p:cBhvr>
                                    </p:animEffect>
                                  </p:childTnLst>
                                </p:cTn>
                              </p:par>
                              <p:par>
                                <p:cTn id="37" presetID="10" presetClass="entr" presetSubtype="0" fill="hold" nodeType="withEffect">
                                  <p:stCondLst>
                                    <p:cond delay="2400"/>
                                  </p:stCondLst>
                                  <p:childTnLst>
                                    <p:set>
                                      <p:cBhvr>
                                        <p:cTn id="38" dur="1" fill="hold">
                                          <p:stCondLst>
                                            <p:cond delay="0"/>
                                          </p:stCondLst>
                                        </p:cTn>
                                        <p:tgtEl>
                                          <p:spTgt spid="35"/>
                                        </p:tgtEl>
                                        <p:attrNameLst>
                                          <p:attrName>style.visibility</p:attrName>
                                        </p:attrNameLst>
                                      </p:cBhvr>
                                      <p:to>
                                        <p:strVal val="visible"/>
                                      </p:to>
                                    </p:set>
                                    <p:animEffect transition="in" filter="fade">
                                      <p:cBhvr>
                                        <p:cTn id="39" dur="100"/>
                                        <p:tgtEl>
                                          <p:spTgt spid="35"/>
                                        </p:tgtEl>
                                      </p:cBhvr>
                                    </p:animEffect>
                                  </p:childTnLst>
                                </p:cTn>
                              </p:par>
                              <p:par>
                                <p:cTn id="40" presetID="42" presetClass="path" presetSubtype="0" decel="50000" fill="hold" nodeType="withEffect">
                                  <p:stCondLst>
                                    <p:cond delay="2400"/>
                                  </p:stCondLst>
                                  <p:childTnLst>
                                    <p:animMotion origin="layout" path="M -3.54167E-6 2.96296E-6 L -0.00221 0.23588 " pathEditMode="relative" rAng="0" ptsTypes="AA">
                                      <p:cBhvr>
                                        <p:cTn id="41" dur="500" fill="hold"/>
                                        <p:tgtEl>
                                          <p:spTgt spid="35"/>
                                        </p:tgtEl>
                                        <p:attrNameLst>
                                          <p:attrName>ppt_x</p:attrName>
                                          <p:attrName>ppt_y</p:attrName>
                                        </p:attrNameLst>
                                      </p:cBhvr>
                                      <p:rCtr x="-117" y="11782"/>
                                    </p:animMotion>
                                  </p:childTnLst>
                                </p:cTn>
                              </p:par>
                              <p:par>
                                <p:cTn id="42" presetID="8" presetClass="emph" presetSubtype="0" fill="hold" nodeType="withEffect">
                                  <p:stCondLst>
                                    <p:cond delay="2400"/>
                                  </p:stCondLst>
                                  <p:childTnLst>
                                    <p:animRot by="5400000">
                                      <p:cBhvr>
                                        <p:cTn id="43" dur="500" fill="hold"/>
                                        <p:tgtEl>
                                          <p:spTgt spid="35"/>
                                        </p:tgtEl>
                                        <p:attrNameLst>
                                          <p:attrName>r</p:attrName>
                                        </p:attrNameLst>
                                      </p:cBhvr>
                                    </p:animRot>
                                  </p:childTnLst>
                                </p:cTn>
                              </p:par>
                              <p:par>
                                <p:cTn id="44" presetID="10" presetClass="exit" presetSubtype="0" fill="hold" nodeType="withEffect">
                                  <p:stCondLst>
                                    <p:cond delay="2600"/>
                                  </p:stCondLst>
                                  <p:childTnLst>
                                    <p:animEffect transition="out" filter="fade">
                                      <p:cBhvr>
                                        <p:cTn id="45" dur="500"/>
                                        <p:tgtEl>
                                          <p:spTgt spid="35"/>
                                        </p:tgtEl>
                                      </p:cBhvr>
                                    </p:animEffect>
                                    <p:set>
                                      <p:cBhvr>
                                        <p:cTn id="46" dur="1" fill="hold">
                                          <p:stCondLst>
                                            <p:cond delay="499"/>
                                          </p:stCondLst>
                                        </p:cTn>
                                        <p:tgtEl>
                                          <p:spTgt spid="35"/>
                                        </p:tgtEl>
                                        <p:attrNameLst>
                                          <p:attrName>style.visibility</p:attrName>
                                        </p:attrNameLst>
                                      </p:cBhvr>
                                      <p:to>
                                        <p:strVal val="hidden"/>
                                      </p:to>
                                    </p:set>
                                  </p:childTnLst>
                                </p:cTn>
                              </p:par>
                              <p:par>
                                <p:cTn id="47" presetID="10" presetClass="entr" presetSubtype="0" fill="hold" nodeType="withEffect">
                                  <p:stCondLst>
                                    <p:cond delay="2600"/>
                                  </p:stCondLst>
                                  <p:childTnLst>
                                    <p:set>
                                      <p:cBhvr>
                                        <p:cTn id="48" dur="1" fill="hold">
                                          <p:stCondLst>
                                            <p:cond delay="0"/>
                                          </p:stCondLst>
                                        </p:cTn>
                                        <p:tgtEl>
                                          <p:spTgt spid="50"/>
                                        </p:tgtEl>
                                        <p:attrNameLst>
                                          <p:attrName>style.visibility</p:attrName>
                                        </p:attrNameLst>
                                      </p:cBhvr>
                                      <p:to>
                                        <p:strVal val="visible"/>
                                      </p:to>
                                    </p:set>
                                    <p:animEffect transition="in" filter="fade">
                                      <p:cBhvr>
                                        <p:cTn id="49" dur="500"/>
                                        <p:tgtEl>
                                          <p:spTgt spid="50"/>
                                        </p:tgtEl>
                                      </p:cBhvr>
                                    </p:animEffect>
                                  </p:childTnLst>
                                </p:cTn>
                              </p:par>
                              <p:par>
                                <p:cTn id="50" presetID="6" presetClass="entr" presetSubtype="32" fill="hold" nodeType="withEffect">
                                  <p:stCondLst>
                                    <p:cond delay="1000"/>
                                  </p:stCondLst>
                                  <p:childTnLst>
                                    <p:set>
                                      <p:cBhvr>
                                        <p:cTn id="51" dur="1" fill="hold">
                                          <p:stCondLst>
                                            <p:cond delay="0"/>
                                          </p:stCondLst>
                                        </p:cTn>
                                        <p:tgtEl>
                                          <p:spTgt spid="39"/>
                                        </p:tgtEl>
                                        <p:attrNameLst>
                                          <p:attrName>style.visibility</p:attrName>
                                        </p:attrNameLst>
                                      </p:cBhvr>
                                      <p:to>
                                        <p:strVal val="visible"/>
                                      </p:to>
                                    </p:set>
                                    <p:animEffect transition="in" filter="circle(out)">
                                      <p:cBhvr>
                                        <p:cTn id="52" dur="500"/>
                                        <p:tgtEl>
                                          <p:spTgt spid="39"/>
                                        </p:tgtEl>
                                      </p:cBhvr>
                                    </p:animEffect>
                                  </p:childTnLst>
                                </p:cTn>
                              </p:par>
                              <p:par>
                                <p:cTn id="53" presetID="6" presetClass="entr" presetSubtype="32" fill="hold" nodeType="withEffect">
                                  <p:stCondLst>
                                    <p:cond delay="1500"/>
                                  </p:stCondLst>
                                  <p:childTnLst>
                                    <p:set>
                                      <p:cBhvr>
                                        <p:cTn id="54" dur="1" fill="hold">
                                          <p:stCondLst>
                                            <p:cond delay="0"/>
                                          </p:stCondLst>
                                        </p:cTn>
                                        <p:tgtEl>
                                          <p:spTgt spid="43"/>
                                        </p:tgtEl>
                                        <p:attrNameLst>
                                          <p:attrName>style.visibility</p:attrName>
                                        </p:attrNameLst>
                                      </p:cBhvr>
                                      <p:to>
                                        <p:strVal val="visible"/>
                                      </p:to>
                                    </p:set>
                                    <p:animEffect transition="in" filter="circle(out)">
                                      <p:cBhvr>
                                        <p:cTn id="55" dur="500"/>
                                        <p:tgtEl>
                                          <p:spTgt spid="43"/>
                                        </p:tgtEl>
                                      </p:cBhvr>
                                    </p:animEffect>
                                  </p:childTnLst>
                                </p:cTn>
                              </p:par>
                              <p:par>
                                <p:cTn id="56" presetID="6" presetClass="entr" presetSubtype="32" fill="hold" nodeType="withEffect">
                                  <p:stCondLst>
                                    <p:cond delay="2000"/>
                                  </p:stCondLst>
                                  <p:childTnLst>
                                    <p:set>
                                      <p:cBhvr>
                                        <p:cTn id="57" dur="1" fill="hold">
                                          <p:stCondLst>
                                            <p:cond delay="0"/>
                                          </p:stCondLst>
                                        </p:cTn>
                                        <p:tgtEl>
                                          <p:spTgt spid="47"/>
                                        </p:tgtEl>
                                        <p:attrNameLst>
                                          <p:attrName>style.visibility</p:attrName>
                                        </p:attrNameLst>
                                      </p:cBhvr>
                                      <p:to>
                                        <p:strVal val="visible"/>
                                      </p:to>
                                    </p:set>
                                    <p:animEffect transition="in" filter="circle(out)">
                                      <p:cBhvr>
                                        <p:cTn id="58" dur="500"/>
                                        <p:tgtEl>
                                          <p:spTgt spid="47"/>
                                        </p:tgtEl>
                                      </p:cBhvr>
                                    </p:animEffect>
                                  </p:childTnLst>
                                </p:cTn>
                              </p:par>
                              <p:par>
                                <p:cTn id="59" presetID="6" presetClass="entr" presetSubtype="32" fill="hold" nodeType="withEffect">
                                  <p:stCondLst>
                                    <p:cond delay="2500"/>
                                  </p:stCondLst>
                                  <p:childTnLst>
                                    <p:set>
                                      <p:cBhvr>
                                        <p:cTn id="60" dur="1" fill="hold">
                                          <p:stCondLst>
                                            <p:cond delay="0"/>
                                          </p:stCondLst>
                                        </p:cTn>
                                        <p:tgtEl>
                                          <p:spTgt spid="51"/>
                                        </p:tgtEl>
                                        <p:attrNameLst>
                                          <p:attrName>style.visibility</p:attrName>
                                        </p:attrNameLst>
                                      </p:cBhvr>
                                      <p:to>
                                        <p:strVal val="visible"/>
                                      </p:to>
                                    </p:set>
                                    <p:animEffect transition="in" filter="circle(out)">
                                      <p:cBhvr>
                                        <p:cTn id="61" dur="500"/>
                                        <p:tgtEl>
                                          <p:spTgt spid="51"/>
                                        </p:tgtEl>
                                      </p:cBhvr>
                                    </p:animEffect>
                                  </p:childTnLst>
                                </p:cTn>
                              </p:par>
                              <p:par>
                                <p:cTn id="62" presetID="21" presetClass="entr" presetSubtype="1" fill="hold" nodeType="withEffect">
                                  <p:stCondLst>
                                    <p:cond delay="1200"/>
                                  </p:stCondLst>
                                  <p:childTnLst>
                                    <p:set>
                                      <p:cBhvr>
                                        <p:cTn id="63" dur="1" fill="hold">
                                          <p:stCondLst>
                                            <p:cond delay="0"/>
                                          </p:stCondLst>
                                        </p:cTn>
                                        <p:tgtEl>
                                          <p:spTgt spid="54"/>
                                        </p:tgtEl>
                                        <p:attrNameLst>
                                          <p:attrName>style.visibility</p:attrName>
                                        </p:attrNameLst>
                                      </p:cBhvr>
                                      <p:to>
                                        <p:strVal val="visible"/>
                                      </p:to>
                                    </p:set>
                                    <p:animEffect transition="in" filter="wheel(1)">
                                      <p:cBhvr>
                                        <p:cTn id="64" dur="500"/>
                                        <p:tgtEl>
                                          <p:spTgt spid="54"/>
                                        </p:tgtEl>
                                      </p:cBhvr>
                                    </p:animEffect>
                                  </p:childTnLst>
                                </p:cTn>
                              </p:par>
                              <p:par>
                                <p:cTn id="65" presetID="21" presetClass="entr" presetSubtype="1" fill="hold" nodeType="withEffect">
                                  <p:stCondLst>
                                    <p:cond delay="1700"/>
                                  </p:stCondLst>
                                  <p:childTnLst>
                                    <p:set>
                                      <p:cBhvr>
                                        <p:cTn id="66" dur="1" fill="hold">
                                          <p:stCondLst>
                                            <p:cond delay="0"/>
                                          </p:stCondLst>
                                        </p:cTn>
                                        <p:tgtEl>
                                          <p:spTgt spid="59"/>
                                        </p:tgtEl>
                                        <p:attrNameLst>
                                          <p:attrName>style.visibility</p:attrName>
                                        </p:attrNameLst>
                                      </p:cBhvr>
                                      <p:to>
                                        <p:strVal val="visible"/>
                                      </p:to>
                                    </p:set>
                                    <p:animEffect transition="in" filter="wheel(1)">
                                      <p:cBhvr>
                                        <p:cTn id="67" dur="500"/>
                                        <p:tgtEl>
                                          <p:spTgt spid="59"/>
                                        </p:tgtEl>
                                      </p:cBhvr>
                                    </p:animEffect>
                                  </p:childTnLst>
                                </p:cTn>
                              </p:par>
                              <p:par>
                                <p:cTn id="68" presetID="21" presetClass="entr" presetSubtype="1" fill="hold" nodeType="withEffect">
                                  <p:stCondLst>
                                    <p:cond delay="2200"/>
                                  </p:stCondLst>
                                  <p:childTnLst>
                                    <p:set>
                                      <p:cBhvr>
                                        <p:cTn id="69" dur="1" fill="hold">
                                          <p:stCondLst>
                                            <p:cond delay="0"/>
                                          </p:stCondLst>
                                        </p:cTn>
                                        <p:tgtEl>
                                          <p:spTgt spid="64"/>
                                        </p:tgtEl>
                                        <p:attrNameLst>
                                          <p:attrName>style.visibility</p:attrName>
                                        </p:attrNameLst>
                                      </p:cBhvr>
                                      <p:to>
                                        <p:strVal val="visible"/>
                                      </p:to>
                                    </p:set>
                                    <p:animEffect transition="in" filter="wheel(1)">
                                      <p:cBhvr>
                                        <p:cTn id="70" dur="500"/>
                                        <p:tgtEl>
                                          <p:spTgt spid="64"/>
                                        </p:tgtEl>
                                      </p:cBhvr>
                                    </p:animEffect>
                                  </p:childTnLst>
                                </p:cTn>
                              </p:par>
                              <p:par>
                                <p:cTn id="71" presetID="21" presetClass="entr" presetSubtype="1" fill="hold" nodeType="withEffect">
                                  <p:stCondLst>
                                    <p:cond delay="2700"/>
                                  </p:stCondLst>
                                  <p:childTnLst>
                                    <p:set>
                                      <p:cBhvr>
                                        <p:cTn id="72" dur="1" fill="hold">
                                          <p:stCondLst>
                                            <p:cond delay="0"/>
                                          </p:stCondLst>
                                        </p:cTn>
                                        <p:tgtEl>
                                          <p:spTgt spid="69"/>
                                        </p:tgtEl>
                                        <p:attrNameLst>
                                          <p:attrName>style.visibility</p:attrName>
                                        </p:attrNameLst>
                                      </p:cBhvr>
                                      <p:to>
                                        <p:strVal val="visible"/>
                                      </p:to>
                                    </p:set>
                                    <p:animEffect transition="in" filter="wheel(1)">
                                      <p:cBhvr>
                                        <p:cTn id="73" dur="500"/>
                                        <p:tgtEl>
                                          <p:spTgt spid="69"/>
                                        </p:tgtEl>
                                      </p:cBhvr>
                                    </p:animEffect>
                                  </p:childTnLst>
                                </p:cTn>
                              </p:par>
                              <p:par>
                                <p:cTn id="74" presetID="4" presetClass="entr" presetSubtype="32" fill="hold" nodeType="withEffect">
                                  <p:stCondLst>
                                    <p:cond delay="1300"/>
                                  </p:stCondLst>
                                  <p:childTnLst>
                                    <p:set>
                                      <p:cBhvr>
                                        <p:cTn id="75" dur="1" fill="hold">
                                          <p:stCondLst>
                                            <p:cond delay="0"/>
                                          </p:stCondLst>
                                        </p:cTn>
                                        <p:tgtEl>
                                          <p:spTgt spid="77"/>
                                        </p:tgtEl>
                                        <p:attrNameLst>
                                          <p:attrName>style.visibility</p:attrName>
                                        </p:attrNameLst>
                                      </p:cBhvr>
                                      <p:to>
                                        <p:strVal val="visible"/>
                                      </p:to>
                                    </p:set>
                                    <p:animEffect transition="in" filter="box(out)">
                                      <p:cBhvr>
                                        <p:cTn id="76" dur="500"/>
                                        <p:tgtEl>
                                          <p:spTgt spid="77"/>
                                        </p:tgtEl>
                                      </p:cBhvr>
                                    </p:animEffect>
                                  </p:childTnLst>
                                </p:cTn>
                              </p:par>
                              <p:par>
                                <p:cTn id="77" presetID="4" presetClass="entr" presetSubtype="32" fill="hold" nodeType="withEffect">
                                  <p:stCondLst>
                                    <p:cond delay="1800"/>
                                  </p:stCondLst>
                                  <p:childTnLst>
                                    <p:set>
                                      <p:cBhvr>
                                        <p:cTn id="78" dur="1" fill="hold">
                                          <p:stCondLst>
                                            <p:cond delay="0"/>
                                          </p:stCondLst>
                                        </p:cTn>
                                        <p:tgtEl>
                                          <p:spTgt spid="81"/>
                                        </p:tgtEl>
                                        <p:attrNameLst>
                                          <p:attrName>style.visibility</p:attrName>
                                        </p:attrNameLst>
                                      </p:cBhvr>
                                      <p:to>
                                        <p:strVal val="visible"/>
                                      </p:to>
                                    </p:set>
                                    <p:animEffect transition="in" filter="box(out)">
                                      <p:cBhvr>
                                        <p:cTn id="79" dur="500"/>
                                        <p:tgtEl>
                                          <p:spTgt spid="81"/>
                                        </p:tgtEl>
                                      </p:cBhvr>
                                    </p:animEffect>
                                  </p:childTnLst>
                                </p:cTn>
                              </p:par>
                              <p:par>
                                <p:cTn id="80" presetID="4" presetClass="entr" presetSubtype="32" fill="hold" nodeType="withEffect">
                                  <p:stCondLst>
                                    <p:cond delay="2300"/>
                                  </p:stCondLst>
                                  <p:childTnLst>
                                    <p:set>
                                      <p:cBhvr>
                                        <p:cTn id="81" dur="1" fill="hold">
                                          <p:stCondLst>
                                            <p:cond delay="0"/>
                                          </p:stCondLst>
                                        </p:cTn>
                                        <p:tgtEl>
                                          <p:spTgt spid="99"/>
                                        </p:tgtEl>
                                        <p:attrNameLst>
                                          <p:attrName>style.visibility</p:attrName>
                                        </p:attrNameLst>
                                      </p:cBhvr>
                                      <p:to>
                                        <p:strVal val="visible"/>
                                      </p:to>
                                    </p:set>
                                    <p:animEffect transition="in" filter="box(out)">
                                      <p:cBhvr>
                                        <p:cTn id="82" dur="500"/>
                                        <p:tgtEl>
                                          <p:spTgt spid="99"/>
                                        </p:tgtEl>
                                      </p:cBhvr>
                                    </p:animEffect>
                                  </p:childTnLst>
                                </p:cTn>
                              </p:par>
                              <p:par>
                                <p:cTn id="83" presetID="4" presetClass="entr" presetSubtype="32" fill="hold" nodeType="withEffect">
                                  <p:stCondLst>
                                    <p:cond delay="2800"/>
                                  </p:stCondLst>
                                  <p:childTnLst>
                                    <p:set>
                                      <p:cBhvr>
                                        <p:cTn id="84" dur="1" fill="hold">
                                          <p:stCondLst>
                                            <p:cond delay="0"/>
                                          </p:stCondLst>
                                        </p:cTn>
                                        <p:tgtEl>
                                          <p:spTgt spid="96"/>
                                        </p:tgtEl>
                                        <p:attrNameLst>
                                          <p:attrName>style.visibility</p:attrName>
                                        </p:attrNameLst>
                                      </p:cBhvr>
                                      <p:to>
                                        <p:strVal val="visible"/>
                                      </p:to>
                                    </p:set>
                                    <p:animEffect transition="in" filter="box(out)">
                                      <p:cBhvr>
                                        <p:cTn id="85" dur="500"/>
                                        <p:tgtEl>
                                          <p:spTgt spid="96"/>
                                        </p:tgtEl>
                                      </p:cBhvr>
                                    </p:animEffect>
                                  </p:childTnLst>
                                </p:cTn>
                              </p:par>
                            </p:childTnLst>
                          </p:cTn>
                        </p:par>
                        <p:par>
                          <p:cTn id="86" fill="hold" nodeType="afterGroup">
                            <p:stCondLst>
                              <p:cond delay="3300"/>
                            </p:stCondLst>
                            <p:childTnLst>
                              <p:par>
                                <p:cTn id="87" presetID="10" presetClass="entr" presetSubtype="0" fill="hold" grpId="0" nodeType="afterEffect">
                                  <p:stCondLst>
                                    <p:cond delay="0"/>
                                  </p:stCondLst>
                                  <p:childTnLst>
                                    <p:set>
                                      <p:cBhvr>
                                        <p:cTn id="88" dur="1" fill="hold">
                                          <p:stCondLst>
                                            <p:cond delay="0"/>
                                          </p:stCondLst>
                                        </p:cTn>
                                        <p:tgtEl>
                                          <p:spTgt spid="116"/>
                                        </p:tgtEl>
                                        <p:attrNameLst>
                                          <p:attrName>style.visibility</p:attrName>
                                        </p:attrNameLst>
                                      </p:cBhvr>
                                      <p:to>
                                        <p:strVal val="visible"/>
                                      </p:to>
                                    </p:set>
                                    <p:animEffect transition="in" filter="fade">
                                      <p:cBhvr>
                                        <p:cTn id="89" dur="1000"/>
                                        <p:tgtEl>
                                          <p:spTgt spid="1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2"/>
          <p:cNvSpPr>
            <a:spLocks noChangeArrowheads="1"/>
          </p:cNvSpPr>
          <p:nvPr/>
        </p:nvSpPr>
        <p:spPr bwMode="auto">
          <a:xfrm>
            <a:off x="5499100" y="887413"/>
            <a:ext cx="3070071"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0" dirty="0">
                <a:solidFill>
                  <a:srgbClr val="393939"/>
                </a:solidFill>
                <a:latin typeface="方正姚体" panose="02010601030101010101" pitchFamily="2" charset="-122"/>
                <a:ea typeface="方正姚体" panose="02010601030101010101" pitchFamily="2" charset="-122"/>
                <a:sym typeface="方正姚体" panose="02010601030101010101" pitchFamily="2" charset="-122"/>
              </a:rPr>
              <a:t>021</a:t>
            </a:r>
            <a:endParaRPr lang="zh-CN" altLang="en-US" sz="15000" dirty="0">
              <a:solidFill>
                <a:srgbClr val="393939"/>
              </a:solidFill>
              <a:latin typeface="方正姚体" panose="02010601030101010101" pitchFamily="2" charset="-122"/>
              <a:ea typeface="方正姚体" panose="02010601030101010101" pitchFamily="2" charset="-122"/>
              <a:sym typeface="方正姚体" panose="02010601030101010101" pitchFamily="2" charset="-122"/>
            </a:endParaRPr>
          </a:p>
        </p:txBody>
      </p:sp>
      <p:sp>
        <p:nvSpPr>
          <p:cNvPr id="10" name="矩形 136"/>
          <p:cNvSpPr>
            <a:spLocks noChangeArrowheads="1"/>
          </p:cNvSpPr>
          <p:nvPr/>
        </p:nvSpPr>
        <p:spPr bwMode="auto">
          <a:xfrm>
            <a:off x="3433763" y="3463925"/>
            <a:ext cx="526297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6600" dirty="0">
                <a:solidFill>
                  <a:srgbClr val="1557AE"/>
                </a:solidFill>
                <a:latin typeface="微软雅黑" pitchFamily="34" charset="-122"/>
                <a:ea typeface="微软雅黑" pitchFamily="34" charset="-122"/>
                <a:sym typeface="微软雅黑" pitchFamily="34" charset="-122"/>
              </a:rPr>
              <a:t>成功项目展示</a:t>
            </a:r>
          </a:p>
        </p:txBody>
      </p:sp>
      <p:sp>
        <p:nvSpPr>
          <p:cNvPr id="12" name="TextBox 11"/>
          <p:cNvSpPr txBox="1"/>
          <p:nvPr/>
        </p:nvSpPr>
        <p:spPr>
          <a:xfrm>
            <a:off x="3598863"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3" name="TextBox 12"/>
          <p:cNvSpPr txBox="1"/>
          <p:nvPr/>
        </p:nvSpPr>
        <p:spPr>
          <a:xfrm>
            <a:off x="6269038"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4" name="TextBox 11"/>
          <p:cNvSpPr txBox="1"/>
          <p:nvPr/>
        </p:nvSpPr>
        <p:spPr>
          <a:xfrm>
            <a:off x="3598863"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5" name="TextBox 11"/>
          <p:cNvSpPr txBox="1"/>
          <p:nvPr/>
        </p:nvSpPr>
        <p:spPr>
          <a:xfrm>
            <a:off x="6269038"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cxnSp>
        <p:nvCxnSpPr>
          <p:cNvPr id="17" name="直接连接符 16"/>
          <p:cNvCxnSpPr/>
          <p:nvPr/>
        </p:nvCxnSpPr>
        <p:spPr bwMode="auto">
          <a:xfrm>
            <a:off x="3475038" y="4587875"/>
            <a:ext cx="5110162" cy="0"/>
          </a:xfrm>
          <a:prstGeom prst="line">
            <a:avLst/>
          </a:prstGeom>
          <a:solidFill>
            <a:schemeClr val="accent1"/>
          </a:solidFill>
          <a:ln w="19050" cap="flat" cmpd="sng" algn="ctr">
            <a:solidFill>
              <a:schemeClr val="tx2">
                <a:lumMod val="7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5065" name="组合 126"/>
          <p:cNvGrpSpPr>
            <a:grpSpLocks/>
          </p:cNvGrpSpPr>
          <p:nvPr/>
        </p:nvGrpSpPr>
        <p:grpSpPr bwMode="auto">
          <a:xfrm rot="10800000" flipH="1">
            <a:off x="3922713" y="1065213"/>
            <a:ext cx="4238625" cy="2174875"/>
            <a:chOff x="-152726" y="0"/>
            <a:chExt cx="5865488" cy="1257300"/>
          </a:xfrm>
        </p:grpSpPr>
        <p:sp>
          <p:nvSpPr>
            <p:cNvPr id="21" name="矩形 127"/>
            <p:cNvSpPr>
              <a:spLocks noChangeArrowheads="1"/>
            </p:cNvSpPr>
            <p:nvPr/>
          </p:nvSpPr>
          <p:spPr bwMode="auto">
            <a:xfrm>
              <a:off x="-152726" y="918"/>
              <a:ext cx="364671" cy="125730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2" name="矩形 128"/>
            <p:cNvSpPr>
              <a:spLocks noChangeArrowheads="1"/>
            </p:cNvSpPr>
            <p:nvPr/>
          </p:nvSpPr>
          <p:spPr bwMode="auto">
            <a:xfrm>
              <a:off x="359131" y="918"/>
              <a:ext cx="579958" cy="1257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3" name="矩形 129"/>
            <p:cNvSpPr>
              <a:spLocks noChangeArrowheads="1"/>
            </p:cNvSpPr>
            <p:nvPr/>
          </p:nvSpPr>
          <p:spPr bwMode="auto">
            <a:xfrm>
              <a:off x="1128015" y="0"/>
              <a:ext cx="681012" cy="1257300"/>
            </a:xfrm>
            <a:prstGeom prst="rect">
              <a:avLst/>
            </a:prstGeom>
            <a:solidFill>
              <a:srgbClr val="1557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4" name="矩形 130"/>
            <p:cNvSpPr>
              <a:spLocks noChangeArrowheads="1"/>
            </p:cNvSpPr>
            <p:nvPr/>
          </p:nvSpPr>
          <p:spPr bwMode="auto">
            <a:xfrm>
              <a:off x="4877973" y="0"/>
              <a:ext cx="832591" cy="1257300"/>
            </a:xfrm>
            <a:prstGeom prst="rect">
              <a:avLst/>
            </a:prstGeom>
            <a:solidFill>
              <a:srgbClr val="1557AE"/>
            </a:solidFill>
            <a:ln w="12700" cmpd="sng">
              <a:solidFill>
                <a:srgbClr val="6C5B7B"/>
              </a:solidFill>
              <a:miter lim="800000"/>
              <a:headEnd/>
              <a:tailEnd/>
            </a:ln>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288408479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0">
        <p15:prstTrans prst="origami"/>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5065"/>
                                        </p:tgtEl>
                                        <p:attrNameLst>
                                          <p:attrName>style.visibility</p:attrName>
                                        </p:attrNameLst>
                                      </p:cBhvr>
                                      <p:to>
                                        <p:strVal val="visible"/>
                                      </p:to>
                                    </p:set>
                                    <p:animEffect transition="in" filter="wipe(down)">
                                      <p:cBhvr>
                                        <p:cTn id="7" dur="500"/>
                                        <p:tgtEl>
                                          <p:spTgt spid="45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8"/>
                                        </p:tgtEl>
                                        <p:attrNameLst>
                                          <p:attrName>style.visibility</p:attrName>
                                        </p:attrNameLst>
                                      </p:cBhvr>
                                      <p:to>
                                        <p:strVal val="visible"/>
                                      </p:to>
                                    </p:set>
                                    <p:animEffect transition="in" filter="fade">
                                      <p:cBhvr>
                                        <p:cTn id="12" dur="500"/>
                                        <p:tgtEl>
                                          <p:spTgt spid="450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20000"/>
                                  </p:iterate>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par>
                          <p:cTn id="23" fill="hold">
                            <p:stCondLst>
                              <p:cond delay="500"/>
                            </p:stCondLst>
                            <p:childTnLst>
                              <p:par>
                                <p:cTn id="24" presetID="12" presetClass="entr" presetSubtype="8"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p:tgtEl>
                                          <p:spTgt spid="12"/>
                                        </p:tgtEl>
                                        <p:attrNameLst>
                                          <p:attrName>ppt_x</p:attrName>
                                        </p:attrNameLst>
                                      </p:cBhvr>
                                      <p:tavLst>
                                        <p:tav tm="0">
                                          <p:val>
                                            <p:strVal val="#ppt_x-#ppt_w*1.125000"/>
                                          </p:val>
                                        </p:tav>
                                        <p:tav tm="100000">
                                          <p:val>
                                            <p:strVal val="#ppt_x"/>
                                          </p:val>
                                        </p:tav>
                                      </p:tavLst>
                                    </p:anim>
                                    <p:animEffect transition="in" filter="wipe(right)">
                                      <p:cBhvr>
                                        <p:cTn id="27" dur="500"/>
                                        <p:tgtEl>
                                          <p:spTgt spid="12"/>
                                        </p:tgtEl>
                                      </p:cBhvr>
                                    </p:animEffect>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p:tgtEl>
                                          <p:spTgt spid="13"/>
                                        </p:tgtEl>
                                        <p:attrNameLst>
                                          <p:attrName>ppt_x</p:attrName>
                                        </p:attrNameLst>
                                      </p:cBhvr>
                                      <p:tavLst>
                                        <p:tav tm="0">
                                          <p:val>
                                            <p:strVal val="#ppt_x-#ppt_w*1.125000"/>
                                          </p:val>
                                        </p:tav>
                                        <p:tav tm="100000">
                                          <p:val>
                                            <p:strVal val="#ppt_x"/>
                                          </p:val>
                                        </p:tav>
                                      </p:tavLst>
                                    </p:anim>
                                    <p:animEffect transition="in" filter="wipe(right)">
                                      <p:cBhvr>
                                        <p:cTn id="32" dur="500"/>
                                        <p:tgtEl>
                                          <p:spTgt spid="13"/>
                                        </p:tgtEl>
                                      </p:cBhvr>
                                    </p:animEffect>
                                  </p:childTnLst>
                                </p:cTn>
                              </p:par>
                            </p:childTnLst>
                          </p:cTn>
                        </p:par>
                        <p:par>
                          <p:cTn id="33" fill="hold">
                            <p:stCondLst>
                              <p:cond delay="1500"/>
                            </p:stCondLst>
                            <p:childTnLst>
                              <p:par>
                                <p:cTn id="34" presetID="1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p:tgtEl>
                                          <p:spTgt spid="14"/>
                                        </p:tgtEl>
                                        <p:attrNameLst>
                                          <p:attrName>ppt_x</p:attrName>
                                        </p:attrNameLst>
                                      </p:cBhvr>
                                      <p:tavLst>
                                        <p:tav tm="0">
                                          <p:val>
                                            <p:strVal val="#ppt_x-#ppt_w*1.125000"/>
                                          </p:val>
                                        </p:tav>
                                        <p:tav tm="100000">
                                          <p:val>
                                            <p:strVal val="#ppt_x"/>
                                          </p:val>
                                        </p:tav>
                                      </p:tavLst>
                                    </p:anim>
                                    <p:animEffect transition="in" filter="wipe(right)">
                                      <p:cBhvr>
                                        <p:cTn id="37" dur="500"/>
                                        <p:tgtEl>
                                          <p:spTgt spid="14"/>
                                        </p:tgtEl>
                                      </p:cBhvr>
                                    </p:animEffect>
                                  </p:childTnLst>
                                </p:cTn>
                              </p:par>
                            </p:childTnLst>
                          </p:cTn>
                        </p:par>
                        <p:par>
                          <p:cTn id="38" fill="hold">
                            <p:stCondLst>
                              <p:cond delay="2000"/>
                            </p:stCondLst>
                            <p:childTnLst>
                              <p:par>
                                <p:cTn id="39" presetID="12" presetClass="entr" presetSubtype="8"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p:tgtEl>
                                          <p:spTgt spid="15"/>
                                        </p:tgtEl>
                                        <p:attrNameLst>
                                          <p:attrName>ppt_x</p:attrName>
                                        </p:attrNameLst>
                                      </p:cBhvr>
                                      <p:tavLst>
                                        <p:tav tm="0">
                                          <p:val>
                                            <p:strVal val="#ppt_x-#ppt_w*1.125000"/>
                                          </p:val>
                                        </p:tav>
                                        <p:tav tm="100000">
                                          <p:val>
                                            <p:strVal val="#ppt_x"/>
                                          </p:val>
                                        </p:tav>
                                      </p:tavLst>
                                    </p:anim>
                                    <p:animEffect transition="in" filter="wipe(right)">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10" grpId="0"/>
      <p:bldP spid="12" grpId="0"/>
      <p:bldP spid="13" grpId="0"/>
      <p:bldP spid="14" grpId="0"/>
      <p:bldP spid="15"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Oval 6"/>
          <p:cNvSpPr>
            <a:spLocks noChangeArrowheads="1"/>
          </p:cNvSpPr>
          <p:nvPr/>
        </p:nvSpPr>
        <p:spPr bwMode="auto">
          <a:xfrm>
            <a:off x="1636713" y="1425575"/>
            <a:ext cx="5022850" cy="5027613"/>
          </a:xfrm>
          <a:prstGeom prst="ellipse">
            <a:avLst/>
          </a:prstGeom>
          <a:noFill/>
          <a:ln w="9">
            <a:solidFill>
              <a:srgbClr val="0067B4"/>
            </a:solidFill>
            <a:prstDash val="dash"/>
            <a:round/>
            <a:headEnd/>
            <a:tailEnd/>
          </a:ln>
          <a:extLst>
            <a:ext uri="{909E8E84-426E-40DD-AFC4-6F175D3DCCD1}">
              <a14:hiddenFill xmlns:a14="http://schemas.microsoft.com/office/drawing/2010/main">
                <a:solidFill>
                  <a:srgbClr val="FFFFFF"/>
                </a:solidFill>
              </a14:hiddenFill>
            </a:ext>
          </a:extLst>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fontAlgn="auto" hangingPunct="1">
              <a:spcBef>
                <a:spcPct val="0"/>
              </a:spcBef>
              <a:spcAft>
                <a:spcPts val="0"/>
              </a:spcAft>
              <a:buFontTx/>
              <a:buNone/>
              <a:defRPr/>
            </a:pPr>
            <a:endParaRPr lang="zh-CN" altLang="en-US" sz="1733" b="1">
              <a:solidFill>
                <a:srgbClr val="393939"/>
              </a:solidFill>
              <a:ea typeface="宋体" pitchFamily="2" charset="-122"/>
            </a:endParaRPr>
          </a:p>
        </p:txBody>
      </p:sp>
      <p:sp>
        <p:nvSpPr>
          <p:cNvPr id="13" name="Oval 10"/>
          <p:cNvSpPr>
            <a:spLocks noChangeArrowheads="1"/>
          </p:cNvSpPr>
          <p:nvPr/>
        </p:nvSpPr>
        <p:spPr bwMode="auto">
          <a:xfrm>
            <a:off x="5402263" y="1654175"/>
            <a:ext cx="585787" cy="585788"/>
          </a:xfrm>
          <a:prstGeom prst="ellipse">
            <a:avLst/>
          </a:prstGeom>
          <a:solidFill>
            <a:schemeClr val="accent1"/>
          </a:solidFill>
          <a:ln>
            <a:noFill/>
          </a:ln>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fontAlgn="auto" hangingPunct="1">
              <a:spcBef>
                <a:spcPct val="0"/>
              </a:spcBef>
              <a:spcAft>
                <a:spcPts val="0"/>
              </a:spcAft>
              <a:buFontTx/>
              <a:buNone/>
              <a:defRPr/>
            </a:pPr>
            <a:r>
              <a:rPr lang="en-US" altLang="zh-CN" sz="2399" b="1" dirty="0">
                <a:solidFill>
                  <a:srgbClr val="FFFFFF"/>
                </a:solidFill>
                <a:latin typeface="微软雅黑" pitchFamily="34" charset="-122"/>
              </a:rPr>
              <a:t>1</a:t>
            </a:r>
            <a:endParaRPr lang="zh-CN" altLang="en-US" sz="2399" b="1" dirty="0">
              <a:solidFill>
                <a:srgbClr val="FFFFFF"/>
              </a:solidFill>
              <a:latin typeface="微软雅黑" pitchFamily="34" charset="-122"/>
            </a:endParaRPr>
          </a:p>
        </p:txBody>
      </p:sp>
      <p:sp>
        <p:nvSpPr>
          <p:cNvPr id="14" name="Oval 11"/>
          <p:cNvSpPr>
            <a:spLocks noChangeArrowheads="1"/>
          </p:cNvSpPr>
          <p:nvPr/>
        </p:nvSpPr>
        <p:spPr bwMode="auto">
          <a:xfrm>
            <a:off x="5402263" y="5638800"/>
            <a:ext cx="585787" cy="585788"/>
          </a:xfrm>
          <a:prstGeom prst="ellipse">
            <a:avLst/>
          </a:prstGeom>
          <a:solidFill>
            <a:schemeClr val="accent5"/>
          </a:solidFill>
          <a:ln>
            <a:noFill/>
          </a:ln>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fontAlgn="auto" hangingPunct="1">
              <a:spcBef>
                <a:spcPct val="0"/>
              </a:spcBef>
              <a:spcAft>
                <a:spcPts val="0"/>
              </a:spcAft>
              <a:buFontTx/>
              <a:buNone/>
              <a:defRPr/>
            </a:pPr>
            <a:r>
              <a:rPr lang="en-US" altLang="zh-CN" sz="2399" b="1" dirty="0">
                <a:solidFill>
                  <a:srgbClr val="FFFFFF"/>
                </a:solidFill>
                <a:latin typeface="微软雅黑" pitchFamily="34" charset="-122"/>
              </a:rPr>
              <a:t>5</a:t>
            </a:r>
            <a:endParaRPr lang="zh-CN" altLang="en-US" sz="2399" b="1" dirty="0">
              <a:solidFill>
                <a:srgbClr val="FFFFFF"/>
              </a:solidFill>
              <a:latin typeface="微软雅黑" pitchFamily="34" charset="-122"/>
            </a:endParaRPr>
          </a:p>
        </p:txBody>
      </p:sp>
      <p:sp>
        <p:nvSpPr>
          <p:cNvPr id="15" name="Oval 12"/>
          <p:cNvSpPr>
            <a:spLocks noChangeArrowheads="1"/>
          </p:cNvSpPr>
          <p:nvPr/>
        </p:nvSpPr>
        <p:spPr bwMode="auto">
          <a:xfrm>
            <a:off x="6107113" y="4713288"/>
            <a:ext cx="585787" cy="585787"/>
          </a:xfrm>
          <a:prstGeom prst="ellipse">
            <a:avLst/>
          </a:prstGeom>
          <a:solidFill>
            <a:schemeClr val="accent4"/>
          </a:solidFill>
          <a:ln>
            <a:noFill/>
          </a:ln>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fontAlgn="auto" hangingPunct="1">
              <a:spcBef>
                <a:spcPct val="0"/>
              </a:spcBef>
              <a:spcAft>
                <a:spcPts val="0"/>
              </a:spcAft>
              <a:buFontTx/>
              <a:buNone/>
              <a:defRPr/>
            </a:pPr>
            <a:r>
              <a:rPr lang="en-US" altLang="zh-CN" sz="2399" b="1" dirty="0">
                <a:solidFill>
                  <a:srgbClr val="FFFFFF"/>
                </a:solidFill>
                <a:latin typeface="微软雅黑" pitchFamily="34" charset="-122"/>
              </a:rPr>
              <a:t>4</a:t>
            </a:r>
            <a:endParaRPr lang="zh-CN" altLang="en-US" sz="2399" b="1" dirty="0">
              <a:solidFill>
                <a:srgbClr val="FFFFFF"/>
              </a:solidFill>
              <a:latin typeface="微软雅黑" pitchFamily="34" charset="-122"/>
            </a:endParaRPr>
          </a:p>
        </p:txBody>
      </p:sp>
      <p:sp>
        <p:nvSpPr>
          <p:cNvPr id="16" name="Oval 13"/>
          <p:cNvSpPr>
            <a:spLocks noChangeArrowheads="1"/>
          </p:cNvSpPr>
          <p:nvPr/>
        </p:nvSpPr>
        <p:spPr bwMode="auto">
          <a:xfrm>
            <a:off x="6107113" y="2579688"/>
            <a:ext cx="585787" cy="585787"/>
          </a:xfrm>
          <a:prstGeom prst="ellipse">
            <a:avLst/>
          </a:prstGeom>
          <a:solidFill>
            <a:schemeClr val="accent2"/>
          </a:solidFill>
          <a:ln>
            <a:noFill/>
          </a:ln>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fontAlgn="auto" hangingPunct="1">
              <a:spcBef>
                <a:spcPct val="0"/>
              </a:spcBef>
              <a:spcAft>
                <a:spcPts val="0"/>
              </a:spcAft>
              <a:buFontTx/>
              <a:buNone/>
              <a:defRPr/>
            </a:pPr>
            <a:r>
              <a:rPr lang="en-US" altLang="zh-CN" sz="2399" b="1">
                <a:solidFill>
                  <a:srgbClr val="FFFFFF"/>
                </a:solidFill>
                <a:latin typeface="微软雅黑" pitchFamily="34" charset="-122"/>
              </a:rPr>
              <a:t>2</a:t>
            </a:r>
            <a:endParaRPr lang="zh-CN" altLang="en-US" sz="2399" b="1">
              <a:solidFill>
                <a:srgbClr val="FFFFFF"/>
              </a:solidFill>
              <a:latin typeface="微软雅黑" pitchFamily="34" charset="-122"/>
            </a:endParaRPr>
          </a:p>
        </p:txBody>
      </p:sp>
      <p:sp>
        <p:nvSpPr>
          <p:cNvPr id="17" name="Oval 14"/>
          <p:cNvSpPr>
            <a:spLocks noChangeArrowheads="1"/>
          </p:cNvSpPr>
          <p:nvPr/>
        </p:nvSpPr>
        <p:spPr bwMode="auto">
          <a:xfrm>
            <a:off x="6335713" y="3646488"/>
            <a:ext cx="584200" cy="585787"/>
          </a:xfrm>
          <a:prstGeom prst="ellipse">
            <a:avLst/>
          </a:prstGeom>
          <a:solidFill>
            <a:schemeClr val="accent1">
              <a:lumMod val="50000"/>
            </a:schemeClr>
          </a:solidFill>
          <a:ln>
            <a:noFill/>
          </a:ln>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fontAlgn="auto" hangingPunct="1">
              <a:spcBef>
                <a:spcPct val="0"/>
              </a:spcBef>
              <a:spcAft>
                <a:spcPts val="0"/>
              </a:spcAft>
              <a:buFontTx/>
              <a:buNone/>
              <a:defRPr/>
            </a:pPr>
            <a:r>
              <a:rPr lang="en-US" altLang="zh-CN" sz="2399" b="1">
                <a:solidFill>
                  <a:srgbClr val="FFFFFF"/>
                </a:solidFill>
                <a:latin typeface="微软雅黑" pitchFamily="34" charset="-122"/>
              </a:rPr>
              <a:t>3</a:t>
            </a:r>
            <a:endParaRPr lang="zh-CN" altLang="en-US" sz="2399" b="1">
              <a:solidFill>
                <a:srgbClr val="FFFFFF"/>
              </a:solidFill>
              <a:latin typeface="微软雅黑" pitchFamily="34" charset="-122"/>
            </a:endParaRPr>
          </a:p>
        </p:txBody>
      </p:sp>
      <p:sp>
        <p:nvSpPr>
          <p:cNvPr id="23" name="Oval 7"/>
          <p:cNvSpPr>
            <a:spLocks noChangeArrowheads="1"/>
          </p:cNvSpPr>
          <p:nvPr/>
        </p:nvSpPr>
        <p:spPr bwMode="auto">
          <a:xfrm>
            <a:off x="1528763" y="1698625"/>
            <a:ext cx="4449762" cy="4449763"/>
          </a:xfrm>
          <a:prstGeom prst="ellipse">
            <a:avLst/>
          </a:pr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fontAlgn="auto" hangingPunct="1">
              <a:spcBef>
                <a:spcPct val="0"/>
              </a:spcBef>
              <a:spcAft>
                <a:spcPts val="0"/>
              </a:spcAft>
              <a:buFontTx/>
              <a:buNone/>
              <a:defRPr/>
            </a:pPr>
            <a:endParaRPr lang="zh-CN" altLang="en-US" sz="1733" b="1">
              <a:solidFill>
                <a:srgbClr val="393939"/>
              </a:solidFill>
              <a:ea typeface="宋体" pitchFamily="2" charset="-122"/>
            </a:endParaRPr>
          </a:p>
        </p:txBody>
      </p:sp>
      <p:sp>
        <p:nvSpPr>
          <p:cNvPr id="24" name="Oval 8"/>
          <p:cNvSpPr>
            <a:spLocks noChangeArrowheads="1"/>
          </p:cNvSpPr>
          <p:nvPr/>
        </p:nvSpPr>
        <p:spPr bwMode="auto">
          <a:xfrm>
            <a:off x="1831975" y="2001838"/>
            <a:ext cx="3841750" cy="3843337"/>
          </a:xfrm>
          <a:prstGeom prst="ellipse">
            <a:avLst/>
          </a:prstGeom>
          <a:blipFill dpi="0" rotWithShape="1">
            <a:blip r:embed="rId3" cstate="print"/>
            <a:srcRect/>
            <a:stretch>
              <a:fillRect/>
            </a:stretch>
          </a:blipFill>
          <a:ln>
            <a:noFill/>
          </a:ln>
          <a:extLst>
            <a:ext uri="{91240B29-F687-4F45-9708-019B960494DF}">
              <a14:hiddenLine xmlns:a14="http://schemas.microsoft.com/office/drawing/2010/main" w="9525">
                <a:solidFill>
                  <a:srgbClr val="000000"/>
                </a:solidFill>
                <a:round/>
                <a:headEnd/>
                <a:tailEnd/>
              </a14:hiddenLine>
            </a:ext>
          </a:extLst>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fontAlgn="auto" hangingPunct="1">
              <a:spcBef>
                <a:spcPct val="0"/>
              </a:spcBef>
              <a:spcAft>
                <a:spcPts val="0"/>
              </a:spcAft>
              <a:buFontTx/>
              <a:buNone/>
              <a:defRPr/>
            </a:pPr>
            <a:endParaRPr lang="zh-CN" altLang="en-US" sz="1733" b="1">
              <a:solidFill>
                <a:srgbClr val="393939"/>
              </a:solidFill>
              <a:ea typeface="宋体" pitchFamily="2" charset="-122"/>
            </a:endParaRPr>
          </a:p>
        </p:txBody>
      </p:sp>
      <p:pic>
        <p:nvPicPr>
          <p:cNvPr id="4099" name="Picture 3"/>
          <p:cNvPicPr>
            <a:picLocks noChangeAspect="1" noChangeArrowheads="1"/>
          </p:cNvPicPr>
          <p:nvPr/>
        </p:nvPicPr>
        <p:blipFill>
          <a:blip r:embed="rId4">
            <a:extLst>
              <a:ext uri="{28A0092B-C50C-407E-A947-70E740481C1C}">
                <a14:useLocalDpi xmlns:a14="http://schemas.microsoft.com/office/drawing/2010/main" val="0"/>
              </a:ext>
            </a:extLst>
          </a:blip>
          <a:stretch>
            <a:fillRect/>
          </a:stretch>
        </p:blipFill>
        <p:spPr bwMode="auto">
          <a:xfrm>
            <a:off x="1825625" y="2011363"/>
            <a:ext cx="3843337" cy="3843337"/>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
        <p:nvSpPr>
          <p:cNvPr id="25" name="Oval 9"/>
          <p:cNvSpPr>
            <a:spLocks noChangeArrowheads="1"/>
          </p:cNvSpPr>
          <p:nvPr/>
        </p:nvSpPr>
        <p:spPr bwMode="auto">
          <a:xfrm>
            <a:off x="1119188" y="4219575"/>
            <a:ext cx="1590675" cy="1592263"/>
          </a:xfrm>
          <a:prstGeom prst="ellipse">
            <a:avLst/>
          </a:prstGeom>
          <a:solidFill>
            <a:schemeClr val="accent1"/>
          </a:solidFill>
          <a:ln>
            <a:noFill/>
          </a:ln>
        </p:spPr>
        <p:txBody>
          <a:bodyPr lIns="91388" tIns="45694" rIns="91388" bIns="45694"/>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eaLnBrk="1" fontAlgn="auto" hangingPunct="1">
              <a:spcBef>
                <a:spcPct val="0"/>
              </a:spcBef>
              <a:spcAft>
                <a:spcPts val="0"/>
              </a:spcAft>
              <a:buFontTx/>
              <a:buNone/>
              <a:defRPr/>
            </a:pPr>
            <a:endParaRPr lang="zh-CN" altLang="en-US" sz="1733" b="1">
              <a:solidFill>
                <a:srgbClr val="393939"/>
              </a:solidFill>
              <a:ea typeface="宋体" pitchFamily="2" charset="-122"/>
            </a:endParaRPr>
          </a:p>
        </p:txBody>
      </p:sp>
      <p:sp>
        <p:nvSpPr>
          <p:cNvPr id="26" name="TextBox 18"/>
          <p:cNvSpPr txBox="1">
            <a:spLocks noChangeArrowheads="1"/>
          </p:cNvSpPr>
          <p:nvPr/>
        </p:nvSpPr>
        <p:spPr bwMode="auto">
          <a:xfrm>
            <a:off x="1519238" y="4548188"/>
            <a:ext cx="930275" cy="912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8" tIns="45694" rIns="91388" bIns="45694">
            <a:spAutoFit/>
          </a:bodyPr>
          <a:lstStyle>
            <a:lvl1pPr eaLnBrk="0" hangingPunct="0">
              <a:spcBef>
                <a:spcPct val="20000"/>
              </a:spcBef>
              <a:buChar char="•"/>
              <a:defRPr sz="2000">
                <a:solidFill>
                  <a:schemeClr val="accent1"/>
                </a:solidFill>
                <a:latin typeface="Arial" pitchFamily="34" charset="0"/>
                <a:ea typeface="微软雅黑" pitchFamily="34" charset="-122"/>
              </a:defRPr>
            </a:lvl1pPr>
            <a:lvl2pPr marL="742950" indent="-285750" eaLnBrk="0" hangingPunct="0">
              <a:spcBef>
                <a:spcPct val="20000"/>
              </a:spcBef>
              <a:buChar char="–"/>
              <a:defRPr sz="2000">
                <a:solidFill>
                  <a:schemeClr val="accent1"/>
                </a:solidFill>
                <a:latin typeface="Arial" pitchFamily="34" charset="0"/>
                <a:ea typeface="仿宋_GB2312" pitchFamily="1" charset="-122"/>
              </a:defRPr>
            </a:lvl2pPr>
            <a:lvl3pPr marL="1143000" indent="-228600" eaLnBrk="0" hangingPunct="0">
              <a:spcBef>
                <a:spcPct val="20000"/>
              </a:spcBef>
              <a:buChar char="•"/>
              <a:defRPr sz="2400">
                <a:solidFill>
                  <a:schemeClr val="tx1"/>
                </a:solidFill>
                <a:latin typeface="Arial" pitchFamily="34" charset="0"/>
                <a:ea typeface="宋体" pitchFamily="2" charset="-122"/>
              </a:defRPr>
            </a:lvl3pPr>
            <a:lvl4pPr marL="1600200" indent="-228600" eaLnBrk="0" hangingPunct="0">
              <a:spcBef>
                <a:spcPct val="20000"/>
              </a:spcBef>
              <a:buChar char="–"/>
              <a:defRPr sz="2000">
                <a:solidFill>
                  <a:schemeClr val="tx1"/>
                </a:solidFill>
                <a:latin typeface="Arial" pitchFamily="34" charset="0"/>
                <a:ea typeface="宋体" pitchFamily="2" charset="-122"/>
              </a:defRPr>
            </a:lvl4pPr>
            <a:lvl5pPr marL="2057400" indent="-228600" eaLnBrk="0" hangingPunct="0">
              <a:spcBef>
                <a:spcPct val="20000"/>
              </a:spcBef>
              <a:buChar char="»"/>
              <a:defRPr sz="2000">
                <a:solidFill>
                  <a:schemeClr val="tx1"/>
                </a:solidFill>
                <a:latin typeface="Arial" pitchFamily="34" charset="0"/>
                <a:ea typeface="宋体" pitchFamily="2" charset="-122"/>
              </a:defRPr>
            </a:lvl5pPr>
            <a:lvl6pPr marL="25146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6pPr>
            <a:lvl7pPr marL="29718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7pPr>
            <a:lvl8pPr marL="34290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8pPr>
            <a:lvl9pPr marL="3886200" indent="-228600" eaLnBrk="0" fontAlgn="base" hangingPunct="0">
              <a:spcBef>
                <a:spcPct val="20000"/>
              </a:spcBef>
              <a:spcAft>
                <a:spcPct val="0"/>
              </a:spcAft>
              <a:buChar char="»"/>
              <a:defRPr sz="2000">
                <a:solidFill>
                  <a:schemeClr val="tx1"/>
                </a:solidFill>
                <a:latin typeface="Arial" pitchFamily="34" charset="0"/>
                <a:ea typeface="宋体" pitchFamily="2" charset="-122"/>
              </a:defRPr>
            </a:lvl9pPr>
          </a:lstStyle>
          <a:p>
            <a:pPr algn="ctr" eaLnBrk="1" fontAlgn="auto" hangingPunct="1">
              <a:spcBef>
                <a:spcPct val="0"/>
              </a:spcBef>
              <a:spcAft>
                <a:spcPts val="0"/>
              </a:spcAft>
              <a:buFontTx/>
              <a:buNone/>
              <a:defRPr/>
            </a:pPr>
            <a:r>
              <a:rPr lang="zh-CN" altLang="en-US" sz="2666" b="1" dirty="0">
                <a:solidFill>
                  <a:srgbClr val="FFFFFF"/>
                </a:solidFill>
                <a:latin typeface="微软雅黑" pitchFamily="34" charset="-122"/>
              </a:rPr>
              <a:t>经验总结</a:t>
            </a:r>
            <a:endParaRPr lang="en-US" altLang="zh-CN" sz="2666" b="1" dirty="0">
              <a:solidFill>
                <a:srgbClr val="FFFFFF"/>
              </a:solidFill>
              <a:latin typeface="微软雅黑" pitchFamily="34" charset="-122"/>
            </a:endParaRPr>
          </a:p>
        </p:txBody>
      </p:sp>
      <p:sp>
        <p:nvSpPr>
          <p:cNvPr id="29" name="矩形 1"/>
          <p:cNvSpPr>
            <a:spLocks noChangeArrowheads="1"/>
          </p:cNvSpPr>
          <p:nvPr/>
        </p:nvSpPr>
        <p:spPr bwMode="auto">
          <a:xfrm>
            <a:off x="6284913" y="1463675"/>
            <a:ext cx="46672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en-US" sz="1200">
                <a:solidFill>
                  <a:srgbClr val="595959"/>
                </a:solidFill>
                <a:latin typeface="微软雅黑" panose="020B0503020204020204" pitchFamily="34" charset="-122"/>
                <a:ea typeface="微软雅黑" panose="020B0503020204020204" pitchFamily="34" charset="-122"/>
              </a:rPr>
              <a:t>此处添加标题内容点击此处添加内容点击此处添加内容此处添加标题内容点击此处添加内容点击此处添加内容</a:t>
            </a:r>
            <a:endParaRPr lang="zh-CN" altLang="zh-CN" sz="1200">
              <a:solidFill>
                <a:srgbClr val="595959"/>
              </a:solidFill>
              <a:latin typeface="微软雅黑" panose="020B0503020204020204" pitchFamily="34" charset="-122"/>
              <a:ea typeface="微软雅黑" panose="020B0503020204020204" pitchFamily="34" charset="-122"/>
            </a:endParaRPr>
          </a:p>
        </p:txBody>
      </p:sp>
      <p:sp>
        <p:nvSpPr>
          <p:cNvPr id="30" name="矩形 1"/>
          <p:cNvSpPr>
            <a:spLocks noChangeArrowheads="1"/>
          </p:cNvSpPr>
          <p:nvPr/>
        </p:nvSpPr>
        <p:spPr bwMode="auto">
          <a:xfrm>
            <a:off x="7015163" y="2489200"/>
            <a:ext cx="43116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en-US" sz="1200">
                <a:solidFill>
                  <a:srgbClr val="595959"/>
                </a:solidFill>
                <a:latin typeface="微软雅黑" panose="020B0503020204020204" pitchFamily="34" charset="-122"/>
                <a:ea typeface="微软雅黑" panose="020B0503020204020204" pitchFamily="34" charset="-122"/>
              </a:rPr>
              <a:t>此处添加标题内容点击此处添加内容点击此处添加内容此处添加标题内容点击此处添加内容点击此处添加内容</a:t>
            </a:r>
            <a:endParaRPr lang="zh-CN" altLang="zh-CN" sz="1200">
              <a:solidFill>
                <a:srgbClr val="595959"/>
              </a:solidFill>
              <a:latin typeface="微软雅黑" panose="020B0503020204020204" pitchFamily="34" charset="-122"/>
              <a:ea typeface="微软雅黑" panose="020B0503020204020204" pitchFamily="34" charset="-122"/>
            </a:endParaRPr>
          </a:p>
        </p:txBody>
      </p:sp>
      <p:sp>
        <p:nvSpPr>
          <p:cNvPr id="31" name="矩形 1"/>
          <p:cNvSpPr>
            <a:spLocks noChangeArrowheads="1"/>
          </p:cNvSpPr>
          <p:nvPr/>
        </p:nvSpPr>
        <p:spPr bwMode="auto">
          <a:xfrm>
            <a:off x="7167563" y="3622675"/>
            <a:ext cx="43116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en-US" sz="1200">
                <a:solidFill>
                  <a:srgbClr val="595959"/>
                </a:solidFill>
                <a:latin typeface="微软雅黑" panose="020B0503020204020204" pitchFamily="34" charset="-122"/>
                <a:ea typeface="微软雅黑" panose="020B0503020204020204" pitchFamily="34" charset="-122"/>
              </a:rPr>
              <a:t>此处添加标题内容点击此处添加内容点击此处添加内容此处添加标题内容点击此处添加内容点击此处添加内容</a:t>
            </a:r>
            <a:endParaRPr lang="zh-CN" altLang="zh-CN" sz="1200">
              <a:solidFill>
                <a:srgbClr val="595959"/>
              </a:solidFill>
              <a:latin typeface="微软雅黑" panose="020B0503020204020204" pitchFamily="34" charset="-122"/>
              <a:ea typeface="微软雅黑" panose="020B0503020204020204" pitchFamily="34" charset="-122"/>
            </a:endParaRPr>
          </a:p>
        </p:txBody>
      </p:sp>
      <p:sp>
        <p:nvSpPr>
          <p:cNvPr id="33" name="矩形 1"/>
          <p:cNvSpPr>
            <a:spLocks noChangeArrowheads="1"/>
          </p:cNvSpPr>
          <p:nvPr/>
        </p:nvSpPr>
        <p:spPr bwMode="auto">
          <a:xfrm>
            <a:off x="7015163" y="4681538"/>
            <a:ext cx="43116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en-US" sz="1200">
                <a:solidFill>
                  <a:srgbClr val="595959"/>
                </a:solidFill>
                <a:latin typeface="微软雅黑" panose="020B0503020204020204" pitchFamily="34" charset="-122"/>
                <a:ea typeface="微软雅黑" panose="020B0503020204020204" pitchFamily="34" charset="-122"/>
              </a:rPr>
              <a:t>此处添加标题内容点击此处添加内容点击此处添加内容此处添加标题内容点击此处添加内容点击此处添加内容</a:t>
            </a:r>
            <a:endParaRPr lang="zh-CN" altLang="zh-CN" sz="1200">
              <a:solidFill>
                <a:srgbClr val="595959"/>
              </a:solidFill>
              <a:latin typeface="微软雅黑" panose="020B0503020204020204" pitchFamily="34" charset="-122"/>
              <a:ea typeface="微软雅黑" panose="020B0503020204020204" pitchFamily="34" charset="-122"/>
            </a:endParaRPr>
          </a:p>
        </p:txBody>
      </p:sp>
      <p:sp>
        <p:nvSpPr>
          <p:cNvPr id="34" name="矩形 1"/>
          <p:cNvSpPr>
            <a:spLocks noChangeArrowheads="1"/>
          </p:cNvSpPr>
          <p:nvPr/>
        </p:nvSpPr>
        <p:spPr bwMode="auto">
          <a:xfrm>
            <a:off x="6284913" y="5611813"/>
            <a:ext cx="466725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eaLnBrk="1" hangingPunct="1">
              <a:lnSpc>
                <a:spcPct val="150000"/>
              </a:lnSpc>
              <a:buFontTx/>
              <a:buNone/>
            </a:pPr>
            <a:r>
              <a:rPr lang="zh-CN" altLang="en-US" sz="1200">
                <a:solidFill>
                  <a:srgbClr val="595959"/>
                </a:solidFill>
                <a:latin typeface="微软雅黑" panose="020B0503020204020204" pitchFamily="34" charset="-122"/>
                <a:ea typeface="微软雅黑" panose="020B0503020204020204" pitchFamily="34" charset="-122"/>
              </a:rPr>
              <a:t>此处添加标题内容点击此处添加内容点击此处添加内容此处添加标题内容点击此处添加内容点击此处添加内容</a:t>
            </a:r>
            <a:endParaRPr lang="zh-CN" altLang="zh-CN" sz="1200">
              <a:solidFill>
                <a:srgbClr val="595959"/>
              </a:solidFill>
              <a:latin typeface="微软雅黑" panose="020B0503020204020204" pitchFamily="34" charset="-122"/>
              <a:ea typeface="微软雅黑" panose="020B0503020204020204" pitchFamily="34" charset="-122"/>
            </a:endParaRPr>
          </a:p>
        </p:txBody>
      </p:sp>
      <p:sp>
        <p:nvSpPr>
          <p:cNvPr id="54290"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heel(1)">
                                      <p:cBhvr>
                                        <p:cTn id="7" dur="1000"/>
                                        <p:tgtEl>
                                          <p:spTgt spid="24"/>
                                        </p:tgtEl>
                                      </p:cBhvr>
                                    </p:animEffect>
                                  </p:childTnLst>
                                </p:cTn>
                              </p:par>
                              <p:par>
                                <p:cTn id="8" presetID="21" presetClass="entr" presetSubtype="1" fill="hold" nodeType="withEffect">
                                  <p:stCondLst>
                                    <p:cond delay="0"/>
                                  </p:stCondLst>
                                  <p:childTnLst>
                                    <p:set>
                                      <p:cBhvr>
                                        <p:cTn id="9" dur="1" fill="hold">
                                          <p:stCondLst>
                                            <p:cond delay="0"/>
                                          </p:stCondLst>
                                        </p:cTn>
                                        <p:tgtEl>
                                          <p:spTgt spid="4099"/>
                                        </p:tgtEl>
                                        <p:attrNameLst>
                                          <p:attrName>style.visibility</p:attrName>
                                        </p:attrNameLst>
                                      </p:cBhvr>
                                      <p:to>
                                        <p:strVal val="visible"/>
                                      </p:to>
                                    </p:set>
                                    <p:animEffect transition="in" filter="wheel(1)">
                                      <p:cBhvr>
                                        <p:cTn id="10" dur="1000"/>
                                        <p:tgtEl>
                                          <p:spTgt spid="4099"/>
                                        </p:tgtEl>
                                      </p:cBhvr>
                                    </p:animEffect>
                                  </p:childTnLst>
                                </p:cTn>
                              </p:par>
                              <p:par>
                                <p:cTn id="11" presetID="21" presetClass="entr" presetSubtype="1"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animEffect transition="in" filter="wheel(1)">
                                      <p:cBhvr>
                                        <p:cTn id="13" dur="1000"/>
                                        <p:tgtEl>
                                          <p:spTgt spid="23"/>
                                        </p:tgtEl>
                                      </p:cBhvr>
                                    </p:animEffect>
                                  </p:childTnLst>
                                </p:cTn>
                              </p:par>
                            </p:childTnLst>
                          </p:cTn>
                        </p:par>
                        <p:par>
                          <p:cTn id="14" fill="hold" nodeType="afterGroup">
                            <p:stCondLst>
                              <p:cond delay="1000"/>
                            </p:stCondLst>
                            <p:childTnLst>
                              <p:par>
                                <p:cTn id="15" presetID="53" presetClass="entr" presetSubtype="16" fill="hold" grpId="0" nodeType="afterEffect">
                                  <p:stCondLst>
                                    <p:cond delay="0"/>
                                  </p:stCondLst>
                                  <p:childTnLst>
                                    <p:set>
                                      <p:cBhvr>
                                        <p:cTn id="16" dur="1" fill="hold">
                                          <p:stCondLst>
                                            <p:cond delay="0"/>
                                          </p:stCondLst>
                                        </p:cTn>
                                        <p:tgtEl>
                                          <p:spTgt spid="12"/>
                                        </p:tgtEl>
                                        <p:attrNameLst>
                                          <p:attrName>style.visibility</p:attrName>
                                        </p:attrNameLst>
                                      </p:cBhvr>
                                      <p:to>
                                        <p:strVal val="visible"/>
                                      </p:to>
                                    </p:set>
                                    <p:anim calcmode="lin" valueType="num">
                                      <p:cBhvr>
                                        <p:cTn id="17" dur="500" fill="hold"/>
                                        <p:tgtEl>
                                          <p:spTgt spid="12"/>
                                        </p:tgtEl>
                                        <p:attrNameLst>
                                          <p:attrName>ppt_w</p:attrName>
                                        </p:attrNameLst>
                                      </p:cBhvr>
                                      <p:tavLst>
                                        <p:tav tm="0">
                                          <p:val>
                                            <p:fltVal val="0"/>
                                          </p:val>
                                        </p:tav>
                                        <p:tav tm="100000">
                                          <p:val>
                                            <p:strVal val="#ppt_w"/>
                                          </p:val>
                                        </p:tav>
                                      </p:tavLst>
                                    </p:anim>
                                    <p:anim calcmode="lin" valueType="num">
                                      <p:cBhvr>
                                        <p:cTn id="18" dur="500" fill="hold"/>
                                        <p:tgtEl>
                                          <p:spTgt spid="12"/>
                                        </p:tgtEl>
                                        <p:attrNameLst>
                                          <p:attrName>ppt_h</p:attrName>
                                        </p:attrNameLst>
                                      </p:cBhvr>
                                      <p:tavLst>
                                        <p:tav tm="0">
                                          <p:val>
                                            <p:fltVal val="0"/>
                                          </p:val>
                                        </p:tav>
                                        <p:tav tm="100000">
                                          <p:val>
                                            <p:strVal val="#ppt_h"/>
                                          </p:val>
                                        </p:tav>
                                      </p:tavLst>
                                    </p:anim>
                                    <p:animEffect transition="in" filter="fade">
                                      <p:cBhvr>
                                        <p:cTn id="19" dur="500"/>
                                        <p:tgtEl>
                                          <p:spTgt spid="12"/>
                                        </p:tgtEl>
                                      </p:cBhvr>
                                    </p:animEffect>
                                  </p:childTnLst>
                                </p:cTn>
                              </p:par>
                            </p:childTnLst>
                          </p:cTn>
                        </p:par>
                        <p:par>
                          <p:cTn id="20" fill="hold" nodeType="afterGroup">
                            <p:stCondLst>
                              <p:cond delay="1500"/>
                            </p:stCondLst>
                            <p:childTnLst>
                              <p:par>
                                <p:cTn id="21" presetID="52" presetClass="entr" presetSubtype="0" fill="hold" grpId="0" nodeType="afterEffect">
                                  <p:stCondLst>
                                    <p:cond delay="0"/>
                                  </p:stCondLst>
                                  <p:childTnLst>
                                    <p:set>
                                      <p:cBhvr>
                                        <p:cTn id="22" dur="1" fill="hold">
                                          <p:stCondLst>
                                            <p:cond delay="0"/>
                                          </p:stCondLst>
                                        </p:cTn>
                                        <p:tgtEl>
                                          <p:spTgt spid="25"/>
                                        </p:tgtEl>
                                        <p:attrNameLst>
                                          <p:attrName>style.visibility</p:attrName>
                                        </p:attrNameLst>
                                      </p:cBhvr>
                                      <p:to>
                                        <p:strVal val="visible"/>
                                      </p:to>
                                    </p:set>
                                    <p:animScale>
                                      <p:cBhvr>
                                        <p:cTn id="23" dur="1000" decel="50000" fill="hold">
                                          <p:stCondLst>
                                            <p:cond delay="0"/>
                                          </p:stCondLst>
                                        </p:cTn>
                                        <p:tgtEl>
                                          <p:spTgt spid="25"/>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4" dur="1000" decel="50000" fill="hold">
                                          <p:stCondLst>
                                            <p:cond delay="0"/>
                                          </p:stCondLst>
                                        </p:cTn>
                                        <p:tgtEl>
                                          <p:spTgt spid="25"/>
                                        </p:tgtEl>
                                        <p:attrNameLst>
                                          <p:attrName>ppt_x,ppt_y</p:attrName>
                                        </p:attrNameLst>
                                      </p:cBhvr>
                                      <p:rCtr x="0" y="0"/>
                                    </p:animMotion>
                                    <p:animEffect transition="in" filter="fade">
                                      <p:cBhvr>
                                        <p:cTn id="25" dur="1000"/>
                                        <p:tgtEl>
                                          <p:spTgt spid="25"/>
                                        </p:tgtEl>
                                      </p:cBhvr>
                                    </p:animEffect>
                                  </p:childTnLst>
                                </p:cTn>
                              </p:par>
                              <p:par>
                                <p:cTn id="26" presetID="52" presetClass="entr" presetSubtype="0" fill="hold" grpId="0" nodeType="withEffect">
                                  <p:stCondLst>
                                    <p:cond delay="0"/>
                                  </p:stCondLst>
                                  <p:childTnLst>
                                    <p:set>
                                      <p:cBhvr>
                                        <p:cTn id="27" dur="1" fill="hold">
                                          <p:stCondLst>
                                            <p:cond delay="0"/>
                                          </p:stCondLst>
                                        </p:cTn>
                                        <p:tgtEl>
                                          <p:spTgt spid="26"/>
                                        </p:tgtEl>
                                        <p:attrNameLst>
                                          <p:attrName>style.visibility</p:attrName>
                                        </p:attrNameLst>
                                      </p:cBhvr>
                                      <p:to>
                                        <p:strVal val="visible"/>
                                      </p:to>
                                    </p:set>
                                    <p:animScale>
                                      <p:cBhvr>
                                        <p:cTn id="28" dur="1000" decel="50000" fill="hold">
                                          <p:stCondLst>
                                            <p:cond delay="0"/>
                                          </p:stCondLst>
                                        </p:cTn>
                                        <p:tgtEl>
                                          <p:spTgt spid="26"/>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29" dur="1000" decel="50000" fill="hold">
                                          <p:stCondLst>
                                            <p:cond delay="0"/>
                                          </p:stCondLst>
                                        </p:cTn>
                                        <p:tgtEl>
                                          <p:spTgt spid="26"/>
                                        </p:tgtEl>
                                        <p:attrNameLst>
                                          <p:attrName>ppt_x,ppt_y</p:attrName>
                                        </p:attrNameLst>
                                      </p:cBhvr>
                                      <p:rCtr x="0" y="0"/>
                                    </p:animMotion>
                                    <p:animEffect transition="in" filter="fade">
                                      <p:cBhvr>
                                        <p:cTn id="30" dur="1000"/>
                                        <p:tgtEl>
                                          <p:spTgt spid="26"/>
                                        </p:tgtEl>
                                      </p:cBhvr>
                                    </p:animEffect>
                                  </p:childTnLst>
                                </p:cTn>
                              </p:par>
                            </p:childTnLst>
                          </p:cTn>
                        </p:par>
                        <p:par>
                          <p:cTn id="31" fill="hold" nodeType="afterGroup">
                            <p:stCondLst>
                              <p:cond delay="2500"/>
                            </p:stCondLst>
                            <p:childTnLst>
                              <p:par>
                                <p:cTn id="32" presetID="1"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16"/>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17"/>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childTnLst>
                                </p:cTn>
                              </p:par>
                              <p:par>
                                <p:cTn id="40" presetID="1"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childTnLst>
                                </p:cTn>
                              </p:par>
                              <p:par>
                                <p:cTn id="42" presetID="35" presetClass="path" presetSubtype="0" accel="50000" decel="50000" fill="hold" grpId="1" nodeType="withEffect">
                                  <p:stCondLst>
                                    <p:cond delay="0"/>
                                  </p:stCondLst>
                                  <p:childTnLst>
                                    <p:animMotion origin="layout" path="M 2.29608E-6 1.11111E-6 L -0.17354 0.29051 " pathEditMode="relative" rAng="0" ptsTypes="AA">
                                      <p:cBhvr>
                                        <p:cTn id="43" dur="500" spd="-99900" fill="hold"/>
                                        <p:tgtEl>
                                          <p:spTgt spid="13"/>
                                        </p:tgtEl>
                                        <p:attrNameLst>
                                          <p:attrName>ppt_x,ppt_y</p:attrName>
                                        </p:attrNameLst>
                                      </p:cBhvr>
                                      <p:rCtr x="-8600" y="14500"/>
                                    </p:animMotion>
                                  </p:childTnLst>
                                </p:cTn>
                              </p:par>
                              <p:par>
                                <p:cTn id="44" presetID="35" presetClass="path" presetSubtype="0" accel="50000" decel="50000" fill="hold" grpId="1" nodeType="withEffect">
                                  <p:stCondLst>
                                    <p:cond delay="0"/>
                                  </p:stCondLst>
                                  <p:childTnLst>
                                    <p:animMotion origin="layout" path="M 2.35202E-6 -2.59259E-6 L -0.23143 0.15556 " pathEditMode="relative" rAng="0" ptsTypes="AA">
                                      <p:cBhvr>
                                        <p:cTn id="45" dur="500" spd="-99900" fill="hold"/>
                                        <p:tgtEl>
                                          <p:spTgt spid="16"/>
                                        </p:tgtEl>
                                        <p:attrNameLst>
                                          <p:attrName>ppt_x,ppt_y</p:attrName>
                                        </p:attrNameLst>
                                      </p:cBhvr>
                                      <p:rCtr x="-11500" y="7800"/>
                                    </p:animMotion>
                                  </p:childTnLst>
                                </p:cTn>
                              </p:par>
                              <p:par>
                                <p:cTn id="46" presetID="35" presetClass="path" presetSubtype="0" accel="50000" decel="50000" fill="hold" grpId="1" nodeType="withEffect">
                                  <p:stCondLst>
                                    <p:cond delay="0"/>
                                  </p:stCondLst>
                                  <p:childTnLst>
                                    <p:animMotion origin="layout" path="M 0 0 L -0.25 0 E" pathEditMode="relative" rAng="0" ptsTypes="">
                                      <p:cBhvr>
                                        <p:cTn id="47" dur="500" spd="-99900" fill="hold"/>
                                        <p:tgtEl>
                                          <p:spTgt spid="17"/>
                                        </p:tgtEl>
                                        <p:attrNameLst>
                                          <p:attrName>ppt_x,ppt_y</p:attrName>
                                        </p:attrNameLst>
                                      </p:cBhvr>
                                      <p:rCtr x="0" y="0"/>
                                    </p:animMotion>
                                  </p:childTnLst>
                                </p:cTn>
                              </p:par>
                              <p:par>
                                <p:cTn id="48" presetID="35" presetClass="path" presetSubtype="0" accel="50000" decel="50000" fill="hold" grpId="1" nodeType="withEffect">
                                  <p:stCondLst>
                                    <p:cond delay="0"/>
                                  </p:stCondLst>
                                  <p:childTnLst>
                                    <p:animMotion origin="layout" path="M 2.35202E-6 -3.7037E-6 L -0.23143 -0.15555 " pathEditMode="relative" rAng="0" ptsTypes="AA">
                                      <p:cBhvr>
                                        <p:cTn id="49" dur="500" spd="-99900" fill="hold"/>
                                        <p:tgtEl>
                                          <p:spTgt spid="15"/>
                                        </p:tgtEl>
                                        <p:attrNameLst>
                                          <p:attrName>ppt_x,ppt_y</p:attrName>
                                        </p:attrNameLst>
                                      </p:cBhvr>
                                      <p:rCtr x="-11500" y="-7700"/>
                                    </p:animMotion>
                                  </p:childTnLst>
                                </p:cTn>
                              </p:par>
                              <p:par>
                                <p:cTn id="50" presetID="35" presetClass="path" presetSubtype="0" accel="50000" decel="50000" fill="hold" grpId="1" nodeType="withEffect">
                                  <p:stCondLst>
                                    <p:cond delay="0"/>
                                  </p:stCondLst>
                                  <p:childTnLst>
                                    <p:animMotion origin="layout" path="M 2.29608E-6 2.59259E-6 L -0.17354 -0.29051 " pathEditMode="relative" rAng="0" ptsTypes="AA">
                                      <p:cBhvr>
                                        <p:cTn id="51" dur="500" spd="-99900" fill="hold"/>
                                        <p:tgtEl>
                                          <p:spTgt spid="14"/>
                                        </p:tgtEl>
                                        <p:attrNameLst>
                                          <p:attrName>ppt_x,ppt_y</p:attrName>
                                        </p:attrNameLst>
                                      </p:cBhvr>
                                      <p:rCtr x="-8600" y="-14400"/>
                                    </p:animMotion>
                                  </p:childTnLst>
                                </p:cTn>
                              </p:par>
                            </p:childTnLst>
                          </p:cTn>
                        </p:par>
                        <p:par>
                          <p:cTn id="52" fill="hold" nodeType="afterGroup">
                            <p:stCondLst>
                              <p:cond delay="3000"/>
                            </p:stCondLst>
                            <p:childTnLst>
                              <p:par>
                                <p:cTn id="53" presetID="47" presetClass="entr" presetSubtype="0" fill="hold" grpId="0" nodeType="afterEffect">
                                  <p:stCondLst>
                                    <p:cond delay="0"/>
                                  </p:stCondLst>
                                  <p:childTnLst>
                                    <p:set>
                                      <p:cBhvr>
                                        <p:cTn id="54" dur="1" fill="hold">
                                          <p:stCondLst>
                                            <p:cond delay="0"/>
                                          </p:stCondLst>
                                        </p:cTn>
                                        <p:tgtEl>
                                          <p:spTgt spid="29"/>
                                        </p:tgtEl>
                                        <p:attrNameLst>
                                          <p:attrName>style.visibility</p:attrName>
                                        </p:attrNameLst>
                                      </p:cBhvr>
                                      <p:to>
                                        <p:strVal val="visible"/>
                                      </p:to>
                                    </p:set>
                                    <p:animEffect transition="in" filter="fade">
                                      <p:cBhvr>
                                        <p:cTn id="55" dur="1000"/>
                                        <p:tgtEl>
                                          <p:spTgt spid="29"/>
                                        </p:tgtEl>
                                      </p:cBhvr>
                                    </p:animEffect>
                                    <p:anim calcmode="lin" valueType="num">
                                      <p:cBhvr>
                                        <p:cTn id="56" dur="1000" fill="hold"/>
                                        <p:tgtEl>
                                          <p:spTgt spid="29"/>
                                        </p:tgtEl>
                                        <p:attrNameLst>
                                          <p:attrName>ppt_x</p:attrName>
                                        </p:attrNameLst>
                                      </p:cBhvr>
                                      <p:tavLst>
                                        <p:tav tm="0">
                                          <p:val>
                                            <p:strVal val="#ppt_x"/>
                                          </p:val>
                                        </p:tav>
                                        <p:tav tm="100000">
                                          <p:val>
                                            <p:strVal val="#ppt_x"/>
                                          </p:val>
                                        </p:tav>
                                      </p:tavLst>
                                    </p:anim>
                                    <p:anim calcmode="lin" valueType="num">
                                      <p:cBhvr>
                                        <p:cTn id="57" dur="1000" fill="hold"/>
                                        <p:tgtEl>
                                          <p:spTgt spid="29"/>
                                        </p:tgtEl>
                                        <p:attrNameLst>
                                          <p:attrName>ppt_y</p:attrName>
                                        </p:attrNameLst>
                                      </p:cBhvr>
                                      <p:tavLst>
                                        <p:tav tm="0">
                                          <p:val>
                                            <p:strVal val="#ppt_y-.1"/>
                                          </p:val>
                                        </p:tav>
                                        <p:tav tm="100000">
                                          <p:val>
                                            <p:strVal val="#ppt_y"/>
                                          </p:val>
                                        </p:tav>
                                      </p:tavLst>
                                    </p:anim>
                                  </p:childTnLst>
                                </p:cTn>
                              </p:par>
                              <p:par>
                                <p:cTn id="58" presetID="47" presetClass="entr" presetSubtype="0" fill="hold" grpId="0" nodeType="withEffect">
                                  <p:stCondLst>
                                    <p:cond delay="0"/>
                                  </p:stCondLst>
                                  <p:childTnLst>
                                    <p:set>
                                      <p:cBhvr>
                                        <p:cTn id="59" dur="1" fill="hold">
                                          <p:stCondLst>
                                            <p:cond delay="0"/>
                                          </p:stCondLst>
                                        </p:cTn>
                                        <p:tgtEl>
                                          <p:spTgt spid="30"/>
                                        </p:tgtEl>
                                        <p:attrNameLst>
                                          <p:attrName>style.visibility</p:attrName>
                                        </p:attrNameLst>
                                      </p:cBhvr>
                                      <p:to>
                                        <p:strVal val="visible"/>
                                      </p:to>
                                    </p:set>
                                    <p:animEffect transition="in" filter="fade">
                                      <p:cBhvr>
                                        <p:cTn id="60" dur="1000"/>
                                        <p:tgtEl>
                                          <p:spTgt spid="30"/>
                                        </p:tgtEl>
                                      </p:cBhvr>
                                    </p:animEffect>
                                    <p:anim calcmode="lin" valueType="num">
                                      <p:cBhvr>
                                        <p:cTn id="61" dur="1000" fill="hold"/>
                                        <p:tgtEl>
                                          <p:spTgt spid="30"/>
                                        </p:tgtEl>
                                        <p:attrNameLst>
                                          <p:attrName>ppt_x</p:attrName>
                                        </p:attrNameLst>
                                      </p:cBhvr>
                                      <p:tavLst>
                                        <p:tav tm="0">
                                          <p:val>
                                            <p:strVal val="#ppt_x"/>
                                          </p:val>
                                        </p:tav>
                                        <p:tav tm="100000">
                                          <p:val>
                                            <p:strVal val="#ppt_x"/>
                                          </p:val>
                                        </p:tav>
                                      </p:tavLst>
                                    </p:anim>
                                    <p:anim calcmode="lin" valueType="num">
                                      <p:cBhvr>
                                        <p:cTn id="62" dur="1000" fill="hold"/>
                                        <p:tgtEl>
                                          <p:spTgt spid="30"/>
                                        </p:tgtEl>
                                        <p:attrNameLst>
                                          <p:attrName>ppt_y</p:attrName>
                                        </p:attrNameLst>
                                      </p:cBhvr>
                                      <p:tavLst>
                                        <p:tav tm="0">
                                          <p:val>
                                            <p:strVal val="#ppt_y-.1"/>
                                          </p:val>
                                        </p:tav>
                                        <p:tav tm="100000">
                                          <p:val>
                                            <p:strVal val="#ppt_y"/>
                                          </p:val>
                                        </p:tav>
                                      </p:tavLst>
                                    </p:anim>
                                  </p:childTnLst>
                                </p:cTn>
                              </p:par>
                              <p:par>
                                <p:cTn id="63" presetID="47" presetClass="entr" presetSubtype="0" fill="hold" grpId="0" nodeType="withEffect">
                                  <p:stCondLst>
                                    <p:cond delay="0"/>
                                  </p:stCondLst>
                                  <p:childTnLst>
                                    <p:set>
                                      <p:cBhvr>
                                        <p:cTn id="64" dur="1" fill="hold">
                                          <p:stCondLst>
                                            <p:cond delay="0"/>
                                          </p:stCondLst>
                                        </p:cTn>
                                        <p:tgtEl>
                                          <p:spTgt spid="31"/>
                                        </p:tgtEl>
                                        <p:attrNameLst>
                                          <p:attrName>style.visibility</p:attrName>
                                        </p:attrNameLst>
                                      </p:cBhvr>
                                      <p:to>
                                        <p:strVal val="visible"/>
                                      </p:to>
                                    </p:set>
                                    <p:animEffect transition="in" filter="fade">
                                      <p:cBhvr>
                                        <p:cTn id="65" dur="1000"/>
                                        <p:tgtEl>
                                          <p:spTgt spid="31"/>
                                        </p:tgtEl>
                                      </p:cBhvr>
                                    </p:animEffect>
                                    <p:anim calcmode="lin" valueType="num">
                                      <p:cBhvr>
                                        <p:cTn id="66" dur="1000" fill="hold"/>
                                        <p:tgtEl>
                                          <p:spTgt spid="31"/>
                                        </p:tgtEl>
                                        <p:attrNameLst>
                                          <p:attrName>ppt_x</p:attrName>
                                        </p:attrNameLst>
                                      </p:cBhvr>
                                      <p:tavLst>
                                        <p:tav tm="0">
                                          <p:val>
                                            <p:strVal val="#ppt_x"/>
                                          </p:val>
                                        </p:tav>
                                        <p:tav tm="100000">
                                          <p:val>
                                            <p:strVal val="#ppt_x"/>
                                          </p:val>
                                        </p:tav>
                                      </p:tavLst>
                                    </p:anim>
                                    <p:anim calcmode="lin" valueType="num">
                                      <p:cBhvr>
                                        <p:cTn id="67" dur="1000" fill="hold"/>
                                        <p:tgtEl>
                                          <p:spTgt spid="31"/>
                                        </p:tgtEl>
                                        <p:attrNameLst>
                                          <p:attrName>ppt_y</p:attrName>
                                        </p:attrNameLst>
                                      </p:cBhvr>
                                      <p:tavLst>
                                        <p:tav tm="0">
                                          <p:val>
                                            <p:strVal val="#ppt_y-.1"/>
                                          </p:val>
                                        </p:tav>
                                        <p:tav tm="100000">
                                          <p:val>
                                            <p:strVal val="#ppt_y"/>
                                          </p:val>
                                        </p:tav>
                                      </p:tavLst>
                                    </p:anim>
                                  </p:childTnLst>
                                </p:cTn>
                              </p:par>
                              <p:par>
                                <p:cTn id="68" presetID="47" presetClass="entr" presetSubtype="0" fill="hold" grpId="0" nodeType="withEffect">
                                  <p:stCondLst>
                                    <p:cond delay="0"/>
                                  </p:stCondLst>
                                  <p:childTnLst>
                                    <p:set>
                                      <p:cBhvr>
                                        <p:cTn id="69" dur="1" fill="hold">
                                          <p:stCondLst>
                                            <p:cond delay="0"/>
                                          </p:stCondLst>
                                        </p:cTn>
                                        <p:tgtEl>
                                          <p:spTgt spid="33"/>
                                        </p:tgtEl>
                                        <p:attrNameLst>
                                          <p:attrName>style.visibility</p:attrName>
                                        </p:attrNameLst>
                                      </p:cBhvr>
                                      <p:to>
                                        <p:strVal val="visible"/>
                                      </p:to>
                                    </p:set>
                                    <p:animEffect transition="in" filter="fade">
                                      <p:cBhvr>
                                        <p:cTn id="70" dur="1000"/>
                                        <p:tgtEl>
                                          <p:spTgt spid="33"/>
                                        </p:tgtEl>
                                      </p:cBhvr>
                                    </p:animEffect>
                                    <p:anim calcmode="lin" valueType="num">
                                      <p:cBhvr>
                                        <p:cTn id="71" dur="1000" fill="hold"/>
                                        <p:tgtEl>
                                          <p:spTgt spid="33"/>
                                        </p:tgtEl>
                                        <p:attrNameLst>
                                          <p:attrName>ppt_x</p:attrName>
                                        </p:attrNameLst>
                                      </p:cBhvr>
                                      <p:tavLst>
                                        <p:tav tm="0">
                                          <p:val>
                                            <p:strVal val="#ppt_x"/>
                                          </p:val>
                                        </p:tav>
                                        <p:tav tm="100000">
                                          <p:val>
                                            <p:strVal val="#ppt_x"/>
                                          </p:val>
                                        </p:tav>
                                      </p:tavLst>
                                    </p:anim>
                                    <p:anim calcmode="lin" valueType="num">
                                      <p:cBhvr>
                                        <p:cTn id="72" dur="1000" fill="hold"/>
                                        <p:tgtEl>
                                          <p:spTgt spid="33"/>
                                        </p:tgtEl>
                                        <p:attrNameLst>
                                          <p:attrName>ppt_y</p:attrName>
                                        </p:attrNameLst>
                                      </p:cBhvr>
                                      <p:tavLst>
                                        <p:tav tm="0">
                                          <p:val>
                                            <p:strVal val="#ppt_y-.1"/>
                                          </p:val>
                                        </p:tav>
                                        <p:tav tm="100000">
                                          <p:val>
                                            <p:strVal val="#ppt_y"/>
                                          </p:val>
                                        </p:tav>
                                      </p:tavLst>
                                    </p:anim>
                                  </p:childTnLst>
                                </p:cTn>
                              </p:par>
                              <p:par>
                                <p:cTn id="73" presetID="47"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1000"/>
                                        <p:tgtEl>
                                          <p:spTgt spid="34"/>
                                        </p:tgtEl>
                                      </p:cBhvr>
                                    </p:animEffect>
                                    <p:anim calcmode="lin" valueType="num">
                                      <p:cBhvr>
                                        <p:cTn id="76" dur="1000" fill="hold"/>
                                        <p:tgtEl>
                                          <p:spTgt spid="34"/>
                                        </p:tgtEl>
                                        <p:attrNameLst>
                                          <p:attrName>ppt_x</p:attrName>
                                        </p:attrNameLst>
                                      </p:cBhvr>
                                      <p:tavLst>
                                        <p:tav tm="0">
                                          <p:val>
                                            <p:strVal val="#ppt_x"/>
                                          </p:val>
                                        </p:tav>
                                        <p:tav tm="100000">
                                          <p:val>
                                            <p:strVal val="#ppt_x"/>
                                          </p:val>
                                        </p:tav>
                                      </p:tavLst>
                                    </p:anim>
                                    <p:anim calcmode="lin" valueType="num">
                                      <p:cBhvr>
                                        <p:cTn id="77" dur="1000" fill="hold"/>
                                        <p:tgtEl>
                                          <p:spTgt spid="3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autoUpdateAnimBg="0"/>
      <p:bldP spid="13" grpId="1" animBg="1" autoUpdateAnimBg="0"/>
      <p:bldP spid="14" grpId="0" animBg="1" autoUpdateAnimBg="0"/>
      <p:bldP spid="14" grpId="1" animBg="1" autoUpdateAnimBg="0"/>
      <p:bldP spid="15" grpId="0" animBg="1" autoUpdateAnimBg="0"/>
      <p:bldP spid="15" grpId="1" animBg="1" autoUpdateAnimBg="0"/>
      <p:bldP spid="16" grpId="0" animBg="1" autoUpdateAnimBg="0"/>
      <p:bldP spid="16" grpId="1" animBg="1" autoUpdateAnimBg="0"/>
      <p:bldP spid="17" grpId="0" animBg="1" autoUpdateAnimBg="0"/>
      <p:bldP spid="17" grpId="1" animBg="1" autoUpdateAnimBg="0"/>
      <p:bldP spid="23" grpId="0" animBg="1" autoUpdateAnimBg="0"/>
      <p:bldP spid="24" grpId="0" animBg="1" autoUpdateAnimBg="0"/>
      <p:bldP spid="25" grpId="0" animBg="1" autoUpdateAnimBg="0"/>
      <p:bldP spid="26" grpId="0" autoUpdateAnimBg="0"/>
      <p:bldP spid="29" grpId="0"/>
      <p:bldP spid="30" grpId="0"/>
      <p:bldP spid="31" grpId="0"/>
      <p:bldP spid="33"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9" name="直接连接符 118"/>
          <p:cNvCxnSpPr/>
          <p:nvPr/>
        </p:nvCxnSpPr>
        <p:spPr>
          <a:xfrm>
            <a:off x="-100013" y="5940425"/>
            <a:ext cx="12595226" cy="0"/>
          </a:xfrm>
          <a:prstGeom prst="line">
            <a:avLst/>
          </a:prstGeom>
          <a:ln w="19050">
            <a:solidFill>
              <a:srgbClr val="C0C0C0"/>
            </a:solidFill>
          </a:ln>
        </p:spPr>
        <p:style>
          <a:lnRef idx="1">
            <a:schemeClr val="accent1"/>
          </a:lnRef>
          <a:fillRef idx="0">
            <a:schemeClr val="accent1"/>
          </a:fillRef>
          <a:effectRef idx="0">
            <a:schemeClr val="accent1"/>
          </a:effectRef>
          <a:fontRef idx="minor">
            <a:schemeClr val="tx1"/>
          </a:fontRef>
        </p:style>
      </p:cxnSp>
      <p:sp>
        <p:nvSpPr>
          <p:cNvPr id="120" name="椭圆 119"/>
          <p:cNvSpPr/>
          <p:nvPr/>
        </p:nvSpPr>
        <p:spPr>
          <a:xfrm>
            <a:off x="2428875" y="5756275"/>
            <a:ext cx="312738" cy="312738"/>
          </a:xfrm>
          <a:prstGeom prst="ellipse">
            <a:avLst/>
          </a:prstGeom>
          <a:solidFill>
            <a:schemeClr val="bg1"/>
          </a:solidFill>
          <a:ln w="38100">
            <a:solidFill>
              <a:schemeClr val="accent1"/>
            </a:solidFill>
          </a:ln>
          <a:effectLst>
            <a:outerShdw blurRad="508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grpSp>
        <p:nvGrpSpPr>
          <p:cNvPr id="121" name="组合 120"/>
          <p:cNvGrpSpPr>
            <a:grpSpLocks/>
          </p:cNvGrpSpPr>
          <p:nvPr/>
        </p:nvGrpSpPr>
        <p:grpSpPr bwMode="auto">
          <a:xfrm>
            <a:off x="1668463" y="1846263"/>
            <a:ext cx="1778000" cy="3721100"/>
            <a:chOff x="1115616" y="1077584"/>
            <a:chExt cx="1224136" cy="2562492"/>
          </a:xfrm>
        </p:grpSpPr>
        <p:sp>
          <p:nvSpPr>
            <p:cNvPr id="122" name="任意多边形 121"/>
            <p:cNvSpPr/>
            <p:nvPr/>
          </p:nvSpPr>
          <p:spPr>
            <a:xfrm flipV="1">
              <a:off x="1115616" y="1077584"/>
              <a:ext cx="1224136" cy="2562492"/>
            </a:xfrm>
            <a:custGeom>
              <a:avLst/>
              <a:gdLst>
                <a:gd name="connsiteX0" fmla="*/ 213563 w 1224136"/>
                <a:gd name="connsiteY0" fmla="*/ 2562492 h 2562492"/>
                <a:gd name="connsiteX1" fmla="*/ 1010573 w 1224136"/>
                <a:gd name="connsiteY1" fmla="*/ 2562492 h 2562492"/>
                <a:gd name="connsiteX2" fmla="*/ 1224136 w 1224136"/>
                <a:gd name="connsiteY2" fmla="*/ 2348929 h 2562492"/>
                <a:gd name="connsiteX3" fmla="*/ 1224136 w 1224136"/>
                <a:gd name="connsiteY3" fmla="*/ 399791 h 2562492"/>
                <a:gd name="connsiteX4" fmla="*/ 1010573 w 1224136"/>
                <a:gd name="connsiteY4" fmla="*/ 186228 h 2562492"/>
                <a:gd name="connsiteX5" fmla="*/ 720080 w 1224136"/>
                <a:gd name="connsiteY5" fmla="*/ 186228 h 2562492"/>
                <a:gd name="connsiteX6" fmla="*/ 612068 w 1224136"/>
                <a:gd name="connsiteY6" fmla="*/ 0 h 2562492"/>
                <a:gd name="connsiteX7" fmla="*/ 504056 w 1224136"/>
                <a:gd name="connsiteY7" fmla="*/ 186228 h 2562492"/>
                <a:gd name="connsiteX8" fmla="*/ 213563 w 1224136"/>
                <a:gd name="connsiteY8" fmla="*/ 186228 h 2562492"/>
                <a:gd name="connsiteX9" fmla="*/ 0 w 1224136"/>
                <a:gd name="connsiteY9" fmla="*/ 399791 h 2562492"/>
                <a:gd name="connsiteX10" fmla="*/ 0 w 1224136"/>
                <a:gd name="connsiteY10" fmla="*/ 2348929 h 2562492"/>
                <a:gd name="connsiteX11" fmla="*/ 213563 w 1224136"/>
                <a:gd name="connsiteY11" fmla="*/ 2562492 h 256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4136" h="2562492">
                  <a:moveTo>
                    <a:pt x="213563" y="2562492"/>
                  </a:moveTo>
                  <a:lnTo>
                    <a:pt x="1010573" y="2562492"/>
                  </a:lnTo>
                  <a:cubicBezTo>
                    <a:pt x="1128521" y="2562492"/>
                    <a:pt x="1224136" y="2466877"/>
                    <a:pt x="1224136" y="2348929"/>
                  </a:cubicBezTo>
                  <a:lnTo>
                    <a:pt x="1224136" y="399791"/>
                  </a:lnTo>
                  <a:cubicBezTo>
                    <a:pt x="1224136" y="281843"/>
                    <a:pt x="1128521" y="186228"/>
                    <a:pt x="1010573" y="186228"/>
                  </a:cubicBezTo>
                  <a:lnTo>
                    <a:pt x="720080" y="186228"/>
                  </a:lnTo>
                  <a:lnTo>
                    <a:pt x="612068" y="0"/>
                  </a:lnTo>
                  <a:lnTo>
                    <a:pt x="504056" y="186228"/>
                  </a:lnTo>
                  <a:lnTo>
                    <a:pt x="213563" y="186228"/>
                  </a:lnTo>
                  <a:cubicBezTo>
                    <a:pt x="95615" y="186228"/>
                    <a:pt x="0" y="281843"/>
                    <a:pt x="0" y="399791"/>
                  </a:cubicBezTo>
                  <a:lnTo>
                    <a:pt x="0" y="2348929"/>
                  </a:lnTo>
                  <a:cubicBezTo>
                    <a:pt x="0" y="2466877"/>
                    <a:pt x="95615" y="2562492"/>
                    <a:pt x="213563" y="2562492"/>
                  </a:cubicBezTo>
                  <a:close/>
                </a:path>
              </a:pathLst>
            </a:custGeom>
            <a:solidFill>
              <a:schemeClr val="bg1"/>
            </a:solidFill>
            <a:ln w="6350">
              <a:gradFill>
                <a:gsLst>
                  <a:gs pos="0">
                    <a:schemeClr val="bg1">
                      <a:lumMod val="85000"/>
                    </a:schemeClr>
                  </a:gs>
                  <a:gs pos="100000">
                    <a:schemeClr val="bg1"/>
                  </a:gs>
                </a:gsLst>
                <a:lin ang="1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23" name="圆角矩形 122"/>
            <p:cNvSpPr/>
            <p:nvPr/>
          </p:nvSpPr>
          <p:spPr>
            <a:xfrm>
              <a:off x="1259632" y="1216298"/>
              <a:ext cx="936104" cy="2088232"/>
            </a:xfrm>
            <a:prstGeom prst="roundRect">
              <a:avLst>
                <a:gd name="adj" fmla="val 14632"/>
              </a:avLst>
            </a:prstGeom>
            <a:solidFill>
              <a:schemeClr val="accent1"/>
            </a:solidFill>
            <a:ln>
              <a:noFill/>
            </a:ln>
            <a:effectLst>
              <a:innerShdw blurRad="63500" dist="50800" dir="18900000">
                <a:prstClr val="black">
                  <a:alpha val="33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24" name="矩形 123"/>
            <p:cNvSpPr/>
            <p:nvPr/>
          </p:nvSpPr>
          <p:spPr>
            <a:xfrm>
              <a:off x="1256610" y="1851579"/>
              <a:ext cx="938869" cy="359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r>
                <a:rPr lang="zh-CN" altLang="en-US" sz="1866" b="1" dirty="0">
                  <a:solidFill>
                    <a:srgbClr val="5D94A9"/>
                  </a:solidFill>
                  <a:latin typeface="微软雅黑" panose="020B0503020204020204" pitchFamily="34" charset="-122"/>
                  <a:ea typeface="微软雅黑" panose="020B0503020204020204" pitchFamily="34" charset="-122"/>
                </a:rPr>
                <a:t>经验一</a:t>
              </a:r>
            </a:p>
          </p:txBody>
        </p:sp>
        <p:sp>
          <p:nvSpPr>
            <p:cNvPr id="125" name="文本框 16"/>
            <p:cNvSpPr txBox="1"/>
            <p:nvPr/>
          </p:nvSpPr>
          <p:spPr>
            <a:xfrm>
              <a:off x="1368094" y="1253591"/>
              <a:ext cx="683112" cy="571751"/>
            </a:xfrm>
            <a:prstGeom prst="rect">
              <a:avLst/>
            </a:prstGeom>
            <a:noFill/>
          </p:spPr>
          <p:txBody>
            <a:bodyPr>
              <a:spAutoFit/>
            </a:bodyPr>
            <a:lstStyle/>
            <a:p>
              <a:pPr algn="ctr" fontAlgn="auto">
                <a:spcBef>
                  <a:spcPts val="0"/>
                </a:spcBef>
                <a:spcAft>
                  <a:spcPts val="0"/>
                </a:spcAft>
                <a:buFontTx/>
                <a:buNone/>
                <a:defRPr/>
              </a:pPr>
              <a:r>
                <a:rPr lang="zh-CN" altLang="en-US" sz="2399" dirty="0">
                  <a:solidFill>
                    <a:srgbClr val="FFFFFF"/>
                  </a:solidFill>
                  <a:latin typeface="微软雅黑" panose="020B0503020204020204" pitchFamily="34" charset="-122"/>
                  <a:ea typeface="微软雅黑" panose="020B0503020204020204" pitchFamily="34" charset="-122"/>
                </a:rPr>
                <a:t>添加标题</a:t>
              </a:r>
            </a:p>
          </p:txBody>
        </p:sp>
        <p:sp>
          <p:nvSpPr>
            <p:cNvPr id="126" name="文本框 17"/>
            <p:cNvSpPr txBox="1"/>
            <p:nvPr/>
          </p:nvSpPr>
          <p:spPr>
            <a:xfrm>
              <a:off x="1256610" y="2214526"/>
              <a:ext cx="938869" cy="1080095"/>
            </a:xfrm>
            <a:prstGeom prst="rect">
              <a:avLst/>
            </a:prstGeom>
            <a:noFill/>
          </p:spPr>
          <p:txBody>
            <a:bodyPr>
              <a:spAutoFit/>
            </a:bodyPr>
            <a:lstStyle/>
            <a:p>
              <a:pPr fontAlgn="auto">
                <a:lnSpc>
                  <a:spcPct val="150000"/>
                </a:lnSpc>
                <a:spcBef>
                  <a:spcPts val="0"/>
                </a:spcBef>
                <a:spcAft>
                  <a:spcPts val="0"/>
                </a:spcAft>
                <a:buFontTx/>
                <a:buNone/>
                <a:defRPr/>
              </a:pPr>
              <a:r>
                <a:rPr lang="zh-CN" altLang="en-US" sz="1599" dirty="0">
                  <a:solidFill>
                    <a:srgbClr val="FFFFFF"/>
                  </a:solidFill>
                  <a:latin typeface="微软雅黑" panose="020B0503020204020204" pitchFamily="34" charset="-122"/>
                  <a:ea typeface="微软雅黑" panose="020B0503020204020204" pitchFamily="34" charset="-122"/>
                </a:rPr>
                <a:t>单击此处添加文本，单击此处添加文本</a:t>
              </a:r>
            </a:p>
          </p:txBody>
        </p:sp>
      </p:grpSp>
      <p:sp>
        <p:nvSpPr>
          <p:cNvPr id="127" name="椭圆 126"/>
          <p:cNvSpPr/>
          <p:nvPr/>
        </p:nvSpPr>
        <p:spPr>
          <a:xfrm>
            <a:off x="4772025" y="5756275"/>
            <a:ext cx="314325" cy="312738"/>
          </a:xfrm>
          <a:prstGeom prst="ellipse">
            <a:avLst/>
          </a:prstGeom>
          <a:solidFill>
            <a:schemeClr val="bg1"/>
          </a:solidFill>
          <a:ln w="38100">
            <a:solidFill>
              <a:schemeClr val="accent2"/>
            </a:solidFill>
          </a:ln>
          <a:effectLst>
            <a:outerShdw blurRad="508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grpSp>
        <p:nvGrpSpPr>
          <p:cNvPr id="128" name="组合 127"/>
          <p:cNvGrpSpPr>
            <a:grpSpLocks/>
          </p:cNvGrpSpPr>
          <p:nvPr/>
        </p:nvGrpSpPr>
        <p:grpSpPr bwMode="auto">
          <a:xfrm>
            <a:off x="4013200" y="1846263"/>
            <a:ext cx="1776413" cy="3721100"/>
            <a:chOff x="1115616" y="1077584"/>
            <a:chExt cx="1224136" cy="2562492"/>
          </a:xfrm>
        </p:grpSpPr>
        <p:sp>
          <p:nvSpPr>
            <p:cNvPr id="129" name="任意多边形 128"/>
            <p:cNvSpPr/>
            <p:nvPr/>
          </p:nvSpPr>
          <p:spPr>
            <a:xfrm flipV="1">
              <a:off x="1115616" y="1077584"/>
              <a:ext cx="1224136" cy="2562492"/>
            </a:xfrm>
            <a:custGeom>
              <a:avLst/>
              <a:gdLst>
                <a:gd name="connsiteX0" fmla="*/ 213563 w 1224136"/>
                <a:gd name="connsiteY0" fmla="*/ 2562492 h 2562492"/>
                <a:gd name="connsiteX1" fmla="*/ 1010573 w 1224136"/>
                <a:gd name="connsiteY1" fmla="*/ 2562492 h 2562492"/>
                <a:gd name="connsiteX2" fmla="*/ 1224136 w 1224136"/>
                <a:gd name="connsiteY2" fmla="*/ 2348929 h 2562492"/>
                <a:gd name="connsiteX3" fmla="*/ 1224136 w 1224136"/>
                <a:gd name="connsiteY3" fmla="*/ 399791 h 2562492"/>
                <a:gd name="connsiteX4" fmla="*/ 1010573 w 1224136"/>
                <a:gd name="connsiteY4" fmla="*/ 186228 h 2562492"/>
                <a:gd name="connsiteX5" fmla="*/ 720080 w 1224136"/>
                <a:gd name="connsiteY5" fmla="*/ 186228 h 2562492"/>
                <a:gd name="connsiteX6" fmla="*/ 612068 w 1224136"/>
                <a:gd name="connsiteY6" fmla="*/ 0 h 2562492"/>
                <a:gd name="connsiteX7" fmla="*/ 504056 w 1224136"/>
                <a:gd name="connsiteY7" fmla="*/ 186228 h 2562492"/>
                <a:gd name="connsiteX8" fmla="*/ 213563 w 1224136"/>
                <a:gd name="connsiteY8" fmla="*/ 186228 h 2562492"/>
                <a:gd name="connsiteX9" fmla="*/ 0 w 1224136"/>
                <a:gd name="connsiteY9" fmla="*/ 399791 h 2562492"/>
                <a:gd name="connsiteX10" fmla="*/ 0 w 1224136"/>
                <a:gd name="connsiteY10" fmla="*/ 2348929 h 2562492"/>
                <a:gd name="connsiteX11" fmla="*/ 213563 w 1224136"/>
                <a:gd name="connsiteY11" fmla="*/ 2562492 h 256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4136" h="2562492">
                  <a:moveTo>
                    <a:pt x="213563" y="2562492"/>
                  </a:moveTo>
                  <a:lnTo>
                    <a:pt x="1010573" y="2562492"/>
                  </a:lnTo>
                  <a:cubicBezTo>
                    <a:pt x="1128521" y="2562492"/>
                    <a:pt x="1224136" y="2466877"/>
                    <a:pt x="1224136" y="2348929"/>
                  </a:cubicBezTo>
                  <a:lnTo>
                    <a:pt x="1224136" y="399791"/>
                  </a:lnTo>
                  <a:cubicBezTo>
                    <a:pt x="1224136" y="281843"/>
                    <a:pt x="1128521" y="186228"/>
                    <a:pt x="1010573" y="186228"/>
                  </a:cubicBezTo>
                  <a:lnTo>
                    <a:pt x="720080" y="186228"/>
                  </a:lnTo>
                  <a:lnTo>
                    <a:pt x="612068" y="0"/>
                  </a:lnTo>
                  <a:lnTo>
                    <a:pt x="504056" y="186228"/>
                  </a:lnTo>
                  <a:lnTo>
                    <a:pt x="213563" y="186228"/>
                  </a:lnTo>
                  <a:cubicBezTo>
                    <a:pt x="95615" y="186228"/>
                    <a:pt x="0" y="281843"/>
                    <a:pt x="0" y="399791"/>
                  </a:cubicBezTo>
                  <a:lnTo>
                    <a:pt x="0" y="2348929"/>
                  </a:lnTo>
                  <a:cubicBezTo>
                    <a:pt x="0" y="2466877"/>
                    <a:pt x="95615" y="2562492"/>
                    <a:pt x="213563" y="2562492"/>
                  </a:cubicBezTo>
                  <a:close/>
                </a:path>
              </a:pathLst>
            </a:custGeom>
            <a:solidFill>
              <a:schemeClr val="bg1"/>
            </a:solidFill>
            <a:ln w="6350">
              <a:gradFill>
                <a:gsLst>
                  <a:gs pos="0">
                    <a:schemeClr val="bg1">
                      <a:lumMod val="85000"/>
                    </a:schemeClr>
                  </a:gs>
                  <a:gs pos="100000">
                    <a:schemeClr val="bg1"/>
                  </a:gs>
                </a:gsLst>
                <a:lin ang="1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30" name="圆角矩形 129"/>
            <p:cNvSpPr/>
            <p:nvPr/>
          </p:nvSpPr>
          <p:spPr>
            <a:xfrm>
              <a:off x="1259632" y="1216298"/>
              <a:ext cx="936104" cy="2088232"/>
            </a:xfrm>
            <a:prstGeom prst="roundRect">
              <a:avLst>
                <a:gd name="adj" fmla="val 14632"/>
              </a:avLst>
            </a:prstGeom>
            <a:solidFill>
              <a:schemeClr val="accent2"/>
            </a:solidFill>
            <a:ln>
              <a:noFill/>
            </a:ln>
            <a:effectLst>
              <a:innerShdw blurRad="63500" dist="50800" dir="18900000">
                <a:prstClr val="black">
                  <a:alpha val="33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31" name="矩形 130"/>
            <p:cNvSpPr/>
            <p:nvPr/>
          </p:nvSpPr>
          <p:spPr>
            <a:xfrm>
              <a:off x="1256737" y="1851579"/>
              <a:ext cx="938613" cy="359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r>
                <a:rPr lang="zh-CN" altLang="en-US" sz="1866" b="1" dirty="0">
                  <a:solidFill>
                    <a:srgbClr val="656565"/>
                  </a:solidFill>
                  <a:latin typeface="微软雅黑" panose="020B0503020204020204" pitchFamily="34" charset="-122"/>
                  <a:ea typeface="微软雅黑" panose="020B0503020204020204" pitchFamily="34" charset="-122"/>
                </a:rPr>
                <a:t>经验二</a:t>
              </a:r>
            </a:p>
          </p:txBody>
        </p:sp>
        <p:sp>
          <p:nvSpPr>
            <p:cNvPr id="132" name="文本框 24"/>
            <p:cNvSpPr txBox="1"/>
            <p:nvPr/>
          </p:nvSpPr>
          <p:spPr>
            <a:xfrm>
              <a:off x="1368320" y="1253591"/>
              <a:ext cx="683722" cy="571751"/>
            </a:xfrm>
            <a:prstGeom prst="rect">
              <a:avLst/>
            </a:prstGeom>
            <a:noFill/>
          </p:spPr>
          <p:txBody>
            <a:bodyPr>
              <a:spAutoFit/>
            </a:bodyPr>
            <a:lstStyle/>
            <a:p>
              <a:pPr algn="ctr" fontAlgn="auto">
                <a:spcBef>
                  <a:spcPts val="0"/>
                </a:spcBef>
                <a:spcAft>
                  <a:spcPts val="0"/>
                </a:spcAft>
                <a:buFontTx/>
                <a:buNone/>
                <a:defRPr/>
              </a:pPr>
              <a:r>
                <a:rPr lang="zh-CN" altLang="en-US" sz="2399" dirty="0">
                  <a:solidFill>
                    <a:srgbClr val="FFFFFF"/>
                  </a:solidFill>
                  <a:latin typeface="微软雅黑" panose="020B0503020204020204" pitchFamily="34" charset="-122"/>
                  <a:ea typeface="微软雅黑" panose="020B0503020204020204" pitchFamily="34" charset="-122"/>
                </a:rPr>
                <a:t>添加标题</a:t>
              </a:r>
            </a:p>
          </p:txBody>
        </p:sp>
        <p:sp>
          <p:nvSpPr>
            <p:cNvPr id="133" name="文本框 25"/>
            <p:cNvSpPr txBox="1"/>
            <p:nvPr/>
          </p:nvSpPr>
          <p:spPr>
            <a:xfrm>
              <a:off x="1256737" y="2214526"/>
              <a:ext cx="938613" cy="1080095"/>
            </a:xfrm>
            <a:prstGeom prst="rect">
              <a:avLst/>
            </a:prstGeom>
            <a:noFill/>
          </p:spPr>
          <p:txBody>
            <a:bodyPr>
              <a:spAutoFit/>
            </a:bodyPr>
            <a:lstStyle/>
            <a:p>
              <a:pPr fontAlgn="auto">
                <a:lnSpc>
                  <a:spcPct val="150000"/>
                </a:lnSpc>
                <a:spcBef>
                  <a:spcPts val="0"/>
                </a:spcBef>
                <a:spcAft>
                  <a:spcPts val="0"/>
                </a:spcAft>
                <a:buFontTx/>
                <a:buNone/>
                <a:defRPr/>
              </a:pPr>
              <a:r>
                <a:rPr lang="zh-CN" altLang="en-US" sz="1599" dirty="0">
                  <a:solidFill>
                    <a:srgbClr val="FFFFFF"/>
                  </a:solidFill>
                  <a:latin typeface="微软雅黑" panose="020B0503020204020204" pitchFamily="34" charset="-122"/>
                  <a:ea typeface="微软雅黑" panose="020B0503020204020204" pitchFamily="34" charset="-122"/>
                </a:rPr>
                <a:t>单击此处添加文本，单击此处添加文本</a:t>
              </a:r>
            </a:p>
          </p:txBody>
        </p:sp>
      </p:grpSp>
      <p:sp>
        <p:nvSpPr>
          <p:cNvPr id="134" name="椭圆 133"/>
          <p:cNvSpPr/>
          <p:nvPr/>
        </p:nvSpPr>
        <p:spPr>
          <a:xfrm>
            <a:off x="7116763" y="5756275"/>
            <a:ext cx="312737" cy="312738"/>
          </a:xfrm>
          <a:prstGeom prst="ellipse">
            <a:avLst/>
          </a:prstGeom>
          <a:solidFill>
            <a:schemeClr val="bg1"/>
          </a:solidFill>
          <a:ln w="38100">
            <a:solidFill>
              <a:schemeClr val="accent3"/>
            </a:solidFill>
          </a:ln>
          <a:effectLst>
            <a:outerShdw blurRad="508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grpSp>
        <p:nvGrpSpPr>
          <p:cNvPr id="135" name="组合 134"/>
          <p:cNvGrpSpPr>
            <a:grpSpLocks/>
          </p:cNvGrpSpPr>
          <p:nvPr/>
        </p:nvGrpSpPr>
        <p:grpSpPr bwMode="auto">
          <a:xfrm>
            <a:off x="6357938" y="1846263"/>
            <a:ext cx="1776412" cy="3721100"/>
            <a:chOff x="1115616" y="1077584"/>
            <a:chExt cx="1224136" cy="2562492"/>
          </a:xfrm>
        </p:grpSpPr>
        <p:sp>
          <p:nvSpPr>
            <p:cNvPr id="136" name="任意多边形 135"/>
            <p:cNvSpPr/>
            <p:nvPr/>
          </p:nvSpPr>
          <p:spPr>
            <a:xfrm flipV="1">
              <a:off x="1115616" y="1077584"/>
              <a:ext cx="1224136" cy="2562492"/>
            </a:xfrm>
            <a:custGeom>
              <a:avLst/>
              <a:gdLst>
                <a:gd name="connsiteX0" fmla="*/ 213563 w 1224136"/>
                <a:gd name="connsiteY0" fmla="*/ 2562492 h 2562492"/>
                <a:gd name="connsiteX1" fmla="*/ 1010573 w 1224136"/>
                <a:gd name="connsiteY1" fmla="*/ 2562492 h 2562492"/>
                <a:gd name="connsiteX2" fmla="*/ 1224136 w 1224136"/>
                <a:gd name="connsiteY2" fmla="*/ 2348929 h 2562492"/>
                <a:gd name="connsiteX3" fmla="*/ 1224136 w 1224136"/>
                <a:gd name="connsiteY3" fmla="*/ 399791 h 2562492"/>
                <a:gd name="connsiteX4" fmla="*/ 1010573 w 1224136"/>
                <a:gd name="connsiteY4" fmla="*/ 186228 h 2562492"/>
                <a:gd name="connsiteX5" fmla="*/ 720080 w 1224136"/>
                <a:gd name="connsiteY5" fmla="*/ 186228 h 2562492"/>
                <a:gd name="connsiteX6" fmla="*/ 612068 w 1224136"/>
                <a:gd name="connsiteY6" fmla="*/ 0 h 2562492"/>
                <a:gd name="connsiteX7" fmla="*/ 504056 w 1224136"/>
                <a:gd name="connsiteY7" fmla="*/ 186228 h 2562492"/>
                <a:gd name="connsiteX8" fmla="*/ 213563 w 1224136"/>
                <a:gd name="connsiteY8" fmla="*/ 186228 h 2562492"/>
                <a:gd name="connsiteX9" fmla="*/ 0 w 1224136"/>
                <a:gd name="connsiteY9" fmla="*/ 399791 h 2562492"/>
                <a:gd name="connsiteX10" fmla="*/ 0 w 1224136"/>
                <a:gd name="connsiteY10" fmla="*/ 2348929 h 2562492"/>
                <a:gd name="connsiteX11" fmla="*/ 213563 w 1224136"/>
                <a:gd name="connsiteY11" fmla="*/ 2562492 h 256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4136" h="2562492">
                  <a:moveTo>
                    <a:pt x="213563" y="2562492"/>
                  </a:moveTo>
                  <a:lnTo>
                    <a:pt x="1010573" y="2562492"/>
                  </a:lnTo>
                  <a:cubicBezTo>
                    <a:pt x="1128521" y="2562492"/>
                    <a:pt x="1224136" y="2466877"/>
                    <a:pt x="1224136" y="2348929"/>
                  </a:cubicBezTo>
                  <a:lnTo>
                    <a:pt x="1224136" y="399791"/>
                  </a:lnTo>
                  <a:cubicBezTo>
                    <a:pt x="1224136" y="281843"/>
                    <a:pt x="1128521" y="186228"/>
                    <a:pt x="1010573" y="186228"/>
                  </a:cubicBezTo>
                  <a:lnTo>
                    <a:pt x="720080" y="186228"/>
                  </a:lnTo>
                  <a:lnTo>
                    <a:pt x="612068" y="0"/>
                  </a:lnTo>
                  <a:lnTo>
                    <a:pt x="504056" y="186228"/>
                  </a:lnTo>
                  <a:lnTo>
                    <a:pt x="213563" y="186228"/>
                  </a:lnTo>
                  <a:cubicBezTo>
                    <a:pt x="95615" y="186228"/>
                    <a:pt x="0" y="281843"/>
                    <a:pt x="0" y="399791"/>
                  </a:cubicBezTo>
                  <a:lnTo>
                    <a:pt x="0" y="2348929"/>
                  </a:lnTo>
                  <a:cubicBezTo>
                    <a:pt x="0" y="2466877"/>
                    <a:pt x="95615" y="2562492"/>
                    <a:pt x="213563" y="2562492"/>
                  </a:cubicBezTo>
                  <a:close/>
                </a:path>
              </a:pathLst>
            </a:custGeom>
            <a:solidFill>
              <a:schemeClr val="bg1"/>
            </a:solidFill>
            <a:ln w="6350">
              <a:gradFill>
                <a:gsLst>
                  <a:gs pos="0">
                    <a:schemeClr val="bg1">
                      <a:lumMod val="85000"/>
                    </a:schemeClr>
                  </a:gs>
                  <a:gs pos="100000">
                    <a:schemeClr val="bg1"/>
                  </a:gs>
                </a:gsLst>
                <a:lin ang="1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37" name="圆角矩形 136"/>
            <p:cNvSpPr/>
            <p:nvPr/>
          </p:nvSpPr>
          <p:spPr>
            <a:xfrm>
              <a:off x="1259632" y="1216298"/>
              <a:ext cx="936104" cy="2088232"/>
            </a:xfrm>
            <a:prstGeom prst="roundRect">
              <a:avLst>
                <a:gd name="adj" fmla="val 14632"/>
              </a:avLst>
            </a:prstGeom>
            <a:solidFill>
              <a:schemeClr val="accent3"/>
            </a:solidFill>
            <a:ln>
              <a:noFill/>
            </a:ln>
            <a:effectLst>
              <a:innerShdw blurRad="63500" dist="50800" dir="18900000">
                <a:prstClr val="black">
                  <a:alpha val="33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38" name="矩形 137"/>
            <p:cNvSpPr/>
            <p:nvPr/>
          </p:nvSpPr>
          <p:spPr>
            <a:xfrm>
              <a:off x="1256736" y="1851579"/>
              <a:ext cx="938614" cy="359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r>
                <a:rPr lang="zh-CN" altLang="en-US" sz="1866" b="1" dirty="0">
                  <a:solidFill>
                    <a:srgbClr val="5D94A9"/>
                  </a:solidFill>
                  <a:latin typeface="微软雅黑" panose="020B0503020204020204" pitchFamily="34" charset="-122"/>
                  <a:ea typeface="微软雅黑" panose="020B0503020204020204" pitchFamily="34" charset="-122"/>
                </a:rPr>
                <a:t>经验三</a:t>
              </a:r>
            </a:p>
          </p:txBody>
        </p:sp>
        <p:sp>
          <p:nvSpPr>
            <p:cNvPr id="139" name="文本框 31"/>
            <p:cNvSpPr txBox="1"/>
            <p:nvPr/>
          </p:nvSpPr>
          <p:spPr>
            <a:xfrm>
              <a:off x="1368319" y="1253591"/>
              <a:ext cx="683723" cy="571751"/>
            </a:xfrm>
            <a:prstGeom prst="rect">
              <a:avLst/>
            </a:prstGeom>
            <a:noFill/>
          </p:spPr>
          <p:txBody>
            <a:bodyPr>
              <a:spAutoFit/>
            </a:bodyPr>
            <a:lstStyle/>
            <a:p>
              <a:pPr algn="ctr" fontAlgn="auto">
                <a:spcBef>
                  <a:spcPts val="0"/>
                </a:spcBef>
                <a:spcAft>
                  <a:spcPts val="0"/>
                </a:spcAft>
                <a:buFontTx/>
                <a:buNone/>
                <a:defRPr/>
              </a:pPr>
              <a:r>
                <a:rPr lang="zh-CN" altLang="en-US" sz="2399" dirty="0">
                  <a:solidFill>
                    <a:schemeClr val="accent1">
                      <a:lumMod val="75000"/>
                    </a:schemeClr>
                  </a:solidFill>
                  <a:latin typeface="微软雅黑" panose="020B0503020204020204" pitchFamily="34" charset="-122"/>
                  <a:ea typeface="微软雅黑" panose="020B0503020204020204" pitchFamily="34" charset="-122"/>
                </a:rPr>
                <a:t>添加标题</a:t>
              </a:r>
            </a:p>
          </p:txBody>
        </p:sp>
        <p:sp>
          <p:nvSpPr>
            <p:cNvPr id="140" name="文本框 32"/>
            <p:cNvSpPr txBox="1"/>
            <p:nvPr/>
          </p:nvSpPr>
          <p:spPr>
            <a:xfrm>
              <a:off x="1256736" y="2214526"/>
              <a:ext cx="938614" cy="1080095"/>
            </a:xfrm>
            <a:prstGeom prst="rect">
              <a:avLst/>
            </a:prstGeom>
            <a:noFill/>
          </p:spPr>
          <p:txBody>
            <a:bodyPr>
              <a:spAutoFit/>
            </a:bodyPr>
            <a:lstStyle/>
            <a:p>
              <a:pPr fontAlgn="auto">
                <a:lnSpc>
                  <a:spcPct val="150000"/>
                </a:lnSpc>
                <a:spcBef>
                  <a:spcPts val="0"/>
                </a:spcBef>
                <a:spcAft>
                  <a:spcPts val="0"/>
                </a:spcAft>
                <a:buFontTx/>
                <a:buNone/>
                <a:defRPr/>
              </a:pPr>
              <a:r>
                <a:rPr lang="zh-CN" altLang="en-US" sz="1599" dirty="0">
                  <a:solidFill>
                    <a:schemeClr val="accent1">
                      <a:lumMod val="75000"/>
                    </a:schemeClr>
                  </a:solidFill>
                  <a:latin typeface="微软雅黑" panose="020B0503020204020204" pitchFamily="34" charset="-122"/>
                  <a:ea typeface="微软雅黑" panose="020B0503020204020204" pitchFamily="34" charset="-122"/>
                </a:rPr>
                <a:t>单击此处添加文本，单击此处添加文本</a:t>
              </a:r>
            </a:p>
          </p:txBody>
        </p:sp>
      </p:grpSp>
      <p:sp>
        <p:nvSpPr>
          <p:cNvPr id="141" name="椭圆 140"/>
          <p:cNvSpPr/>
          <p:nvPr/>
        </p:nvSpPr>
        <p:spPr>
          <a:xfrm>
            <a:off x="9459913" y="5756275"/>
            <a:ext cx="314325" cy="312738"/>
          </a:xfrm>
          <a:prstGeom prst="ellipse">
            <a:avLst/>
          </a:prstGeom>
          <a:solidFill>
            <a:schemeClr val="bg1"/>
          </a:solidFill>
          <a:ln w="38100">
            <a:solidFill>
              <a:schemeClr val="accent4"/>
            </a:solidFill>
          </a:ln>
          <a:effectLst>
            <a:outerShdw blurRad="50800" dist="38100" dir="5400000" algn="t" rotWithShape="0">
              <a:prstClr val="black">
                <a:alpha val="29000"/>
              </a:prst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grpSp>
        <p:nvGrpSpPr>
          <p:cNvPr id="142" name="组合 141"/>
          <p:cNvGrpSpPr>
            <a:grpSpLocks/>
          </p:cNvGrpSpPr>
          <p:nvPr/>
        </p:nvGrpSpPr>
        <p:grpSpPr bwMode="auto">
          <a:xfrm>
            <a:off x="8701088" y="1846263"/>
            <a:ext cx="1778000" cy="3721100"/>
            <a:chOff x="1115616" y="1077584"/>
            <a:chExt cx="1224136" cy="2562492"/>
          </a:xfrm>
        </p:grpSpPr>
        <p:sp>
          <p:nvSpPr>
            <p:cNvPr id="143" name="任意多边形 142"/>
            <p:cNvSpPr/>
            <p:nvPr/>
          </p:nvSpPr>
          <p:spPr>
            <a:xfrm flipV="1">
              <a:off x="1115616" y="1077584"/>
              <a:ext cx="1224136" cy="2562492"/>
            </a:xfrm>
            <a:custGeom>
              <a:avLst/>
              <a:gdLst>
                <a:gd name="connsiteX0" fmla="*/ 213563 w 1224136"/>
                <a:gd name="connsiteY0" fmla="*/ 2562492 h 2562492"/>
                <a:gd name="connsiteX1" fmla="*/ 1010573 w 1224136"/>
                <a:gd name="connsiteY1" fmla="*/ 2562492 h 2562492"/>
                <a:gd name="connsiteX2" fmla="*/ 1224136 w 1224136"/>
                <a:gd name="connsiteY2" fmla="*/ 2348929 h 2562492"/>
                <a:gd name="connsiteX3" fmla="*/ 1224136 w 1224136"/>
                <a:gd name="connsiteY3" fmla="*/ 399791 h 2562492"/>
                <a:gd name="connsiteX4" fmla="*/ 1010573 w 1224136"/>
                <a:gd name="connsiteY4" fmla="*/ 186228 h 2562492"/>
                <a:gd name="connsiteX5" fmla="*/ 720080 w 1224136"/>
                <a:gd name="connsiteY5" fmla="*/ 186228 h 2562492"/>
                <a:gd name="connsiteX6" fmla="*/ 612068 w 1224136"/>
                <a:gd name="connsiteY6" fmla="*/ 0 h 2562492"/>
                <a:gd name="connsiteX7" fmla="*/ 504056 w 1224136"/>
                <a:gd name="connsiteY7" fmla="*/ 186228 h 2562492"/>
                <a:gd name="connsiteX8" fmla="*/ 213563 w 1224136"/>
                <a:gd name="connsiteY8" fmla="*/ 186228 h 2562492"/>
                <a:gd name="connsiteX9" fmla="*/ 0 w 1224136"/>
                <a:gd name="connsiteY9" fmla="*/ 399791 h 2562492"/>
                <a:gd name="connsiteX10" fmla="*/ 0 w 1224136"/>
                <a:gd name="connsiteY10" fmla="*/ 2348929 h 2562492"/>
                <a:gd name="connsiteX11" fmla="*/ 213563 w 1224136"/>
                <a:gd name="connsiteY11" fmla="*/ 2562492 h 25624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24136" h="2562492">
                  <a:moveTo>
                    <a:pt x="213563" y="2562492"/>
                  </a:moveTo>
                  <a:lnTo>
                    <a:pt x="1010573" y="2562492"/>
                  </a:lnTo>
                  <a:cubicBezTo>
                    <a:pt x="1128521" y="2562492"/>
                    <a:pt x="1224136" y="2466877"/>
                    <a:pt x="1224136" y="2348929"/>
                  </a:cubicBezTo>
                  <a:lnTo>
                    <a:pt x="1224136" y="399791"/>
                  </a:lnTo>
                  <a:cubicBezTo>
                    <a:pt x="1224136" y="281843"/>
                    <a:pt x="1128521" y="186228"/>
                    <a:pt x="1010573" y="186228"/>
                  </a:cubicBezTo>
                  <a:lnTo>
                    <a:pt x="720080" y="186228"/>
                  </a:lnTo>
                  <a:lnTo>
                    <a:pt x="612068" y="0"/>
                  </a:lnTo>
                  <a:lnTo>
                    <a:pt x="504056" y="186228"/>
                  </a:lnTo>
                  <a:lnTo>
                    <a:pt x="213563" y="186228"/>
                  </a:lnTo>
                  <a:cubicBezTo>
                    <a:pt x="95615" y="186228"/>
                    <a:pt x="0" y="281843"/>
                    <a:pt x="0" y="399791"/>
                  </a:cubicBezTo>
                  <a:lnTo>
                    <a:pt x="0" y="2348929"/>
                  </a:lnTo>
                  <a:cubicBezTo>
                    <a:pt x="0" y="2466877"/>
                    <a:pt x="95615" y="2562492"/>
                    <a:pt x="213563" y="2562492"/>
                  </a:cubicBezTo>
                  <a:close/>
                </a:path>
              </a:pathLst>
            </a:custGeom>
            <a:solidFill>
              <a:schemeClr val="bg1"/>
            </a:solidFill>
            <a:ln w="6350">
              <a:gradFill>
                <a:gsLst>
                  <a:gs pos="0">
                    <a:schemeClr val="bg1">
                      <a:lumMod val="85000"/>
                    </a:schemeClr>
                  </a:gs>
                  <a:gs pos="100000">
                    <a:schemeClr val="bg1"/>
                  </a:gs>
                </a:gsLst>
                <a:lin ang="1200000" scaled="0"/>
              </a:grad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44" name="圆角矩形 143"/>
            <p:cNvSpPr/>
            <p:nvPr/>
          </p:nvSpPr>
          <p:spPr>
            <a:xfrm>
              <a:off x="1259632" y="1216298"/>
              <a:ext cx="936104" cy="2088232"/>
            </a:xfrm>
            <a:prstGeom prst="roundRect">
              <a:avLst>
                <a:gd name="adj" fmla="val 14632"/>
              </a:avLst>
            </a:prstGeom>
            <a:solidFill>
              <a:schemeClr val="accent4"/>
            </a:solidFill>
            <a:ln>
              <a:noFill/>
            </a:ln>
            <a:effectLst>
              <a:innerShdw blurRad="63500" dist="50800" dir="18900000">
                <a:prstClr val="black">
                  <a:alpha val="33000"/>
                </a:prstClr>
              </a:inn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latin typeface="微软雅黑" panose="020B0503020204020204" pitchFamily="34" charset="-122"/>
                <a:ea typeface="微软雅黑" panose="020B0503020204020204" pitchFamily="34" charset="-122"/>
              </a:endParaRPr>
            </a:p>
          </p:txBody>
        </p:sp>
        <p:sp>
          <p:nvSpPr>
            <p:cNvPr id="145" name="矩形 144"/>
            <p:cNvSpPr/>
            <p:nvPr/>
          </p:nvSpPr>
          <p:spPr>
            <a:xfrm>
              <a:off x="1256610" y="1851579"/>
              <a:ext cx="938869" cy="35966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r>
                <a:rPr lang="zh-CN" altLang="en-US" sz="1866" b="1" dirty="0">
                  <a:solidFill>
                    <a:srgbClr val="656565"/>
                  </a:solidFill>
                  <a:latin typeface="微软雅黑" panose="020B0503020204020204" pitchFamily="34" charset="-122"/>
                  <a:ea typeface="微软雅黑" panose="020B0503020204020204" pitchFamily="34" charset="-122"/>
                </a:rPr>
                <a:t>经验四</a:t>
              </a:r>
            </a:p>
          </p:txBody>
        </p:sp>
        <p:sp>
          <p:nvSpPr>
            <p:cNvPr id="146" name="文本框 38"/>
            <p:cNvSpPr txBox="1"/>
            <p:nvPr/>
          </p:nvSpPr>
          <p:spPr>
            <a:xfrm>
              <a:off x="1368094" y="1253591"/>
              <a:ext cx="683112" cy="571751"/>
            </a:xfrm>
            <a:prstGeom prst="rect">
              <a:avLst/>
            </a:prstGeom>
            <a:noFill/>
          </p:spPr>
          <p:txBody>
            <a:bodyPr>
              <a:spAutoFit/>
            </a:bodyPr>
            <a:lstStyle/>
            <a:p>
              <a:pPr algn="ctr" fontAlgn="auto">
                <a:spcBef>
                  <a:spcPts val="0"/>
                </a:spcBef>
                <a:spcAft>
                  <a:spcPts val="0"/>
                </a:spcAft>
                <a:buFontTx/>
                <a:buNone/>
                <a:defRPr/>
              </a:pPr>
              <a:r>
                <a:rPr lang="zh-CN" altLang="en-US" sz="2399" dirty="0">
                  <a:solidFill>
                    <a:srgbClr val="FFFFFF"/>
                  </a:solidFill>
                  <a:latin typeface="微软雅黑" panose="020B0503020204020204" pitchFamily="34" charset="-122"/>
                  <a:ea typeface="微软雅黑" panose="020B0503020204020204" pitchFamily="34" charset="-122"/>
                </a:rPr>
                <a:t>添加标题</a:t>
              </a:r>
            </a:p>
          </p:txBody>
        </p:sp>
        <p:sp>
          <p:nvSpPr>
            <p:cNvPr id="147" name="文本框 39"/>
            <p:cNvSpPr txBox="1"/>
            <p:nvPr/>
          </p:nvSpPr>
          <p:spPr>
            <a:xfrm>
              <a:off x="1256610" y="2214526"/>
              <a:ext cx="938869" cy="1080095"/>
            </a:xfrm>
            <a:prstGeom prst="rect">
              <a:avLst/>
            </a:prstGeom>
            <a:noFill/>
          </p:spPr>
          <p:txBody>
            <a:bodyPr>
              <a:spAutoFit/>
            </a:bodyPr>
            <a:lstStyle/>
            <a:p>
              <a:pPr fontAlgn="auto">
                <a:lnSpc>
                  <a:spcPct val="150000"/>
                </a:lnSpc>
                <a:spcBef>
                  <a:spcPts val="0"/>
                </a:spcBef>
                <a:spcAft>
                  <a:spcPts val="0"/>
                </a:spcAft>
                <a:buFontTx/>
                <a:buNone/>
                <a:defRPr/>
              </a:pPr>
              <a:r>
                <a:rPr lang="zh-CN" altLang="en-US" sz="1599" dirty="0">
                  <a:solidFill>
                    <a:srgbClr val="FFFFFF"/>
                  </a:solidFill>
                  <a:latin typeface="微软雅黑" panose="020B0503020204020204" pitchFamily="34" charset="-122"/>
                  <a:ea typeface="微软雅黑" panose="020B0503020204020204" pitchFamily="34" charset="-122"/>
                </a:rPr>
                <a:t>单击此处添加文本，单击此处添加文本</a:t>
              </a:r>
            </a:p>
          </p:txBody>
        </p:sp>
      </p:grpSp>
      <p:sp>
        <p:nvSpPr>
          <p:cNvPr id="55307"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9"/>
                                        </p:tgtEl>
                                        <p:attrNameLst>
                                          <p:attrName>style.visibility</p:attrName>
                                        </p:attrNameLst>
                                      </p:cBhvr>
                                      <p:to>
                                        <p:strVal val="visible"/>
                                      </p:to>
                                    </p:set>
                                    <p:animEffect transition="in" filter="wipe(left)">
                                      <p:cBhvr>
                                        <p:cTn id="7" dur="500"/>
                                        <p:tgtEl>
                                          <p:spTgt spid="119"/>
                                        </p:tgtEl>
                                      </p:cBhvr>
                                    </p:animEffect>
                                  </p:childTnLst>
                                </p:cTn>
                              </p:par>
                            </p:childTnLst>
                          </p:cTn>
                        </p:par>
                        <p:par>
                          <p:cTn id="8" fill="hold" nodeType="afterGroup">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120"/>
                                        </p:tgtEl>
                                        <p:attrNameLst>
                                          <p:attrName>style.visibility</p:attrName>
                                        </p:attrNameLst>
                                      </p:cBhvr>
                                      <p:to>
                                        <p:strVal val="visible"/>
                                      </p:to>
                                    </p:set>
                                    <p:animEffect transition="in" filter="fade">
                                      <p:cBhvr>
                                        <p:cTn id="11" dur="500"/>
                                        <p:tgtEl>
                                          <p:spTgt spid="120"/>
                                        </p:tgtEl>
                                      </p:cBhvr>
                                    </p:animEffect>
                                    <p:anim calcmode="lin" valueType="num">
                                      <p:cBhvr>
                                        <p:cTn id="12" dur="500" fill="hold"/>
                                        <p:tgtEl>
                                          <p:spTgt spid="120"/>
                                        </p:tgtEl>
                                        <p:attrNameLst>
                                          <p:attrName>ppt_x</p:attrName>
                                        </p:attrNameLst>
                                      </p:cBhvr>
                                      <p:tavLst>
                                        <p:tav tm="0">
                                          <p:val>
                                            <p:strVal val="#ppt_x"/>
                                          </p:val>
                                        </p:tav>
                                        <p:tav tm="100000">
                                          <p:val>
                                            <p:strVal val="#ppt_x"/>
                                          </p:val>
                                        </p:tav>
                                      </p:tavLst>
                                    </p:anim>
                                    <p:anim calcmode="lin" valueType="num">
                                      <p:cBhvr>
                                        <p:cTn id="13" dur="500" fill="hold"/>
                                        <p:tgtEl>
                                          <p:spTgt spid="120"/>
                                        </p:tgtEl>
                                        <p:attrNameLst>
                                          <p:attrName>ppt_y</p:attrName>
                                        </p:attrNameLst>
                                      </p:cBhvr>
                                      <p:tavLst>
                                        <p:tav tm="0">
                                          <p:val>
                                            <p:strVal val="#ppt_y+.1"/>
                                          </p:val>
                                        </p:tav>
                                        <p:tav tm="100000">
                                          <p:val>
                                            <p:strVal val="#ppt_y"/>
                                          </p:val>
                                        </p:tav>
                                      </p:tavLst>
                                    </p:anim>
                                  </p:childTnLst>
                                </p:cTn>
                              </p:par>
                              <p:par>
                                <p:cTn id="14" presetID="47" presetClass="entr" presetSubtype="0" fill="hold" nodeType="withEffect">
                                  <p:stCondLst>
                                    <p:cond delay="0"/>
                                  </p:stCondLst>
                                  <p:childTnLst>
                                    <p:set>
                                      <p:cBhvr>
                                        <p:cTn id="15" dur="1" fill="hold">
                                          <p:stCondLst>
                                            <p:cond delay="0"/>
                                          </p:stCondLst>
                                        </p:cTn>
                                        <p:tgtEl>
                                          <p:spTgt spid="121"/>
                                        </p:tgtEl>
                                        <p:attrNameLst>
                                          <p:attrName>style.visibility</p:attrName>
                                        </p:attrNameLst>
                                      </p:cBhvr>
                                      <p:to>
                                        <p:strVal val="visible"/>
                                      </p:to>
                                    </p:set>
                                    <p:animEffect transition="in" filter="fade">
                                      <p:cBhvr>
                                        <p:cTn id="16" dur="500"/>
                                        <p:tgtEl>
                                          <p:spTgt spid="121"/>
                                        </p:tgtEl>
                                      </p:cBhvr>
                                    </p:animEffect>
                                    <p:anim calcmode="lin" valueType="num">
                                      <p:cBhvr>
                                        <p:cTn id="17" dur="500" fill="hold"/>
                                        <p:tgtEl>
                                          <p:spTgt spid="121"/>
                                        </p:tgtEl>
                                        <p:attrNameLst>
                                          <p:attrName>ppt_x</p:attrName>
                                        </p:attrNameLst>
                                      </p:cBhvr>
                                      <p:tavLst>
                                        <p:tav tm="0">
                                          <p:val>
                                            <p:strVal val="#ppt_x"/>
                                          </p:val>
                                        </p:tav>
                                        <p:tav tm="100000">
                                          <p:val>
                                            <p:strVal val="#ppt_x"/>
                                          </p:val>
                                        </p:tav>
                                      </p:tavLst>
                                    </p:anim>
                                    <p:anim calcmode="lin" valueType="num">
                                      <p:cBhvr>
                                        <p:cTn id="18" dur="500" fill="hold"/>
                                        <p:tgtEl>
                                          <p:spTgt spid="121"/>
                                        </p:tgtEl>
                                        <p:attrNameLst>
                                          <p:attrName>ppt_y</p:attrName>
                                        </p:attrNameLst>
                                      </p:cBhvr>
                                      <p:tavLst>
                                        <p:tav tm="0">
                                          <p:val>
                                            <p:strVal val="#ppt_y-.1"/>
                                          </p:val>
                                        </p:tav>
                                        <p:tav tm="100000">
                                          <p:val>
                                            <p:strVal val="#ppt_y"/>
                                          </p:val>
                                        </p:tav>
                                      </p:tavLst>
                                    </p:anim>
                                  </p:childTnLst>
                                </p:cTn>
                              </p:par>
                              <p:par>
                                <p:cTn id="19" presetID="42" presetClass="entr" presetSubtype="0" fill="hold" grpId="0" nodeType="withEffect">
                                  <p:stCondLst>
                                    <p:cond delay="300"/>
                                  </p:stCondLst>
                                  <p:childTnLst>
                                    <p:set>
                                      <p:cBhvr>
                                        <p:cTn id="20" dur="1" fill="hold">
                                          <p:stCondLst>
                                            <p:cond delay="0"/>
                                          </p:stCondLst>
                                        </p:cTn>
                                        <p:tgtEl>
                                          <p:spTgt spid="127"/>
                                        </p:tgtEl>
                                        <p:attrNameLst>
                                          <p:attrName>style.visibility</p:attrName>
                                        </p:attrNameLst>
                                      </p:cBhvr>
                                      <p:to>
                                        <p:strVal val="visible"/>
                                      </p:to>
                                    </p:set>
                                    <p:animEffect transition="in" filter="fade">
                                      <p:cBhvr>
                                        <p:cTn id="21" dur="500"/>
                                        <p:tgtEl>
                                          <p:spTgt spid="127"/>
                                        </p:tgtEl>
                                      </p:cBhvr>
                                    </p:animEffect>
                                    <p:anim calcmode="lin" valueType="num">
                                      <p:cBhvr>
                                        <p:cTn id="22" dur="500" fill="hold"/>
                                        <p:tgtEl>
                                          <p:spTgt spid="127"/>
                                        </p:tgtEl>
                                        <p:attrNameLst>
                                          <p:attrName>ppt_x</p:attrName>
                                        </p:attrNameLst>
                                      </p:cBhvr>
                                      <p:tavLst>
                                        <p:tav tm="0">
                                          <p:val>
                                            <p:strVal val="#ppt_x"/>
                                          </p:val>
                                        </p:tav>
                                        <p:tav tm="100000">
                                          <p:val>
                                            <p:strVal val="#ppt_x"/>
                                          </p:val>
                                        </p:tav>
                                      </p:tavLst>
                                    </p:anim>
                                    <p:anim calcmode="lin" valueType="num">
                                      <p:cBhvr>
                                        <p:cTn id="23" dur="500" fill="hold"/>
                                        <p:tgtEl>
                                          <p:spTgt spid="127"/>
                                        </p:tgtEl>
                                        <p:attrNameLst>
                                          <p:attrName>ppt_y</p:attrName>
                                        </p:attrNameLst>
                                      </p:cBhvr>
                                      <p:tavLst>
                                        <p:tav tm="0">
                                          <p:val>
                                            <p:strVal val="#ppt_y+.1"/>
                                          </p:val>
                                        </p:tav>
                                        <p:tav tm="100000">
                                          <p:val>
                                            <p:strVal val="#ppt_y"/>
                                          </p:val>
                                        </p:tav>
                                      </p:tavLst>
                                    </p:anim>
                                  </p:childTnLst>
                                </p:cTn>
                              </p:par>
                              <p:par>
                                <p:cTn id="24" presetID="47" presetClass="entr" presetSubtype="0" fill="hold" nodeType="withEffect">
                                  <p:stCondLst>
                                    <p:cond delay="300"/>
                                  </p:stCondLst>
                                  <p:childTnLst>
                                    <p:set>
                                      <p:cBhvr>
                                        <p:cTn id="25" dur="1" fill="hold">
                                          <p:stCondLst>
                                            <p:cond delay="0"/>
                                          </p:stCondLst>
                                        </p:cTn>
                                        <p:tgtEl>
                                          <p:spTgt spid="128"/>
                                        </p:tgtEl>
                                        <p:attrNameLst>
                                          <p:attrName>style.visibility</p:attrName>
                                        </p:attrNameLst>
                                      </p:cBhvr>
                                      <p:to>
                                        <p:strVal val="visible"/>
                                      </p:to>
                                    </p:set>
                                    <p:animEffect transition="in" filter="fade">
                                      <p:cBhvr>
                                        <p:cTn id="26" dur="500"/>
                                        <p:tgtEl>
                                          <p:spTgt spid="128"/>
                                        </p:tgtEl>
                                      </p:cBhvr>
                                    </p:animEffect>
                                    <p:anim calcmode="lin" valueType="num">
                                      <p:cBhvr>
                                        <p:cTn id="27" dur="500" fill="hold"/>
                                        <p:tgtEl>
                                          <p:spTgt spid="128"/>
                                        </p:tgtEl>
                                        <p:attrNameLst>
                                          <p:attrName>ppt_x</p:attrName>
                                        </p:attrNameLst>
                                      </p:cBhvr>
                                      <p:tavLst>
                                        <p:tav tm="0">
                                          <p:val>
                                            <p:strVal val="#ppt_x"/>
                                          </p:val>
                                        </p:tav>
                                        <p:tav tm="100000">
                                          <p:val>
                                            <p:strVal val="#ppt_x"/>
                                          </p:val>
                                        </p:tav>
                                      </p:tavLst>
                                    </p:anim>
                                    <p:anim calcmode="lin" valueType="num">
                                      <p:cBhvr>
                                        <p:cTn id="28" dur="500" fill="hold"/>
                                        <p:tgtEl>
                                          <p:spTgt spid="128"/>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600"/>
                                  </p:stCondLst>
                                  <p:childTnLst>
                                    <p:set>
                                      <p:cBhvr>
                                        <p:cTn id="30" dur="1" fill="hold">
                                          <p:stCondLst>
                                            <p:cond delay="0"/>
                                          </p:stCondLst>
                                        </p:cTn>
                                        <p:tgtEl>
                                          <p:spTgt spid="134"/>
                                        </p:tgtEl>
                                        <p:attrNameLst>
                                          <p:attrName>style.visibility</p:attrName>
                                        </p:attrNameLst>
                                      </p:cBhvr>
                                      <p:to>
                                        <p:strVal val="visible"/>
                                      </p:to>
                                    </p:set>
                                    <p:animEffect transition="in" filter="fade">
                                      <p:cBhvr>
                                        <p:cTn id="31" dur="500"/>
                                        <p:tgtEl>
                                          <p:spTgt spid="134"/>
                                        </p:tgtEl>
                                      </p:cBhvr>
                                    </p:animEffect>
                                    <p:anim calcmode="lin" valueType="num">
                                      <p:cBhvr>
                                        <p:cTn id="32" dur="500" fill="hold"/>
                                        <p:tgtEl>
                                          <p:spTgt spid="134"/>
                                        </p:tgtEl>
                                        <p:attrNameLst>
                                          <p:attrName>ppt_x</p:attrName>
                                        </p:attrNameLst>
                                      </p:cBhvr>
                                      <p:tavLst>
                                        <p:tav tm="0">
                                          <p:val>
                                            <p:strVal val="#ppt_x"/>
                                          </p:val>
                                        </p:tav>
                                        <p:tav tm="100000">
                                          <p:val>
                                            <p:strVal val="#ppt_x"/>
                                          </p:val>
                                        </p:tav>
                                      </p:tavLst>
                                    </p:anim>
                                    <p:anim calcmode="lin" valueType="num">
                                      <p:cBhvr>
                                        <p:cTn id="33" dur="500" fill="hold"/>
                                        <p:tgtEl>
                                          <p:spTgt spid="134"/>
                                        </p:tgtEl>
                                        <p:attrNameLst>
                                          <p:attrName>ppt_y</p:attrName>
                                        </p:attrNameLst>
                                      </p:cBhvr>
                                      <p:tavLst>
                                        <p:tav tm="0">
                                          <p:val>
                                            <p:strVal val="#ppt_y+.1"/>
                                          </p:val>
                                        </p:tav>
                                        <p:tav tm="100000">
                                          <p:val>
                                            <p:strVal val="#ppt_y"/>
                                          </p:val>
                                        </p:tav>
                                      </p:tavLst>
                                    </p:anim>
                                  </p:childTnLst>
                                </p:cTn>
                              </p:par>
                              <p:par>
                                <p:cTn id="34" presetID="47" presetClass="entr" presetSubtype="0" fill="hold" nodeType="withEffect">
                                  <p:stCondLst>
                                    <p:cond delay="600"/>
                                  </p:stCondLst>
                                  <p:childTnLst>
                                    <p:set>
                                      <p:cBhvr>
                                        <p:cTn id="35" dur="1" fill="hold">
                                          <p:stCondLst>
                                            <p:cond delay="0"/>
                                          </p:stCondLst>
                                        </p:cTn>
                                        <p:tgtEl>
                                          <p:spTgt spid="135"/>
                                        </p:tgtEl>
                                        <p:attrNameLst>
                                          <p:attrName>style.visibility</p:attrName>
                                        </p:attrNameLst>
                                      </p:cBhvr>
                                      <p:to>
                                        <p:strVal val="visible"/>
                                      </p:to>
                                    </p:set>
                                    <p:animEffect transition="in" filter="fade">
                                      <p:cBhvr>
                                        <p:cTn id="36" dur="500"/>
                                        <p:tgtEl>
                                          <p:spTgt spid="135"/>
                                        </p:tgtEl>
                                      </p:cBhvr>
                                    </p:animEffect>
                                    <p:anim calcmode="lin" valueType="num">
                                      <p:cBhvr>
                                        <p:cTn id="37" dur="500" fill="hold"/>
                                        <p:tgtEl>
                                          <p:spTgt spid="135"/>
                                        </p:tgtEl>
                                        <p:attrNameLst>
                                          <p:attrName>ppt_x</p:attrName>
                                        </p:attrNameLst>
                                      </p:cBhvr>
                                      <p:tavLst>
                                        <p:tav tm="0">
                                          <p:val>
                                            <p:strVal val="#ppt_x"/>
                                          </p:val>
                                        </p:tav>
                                        <p:tav tm="100000">
                                          <p:val>
                                            <p:strVal val="#ppt_x"/>
                                          </p:val>
                                        </p:tav>
                                      </p:tavLst>
                                    </p:anim>
                                    <p:anim calcmode="lin" valueType="num">
                                      <p:cBhvr>
                                        <p:cTn id="38" dur="500" fill="hold"/>
                                        <p:tgtEl>
                                          <p:spTgt spid="135"/>
                                        </p:tgtEl>
                                        <p:attrNameLst>
                                          <p:attrName>ppt_y</p:attrName>
                                        </p:attrNameLst>
                                      </p:cBhvr>
                                      <p:tavLst>
                                        <p:tav tm="0">
                                          <p:val>
                                            <p:strVal val="#ppt_y-.1"/>
                                          </p:val>
                                        </p:tav>
                                        <p:tav tm="100000">
                                          <p:val>
                                            <p:strVal val="#ppt_y"/>
                                          </p:val>
                                        </p:tav>
                                      </p:tavLst>
                                    </p:anim>
                                  </p:childTnLst>
                                </p:cTn>
                              </p:par>
                              <p:par>
                                <p:cTn id="39" presetID="42" presetClass="entr" presetSubtype="0" fill="hold" grpId="0" nodeType="withEffect">
                                  <p:stCondLst>
                                    <p:cond delay="900"/>
                                  </p:stCondLst>
                                  <p:childTnLst>
                                    <p:set>
                                      <p:cBhvr>
                                        <p:cTn id="40" dur="1" fill="hold">
                                          <p:stCondLst>
                                            <p:cond delay="0"/>
                                          </p:stCondLst>
                                        </p:cTn>
                                        <p:tgtEl>
                                          <p:spTgt spid="141"/>
                                        </p:tgtEl>
                                        <p:attrNameLst>
                                          <p:attrName>style.visibility</p:attrName>
                                        </p:attrNameLst>
                                      </p:cBhvr>
                                      <p:to>
                                        <p:strVal val="visible"/>
                                      </p:to>
                                    </p:set>
                                    <p:animEffect transition="in" filter="fade">
                                      <p:cBhvr>
                                        <p:cTn id="41" dur="500"/>
                                        <p:tgtEl>
                                          <p:spTgt spid="141"/>
                                        </p:tgtEl>
                                      </p:cBhvr>
                                    </p:animEffect>
                                    <p:anim calcmode="lin" valueType="num">
                                      <p:cBhvr>
                                        <p:cTn id="42" dur="500" fill="hold"/>
                                        <p:tgtEl>
                                          <p:spTgt spid="141"/>
                                        </p:tgtEl>
                                        <p:attrNameLst>
                                          <p:attrName>ppt_x</p:attrName>
                                        </p:attrNameLst>
                                      </p:cBhvr>
                                      <p:tavLst>
                                        <p:tav tm="0">
                                          <p:val>
                                            <p:strVal val="#ppt_x"/>
                                          </p:val>
                                        </p:tav>
                                        <p:tav tm="100000">
                                          <p:val>
                                            <p:strVal val="#ppt_x"/>
                                          </p:val>
                                        </p:tav>
                                      </p:tavLst>
                                    </p:anim>
                                    <p:anim calcmode="lin" valueType="num">
                                      <p:cBhvr>
                                        <p:cTn id="43" dur="500" fill="hold"/>
                                        <p:tgtEl>
                                          <p:spTgt spid="141"/>
                                        </p:tgtEl>
                                        <p:attrNameLst>
                                          <p:attrName>ppt_y</p:attrName>
                                        </p:attrNameLst>
                                      </p:cBhvr>
                                      <p:tavLst>
                                        <p:tav tm="0">
                                          <p:val>
                                            <p:strVal val="#ppt_y+.1"/>
                                          </p:val>
                                        </p:tav>
                                        <p:tav tm="100000">
                                          <p:val>
                                            <p:strVal val="#ppt_y"/>
                                          </p:val>
                                        </p:tav>
                                      </p:tavLst>
                                    </p:anim>
                                  </p:childTnLst>
                                </p:cTn>
                              </p:par>
                              <p:par>
                                <p:cTn id="44" presetID="47" presetClass="entr" presetSubtype="0" fill="hold" nodeType="withEffect">
                                  <p:stCondLst>
                                    <p:cond delay="900"/>
                                  </p:stCondLst>
                                  <p:childTnLst>
                                    <p:set>
                                      <p:cBhvr>
                                        <p:cTn id="45" dur="1" fill="hold">
                                          <p:stCondLst>
                                            <p:cond delay="0"/>
                                          </p:stCondLst>
                                        </p:cTn>
                                        <p:tgtEl>
                                          <p:spTgt spid="142"/>
                                        </p:tgtEl>
                                        <p:attrNameLst>
                                          <p:attrName>style.visibility</p:attrName>
                                        </p:attrNameLst>
                                      </p:cBhvr>
                                      <p:to>
                                        <p:strVal val="visible"/>
                                      </p:to>
                                    </p:set>
                                    <p:animEffect transition="in" filter="fade">
                                      <p:cBhvr>
                                        <p:cTn id="46" dur="500"/>
                                        <p:tgtEl>
                                          <p:spTgt spid="142"/>
                                        </p:tgtEl>
                                      </p:cBhvr>
                                    </p:animEffect>
                                    <p:anim calcmode="lin" valueType="num">
                                      <p:cBhvr>
                                        <p:cTn id="47" dur="500" fill="hold"/>
                                        <p:tgtEl>
                                          <p:spTgt spid="142"/>
                                        </p:tgtEl>
                                        <p:attrNameLst>
                                          <p:attrName>ppt_x</p:attrName>
                                        </p:attrNameLst>
                                      </p:cBhvr>
                                      <p:tavLst>
                                        <p:tav tm="0">
                                          <p:val>
                                            <p:strVal val="#ppt_x"/>
                                          </p:val>
                                        </p:tav>
                                        <p:tav tm="100000">
                                          <p:val>
                                            <p:strVal val="#ppt_x"/>
                                          </p:val>
                                        </p:tav>
                                      </p:tavLst>
                                    </p:anim>
                                    <p:anim calcmode="lin" valueType="num">
                                      <p:cBhvr>
                                        <p:cTn id="48" dur="500" fill="hold"/>
                                        <p:tgtEl>
                                          <p:spTgt spid="14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 grpId="0" animBg="1"/>
      <p:bldP spid="127" grpId="0" animBg="1"/>
      <p:bldP spid="134" grpId="0" animBg="1"/>
      <p:bldP spid="141"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组合 5"/>
          <p:cNvGrpSpPr>
            <a:grpSpLocks/>
          </p:cNvGrpSpPr>
          <p:nvPr/>
        </p:nvGrpSpPr>
        <p:grpSpPr bwMode="auto">
          <a:xfrm>
            <a:off x="4681538" y="1727200"/>
            <a:ext cx="2819400" cy="4568825"/>
            <a:chOff x="4682069" y="1726836"/>
            <a:chExt cx="2818271" cy="4569844"/>
          </a:xfrm>
        </p:grpSpPr>
        <p:sp>
          <p:nvSpPr>
            <p:cNvPr id="56352" name="Freeform 11"/>
            <p:cNvSpPr>
              <a:spLocks noChangeAspect="1"/>
            </p:cNvSpPr>
            <p:nvPr/>
          </p:nvSpPr>
          <p:spPr bwMode="auto">
            <a:xfrm rot="-360000">
              <a:off x="6525495" y="3481891"/>
              <a:ext cx="974845" cy="990407"/>
            </a:xfrm>
            <a:custGeom>
              <a:avLst/>
              <a:gdLst>
                <a:gd name="T0" fmla="*/ 102796 w 569"/>
                <a:gd name="T1" fmla="*/ 284442 h 578"/>
                <a:gd name="T2" fmla="*/ 688731 w 569"/>
                <a:gd name="T3" fmla="*/ 114805 h 578"/>
                <a:gd name="T4" fmla="*/ 858343 w 569"/>
                <a:gd name="T5" fmla="*/ 702538 h 578"/>
                <a:gd name="T6" fmla="*/ 334086 w 569"/>
                <a:gd name="T7" fmla="*/ 899591 h 578"/>
                <a:gd name="T8" fmla="*/ 198738 w 569"/>
                <a:gd name="T9" fmla="*/ 990407 h 578"/>
                <a:gd name="T10" fmla="*/ 207304 w 569"/>
                <a:gd name="T11" fmla="*/ 827624 h 578"/>
                <a:gd name="T12" fmla="*/ 102796 w 569"/>
                <a:gd name="T13" fmla="*/ 284442 h 5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9" h="578">
                  <a:moveTo>
                    <a:pt x="60" y="166"/>
                  </a:moveTo>
                  <a:cubicBezTo>
                    <a:pt x="127" y="44"/>
                    <a:pt x="280" y="0"/>
                    <a:pt x="402" y="67"/>
                  </a:cubicBezTo>
                  <a:cubicBezTo>
                    <a:pt x="524" y="134"/>
                    <a:pt x="569" y="288"/>
                    <a:pt x="501" y="410"/>
                  </a:cubicBezTo>
                  <a:cubicBezTo>
                    <a:pt x="441" y="520"/>
                    <a:pt x="310" y="567"/>
                    <a:pt x="195" y="525"/>
                  </a:cubicBezTo>
                  <a:cubicBezTo>
                    <a:pt x="116" y="578"/>
                    <a:pt x="116" y="578"/>
                    <a:pt x="116" y="578"/>
                  </a:cubicBezTo>
                  <a:cubicBezTo>
                    <a:pt x="121" y="483"/>
                    <a:pt x="121" y="483"/>
                    <a:pt x="121" y="483"/>
                  </a:cubicBezTo>
                  <a:cubicBezTo>
                    <a:pt x="28" y="407"/>
                    <a:pt x="0" y="274"/>
                    <a:pt x="60" y="166"/>
                  </a:cubicBezTo>
                  <a:close/>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3" name="Freeform 5"/>
            <p:cNvSpPr>
              <a:spLocks noChangeAspect="1"/>
            </p:cNvSpPr>
            <p:nvPr/>
          </p:nvSpPr>
          <p:spPr bwMode="auto">
            <a:xfrm rot="1260000">
              <a:off x="6623563" y="2274142"/>
              <a:ext cx="779876" cy="903486"/>
            </a:xfrm>
            <a:custGeom>
              <a:avLst/>
              <a:gdLst>
                <a:gd name="T0" fmla="*/ 0 w 505"/>
                <a:gd name="T1" fmla="*/ 388530 h 586"/>
                <a:gd name="T2" fmla="*/ 389166 w 505"/>
                <a:gd name="T3" fmla="*/ 0 h 586"/>
                <a:gd name="T4" fmla="*/ 779876 w 505"/>
                <a:gd name="T5" fmla="*/ 388530 h 586"/>
                <a:gd name="T6" fmla="*/ 450938 w 505"/>
                <a:gd name="T7" fmla="*/ 772434 h 586"/>
                <a:gd name="T8" fmla="*/ 382989 w 505"/>
                <a:gd name="T9" fmla="*/ 903486 h 586"/>
                <a:gd name="T10" fmla="*/ 318128 w 505"/>
                <a:gd name="T11" fmla="*/ 770892 h 586"/>
                <a:gd name="T12" fmla="*/ 0 w 505"/>
                <a:gd name="T13" fmla="*/ 388530 h 5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5" h="586">
                  <a:moveTo>
                    <a:pt x="0" y="252"/>
                  </a:moveTo>
                  <a:cubicBezTo>
                    <a:pt x="0" y="113"/>
                    <a:pt x="113" y="0"/>
                    <a:pt x="252" y="0"/>
                  </a:cubicBezTo>
                  <a:cubicBezTo>
                    <a:pt x="392" y="0"/>
                    <a:pt x="505" y="113"/>
                    <a:pt x="505" y="252"/>
                  </a:cubicBezTo>
                  <a:cubicBezTo>
                    <a:pt x="505" y="378"/>
                    <a:pt x="412" y="482"/>
                    <a:pt x="292" y="501"/>
                  </a:cubicBezTo>
                  <a:cubicBezTo>
                    <a:pt x="248" y="586"/>
                    <a:pt x="248" y="586"/>
                    <a:pt x="248" y="586"/>
                  </a:cubicBezTo>
                  <a:cubicBezTo>
                    <a:pt x="206" y="500"/>
                    <a:pt x="206" y="500"/>
                    <a:pt x="206" y="500"/>
                  </a:cubicBezTo>
                  <a:cubicBezTo>
                    <a:pt x="89" y="478"/>
                    <a:pt x="0" y="376"/>
                    <a:pt x="0" y="252"/>
                  </a:cubicBezTo>
                  <a:close/>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4" name="Freeform 6"/>
            <p:cNvSpPr>
              <a:spLocks/>
            </p:cNvSpPr>
            <p:nvPr/>
          </p:nvSpPr>
          <p:spPr bwMode="auto">
            <a:xfrm rot="-540000">
              <a:off x="5669804" y="2942299"/>
              <a:ext cx="555405" cy="2381533"/>
            </a:xfrm>
            <a:custGeom>
              <a:avLst/>
              <a:gdLst>
                <a:gd name="T0" fmla="*/ 546807 w 323"/>
                <a:gd name="T1" fmla="*/ 2381533 h 1385"/>
                <a:gd name="T2" fmla="*/ 0 w 323"/>
                <a:gd name="T3" fmla="*/ 899308 h 1385"/>
                <a:gd name="T4" fmla="*/ 8598 w 323"/>
                <a:gd name="T5" fmla="*/ 897589 h 1385"/>
                <a:gd name="T6" fmla="*/ 546807 w 323"/>
                <a:gd name="T7" fmla="*/ 2355740 h 1385"/>
                <a:gd name="T8" fmla="*/ 546807 w 323"/>
                <a:gd name="T9" fmla="*/ 0 h 1385"/>
                <a:gd name="T10" fmla="*/ 555405 w 323"/>
                <a:gd name="T11" fmla="*/ 0 h 1385"/>
                <a:gd name="T12" fmla="*/ 555405 w 323"/>
                <a:gd name="T13" fmla="*/ 2381533 h 1385"/>
                <a:gd name="T14" fmla="*/ 546807 w 323"/>
                <a:gd name="T15" fmla="*/ 2381533 h 1385"/>
                <a:gd name="T16" fmla="*/ 546807 w 323"/>
                <a:gd name="T17" fmla="*/ 2381533 h 1385"/>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323" h="1385">
                  <a:moveTo>
                    <a:pt x="318" y="1385"/>
                  </a:moveTo>
                  <a:lnTo>
                    <a:pt x="0" y="523"/>
                  </a:lnTo>
                  <a:lnTo>
                    <a:pt x="5" y="522"/>
                  </a:lnTo>
                  <a:lnTo>
                    <a:pt x="318" y="1370"/>
                  </a:lnTo>
                  <a:lnTo>
                    <a:pt x="318" y="0"/>
                  </a:lnTo>
                  <a:lnTo>
                    <a:pt x="323" y="0"/>
                  </a:lnTo>
                  <a:lnTo>
                    <a:pt x="323" y="1385"/>
                  </a:lnTo>
                  <a:lnTo>
                    <a:pt x="318" y="1385"/>
                  </a:lnTo>
                  <a:close/>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5" name="Freeform 5"/>
            <p:cNvSpPr>
              <a:spLocks/>
            </p:cNvSpPr>
            <p:nvPr/>
          </p:nvSpPr>
          <p:spPr bwMode="auto">
            <a:xfrm rot="-540000">
              <a:off x="5422217" y="1726836"/>
              <a:ext cx="1060082" cy="1228101"/>
            </a:xfrm>
            <a:custGeom>
              <a:avLst/>
              <a:gdLst>
                <a:gd name="T0" fmla="*/ 0 w 505"/>
                <a:gd name="T1" fmla="*/ 528125 h 586"/>
                <a:gd name="T2" fmla="*/ 528991 w 505"/>
                <a:gd name="T3" fmla="*/ 0 h 586"/>
                <a:gd name="T4" fmla="*/ 1060082 w 505"/>
                <a:gd name="T5" fmla="*/ 528125 h 586"/>
                <a:gd name="T6" fmla="*/ 612958 w 505"/>
                <a:gd name="T7" fmla="*/ 1049963 h 586"/>
                <a:gd name="T8" fmla="*/ 520595 w 505"/>
                <a:gd name="T9" fmla="*/ 1228101 h 586"/>
                <a:gd name="T10" fmla="*/ 432429 w 505"/>
                <a:gd name="T11" fmla="*/ 1047868 h 586"/>
                <a:gd name="T12" fmla="*/ 0 w 505"/>
                <a:gd name="T13" fmla="*/ 528125 h 5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5" h="586">
                  <a:moveTo>
                    <a:pt x="0" y="252"/>
                  </a:moveTo>
                  <a:cubicBezTo>
                    <a:pt x="0" y="113"/>
                    <a:pt x="113" y="0"/>
                    <a:pt x="252" y="0"/>
                  </a:cubicBezTo>
                  <a:cubicBezTo>
                    <a:pt x="392" y="0"/>
                    <a:pt x="505" y="113"/>
                    <a:pt x="505" y="252"/>
                  </a:cubicBezTo>
                  <a:cubicBezTo>
                    <a:pt x="505" y="378"/>
                    <a:pt x="412" y="482"/>
                    <a:pt x="292" y="501"/>
                  </a:cubicBezTo>
                  <a:cubicBezTo>
                    <a:pt x="248" y="586"/>
                    <a:pt x="248" y="586"/>
                    <a:pt x="248" y="586"/>
                  </a:cubicBezTo>
                  <a:cubicBezTo>
                    <a:pt x="206" y="500"/>
                    <a:pt x="206" y="500"/>
                    <a:pt x="206" y="500"/>
                  </a:cubicBezTo>
                  <a:cubicBezTo>
                    <a:pt x="89" y="478"/>
                    <a:pt x="0" y="376"/>
                    <a:pt x="0" y="252"/>
                  </a:cubicBezTo>
                  <a:close/>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6" name="Freeform 10"/>
            <p:cNvSpPr>
              <a:spLocks noChangeAspect="1"/>
            </p:cNvSpPr>
            <p:nvPr/>
          </p:nvSpPr>
          <p:spPr bwMode="auto">
            <a:xfrm rot="-540000">
              <a:off x="4682069" y="2840266"/>
              <a:ext cx="1112378" cy="1128498"/>
            </a:xfrm>
            <a:custGeom>
              <a:avLst/>
              <a:gdLst>
                <a:gd name="T0" fmla="*/ 995080 w 569"/>
                <a:gd name="T1" fmla="*/ 324102 h 578"/>
                <a:gd name="T2" fmla="*/ 324525 w 569"/>
                <a:gd name="T3" fmla="*/ 130812 h 578"/>
                <a:gd name="T4" fmla="*/ 130983 w 569"/>
                <a:gd name="T5" fmla="*/ 800492 h 578"/>
                <a:gd name="T6" fmla="*/ 729204 w 569"/>
                <a:gd name="T7" fmla="*/ 1025020 h 578"/>
                <a:gd name="T8" fmla="*/ 883646 w 569"/>
                <a:gd name="T9" fmla="*/ 1128498 h 578"/>
                <a:gd name="T10" fmla="*/ 875827 w 569"/>
                <a:gd name="T11" fmla="*/ 943018 h 578"/>
                <a:gd name="T12" fmla="*/ 995080 w 569"/>
                <a:gd name="T13" fmla="*/ 324102 h 5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9" h="578">
                  <a:moveTo>
                    <a:pt x="509" y="166"/>
                  </a:moveTo>
                  <a:cubicBezTo>
                    <a:pt x="442" y="44"/>
                    <a:pt x="288" y="0"/>
                    <a:pt x="166" y="67"/>
                  </a:cubicBezTo>
                  <a:cubicBezTo>
                    <a:pt x="44" y="134"/>
                    <a:pt x="0" y="288"/>
                    <a:pt x="67" y="410"/>
                  </a:cubicBezTo>
                  <a:cubicBezTo>
                    <a:pt x="128" y="520"/>
                    <a:pt x="259" y="567"/>
                    <a:pt x="373" y="525"/>
                  </a:cubicBezTo>
                  <a:cubicBezTo>
                    <a:pt x="452" y="578"/>
                    <a:pt x="452" y="578"/>
                    <a:pt x="452" y="578"/>
                  </a:cubicBezTo>
                  <a:cubicBezTo>
                    <a:pt x="448" y="483"/>
                    <a:pt x="448" y="483"/>
                    <a:pt x="448" y="483"/>
                  </a:cubicBezTo>
                  <a:cubicBezTo>
                    <a:pt x="540" y="407"/>
                    <a:pt x="569" y="274"/>
                    <a:pt x="509" y="166"/>
                  </a:cubicBezTo>
                  <a:close/>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7" name="Freeform 5"/>
            <p:cNvSpPr>
              <a:spLocks/>
            </p:cNvSpPr>
            <p:nvPr/>
          </p:nvSpPr>
          <p:spPr bwMode="auto">
            <a:xfrm rot="-540000">
              <a:off x="5416809" y="1728788"/>
              <a:ext cx="1052346" cy="1219139"/>
            </a:xfrm>
            <a:custGeom>
              <a:avLst/>
              <a:gdLst>
                <a:gd name="T0" fmla="*/ 0 w 505"/>
                <a:gd name="T1" fmla="*/ 524271 h 586"/>
                <a:gd name="T2" fmla="*/ 525131 w 505"/>
                <a:gd name="T3" fmla="*/ 0 h 586"/>
                <a:gd name="T4" fmla="*/ 1052346 w 505"/>
                <a:gd name="T5" fmla="*/ 524271 h 586"/>
                <a:gd name="T6" fmla="*/ 608485 w 505"/>
                <a:gd name="T7" fmla="*/ 1042301 h 586"/>
                <a:gd name="T8" fmla="*/ 516796 w 505"/>
                <a:gd name="T9" fmla="*/ 1219139 h 586"/>
                <a:gd name="T10" fmla="*/ 429274 w 505"/>
                <a:gd name="T11" fmla="*/ 1040221 h 586"/>
                <a:gd name="T12" fmla="*/ 0 w 505"/>
                <a:gd name="T13" fmla="*/ 524271 h 586"/>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05" h="586">
                  <a:moveTo>
                    <a:pt x="0" y="252"/>
                  </a:moveTo>
                  <a:cubicBezTo>
                    <a:pt x="0" y="113"/>
                    <a:pt x="113" y="0"/>
                    <a:pt x="252" y="0"/>
                  </a:cubicBezTo>
                  <a:cubicBezTo>
                    <a:pt x="392" y="0"/>
                    <a:pt x="505" y="113"/>
                    <a:pt x="505" y="252"/>
                  </a:cubicBezTo>
                  <a:cubicBezTo>
                    <a:pt x="505" y="378"/>
                    <a:pt x="412" y="482"/>
                    <a:pt x="292" y="501"/>
                  </a:cubicBezTo>
                  <a:cubicBezTo>
                    <a:pt x="248" y="586"/>
                    <a:pt x="248" y="586"/>
                    <a:pt x="248" y="586"/>
                  </a:cubicBezTo>
                  <a:cubicBezTo>
                    <a:pt x="206" y="500"/>
                    <a:pt x="206" y="500"/>
                    <a:pt x="206" y="500"/>
                  </a:cubicBezTo>
                  <a:cubicBezTo>
                    <a:pt x="89" y="478"/>
                    <a:pt x="0" y="376"/>
                    <a:pt x="0" y="252"/>
                  </a:cubicBezTo>
                  <a:close/>
                </a:path>
              </a:pathLst>
            </a:custGeom>
            <a:solidFill>
              <a:schemeClr val="accent2"/>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8" name="Freeform 10"/>
            <p:cNvSpPr>
              <a:spLocks noChangeAspect="1"/>
            </p:cNvSpPr>
            <p:nvPr/>
          </p:nvSpPr>
          <p:spPr bwMode="auto">
            <a:xfrm rot="-540000">
              <a:off x="4685013" y="2847515"/>
              <a:ext cx="1091827" cy="1107649"/>
            </a:xfrm>
            <a:custGeom>
              <a:avLst/>
              <a:gdLst>
                <a:gd name="T0" fmla="*/ 976696 w 569"/>
                <a:gd name="T1" fmla="*/ 318114 h 578"/>
                <a:gd name="T2" fmla="*/ 318529 w 569"/>
                <a:gd name="T3" fmla="*/ 128395 h 578"/>
                <a:gd name="T4" fmla="*/ 128563 w 569"/>
                <a:gd name="T5" fmla="*/ 785703 h 578"/>
                <a:gd name="T6" fmla="*/ 715732 w 569"/>
                <a:gd name="T7" fmla="*/ 1006083 h 578"/>
                <a:gd name="T8" fmla="*/ 867321 w 569"/>
                <a:gd name="T9" fmla="*/ 1107649 h 578"/>
                <a:gd name="T10" fmla="*/ 859646 w 569"/>
                <a:gd name="T11" fmla="*/ 925596 h 578"/>
                <a:gd name="T12" fmla="*/ 976696 w 569"/>
                <a:gd name="T13" fmla="*/ 318114 h 578"/>
                <a:gd name="T14" fmla="*/ 0 60000 65536"/>
                <a:gd name="T15" fmla="*/ 0 60000 65536"/>
                <a:gd name="T16" fmla="*/ 0 60000 65536"/>
                <a:gd name="T17" fmla="*/ 0 60000 65536"/>
                <a:gd name="T18" fmla="*/ 0 60000 65536"/>
                <a:gd name="T19" fmla="*/ 0 60000 65536"/>
                <a:gd name="T20" fmla="*/ 0 60000 65536"/>
              </a:gdLst>
              <a:ahLst/>
              <a:cxnLst>
                <a:cxn ang="T14">
                  <a:pos x="T0" y="T1"/>
                </a:cxn>
                <a:cxn ang="T15">
                  <a:pos x="T2" y="T3"/>
                </a:cxn>
                <a:cxn ang="T16">
                  <a:pos x="T4" y="T5"/>
                </a:cxn>
                <a:cxn ang="T17">
                  <a:pos x="T6" y="T7"/>
                </a:cxn>
                <a:cxn ang="T18">
                  <a:pos x="T8" y="T9"/>
                </a:cxn>
                <a:cxn ang="T19">
                  <a:pos x="T10" y="T11"/>
                </a:cxn>
                <a:cxn ang="T20">
                  <a:pos x="T12" y="T13"/>
                </a:cxn>
              </a:cxnLst>
              <a:rect l="0" t="0" r="r" b="b"/>
              <a:pathLst>
                <a:path w="569" h="578">
                  <a:moveTo>
                    <a:pt x="509" y="166"/>
                  </a:moveTo>
                  <a:cubicBezTo>
                    <a:pt x="442" y="44"/>
                    <a:pt x="288" y="0"/>
                    <a:pt x="166" y="67"/>
                  </a:cubicBezTo>
                  <a:cubicBezTo>
                    <a:pt x="44" y="134"/>
                    <a:pt x="0" y="288"/>
                    <a:pt x="67" y="410"/>
                  </a:cubicBezTo>
                  <a:cubicBezTo>
                    <a:pt x="128" y="520"/>
                    <a:pt x="259" y="567"/>
                    <a:pt x="373" y="525"/>
                  </a:cubicBezTo>
                  <a:cubicBezTo>
                    <a:pt x="452" y="578"/>
                    <a:pt x="452" y="578"/>
                    <a:pt x="452" y="578"/>
                  </a:cubicBezTo>
                  <a:cubicBezTo>
                    <a:pt x="448" y="483"/>
                    <a:pt x="448" y="483"/>
                    <a:pt x="448" y="483"/>
                  </a:cubicBezTo>
                  <a:cubicBezTo>
                    <a:pt x="540" y="407"/>
                    <a:pt x="569" y="274"/>
                    <a:pt x="509" y="166"/>
                  </a:cubicBez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6359" name="组合 4"/>
            <p:cNvGrpSpPr>
              <a:grpSpLocks/>
            </p:cNvGrpSpPr>
            <p:nvPr/>
          </p:nvGrpSpPr>
          <p:grpSpPr bwMode="auto">
            <a:xfrm>
              <a:off x="5507861" y="4977810"/>
              <a:ext cx="925101" cy="1318870"/>
              <a:chOff x="5507861" y="4977810"/>
              <a:chExt cx="925101" cy="1318870"/>
            </a:xfrm>
          </p:grpSpPr>
          <p:sp>
            <p:nvSpPr>
              <p:cNvPr id="11" name="Oval 8"/>
              <p:cNvSpPr>
                <a:spLocks noChangeArrowheads="1"/>
              </p:cNvSpPr>
              <p:nvPr/>
            </p:nvSpPr>
            <p:spPr bwMode="auto">
              <a:xfrm>
                <a:off x="5727812" y="4977174"/>
                <a:ext cx="228508" cy="227063"/>
              </a:xfrm>
              <a:prstGeom prst="ellipse">
                <a:avLst/>
              </a:prstGeom>
              <a:solidFill>
                <a:schemeClr val="accent4"/>
              </a:solidFill>
              <a:ln>
                <a:noFill/>
              </a:ln>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12" name="Freeform 9"/>
              <p:cNvSpPr>
                <a:spLocks/>
              </p:cNvSpPr>
              <p:nvPr/>
            </p:nvSpPr>
            <p:spPr bwMode="auto">
              <a:xfrm>
                <a:off x="5507238" y="5229642"/>
                <a:ext cx="925141" cy="1067038"/>
              </a:xfrm>
              <a:custGeom>
                <a:avLst/>
                <a:gdLst>
                  <a:gd name="T0" fmla="*/ 437 w 444"/>
                  <a:gd name="T1" fmla="*/ 25 h 512"/>
                  <a:gd name="T2" fmla="*/ 401 w 444"/>
                  <a:gd name="T3" fmla="*/ 16 h 512"/>
                  <a:gd name="T4" fmla="*/ 326 w 444"/>
                  <a:gd name="T5" fmla="*/ 62 h 512"/>
                  <a:gd name="T6" fmla="*/ 239 w 444"/>
                  <a:gd name="T7" fmla="*/ 4 h 512"/>
                  <a:gd name="T8" fmla="*/ 230 w 444"/>
                  <a:gd name="T9" fmla="*/ 1 h 512"/>
                  <a:gd name="T10" fmla="*/ 230 w 444"/>
                  <a:gd name="T11" fmla="*/ 0 h 512"/>
                  <a:gd name="T12" fmla="*/ 224 w 444"/>
                  <a:gd name="T13" fmla="*/ 0 h 512"/>
                  <a:gd name="T14" fmla="*/ 224 w 444"/>
                  <a:gd name="T15" fmla="*/ 0 h 512"/>
                  <a:gd name="T16" fmla="*/ 94 w 444"/>
                  <a:gd name="T17" fmla="*/ 0 h 512"/>
                  <a:gd name="T18" fmla="*/ 94 w 444"/>
                  <a:gd name="T19" fmla="*/ 0 h 512"/>
                  <a:gd name="T20" fmla="*/ 89 w 444"/>
                  <a:gd name="T21" fmla="*/ 0 h 512"/>
                  <a:gd name="T22" fmla="*/ 89 w 444"/>
                  <a:gd name="T23" fmla="*/ 0 h 512"/>
                  <a:gd name="T24" fmla="*/ 72 w 444"/>
                  <a:gd name="T25" fmla="*/ 11 h 512"/>
                  <a:gd name="T26" fmla="*/ 5 w 444"/>
                  <a:gd name="T27" fmla="*/ 109 h 512"/>
                  <a:gd name="T28" fmla="*/ 1 w 444"/>
                  <a:gd name="T29" fmla="*/ 124 h 512"/>
                  <a:gd name="T30" fmla="*/ 4 w 444"/>
                  <a:gd name="T31" fmla="*/ 139 h 512"/>
                  <a:gd name="T32" fmla="*/ 55 w 444"/>
                  <a:gd name="T33" fmla="*/ 229 h 512"/>
                  <a:gd name="T34" fmla="*/ 91 w 444"/>
                  <a:gd name="T35" fmla="*/ 238 h 512"/>
                  <a:gd name="T36" fmla="*/ 100 w 444"/>
                  <a:gd name="T37" fmla="*/ 203 h 512"/>
                  <a:gd name="T38" fmla="*/ 56 w 444"/>
                  <a:gd name="T39" fmla="*/ 126 h 512"/>
                  <a:gd name="T40" fmla="*/ 89 w 444"/>
                  <a:gd name="T41" fmla="*/ 78 h 512"/>
                  <a:gd name="T42" fmla="*/ 89 w 444"/>
                  <a:gd name="T43" fmla="*/ 149 h 512"/>
                  <a:gd name="T44" fmla="*/ 114 w 444"/>
                  <a:gd name="T45" fmla="*/ 192 h 512"/>
                  <a:gd name="T46" fmla="*/ 97 w 444"/>
                  <a:gd name="T47" fmla="*/ 253 h 512"/>
                  <a:gd name="T48" fmla="*/ 89 w 444"/>
                  <a:gd name="T49" fmla="*/ 256 h 512"/>
                  <a:gd name="T50" fmla="*/ 89 w 444"/>
                  <a:gd name="T51" fmla="*/ 268 h 512"/>
                  <a:gd name="T52" fmla="*/ 89 w 444"/>
                  <a:gd name="T53" fmla="*/ 275 h 512"/>
                  <a:gd name="T54" fmla="*/ 89 w 444"/>
                  <a:gd name="T55" fmla="*/ 485 h 512"/>
                  <a:gd name="T56" fmla="*/ 116 w 444"/>
                  <a:gd name="T57" fmla="*/ 512 h 512"/>
                  <a:gd name="T58" fmla="*/ 143 w 444"/>
                  <a:gd name="T59" fmla="*/ 485 h 512"/>
                  <a:gd name="T60" fmla="*/ 143 w 444"/>
                  <a:gd name="T61" fmla="*/ 275 h 512"/>
                  <a:gd name="T62" fmla="*/ 159 w 444"/>
                  <a:gd name="T63" fmla="*/ 259 h 512"/>
                  <a:gd name="T64" fmla="*/ 177 w 444"/>
                  <a:gd name="T65" fmla="*/ 275 h 512"/>
                  <a:gd name="T66" fmla="*/ 177 w 444"/>
                  <a:gd name="T67" fmla="*/ 485 h 512"/>
                  <a:gd name="T68" fmla="*/ 203 w 444"/>
                  <a:gd name="T69" fmla="*/ 512 h 512"/>
                  <a:gd name="T70" fmla="*/ 230 w 444"/>
                  <a:gd name="T71" fmla="*/ 485 h 512"/>
                  <a:gd name="T72" fmla="*/ 230 w 444"/>
                  <a:gd name="T73" fmla="*/ 275 h 512"/>
                  <a:gd name="T74" fmla="*/ 230 w 444"/>
                  <a:gd name="T75" fmla="*/ 268 h 512"/>
                  <a:gd name="T76" fmla="*/ 230 w 444"/>
                  <a:gd name="T77" fmla="*/ 60 h 512"/>
                  <a:gd name="T78" fmla="*/ 309 w 444"/>
                  <a:gd name="T79" fmla="*/ 113 h 512"/>
                  <a:gd name="T80" fmla="*/ 325 w 444"/>
                  <a:gd name="T81" fmla="*/ 117 h 512"/>
                  <a:gd name="T82" fmla="*/ 339 w 444"/>
                  <a:gd name="T83" fmla="*/ 114 h 512"/>
                  <a:gd name="T84" fmla="*/ 428 w 444"/>
                  <a:gd name="T85" fmla="*/ 61 h 512"/>
                  <a:gd name="T86" fmla="*/ 437 w 444"/>
                  <a:gd name="T87" fmla="*/ 25 h 5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44" h="512">
                    <a:moveTo>
                      <a:pt x="437" y="25"/>
                    </a:moveTo>
                    <a:cubicBezTo>
                      <a:pt x="430" y="13"/>
                      <a:pt x="414" y="9"/>
                      <a:pt x="401" y="16"/>
                    </a:cubicBezTo>
                    <a:cubicBezTo>
                      <a:pt x="326" y="62"/>
                      <a:pt x="326" y="62"/>
                      <a:pt x="326" y="62"/>
                    </a:cubicBezTo>
                    <a:cubicBezTo>
                      <a:pt x="239" y="4"/>
                      <a:pt x="239" y="4"/>
                      <a:pt x="239" y="4"/>
                    </a:cubicBezTo>
                    <a:cubicBezTo>
                      <a:pt x="236" y="2"/>
                      <a:pt x="233" y="1"/>
                      <a:pt x="230" y="1"/>
                    </a:cubicBezTo>
                    <a:cubicBezTo>
                      <a:pt x="230" y="0"/>
                      <a:pt x="230" y="0"/>
                      <a:pt x="230" y="0"/>
                    </a:cubicBezTo>
                    <a:cubicBezTo>
                      <a:pt x="224" y="0"/>
                      <a:pt x="224" y="0"/>
                      <a:pt x="224" y="0"/>
                    </a:cubicBezTo>
                    <a:cubicBezTo>
                      <a:pt x="224" y="0"/>
                      <a:pt x="224" y="0"/>
                      <a:pt x="224" y="0"/>
                    </a:cubicBezTo>
                    <a:cubicBezTo>
                      <a:pt x="94" y="0"/>
                      <a:pt x="94" y="0"/>
                      <a:pt x="94" y="0"/>
                    </a:cubicBezTo>
                    <a:cubicBezTo>
                      <a:pt x="94" y="0"/>
                      <a:pt x="94" y="0"/>
                      <a:pt x="94" y="0"/>
                    </a:cubicBezTo>
                    <a:cubicBezTo>
                      <a:pt x="89" y="0"/>
                      <a:pt x="89" y="0"/>
                      <a:pt x="89" y="0"/>
                    </a:cubicBezTo>
                    <a:cubicBezTo>
                      <a:pt x="89" y="0"/>
                      <a:pt x="89" y="0"/>
                      <a:pt x="89" y="0"/>
                    </a:cubicBezTo>
                    <a:cubicBezTo>
                      <a:pt x="83" y="1"/>
                      <a:pt x="77" y="5"/>
                      <a:pt x="72" y="11"/>
                    </a:cubicBezTo>
                    <a:cubicBezTo>
                      <a:pt x="5" y="109"/>
                      <a:pt x="5" y="109"/>
                      <a:pt x="5" y="109"/>
                    </a:cubicBezTo>
                    <a:cubicBezTo>
                      <a:pt x="2" y="114"/>
                      <a:pt x="1" y="119"/>
                      <a:pt x="1" y="124"/>
                    </a:cubicBezTo>
                    <a:cubicBezTo>
                      <a:pt x="0" y="129"/>
                      <a:pt x="1" y="134"/>
                      <a:pt x="4" y="139"/>
                    </a:cubicBezTo>
                    <a:cubicBezTo>
                      <a:pt x="55" y="229"/>
                      <a:pt x="55" y="229"/>
                      <a:pt x="55" y="229"/>
                    </a:cubicBezTo>
                    <a:cubicBezTo>
                      <a:pt x="62" y="241"/>
                      <a:pt x="78" y="245"/>
                      <a:pt x="91" y="238"/>
                    </a:cubicBezTo>
                    <a:cubicBezTo>
                      <a:pt x="103" y="231"/>
                      <a:pt x="107" y="215"/>
                      <a:pt x="100" y="203"/>
                    </a:cubicBezTo>
                    <a:cubicBezTo>
                      <a:pt x="56" y="126"/>
                      <a:pt x="56" y="126"/>
                      <a:pt x="56" y="126"/>
                    </a:cubicBezTo>
                    <a:cubicBezTo>
                      <a:pt x="89" y="78"/>
                      <a:pt x="89" y="78"/>
                      <a:pt x="89" y="78"/>
                    </a:cubicBezTo>
                    <a:cubicBezTo>
                      <a:pt x="89" y="149"/>
                      <a:pt x="89" y="149"/>
                      <a:pt x="89" y="149"/>
                    </a:cubicBezTo>
                    <a:cubicBezTo>
                      <a:pt x="114" y="192"/>
                      <a:pt x="114" y="192"/>
                      <a:pt x="114" y="192"/>
                    </a:cubicBezTo>
                    <a:cubicBezTo>
                      <a:pt x="126" y="213"/>
                      <a:pt x="119" y="241"/>
                      <a:pt x="97" y="253"/>
                    </a:cubicBezTo>
                    <a:cubicBezTo>
                      <a:pt x="95" y="254"/>
                      <a:pt x="92" y="255"/>
                      <a:pt x="89" y="256"/>
                    </a:cubicBezTo>
                    <a:cubicBezTo>
                      <a:pt x="89" y="268"/>
                      <a:pt x="89" y="268"/>
                      <a:pt x="89" y="268"/>
                    </a:cubicBezTo>
                    <a:cubicBezTo>
                      <a:pt x="89" y="275"/>
                      <a:pt x="89" y="275"/>
                      <a:pt x="89" y="275"/>
                    </a:cubicBezTo>
                    <a:cubicBezTo>
                      <a:pt x="89" y="485"/>
                      <a:pt x="89" y="485"/>
                      <a:pt x="89" y="485"/>
                    </a:cubicBezTo>
                    <a:cubicBezTo>
                      <a:pt x="89" y="500"/>
                      <a:pt x="101" y="512"/>
                      <a:pt x="116" y="512"/>
                    </a:cubicBezTo>
                    <a:cubicBezTo>
                      <a:pt x="131" y="512"/>
                      <a:pt x="143" y="500"/>
                      <a:pt x="143" y="485"/>
                    </a:cubicBezTo>
                    <a:cubicBezTo>
                      <a:pt x="143" y="275"/>
                      <a:pt x="143" y="275"/>
                      <a:pt x="143" y="275"/>
                    </a:cubicBezTo>
                    <a:cubicBezTo>
                      <a:pt x="143" y="266"/>
                      <a:pt x="150" y="259"/>
                      <a:pt x="159" y="259"/>
                    </a:cubicBezTo>
                    <a:cubicBezTo>
                      <a:pt x="168" y="259"/>
                      <a:pt x="177" y="266"/>
                      <a:pt x="177" y="275"/>
                    </a:cubicBezTo>
                    <a:cubicBezTo>
                      <a:pt x="177" y="485"/>
                      <a:pt x="177" y="485"/>
                      <a:pt x="177" y="485"/>
                    </a:cubicBezTo>
                    <a:cubicBezTo>
                      <a:pt x="177" y="500"/>
                      <a:pt x="188" y="512"/>
                      <a:pt x="203" y="512"/>
                    </a:cubicBezTo>
                    <a:cubicBezTo>
                      <a:pt x="218" y="512"/>
                      <a:pt x="230" y="500"/>
                      <a:pt x="230" y="485"/>
                    </a:cubicBezTo>
                    <a:cubicBezTo>
                      <a:pt x="230" y="275"/>
                      <a:pt x="230" y="275"/>
                      <a:pt x="230" y="275"/>
                    </a:cubicBezTo>
                    <a:cubicBezTo>
                      <a:pt x="230" y="268"/>
                      <a:pt x="230" y="268"/>
                      <a:pt x="230" y="268"/>
                    </a:cubicBezTo>
                    <a:cubicBezTo>
                      <a:pt x="230" y="60"/>
                      <a:pt x="230" y="60"/>
                      <a:pt x="230" y="60"/>
                    </a:cubicBezTo>
                    <a:cubicBezTo>
                      <a:pt x="309" y="113"/>
                      <a:pt x="309" y="113"/>
                      <a:pt x="309" y="113"/>
                    </a:cubicBezTo>
                    <a:cubicBezTo>
                      <a:pt x="314" y="116"/>
                      <a:pt x="319" y="117"/>
                      <a:pt x="325" y="117"/>
                    </a:cubicBezTo>
                    <a:cubicBezTo>
                      <a:pt x="330" y="117"/>
                      <a:pt x="335" y="116"/>
                      <a:pt x="339" y="114"/>
                    </a:cubicBezTo>
                    <a:cubicBezTo>
                      <a:pt x="428" y="61"/>
                      <a:pt x="428" y="61"/>
                      <a:pt x="428" y="61"/>
                    </a:cubicBezTo>
                    <a:cubicBezTo>
                      <a:pt x="440" y="53"/>
                      <a:pt x="444" y="37"/>
                      <a:pt x="437" y="25"/>
                    </a:cubicBezTo>
                    <a:close/>
                  </a:path>
                </a:pathLst>
              </a:custGeom>
              <a:solidFill>
                <a:schemeClr val="accent4"/>
              </a:solidFill>
              <a:ln>
                <a:noFill/>
              </a:ln>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grpSp>
        <p:cxnSp>
          <p:nvCxnSpPr>
            <p:cNvPr id="33" name="直接连接符 32"/>
            <p:cNvCxnSpPr/>
            <p:nvPr/>
          </p:nvCxnSpPr>
          <p:spPr>
            <a:xfrm flipV="1">
              <a:off x="6405404" y="3103506"/>
              <a:ext cx="452256" cy="2154717"/>
            </a:xfrm>
            <a:prstGeom prst="line">
              <a:avLst/>
            </a:prstGeom>
            <a:ln>
              <a:solidFill>
                <a:srgbClr val="498B9C"/>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V="1">
              <a:off x="6405404" y="4448418"/>
              <a:ext cx="390369" cy="817745"/>
            </a:xfrm>
            <a:prstGeom prst="line">
              <a:avLst/>
            </a:prstGeom>
            <a:ln>
              <a:solidFill>
                <a:srgbClr val="498B9C"/>
              </a:solidFill>
            </a:ln>
          </p:spPr>
          <p:style>
            <a:lnRef idx="1">
              <a:schemeClr val="accent1"/>
            </a:lnRef>
            <a:fillRef idx="0">
              <a:schemeClr val="accent1"/>
            </a:fillRef>
            <a:effectRef idx="0">
              <a:schemeClr val="accent1"/>
            </a:effectRef>
            <a:fontRef idx="minor">
              <a:schemeClr val="tx1"/>
            </a:fontRef>
          </p:style>
        </p:cxnSp>
        <p:sp>
          <p:nvSpPr>
            <p:cNvPr id="14" name="Freeform 11"/>
            <p:cNvSpPr>
              <a:spLocks noChangeAspect="1"/>
            </p:cNvSpPr>
            <p:nvPr/>
          </p:nvSpPr>
          <p:spPr bwMode="auto">
            <a:xfrm rot="21240000">
              <a:off x="6516484" y="3471888"/>
              <a:ext cx="974335" cy="990821"/>
            </a:xfrm>
            <a:custGeom>
              <a:avLst/>
              <a:gdLst>
                <a:gd name="T0" fmla="*/ 60 w 569"/>
                <a:gd name="T1" fmla="*/ 166 h 578"/>
                <a:gd name="T2" fmla="*/ 402 w 569"/>
                <a:gd name="T3" fmla="*/ 67 h 578"/>
                <a:gd name="T4" fmla="*/ 501 w 569"/>
                <a:gd name="T5" fmla="*/ 410 h 578"/>
                <a:gd name="T6" fmla="*/ 195 w 569"/>
                <a:gd name="T7" fmla="*/ 525 h 578"/>
                <a:gd name="T8" fmla="*/ 116 w 569"/>
                <a:gd name="T9" fmla="*/ 578 h 578"/>
                <a:gd name="T10" fmla="*/ 121 w 569"/>
                <a:gd name="T11" fmla="*/ 483 h 578"/>
                <a:gd name="T12" fmla="*/ 60 w 569"/>
                <a:gd name="T13" fmla="*/ 166 h 578"/>
              </a:gdLst>
              <a:ahLst/>
              <a:cxnLst>
                <a:cxn ang="0">
                  <a:pos x="T0" y="T1"/>
                </a:cxn>
                <a:cxn ang="0">
                  <a:pos x="T2" y="T3"/>
                </a:cxn>
                <a:cxn ang="0">
                  <a:pos x="T4" y="T5"/>
                </a:cxn>
                <a:cxn ang="0">
                  <a:pos x="T6" y="T7"/>
                </a:cxn>
                <a:cxn ang="0">
                  <a:pos x="T8" y="T9"/>
                </a:cxn>
                <a:cxn ang="0">
                  <a:pos x="T10" y="T11"/>
                </a:cxn>
                <a:cxn ang="0">
                  <a:pos x="T12" y="T13"/>
                </a:cxn>
              </a:cxnLst>
              <a:rect l="0" t="0" r="r" b="b"/>
              <a:pathLst>
                <a:path w="569" h="578">
                  <a:moveTo>
                    <a:pt x="60" y="166"/>
                  </a:moveTo>
                  <a:cubicBezTo>
                    <a:pt x="127" y="44"/>
                    <a:pt x="280" y="0"/>
                    <a:pt x="402" y="67"/>
                  </a:cubicBezTo>
                  <a:cubicBezTo>
                    <a:pt x="524" y="134"/>
                    <a:pt x="569" y="288"/>
                    <a:pt x="501" y="410"/>
                  </a:cubicBezTo>
                  <a:cubicBezTo>
                    <a:pt x="441" y="520"/>
                    <a:pt x="310" y="567"/>
                    <a:pt x="195" y="525"/>
                  </a:cubicBezTo>
                  <a:cubicBezTo>
                    <a:pt x="116" y="578"/>
                    <a:pt x="116" y="578"/>
                    <a:pt x="116" y="578"/>
                  </a:cubicBezTo>
                  <a:cubicBezTo>
                    <a:pt x="121" y="483"/>
                    <a:pt x="121" y="483"/>
                    <a:pt x="121" y="483"/>
                  </a:cubicBezTo>
                  <a:cubicBezTo>
                    <a:pt x="28" y="407"/>
                    <a:pt x="0" y="274"/>
                    <a:pt x="60" y="166"/>
                  </a:cubicBezTo>
                  <a:close/>
                </a:path>
              </a:pathLst>
            </a:custGeom>
            <a:solidFill>
              <a:schemeClr val="accent4"/>
            </a:solidFill>
            <a:ln>
              <a:noFill/>
            </a:ln>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31" name="Freeform 5"/>
            <p:cNvSpPr>
              <a:spLocks noChangeAspect="1"/>
            </p:cNvSpPr>
            <p:nvPr/>
          </p:nvSpPr>
          <p:spPr bwMode="auto">
            <a:xfrm rot="1200000">
              <a:off x="6616456" y="2265119"/>
              <a:ext cx="780737" cy="903488"/>
            </a:xfrm>
            <a:custGeom>
              <a:avLst/>
              <a:gdLst>
                <a:gd name="T0" fmla="*/ 0 w 505"/>
                <a:gd name="T1" fmla="*/ 252 h 586"/>
                <a:gd name="T2" fmla="*/ 252 w 505"/>
                <a:gd name="T3" fmla="*/ 0 h 586"/>
                <a:gd name="T4" fmla="*/ 505 w 505"/>
                <a:gd name="T5" fmla="*/ 252 h 586"/>
                <a:gd name="T6" fmla="*/ 292 w 505"/>
                <a:gd name="T7" fmla="*/ 501 h 586"/>
                <a:gd name="T8" fmla="*/ 248 w 505"/>
                <a:gd name="T9" fmla="*/ 586 h 586"/>
                <a:gd name="T10" fmla="*/ 206 w 505"/>
                <a:gd name="T11" fmla="*/ 500 h 586"/>
                <a:gd name="T12" fmla="*/ 0 w 505"/>
                <a:gd name="T13" fmla="*/ 252 h 586"/>
              </a:gdLst>
              <a:ahLst/>
              <a:cxnLst>
                <a:cxn ang="0">
                  <a:pos x="T0" y="T1"/>
                </a:cxn>
                <a:cxn ang="0">
                  <a:pos x="T2" y="T3"/>
                </a:cxn>
                <a:cxn ang="0">
                  <a:pos x="T4" y="T5"/>
                </a:cxn>
                <a:cxn ang="0">
                  <a:pos x="T6" y="T7"/>
                </a:cxn>
                <a:cxn ang="0">
                  <a:pos x="T8" y="T9"/>
                </a:cxn>
                <a:cxn ang="0">
                  <a:pos x="T10" y="T11"/>
                </a:cxn>
                <a:cxn ang="0">
                  <a:pos x="T12" y="T13"/>
                </a:cxn>
              </a:cxnLst>
              <a:rect l="0" t="0" r="r" b="b"/>
              <a:pathLst>
                <a:path w="505" h="586">
                  <a:moveTo>
                    <a:pt x="0" y="252"/>
                  </a:moveTo>
                  <a:cubicBezTo>
                    <a:pt x="0" y="113"/>
                    <a:pt x="113" y="0"/>
                    <a:pt x="252" y="0"/>
                  </a:cubicBezTo>
                  <a:cubicBezTo>
                    <a:pt x="392" y="0"/>
                    <a:pt x="505" y="113"/>
                    <a:pt x="505" y="252"/>
                  </a:cubicBezTo>
                  <a:cubicBezTo>
                    <a:pt x="505" y="378"/>
                    <a:pt x="412" y="482"/>
                    <a:pt x="292" y="501"/>
                  </a:cubicBezTo>
                  <a:cubicBezTo>
                    <a:pt x="248" y="586"/>
                    <a:pt x="248" y="586"/>
                    <a:pt x="248" y="586"/>
                  </a:cubicBezTo>
                  <a:cubicBezTo>
                    <a:pt x="206" y="500"/>
                    <a:pt x="206" y="500"/>
                    <a:pt x="206" y="500"/>
                  </a:cubicBezTo>
                  <a:cubicBezTo>
                    <a:pt x="89" y="478"/>
                    <a:pt x="0" y="376"/>
                    <a:pt x="0" y="252"/>
                  </a:cubicBezTo>
                  <a:close/>
                </a:path>
              </a:pathLst>
            </a:custGeom>
            <a:solidFill>
              <a:schemeClr val="tx1">
                <a:lumMod val="65000"/>
                <a:lumOff val="35000"/>
              </a:schemeClr>
            </a:solidFill>
            <a:ln>
              <a:noFill/>
            </a:ln>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56364" name="Freeform 44673"/>
            <p:cNvSpPr>
              <a:spLocks/>
            </p:cNvSpPr>
            <p:nvPr/>
          </p:nvSpPr>
          <p:spPr bwMode="auto">
            <a:xfrm rot="1020000">
              <a:off x="6836209" y="2463154"/>
              <a:ext cx="354013" cy="442913"/>
            </a:xfrm>
            <a:custGeom>
              <a:avLst/>
              <a:gdLst>
                <a:gd name="T0" fmla="*/ 337382 w 149"/>
                <a:gd name="T1" fmla="*/ 196587 h 187"/>
                <a:gd name="T2" fmla="*/ 273232 w 149"/>
                <a:gd name="T3" fmla="*/ 127900 h 187"/>
                <a:gd name="T4" fmla="*/ 247096 w 149"/>
                <a:gd name="T5" fmla="*/ 40265 h 187"/>
                <a:gd name="T6" fmla="*/ 104541 w 149"/>
                <a:gd name="T7" fmla="*/ 40265 h 187"/>
                <a:gd name="T8" fmla="*/ 78406 w 149"/>
                <a:gd name="T9" fmla="*/ 130269 h 187"/>
                <a:gd name="T10" fmla="*/ 14256 w 149"/>
                <a:gd name="T11" fmla="*/ 198956 h 187"/>
                <a:gd name="T12" fmla="*/ 85533 w 149"/>
                <a:gd name="T13" fmla="*/ 319750 h 187"/>
                <a:gd name="T14" fmla="*/ 152059 w 149"/>
                <a:gd name="T15" fmla="*/ 315013 h 187"/>
                <a:gd name="T16" fmla="*/ 152059 w 149"/>
                <a:gd name="T17" fmla="*/ 423965 h 187"/>
                <a:gd name="T18" fmla="*/ 178194 w 149"/>
                <a:gd name="T19" fmla="*/ 442913 h 187"/>
                <a:gd name="T20" fmla="*/ 204330 w 149"/>
                <a:gd name="T21" fmla="*/ 423965 h 187"/>
                <a:gd name="T22" fmla="*/ 204330 w 149"/>
                <a:gd name="T23" fmla="*/ 315013 h 187"/>
                <a:gd name="T24" fmla="*/ 268480 w 149"/>
                <a:gd name="T25" fmla="*/ 319750 h 187"/>
                <a:gd name="T26" fmla="*/ 337382 w 149"/>
                <a:gd name="T27" fmla="*/ 196587 h 187"/>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0" t="0" r="r" b="b"/>
              <a:pathLst>
                <a:path w="149" h="187">
                  <a:moveTo>
                    <a:pt x="142" y="83"/>
                  </a:moveTo>
                  <a:cubicBezTo>
                    <a:pt x="139" y="69"/>
                    <a:pt x="128" y="59"/>
                    <a:pt x="115" y="54"/>
                  </a:cubicBezTo>
                  <a:cubicBezTo>
                    <a:pt x="118" y="41"/>
                    <a:pt x="114" y="27"/>
                    <a:pt x="104" y="17"/>
                  </a:cubicBezTo>
                  <a:cubicBezTo>
                    <a:pt x="87" y="0"/>
                    <a:pt x="60" y="0"/>
                    <a:pt x="44" y="17"/>
                  </a:cubicBezTo>
                  <a:cubicBezTo>
                    <a:pt x="34" y="27"/>
                    <a:pt x="30" y="42"/>
                    <a:pt x="33" y="55"/>
                  </a:cubicBezTo>
                  <a:cubicBezTo>
                    <a:pt x="20" y="59"/>
                    <a:pt x="9" y="70"/>
                    <a:pt x="6" y="84"/>
                  </a:cubicBezTo>
                  <a:cubicBezTo>
                    <a:pt x="0" y="107"/>
                    <a:pt x="13" y="130"/>
                    <a:pt x="36" y="135"/>
                  </a:cubicBezTo>
                  <a:cubicBezTo>
                    <a:pt x="46" y="138"/>
                    <a:pt x="55" y="137"/>
                    <a:pt x="64" y="133"/>
                  </a:cubicBezTo>
                  <a:cubicBezTo>
                    <a:pt x="64" y="179"/>
                    <a:pt x="64" y="179"/>
                    <a:pt x="64" y="179"/>
                  </a:cubicBezTo>
                  <a:cubicBezTo>
                    <a:pt x="64" y="183"/>
                    <a:pt x="69" y="187"/>
                    <a:pt x="75" y="187"/>
                  </a:cubicBezTo>
                  <a:cubicBezTo>
                    <a:pt x="81" y="187"/>
                    <a:pt x="86" y="183"/>
                    <a:pt x="86" y="179"/>
                  </a:cubicBezTo>
                  <a:cubicBezTo>
                    <a:pt x="86" y="133"/>
                    <a:pt x="86" y="133"/>
                    <a:pt x="86" y="133"/>
                  </a:cubicBezTo>
                  <a:cubicBezTo>
                    <a:pt x="94" y="137"/>
                    <a:pt x="104" y="138"/>
                    <a:pt x="113" y="135"/>
                  </a:cubicBezTo>
                  <a:cubicBezTo>
                    <a:pt x="135" y="129"/>
                    <a:pt x="149" y="106"/>
                    <a:pt x="142" y="83"/>
                  </a:cubicBezTo>
                  <a:close/>
                </a:path>
              </a:pathLst>
            </a:cu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65" name="Freeform 30"/>
            <p:cNvSpPr>
              <a:spLocks noChangeAspect="1" noEditPoints="1"/>
            </p:cNvSpPr>
            <p:nvPr/>
          </p:nvSpPr>
          <p:spPr bwMode="auto">
            <a:xfrm>
              <a:off x="6769689" y="3798609"/>
              <a:ext cx="468000" cy="337922"/>
            </a:xfrm>
            <a:custGeom>
              <a:avLst/>
              <a:gdLst>
                <a:gd name="T0" fmla="*/ 133309 w 165"/>
                <a:gd name="T1" fmla="*/ 159186 h 121"/>
                <a:gd name="T2" fmla="*/ 170182 w 165"/>
                <a:gd name="T3" fmla="*/ 229005 h 121"/>
                <a:gd name="T4" fmla="*/ 277964 w 165"/>
                <a:gd name="T5" fmla="*/ 217834 h 121"/>
                <a:gd name="T6" fmla="*/ 294982 w 165"/>
                <a:gd name="T7" fmla="*/ 189907 h 121"/>
                <a:gd name="T8" fmla="*/ 218400 w 165"/>
                <a:gd name="T9" fmla="*/ 78197 h 121"/>
                <a:gd name="T10" fmla="*/ 399927 w 165"/>
                <a:gd name="T11" fmla="*/ 337922 h 121"/>
                <a:gd name="T12" fmla="*/ 331855 w 165"/>
                <a:gd name="T13" fmla="*/ 254140 h 121"/>
                <a:gd name="T14" fmla="*/ 218400 w 165"/>
                <a:gd name="T15" fmla="*/ 262518 h 121"/>
                <a:gd name="T16" fmla="*/ 85091 w 165"/>
                <a:gd name="T17" fmla="*/ 321166 h 121"/>
                <a:gd name="T18" fmla="*/ 85091 w 165"/>
                <a:gd name="T19" fmla="*/ 153601 h 121"/>
                <a:gd name="T20" fmla="*/ 121964 w 165"/>
                <a:gd name="T21" fmla="*/ 125673 h 121"/>
                <a:gd name="T22" fmla="*/ 96436 w 165"/>
                <a:gd name="T23" fmla="*/ 108917 h 121"/>
                <a:gd name="T24" fmla="*/ 14182 w 165"/>
                <a:gd name="T25" fmla="*/ 67026 h 121"/>
                <a:gd name="T26" fmla="*/ 119127 w 165"/>
                <a:gd name="T27" fmla="*/ 67026 h 121"/>
                <a:gd name="T28" fmla="*/ 141818 w 165"/>
                <a:gd name="T29" fmla="*/ 89368 h 121"/>
                <a:gd name="T30" fmla="*/ 294982 w 165"/>
                <a:gd name="T31" fmla="*/ 92161 h 121"/>
                <a:gd name="T32" fmla="*/ 312000 w 165"/>
                <a:gd name="T33" fmla="*/ 67026 h 121"/>
                <a:gd name="T34" fmla="*/ 450982 w 165"/>
                <a:gd name="T35" fmla="*/ 67026 h 121"/>
                <a:gd name="T36" fmla="*/ 334691 w 165"/>
                <a:gd name="T37" fmla="*/ 117295 h 121"/>
                <a:gd name="T38" fmla="*/ 320509 w 165"/>
                <a:gd name="T39" fmla="*/ 159186 h 121"/>
                <a:gd name="T40" fmla="*/ 354545 w 165"/>
                <a:gd name="T41" fmla="*/ 220627 h 121"/>
                <a:gd name="T42" fmla="*/ 468000 w 165"/>
                <a:gd name="T43" fmla="*/ 270896 h 121"/>
                <a:gd name="T44" fmla="*/ 116291 w 165"/>
                <a:gd name="T45" fmla="*/ 178736 h 121"/>
                <a:gd name="T46" fmla="*/ 19855 w 165"/>
                <a:gd name="T47" fmla="*/ 237383 h 121"/>
                <a:gd name="T48" fmla="*/ 150327 w 165"/>
                <a:gd name="T49" fmla="*/ 237383 h 121"/>
                <a:gd name="T50" fmla="*/ 329018 w 165"/>
                <a:gd name="T51" fmla="*/ 75404 h 121"/>
                <a:gd name="T52" fmla="*/ 348873 w 165"/>
                <a:gd name="T53" fmla="*/ 108917 h 121"/>
                <a:gd name="T54" fmla="*/ 433964 w 165"/>
                <a:gd name="T55" fmla="*/ 67026 h 121"/>
                <a:gd name="T56" fmla="*/ 329018 w 165"/>
                <a:gd name="T57" fmla="*/ 67026 h 121"/>
                <a:gd name="T58" fmla="*/ 65236 w 165"/>
                <a:gd name="T59" fmla="*/ 33513 h 121"/>
                <a:gd name="T60" fmla="*/ 65236 w 165"/>
                <a:gd name="T61" fmla="*/ 103332 h 121"/>
                <a:gd name="T62" fmla="*/ 79418 w 165"/>
                <a:gd name="T63" fmla="*/ 75404 h 121"/>
                <a:gd name="T64" fmla="*/ 448145 w 165"/>
                <a:gd name="T65" fmla="*/ 270896 h 121"/>
                <a:gd name="T66" fmla="*/ 348873 w 165"/>
                <a:gd name="T67" fmla="*/ 270896 h 121"/>
                <a:gd name="T68" fmla="*/ 448145 w 165"/>
                <a:gd name="T69" fmla="*/ 270896 h 121"/>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165" h="121">
                  <a:moveTo>
                    <a:pt x="77" y="28"/>
                  </a:moveTo>
                  <a:cubicBezTo>
                    <a:pt x="61" y="28"/>
                    <a:pt x="47" y="41"/>
                    <a:pt x="47" y="57"/>
                  </a:cubicBezTo>
                  <a:cubicBezTo>
                    <a:pt x="47" y="58"/>
                    <a:pt x="47" y="59"/>
                    <a:pt x="48" y="60"/>
                  </a:cubicBezTo>
                  <a:cubicBezTo>
                    <a:pt x="55" y="65"/>
                    <a:pt x="59" y="73"/>
                    <a:pt x="60" y="82"/>
                  </a:cubicBezTo>
                  <a:cubicBezTo>
                    <a:pt x="65" y="85"/>
                    <a:pt x="71" y="87"/>
                    <a:pt x="77" y="87"/>
                  </a:cubicBezTo>
                  <a:cubicBezTo>
                    <a:pt x="85" y="87"/>
                    <a:pt x="92" y="83"/>
                    <a:pt x="98" y="78"/>
                  </a:cubicBezTo>
                  <a:cubicBezTo>
                    <a:pt x="97" y="76"/>
                    <a:pt x="97" y="73"/>
                    <a:pt x="98" y="71"/>
                  </a:cubicBezTo>
                  <a:cubicBezTo>
                    <a:pt x="100" y="69"/>
                    <a:pt x="102" y="68"/>
                    <a:pt x="104" y="68"/>
                  </a:cubicBezTo>
                  <a:cubicBezTo>
                    <a:pt x="105" y="65"/>
                    <a:pt x="106" y="61"/>
                    <a:pt x="106" y="57"/>
                  </a:cubicBezTo>
                  <a:cubicBezTo>
                    <a:pt x="106" y="41"/>
                    <a:pt x="93" y="28"/>
                    <a:pt x="77" y="28"/>
                  </a:cubicBezTo>
                  <a:moveTo>
                    <a:pt x="165" y="97"/>
                  </a:moveTo>
                  <a:cubicBezTo>
                    <a:pt x="165" y="111"/>
                    <a:pt x="154" y="121"/>
                    <a:pt x="141" y="121"/>
                  </a:cubicBezTo>
                  <a:cubicBezTo>
                    <a:pt x="127" y="121"/>
                    <a:pt x="116" y="111"/>
                    <a:pt x="116" y="97"/>
                  </a:cubicBezTo>
                  <a:cubicBezTo>
                    <a:pt x="116" y="95"/>
                    <a:pt x="117" y="93"/>
                    <a:pt x="117" y="91"/>
                  </a:cubicBezTo>
                  <a:cubicBezTo>
                    <a:pt x="115" y="90"/>
                    <a:pt x="106" y="84"/>
                    <a:pt x="103" y="83"/>
                  </a:cubicBezTo>
                  <a:cubicBezTo>
                    <a:pt x="96" y="90"/>
                    <a:pt x="87" y="94"/>
                    <a:pt x="77" y="94"/>
                  </a:cubicBezTo>
                  <a:cubicBezTo>
                    <a:pt x="71" y="94"/>
                    <a:pt x="65" y="92"/>
                    <a:pt x="60" y="90"/>
                  </a:cubicBezTo>
                  <a:cubicBezTo>
                    <a:pt x="58" y="104"/>
                    <a:pt x="45" y="115"/>
                    <a:pt x="30" y="115"/>
                  </a:cubicBezTo>
                  <a:cubicBezTo>
                    <a:pt x="13" y="115"/>
                    <a:pt x="0" y="102"/>
                    <a:pt x="0" y="85"/>
                  </a:cubicBezTo>
                  <a:cubicBezTo>
                    <a:pt x="0" y="68"/>
                    <a:pt x="13" y="55"/>
                    <a:pt x="30" y="55"/>
                  </a:cubicBezTo>
                  <a:cubicBezTo>
                    <a:pt x="34" y="55"/>
                    <a:pt x="37" y="55"/>
                    <a:pt x="40" y="56"/>
                  </a:cubicBezTo>
                  <a:cubicBezTo>
                    <a:pt x="40" y="52"/>
                    <a:pt x="41" y="48"/>
                    <a:pt x="43" y="45"/>
                  </a:cubicBezTo>
                  <a:cubicBezTo>
                    <a:pt x="42" y="45"/>
                    <a:pt x="42" y="45"/>
                    <a:pt x="42" y="45"/>
                  </a:cubicBezTo>
                  <a:cubicBezTo>
                    <a:pt x="34" y="39"/>
                    <a:pt x="34" y="39"/>
                    <a:pt x="34" y="39"/>
                  </a:cubicBezTo>
                  <a:cubicBezTo>
                    <a:pt x="31" y="41"/>
                    <a:pt x="27" y="43"/>
                    <a:pt x="23" y="43"/>
                  </a:cubicBezTo>
                  <a:cubicBezTo>
                    <a:pt x="13" y="43"/>
                    <a:pt x="5" y="34"/>
                    <a:pt x="5" y="24"/>
                  </a:cubicBezTo>
                  <a:cubicBezTo>
                    <a:pt x="5" y="14"/>
                    <a:pt x="13" y="6"/>
                    <a:pt x="23" y="6"/>
                  </a:cubicBezTo>
                  <a:cubicBezTo>
                    <a:pt x="34" y="6"/>
                    <a:pt x="42" y="14"/>
                    <a:pt x="42" y="24"/>
                  </a:cubicBezTo>
                  <a:cubicBezTo>
                    <a:pt x="42" y="25"/>
                    <a:pt x="42" y="26"/>
                    <a:pt x="42" y="27"/>
                  </a:cubicBezTo>
                  <a:cubicBezTo>
                    <a:pt x="50" y="32"/>
                    <a:pt x="50" y="32"/>
                    <a:pt x="50" y="32"/>
                  </a:cubicBezTo>
                  <a:cubicBezTo>
                    <a:pt x="57" y="25"/>
                    <a:pt x="66" y="21"/>
                    <a:pt x="77" y="21"/>
                  </a:cubicBezTo>
                  <a:cubicBezTo>
                    <a:pt x="88" y="21"/>
                    <a:pt x="98" y="26"/>
                    <a:pt x="104" y="33"/>
                  </a:cubicBezTo>
                  <a:cubicBezTo>
                    <a:pt x="111" y="30"/>
                    <a:pt x="111" y="30"/>
                    <a:pt x="111" y="30"/>
                  </a:cubicBezTo>
                  <a:cubicBezTo>
                    <a:pt x="110" y="28"/>
                    <a:pt x="110" y="26"/>
                    <a:pt x="110" y="24"/>
                  </a:cubicBezTo>
                  <a:cubicBezTo>
                    <a:pt x="110" y="11"/>
                    <a:pt x="121" y="0"/>
                    <a:pt x="135" y="0"/>
                  </a:cubicBezTo>
                  <a:cubicBezTo>
                    <a:pt x="148" y="0"/>
                    <a:pt x="159" y="11"/>
                    <a:pt x="159" y="24"/>
                  </a:cubicBezTo>
                  <a:cubicBezTo>
                    <a:pt x="159" y="38"/>
                    <a:pt x="148" y="49"/>
                    <a:pt x="135" y="49"/>
                  </a:cubicBezTo>
                  <a:cubicBezTo>
                    <a:pt x="128" y="49"/>
                    <a:pt x="122" y="46"/>
                    <a:pt x="118" y="42"/>
                  </a:cubicBezTo>
                  <a:cubicBezTo>
                    <a:pt x="111" y="46"/>
                    <a:pt x="111" y="46"/>
                    <a:pt x="111" y="46"/>
                  </a:cubicBezTo>
                  <a:cubicBezTo>
                    <a:pt x="113" y="49"/>
                    <a:pt x="113" y="53"/>
                    <a:pt x="113" y="57"/>
                  </a:cubicBezTo>
                  <a:cubicBezTo>
                    <a:pt x="113" y="62"/>
                    <a:pt x="112" y="66"/>
                    <a:pt x="111" y="70"/>
                  </a:cubicBezTo>
                  <a:cubicBezTo>
                    <a:pt x="125" y="79"/>
                    <a:pt x="125" y="79"/>
                    <a:pt x="125" y="79"/>
                  </a:cubicBezTo>
                  <a:cubicBezTo>
                    <a:pt x="129" y="75"/>
                    <a:pt x="135" y="73"/>
                    <a:pt x="141" y="73"/>
                  </a:cubicBezTo>
                  <a:cubicBezTo>
                    <a:pt x="154" y="73"/>
                    <a:pt x="165" y="84"/>
                    <a:pt x="165" y="97"/>
                  </a:cubicBezTo>
                  <a:moveTo>
                    <a:pt x="53" y="85"/>
                  </a:moveTo>
                  <a:cubicBezTo>
                    <a:pt x="53" y="76"/>
                    <a:pt x="48" y="68"/>
                    <a:pt x="41" y="64"/>
                  </a:cubicBezTo>
                  <a:cubicBezTo>
                    <a:pt x="38" y="63"/>
                    <a:pt x="34" y="62"/>
                    <a:pt x="30" y="62"/>
                  </a:cubicBezTo>
                  <a:cubicBezTo>
                    <a:pt x="17" y="62"/>
                    <a:pt x="7" y="72"/>
                    <a:pt x="7" y="85"/>
                  </a:cubicBezTo>
                  <a:cubicBezTo>
                    <a:pt x="7" y="98"/>
                    <a:pt x="17" y="108"/>
                    <a:pt x="30" y="108"/>
                  </a:cubicBezTo>
                  <a:cubicBezTo>
                    <a:pt x="43" y="108"/>
                    <a:pt x="53" y="98"/>
                    <a:pt x="53" y="85"/>
                  </a:cubicBezTo>
                  <a:close/>
                  <a:moveTo>
                    <a:pt x="116" y="24"/>
                  </a:moveTo>
                  <a:cubicBezTo>
                    <a:pt x="116" y="25"/>
                    <a:pt x="116" y="26"/>
                    <a:pt x="116" y="27"/>
                  </a:cubicBezTo>
                  <a:cubicBezTo>
                    <a:pt x="119" y="26"/>
                    <a:pt x="123" y="27"/>
                    <a:pt x="125" y="30"/>
                  </a:cubicBezTo>
                  <a:cubicBezTo>
                    <a:pt x="126" y="33"/>
                    <a:pt x="126" y="37"/>
                    <a:pt x="123" y="39"/>
                  </a:cubicBezTo>
                  <a:cubicBezTo>
                    <a:pt x="126" y="41"/>
                    <a:pt x="130" y="43"/>
                    <a:pt x="135" y="43"/>
                  </a:cubicBezTo>
                  <a:cubicBezTo>
                    <a:pt x="145" y="43"/>
                    <a:pt x="153" y="35"/>
                    <a:pt x="153" y="24"/>
                  </a:cubicBezTo>
                  <a:cubicBezTo>
                    <a:pt x="153" y="14"/>
                    <a:pt x="145" y="6"/>
                    <a:pt x="135" y="6"/>
                  </a:cubicBezTo>
                  <a:cubicBezTo>
                    <a:pt x="124" y="6"/>
                    <a:pt x="116" y="14"/>
                    <a:pt x="116" y="24"/>
                  </a:cubicBezTo>
                  <a:moveTo>
                    <a:pt x="36" y="24"/>
                  </a:moveTo>
                  <a:cubicBezTo>
                    <a:pt x="36" y="17"/>
                    <a:pt x="30" y="12"/>
                    <a:pt x="23" y="12"/>
                  </a:cubicBezTo>
                  <a:cubicBezTo>
                    <a:pt x="17" y="12"/>
                    <a:pt x="11" y="17"/>
                    <a:pt x="11" y="24"/>
                  </a:cubicBezTo>
                  <a:cubicBezTo>
                    <a:pt x="11" y="31"/>
                    <a:pt x="17" y="37"/>
                    <a:pt x="23" y="37"/>
                  </a:cubicBezTo>
                  <a:cubicBezTo>
                    <a:pt x="25" y="37"/>
                    <a:pt x="27" y="36"/>
                    <a:pt x="29" y="36"/>
                  </a:cubicBezTo>
                  <a:cubicBezTo>
                    <a:pt x="27" y="33"/>
                    <a:pt x="27" y="30"/>
                    <a:pt x="28" y="27"/>
                  </a:cubicBezTo>
                  <a:cubicBezTo>
                    <a:pt x="30" y="25"/>
                    <a:pt x="33" y="24"/>
                    <a:pt x="36" y="24"/>
                  </a:cubicBezTo>
                  <a:moveTo>
                    <a:pt x="158" y="97"/>
                  </a:moveTo>
                  <a:cubicBezTo>
                    <a:pt x="158" y="87"/>
                    <a:pt x="150" y="79"/>
                    <a:pt x="141" y="79"/>
                  </a:cubicBezTo>
                  <a:cubicBezTo>
                    <a:pt x="131" y="79"/>
                    <a:pt x="123" y="87"/>
                    <a:pt x="123" y="97"/>
                  </a:cubicBezTo>
                  <a:cubicBezTo>
                    <a:pt x="123" y="107"/>
                    <a:pt x="131" y="115"/>
                    <a:pt x="141" y="115"/>
                  </a:cubicBezTo>
                  <a:cubicBezTo>
                    <a:pt x="150" y="115"/>
                    <a:pt x="158" y="107"/>
                    <a:pt x="158" y="97"/>
                  </a:cubicBezTo>
                </a:path>
              </a:pathLst>
            </a:cu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66" name="Freeform 14"/>
            <p:cNvSpPr>
              <a:spLocks noEditPoints="1"/>
            </p:cNvSpPr>
            <p:nvPr/>
          </p:nvSpPr>
          <p:spPr bwMode="auto">
            <a:xfrm rot="-1800000">
              <a:off x="5013439" y="3139402"/>
              <a:ext cx="454025" cy="523875"/>
            </a:xfrm>
            <a:custGeom>
              <a:avLst/>
              <a:gdLst>
                <a:gd name="T0" fmla="*/ 287665 w 131"/>
                <a:gd name="T1" fmla="*/ 451018 h 151"/>
                <a:gd name="T2" fmla="*/ 298062 w 131"/>
                <a:gd name="T3" fmla="*/ 471834 h 151"/>
                <a:gd name="T4" fmla="*/ 166360 w 131"/>
                <a:gd name="T5" fmla="*/ 478773 h 151"/>
                <a:gd name="T6" fmla="*/ 155963 w 131"/>
                <a:gd name="T7" fmla="*/ 457957 h 151"/>
                <a:gd name="T8" fmla="*/ 166360 w 131"/>
                <a:gd name="T9" fmla="*/ 451018 h 151"/>
                <a:gd name="T10" fmla="*/ 270335 w 131"/>
                <a:gd name="T11" fmla="*/ 509998 h 151"/>
                <a:gd name="T12" fmla="*/ 197553 w 131"/>
                <a:gd name="T13" fmla="*/ 523875 h 151"/>
                <a:gd name="T14" fmla="*/ 180224 w 131"/>
                <a:gd name="T15" fmla="*/ 496120 h 151"/>
                <a:gd name="T16" fmla="*/ 225280 w 131"/>
                <a:gd name="T17" fmla="*/ 117959 h 151"/>
                <a:gd name="T18" fmla="*/ 284199 w 131"/>
                <a:gd name="T19" fmla="*/ 433671 h 151"/>
                <a:gd name="T20" fmla="*/ 107441 w 131"/>
                <a:gd name="T21" fmla="*/ 235917 h 151"/>
                <a:gd name="T22" fmla="*/ 225280 w 131"/>
                <a:gd name="T23" fmla="*/ 117959 h 151"/>
                <a:gd name="T24" fmla="*/ 249540 w 131"/>
                <a:gd name="T25" fmla="*/ 142244 h 151"/>
                <a:gd name="T26" fmla="*/ 273801 w 131"/>
                <a:gd name="T27" fmla="*/ 156122 h 151"/>
                <a:gd name="T28" fmla="*/ 246075 w 131"/>
                <a:gd name="T29" fmla="*/ 149183 h 151"/>
                <a:gd name="T30" fmla="*/ 173292 w 131"/>
                <a:gd name="T31" fmla="*/ 183877 h 151"/>
                <a:gd name="T32" fmla="*/ 145565 w 131"/>
                <a:gd name="T33" fmla="*/ 235917 h 151"/>
                <a:gd name="T34" fmla="*/ 138634 w 131"/>
                <a:gd name="T35" fmla="*/ 281019 h 151"/>
                <a:gd name="T36" fmla="*/ 131702 w 131"/>
                <a:gd name="T37" fmla="*/ 256733 h 151"/>
                <a:gd name="T38" fmla="*/ 131702 w 131"/>
                <a:gd name="T39" fmla="*/ 208162 h 151"/>
                <a:gd name="T40" fmla="*/ 162894 w 131"/>
                <a:gd name="T41" fmla="*/ 163060 h 151"/>
                <a:gd name="T42" fmla="*/ 225280 w 131"/>
                <a:gd name="T43" fmla="*/ 138775 h 151"/>
                <a:gd name="T44" fmla="*/ 242609 w 131"/>
                <a:gd name="T45" fmla="*/ 138775 h 151"/>
                <a:gd name="T46" fmla="*/ 242609 w 131"/>
                <a:gd name="T47" fmla="*/ 0 h 151"/>
                <a:gd name="T48" fmla="*/ 228745 w 131"/>
                <a:gd name="T49" fmla="*/ 79796 h 151"/>
                <a:gd name="T50" fmla="*/ 214882 w 131"/>
                <a:gd name="T51" fmla="*/ 0 h 151"/>
                <a:gd name="T52" fmla="*/ 398572 w 131"/>
                <a:gd name="T53" fmla="*/ 76326 h 151"/>
                <a:gd name="T54" fmla="*/ 322323 w 131"/>
                <a:gd name="T55" fmla="*/ 111020 h 151"/>
                <a:gd name="T56" fmla="*/ 117839 w 131"/>
                <a:gd name="T57" fmla="*/ 353876 h 151"/>
                <a:gd name="T58" fmla="*/ 58919 w 131"/>
                <a:gd name="T59" fmla="*/ 374692 h 151"/>
                <a:gd name="T60" fmla="*/ 117839 w 131"/>
                <a:gd name="T61" fmla="*/ 353876 h 151"/>
                <a:gd name="T62" fmla="*/ 76248 w 131"/>
                <a:gd name="T63" fmla="*/ 55510 h 151"/>
                <a:gd name="T64" fmla="*/ 110907 w 131"/>
                <a:gd name="T65" fmla="*/ 128367 h 151"/>
                <a:gd name="T66" fmla="*/ 76248 w 131"/>
                <a:gd name="T67" fmla="*/ 55510 h 151"/>
                <a:gd name="T68" fmla="*/ 377777 w 131"/>
                <a:gd name="T69" fmla="*/ 395508 h 151"/>
                <a:gd name="T70" fmla="*/ 353516 w 131"/>
                <a:gd name="T71" fmla="*/ 333060 h 151"/>
                <a:gd name="T72" fmla="*/ 336186 w 131"/>
                <a:gd name="T73" fmla="*/ 353876 h 151"/>
                <a:gd name="T74" fmla="*/ 454025 w 131"/>
                <a:gd name="T75" fmla="*/ 239387 h 151"/>
                <a:gd name="T76" fmla="*/ 388174 w 131"/>
                <a:gd name="T77" fmla="*/ 235917 h 151"/>
                <a:gd name="T78" fmla="*/ 454025 w 131"/>
                <a:gd name="T79" fmla="*/ 211632 h 151"/>
                <a:gd name="T80" fmla="*/ 0 w 131"/>
                <a:gd name="T81" fmla="*/ 239387 h 151"/>
                <a:gd name="T82" fmla="*/ 69317 w 131"/>
                <a:gd name="T83" fmla="*/ 211632 h 151"/>
                <a:gd name="T84" fmla="*/ 69317 w 131"/>
                <a:gd name="T85" fmla="*/ 239387 h 151"/>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0" t="0" r="r" b="b"/>
              <a:pathLst>
                <a:path w="131" h="151">
                  <a:moveTo>
                    <a:pt x="48" y="130"/>
                  </a:moveTo>
                  <a:cubicBezTo>
                    <a:pt x="83" y="130"/>
                    <a:pt x="83" y="130"/>
                    <a:pt x="83" y="130"/>
                  </a:cubicBezTo>
                  <a:cubicBezTo>
                    <a:pt x="84" y="130"/>
                    <a:pt x="86" y="131"/>
                    <a:pt x="86" y="132"/>
                  </a:cubicBezTo>
                  <a:cubicBezTo>
                    <a:pt x="86" y="136"/>
                    <a:pt x="86" y="136"/>
                    <a:pt x="86" y="136"/>
                  </a:cubicBezTo>
                  <a:cubicBezTo>
                    <a:pt x="86" y="137"/>
                    <a:pt x="84" y="138"/>
                    <a:pt x="83" y="138"/>
                  </a:cubicBezTo>
                  <a:cubicBezTo>
                    <a:pt x="48" y="138"/>
                    <a:pt x="48" y="138"/>
                    <a:pt x="48" y="138"/>
                  </a:cubicBezTo>
                  <a:cubicBezTo>
                    <a:pt x="46" y="138"/>
                    <a:pt x="45" y="137"/>
                    <a:pt x="45" y="136"/>
                  </a:cubicBezTo>
                  <a:cubicBezTo>
                    <a:pt x="45" y="132"/>
                    <a:pt x="45" y="132"/>
                    <a:pt x="45" y="132"/>
                  </a:cubicBezTo>
                  <a:cubicBezTo>
                    <a:pt x="45" y="131"/>
                    <a:pt x="46" y="130"/>
                    <a:pt x="48" y="130"/>
                  </a:cubicBezTo>
                  <a:cubicBezTo>
                    <a:pt x="48" y="130"/>
                    <a:pt x="48" y="130"/>
                    <a:pt x="48" y="130"/>
                  </a:cubicBezTo>
                  <a:close/>
                  <a:moveTo>
                    <a:pt x="78" y="143"/>
                  </a:moveTo>
                  <a:cubicBezTo>
                    <a:pt x="78" y="147"/>
                    <a:pt x="78" y="147"/>
                    <a:pt x="78" y="147"/>
                  </a:cubicBezTo>
                  <a:cubicBezTo>
                    <a:pt x="78" y="149"/>
                    <a:pt x="76" y="151"/>
                    <a:pt x="74" y="151"/>
                  </a:cubicBezTo>
                  <a:cubicBezTo>
                    <a:pt x="57" y="151"/>
                    <a:pt x="57" y="151"/>
                    <a:pt x="57" y="151"/>
                  </a:cubicBezTo>
                  <a:cubicBezTo>
                    <a:pt x="54" y="151"/>
                    <a:pt x="52" y="149"/>
                    <a:pt x="52" y="147"/>
                  </a:cubicBezTo>
                  <a:cubicBezTo>
                    <a:pt x="52" y="143"/>
                    <a:pt x="52" y="143"/>
                    <a:pt x="52" y="143"/>
                  </a:cubicBezTo>
                  <a:cubicBezTo>
                    <a:pt x="78" y="143"/>
                    <a:pt x="78" y="143"/>
                    <a:pt x="78" y="143"/>
                  </a:cubicBezTo>
                  <a:close/>
                  <a:moveTo>
                    <a:pt x="65" y="34"/>
                  </a:moveTo>
                  <a:cubicBezTo>
                    <a:pt x="84" y="34"/>
                    <a:pt x="99" y="49"/>
                    <a:pt x="99" y="68"/>
                  </a:cubicBezTo>
                  <a:cubicBezTo>
                    <a:pt x="99" y="89"/>
                    <a:pt x="82" y="94"/>
                    <a:pt x="82" y="125"/>
                  </a:cubicBezTo>
                  <a:cubicBezTo>
                    <a:pt x="49" y="125"/>
                    <a:pt x="49" y="125"/>
                    <a:pt x="49" y="125"/>
                  </a:cubicBezTo>
                  <a:cubicBezTo>
                    <a:pt x="49" y="94"/>
                    <a:pt x="31" y="89"/>
                    <a:pt x="31" y="68"/>
                  </a:cubicBezTo>
                  <a:cubicBezTo>
                    <a:pt x="31" y="49"/>
                    <a:pt x="47" y="34"/>
                    <a:pt x="65" y="34"/>
                  </a:cubicBezTo>
                  <a:cubicBezTo>
                    <a:pt x="65" y="34"/>
                    <a:pt x="65" y="34"/>
                    <a:pt x="65" y="34"/>
                  </a:cubicBezTo>
                  <a:close/>
                  <a:moveTo>
                    <a:pt x="70" y="40"/>
                  </a:moveTo>
                  <a:cubicBezTo>
                    <a:pt x="72" y="41"/>
                    <a:pt x="72" y="41"/>
                    <a:pt x="72" y="41"/>
                  </a:cubicBezTo>
                  <a:cubicBezTo>
                    <a:pt x="76" y="42"/>
                    <a:pt x="80" y="44"/>
                    <a:pt x="83" y="46"/>
                  </a:cubicBezTo>
                  <a:cubicBezTo>
                    <a:pt x="82" y="46"/>
                    <a:pt x="80" y="45"/>
                    <a:pt x="79" y="45"/>
                  </a:cubicBezTo>
                  <a:cubicBezTo>
                    <a:pt x="76" y="44"/>
                    <a:pt x="76" y="44"/>
                    <a:pt x="76" y="44"/>
                  </a:cubicBezTo>
                  <a:cubicBezTo>
                    <a:pt x="74" y="44"/>
                    <a:pt x="73" y="44"/>
                    <a:pt x="71" y="43"/>
                  </a:cubicBezTo>
                  <a:cubicBezTo>
                    <a:pt x="69" y="44"/>
                    <a:pt x="66" y="44"/>
                    <a:pt x="64" y="45"/>
                  </a:cubicBezTo>
                  <a:cubicBezTo>
                    <a:pt x="59" y="46"/>
                    <a:pt x="54" y="49"/>
                    <a:pt x="50" y="53"/>
                  </a:cubicBezTo>
                  <a:cubicBezTo>
                    <a:pt x="49" y="55"/>
                    <a:pt x="49" y="55"/>
                    <a:pt x="49" y="55"/>
                  </a:cubicBezTo>
                  <a:cubicBezTo>
                    <a:pt x="45" y="59"/>
                    <a:pt x="43" y="63"/>
                    <a:pt x="42" y="68"/>
                  </a:cubicBezTo>
                  <a:cubicBezTo>
                    <a:pt x="41" y="72"/>
                    <a:pt x="41" y="72"/>
                    <a:pt x="41" y="72"/>
                  </a:cubicBezTo>
                  <a:cubicBezTo>
                    <a:pt x="40" y="75"/>
                    <a:pt x="40" y="78"/>
                    <a:pt x="40" y="81"/>
                  </a:cubicBezTo>
                  <a:cubicBezTo>
                    <a:pt x="40" y="80"/>
                    <a:pt x="39" y="78"/>
                    <a:pt x="38" y="77"/>
                  </a:cubicBezTo>
                  <a:cubicBezTo>
                    <a:pt x="38" y="74"/>
                    <a:pt x="38" y="74"/>
                    <a:pt x="38" y="74"/>
                  </a:cubicBezTo>
                  <a:cubicBezTo>
                    <a:pt x="37" y="70"/>
                    <a:pt x="37" y="66"/>
                    <a:pt x="38" y="62"/>
                  </a:cubicBezTo>
                  <a:cubicBezTo>
                    <a:pt x="38" y="60"/>
                    <a:pt x="38" y="60"/>
                    <a:pt x="38" y="60"/>
                  </a:cubicBezTo>
                  <a:cubicBezTo>
                    <a:pt x="40" y="56"/>
                    <a:pt x="42" y="53"/>
                    <a:pt x="45" y="49"/>
                  </a:cubicBezTo>
                  <a:cubicBezTo>
                    <a:pt x="47" y="47"/>
                    <a:pt x="47" y="47"/>
                    <a:pt x="47" y="47"/>
                  </a:cubicBezTo>
                  <a:cubicBezTo>
                    <a:pt x="50" y="44"/>
                    <a:pt x="54" y="42"/>
                    <a:pt x="58" y="41"/>
                  </a:cubicBezTo>
                  <a:cubicBezTo>
                    <a:pt x="61" y="40"/>
                    <a:pt x="63" y="40"/>
                    <a:pt x="65" y="40"/>
                  </a:cubicBezTo>
                  <a:cubicBezTo>
                    <a:pt x="67" y="40"/>
                    <a:pt x="68" y="40"/>
                    <a:pt x="70" y="40"/>
                  </a:cubicBezTo>
                  <a:cubicBezTo>
                    <a:pt x="70" y="40"/>
                    <a:pt x="70" y="40"/>
                    <a:pt x="70" y="40"/>
                  </a:cubicBezTo>
                  <a:close/>
                  <a:moveTo>
                    <a:pt x="62" y="0"/>
                  </a:moveTo>
                  <a:cubicBezTo>
                    <a:pt x="70" y="0"/>
                    <a:pt x="70" y="0"/>
                    <a:pt x="70" y="0"/>
                  </a:cubicBezTo>
                  <a:cubicBezTo>
                    <a:pt x="70" y="23"/>
                    <a:pt x="70" y="23"/>
                    <a:pt x="70" y="23"/>
                  </a:cubicBezTo>
                  <a:cubicBezTo>
                    <a:pt x="68" y="23"/>
                    <a:pt x="67" y="23"/>
                    <a:pt x="66" y="23"/>
                  </a:cubicBezTo>
                  <a:cubicBezTo>
                    <a:pt x="64" y="23"/>
                    <a:pt x="63" y="23"/>
                    <a:pt x="62" y="23"/>
                  </a:cubicBezTo>
                  <a:cubicBezTo>
                    <a:pt x="62" y="0"/>
                    <a:pt x="62" y="0"/>
                    <a:pt x="62" y="0"/>
                  </a:cubicBezTo>
                  <a:close/>
                  <a:moveTo>
                    <a:pt x="109" y="16"/>
                  </a:moveTo>
                  <a:cubicBezTo>
                    <a:pt x="115" y="22"/>
                    <a:pt x="115" y="22"/>
                    <a:pt x="115" y="22"/>
                  </a:cubicBezTo>
                  <a:cubicBezTo>
                    <a:pt x="99" y="37"/>
                    <a:pt x="99" y="37"/>
                    <a:pt x="99" y="37"/>
                  </a:cubicBezTo>
                  <a:cubicBezTo>
                    <a:pt x="97" y="35"/>
                    <a:pt x="95" y="33"/>
                    <a:pt x="93" y="32"/>
                  </a:cubicBezTo>
                  <a:cubicBezTo>
                    <a:pt x="109" y="16"/>
                    <a:pt x="109" y="16"/>
                    <a:pt x="109" y="16"/>
                  </a:cubicBezTo>
                  <a:close/>
                  <a:moveTo>
                    <a:pt x="34" y="102"/>
                  </a:moveTo>
                  <a:cubicBezTo>
                    <a:pt x="22" y="114"/>
                    <a:pt x="22" y="114"/>
                    <a:pt x="22" y="114"/>
                  </a:cubicBezTo>
                  <a:cubicBezTo>
                    <a:pt x="17" y="108"/>
                    <a:pt x="17" y="108"/>
                    <a:pt x="17" y="108"/>
                  </a:cubicBezTo>
                  <a:cubicBezTo>
                    <a:pt x="29" y="96"/>
                    <a:pt x="29" y="96"/>
                    <a:pt x="29" y="96"/>
                  </a:cubicBezTo>
                  <a:cubicBezTo>
                    <a:pt x="31" y="98"/>
                    <a:pt x="32" y="100"/>
                    <a:pt x="34" y="102"/>
                  </a:cubicBezTo>
                  <a:cubicBezTo>
                    <a:pt x="34" y="102"/>
                    <a:pt x="34" y="102"/>
                    <a:pt x="34" y="102"/>
                  </a:cubicBezTo>
                  <a:close/>
                  <a:moveTo>
                    <a:pt x="22" y="16"/>
                  </a:moveTo>
                  <a:cubicBezTo>
                    <a:pt x="17" y="22"/>
                    <a:pt x="17" y="22"/>
                    <a:pt x="17" y="22"/>
                  </a:cubicBezTo>
                  <a:cubicBezTo>
                    <a:pt x="32" y="37"/>
                    <a:pt x="32" y="37"/>
                    <a:pt x="32" y="37"/>
                  </a:cubicBezTo>
                  <a:cubicBezTo>
                    <a:pt x="34" y="35"/>
                    <a:pt x="36" y="33"/>
                    <a:pt x="38" y="32"/>
                  </a:cubicBezTo>
                  <a:cubicBezTo>
                    <a:pt x="22" y="16"/>
                    <a:pt x="22" y="16"/>
                    <a:pt x="22" y="16"/>
                  </a:cubicBezTo>
                  <a:close/>
                  <a:moveTo>
                    <a:pt x="97" y="102"/>
                  </a:moveTo>
                  <a:cubicBezTo>
                    <a:pt x="109" y="114"/>
                    <a:pt x="109" y="114"/>
                    <a:pt x="109" y="114"/>
                  </a:cubicBezTo>
                  <a:cubicBezTo>
                    <a:pt x="115" y="108"/>
                    <a:pt x="115" y="108"/>
                    <a:pt x="115" y="108"/>
                  </a:cubicBezTo>
                  <a:cubicBezTo>
                    <a:pt x="102" y="96"/>
                    <a:pt x="102" y="96"/>
                    <a:pt x="102" y="96"/>
                  </a:cubicBezTo>
                  <a:cubicBezTo>
                    <a:pt x="101" y="98"/>
                    <a:pt x="99" y="100"/>
                    <a:pt x="97" y="102"/>
                  </a:cubicBezTo>
                  <a:cubicBezTo>
                    <a:pt x="97" y="102"/>
                    <a:pt x="97" y="102"/>
                    <a:pt x="97" y="102"/>
                  </a:cubicBezTo>
                  <a:close/>
                  <a:moveTo>
                    <a:pt x="131" y="61"/>
                  </a:moveTo>
                  <a:cubicBezTo>
                    <a:pt x="131" y="69"/>
                    <a:pt x="131" y="69"/>
                    <a:pt x="131" y="69"/>
                  </a:cubicBezTo>
                  <a:cubicBezTo>
                    <a:pt x="112" y="69"/>
                    <a:pt x="112" y="69"/>
                    <a:pt x="112" y="69"/>
                  </a:cubicBezTo>
                  <a:cubicBezTo>
                    <a:pt x="112" y="69"/>
                    <a:pt x="112" y="68"/>
                    <a:pt x="112" y="68"/>
                  </a:cubicBezTo>
                  <a:cubicBezTo>
                    <a:pt x="112" y="66"/>
                    <a:pt x="111" y="63"/>
                    <a:pt x="111" y="61"/>
                  </a:cubicBezTo>
                  <a:cubicBezTo>
                    <a:pt x="131" y="61"/>
                    <a:pt x="131" y="61"/>
                    <a:pt x="131" y="61"/>
                  </a:cubicBezTo>
                  <a:close/>
                  <a:moveTo>
                    <a:pt x="20" y="69"/>
                  </a:moveTo>
                  <a:cubicBezTo>
                    <a:pt x="0" y="69"/>
                    <a:pt x="0" y="69"/>
                    <a:pt x="0" y="69"/>
                  </a:cubicBezTo>
                  <a:cubicBezTo>
                    <a:pt x="0" y="61"/>
                    <a:pt x="0" y="61"/>
                    <a:pt x="0" y="61"/>
                  </a:cubicBezTo>
                  <a:cubicBezTo>
                    <a:pt x="20" y="61"/>
                    <a:pt x="20" y="61"/>
                    <a:pt x="20" y="61"/>
                  </a:cubicBezTo>
                  <a:cubicBezTo>
                    <a:pt x="20" y="63"/>
                    <a:pt x="20" y="66"/>
                    <a:pt x="20" y="68"/>
                  </a:cubicBezTo>
                  <a:cubicBezTo>
                    <a:pt x="20" y="68"/>
                    <a:pt x="20" y="69"/>
                    <a:pt x="20" y="69"/>
                  </a:cubicBezTo>
                  <a:cubicBezTo>
                    <a:pt x="20" y="69"/>
                    <a:pt x="20" y="69"/>
                    <a:pt x="20" y="69"/>
                  </a:cubicBezTo>
                  <a:close/>
                </a:path>
              </a:pathLst>
            </a:cu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67" name="Freeform 16"/>
            <p:cNvSpPr>
              <a:spLocks noEditPoints="1"/>
            </p:cNvSpPr>
            <p:nvPr/>
          </p:nvSpPr>
          <p:spPr bwMode="auto">
            <a:xfrm>
              <a:off x="5694538" y="1970965"/>
              <a:ext cx="496888" cy="500063"/>
            </a:xfrm>
            <a:custGeom>
              <a:avLst/>
              <a:gdLst>
                <a:gd name="T0" fmla="*/ 291878 w 143"/>
                <a:gd name="T1" fmla="*/ 156270 h 144"/>
                <a:gd name="T2" fmla="*/ 243232 w 143"/>
                <a:gd name="T3" fmla="*/ 163215 h 144"/>
                <a:gd name="T4" fmla="*/ 260606 w 143"/>
                <a:gd name="T5" fmla="*/ 222250 h 144"/>
                <a:gd name="T6" fmla="*/ 364848 w 143"/>
                <a:gd name="T7" fmla="*/ 62508 h 144"/>
                <a:gd name="T8" fmla="*/ 434343 w 143"/>
                <a:gd name="T9" fmla="*/ 65981 h 144"/>
                <a:gd name="T10" fmla="*/ 434343 w 143"/>
                <a:gd name="T11" fmla="*/ 135434 h 144"/>
                <a:gd name="T12" fmla="*/ 277979 w 143"/>
                <a:gd name="T13" fmla="*/ 236141 h 144"/>
                <a:gd name="T14" fmla="*/ 333575 w 143"/>
                <a:gd name="T15" fmla="*/ 256977 h 144"/>
                <a:gd name="T16" fmla="*/ 343999 w 143"/>
                <a:gd name="T17" fmla="*/ 204887 h 144"/>
                <a:gd name="T18" fmla="*/ 406545 w 143"/>
                <a:gd name="T19" fmla="*/ 256977 h 144"/>
                <a:gd name="T20" fmla="*/ 396121 w 143"/>
                <a:gd name="T21" fmla="*/ 152797 h 144"/>
                <a:gd name="T22" fmla="*/ 430868 w 143"/>
                <a:gd name="T23" fmla="*/ 256977 h 144"/>
                <a:gd name="T24" fmla="*/ 462141 w 143"/>
                <a:gd name="T25" fmla="*/ 281285 h 144"/>
                <a:gd name="T26" fmla="*/ 243232 w 143"/>
                <a:gd name="T27" fmla="*/ 468809 h 144"/>
                <a:gd name="T28" fmla="*/ 218909 w 143"/>
                <a:gd name="T29" fmla="*/ 500063 h 144"/>
                <a:gd name="T30" fmla="*/ 31273 w 143"/>
                <a:gd name="T31" fmla="*/ 281285 h 144"/>
                <a:gd name="T32" fmla="*/ 0 w 143"/>
                <a:gd name="T33" fmla="*/ 256977 h 144"/>
                <a:gd name="T34" fmla="*/ 218909 w 143"/>
                <a:gd name="T35" fmla="*/ 69453 h 144"/>
                <a:gd name="T36" fmla="*/ 243232 w 143"/>
                <a:gd name="T37" fmla="*/ 34727 h 144"/>
                <a:gd name="T38" fmla="*/ 343999 w 143"/>
                <a:gd name="T39" fmla="*/ 104180 h 144"/>
                <a:gd name="T40" fmla="*/ 326626 w 143"/>
                <a:gd name="T41" fmla="*/ 121543 h 144"/>
                <a:gd name="T42" fmla="*/ 243232 w 143"/>
                <a:gd name="T43" fmla="*/ 138906 h 144"/>
                <a:gd name="T44" fmla="*/ 243232 w 143"/>
                <a:gd name="T45" fmla="*/ 322957 h 144"/>
                <a:gd name="T46" fmla="*/ 333575 w 143"/>
                <a:gd name="T47" fmla="*/ 281285 h 144"/>
                <a:gd name="T48" fmla="*/ 218909 w 143"/>
                <a:gd name="T49" fmla="*/ 322957 h 144"/>
                <a:gd name="T50" fmla="*/ 128565 w 143"/>
                <a:gd name="T51" fmla="*/ 281285 h 144"/>
                <a:gd name="T52" fmla="*/ 218909 w 143"/>
                <a:gd name="T53" fmla="*/ 322957 h 144"/>
                <a:gd name="T54" fmla="*/ 218909 w 143"/>
                <a:gd name="T55" fmla="*/ 211832 h 144"/>
                <a:gd name="T56" fmla="*/ 128565 w 143"/>
                <a:gd name="T57" fmla="*/ 256977 h 144"/>
                <a:gd name="T58" fmla="*/ 218909 w 143"/>
                <a:gd name="T59" fmla="*/ 93762 h 144"/>
                <a:gd name="T60" fmla="*/ 104242 w 143"/>
                <a:gd name="T61" fmla="*/ 256977 h 144"/>
                <a:gd name="T62" fmla="*/ 218909 w 143"/>
                <a:gd name="T63" fmla="*/ 93762 h 144"/>
                <a:gd name="T64" fmla="*/ 218909 w 143"/>
                <a:gd name="T65" fmla="*/ 395883 h 144"/>
                <a:gd name="T66" fmla="*/ 55596 w 143"/>
                <a:gd name="T67" fmla="*/ 281285 h 144"/>
                <a:gd name="T68" fmla="*/ 243232 w 143"/>
                <a:gd name="T69" fmla="*/ 395883 h 144"/>
                <a:gd name="T70" fmla="*/ 406545 w 143"/>
                <a:gd name="T71" fmla="*/ 281285 h 144"/>
                <a:gd name="T72" fmla="*/ 243232 w 143"/>
                <a:gd name="T73" fmla="*/ 395883 h 144"/>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0" t="0" r="r" b="b"/>
              <a:pathLst>
                <a:path w="143" h="144">
                  <a:moveTo>
                    <a:pt x="70" y="40"/>
                  </a:moveTo>
                  <a:cubicBezTo>
                    <a:pt x="75" y="41"/>
                    <a:pt x="80" y="42"/>
                    <a:pt x="84" y="45"/>
                  </a:cubicBezTo>
                  <a:cubicBezTo>
                    <a:pt x="79" y="50"/>
                    <a:pt x="79" y="50"/>
                    <a:pt x="79" y="50"/>
                  </a:cubicBezTo>
                  <a:cubicBezTo>
                    <a:pt x="76" y="49"/>
                    <a:pt x="73" y="48"/>
                    <a:pt x="70" y="47"/>
                  </a:cubicBezTo>
                  <a:cubicBezTo>
                    <a:pt x="70" y="61"/>
                    <a:pt x="70" y="61"/>
                    <a:pt x="70" y="61"/>
                  </a:cubicBezTo>
                  <a:cubicBezTo>
                    <a:pt x="72" y="62"/>
                    <a:pt x="74" y="63"/>
                    <a:pt x="75" y="64"/>
                  </a:cubicBezTo>
                  <a:cubicBezTo>
                    <a:pt x="106" y="32"/>
                    <a:pt x="106" y="32"/>
                    <a:pt x="106" y="32"/>
                  </a:cubicBezTo>
                  <a:cubicBezTo>
                    <a:pt x="105" y="18"/>
                    <a:pt x="105" y="18"/>
                    <a:pt x="105" y="18"/>
                  </a:cubicBezTo>
                  <a:cubicBezTo>
                    <a:pt x="123" y="0"/>
                    <a:pt x="123" y="0"/>
                    <a:pt x="123" y="0"/>
                  </a:cubicBezTo>
                  <a:cubicBezTo>
                    <a:pt x="125" y="19"/>
                    <a:pt x="125" y="19"/>
                    <a:pt x="125" y="19"/>
                  </a:cubicBezTo>
                  <a:cubicBezTo>
                    <a:pt x="143" y="21"/>
                    <a:pt x="143" y="21"/>
                    <a:pt x="143" y="21"/>
                  </a:cubicBezTo>
                  <a:cubicBezTo>
                    <a:pt x="125" y="39"/>
                    <a:pt x="125" y="39"/>
                    <a:pt x="125" y="39"/>
                  </a:cubicBezTo>
                  <a:cubicBezTo>
                    <a:pt x="111" y="37"/>
                    <a:pt x="111" y="37"/>
                    <a:pt x="111" y="37"/>
                  </a:cubicBezTo>
                  <a:cubicBezTo>
                    <a:pt x="80" y="68"/>
                    <a:pt x="80" y="68"/>
                    <a:pt x="80" y="68"/>
                  </a:cubicBezTo>
                  <a:cubicBezTo>
                    <a:pt x="81" y="70"/>
                    <a:pt x="82" y="72"/>
                    <a:pt x="82" y="74"/>
                  </a:cubicBezTo>
                  <a:cubicBezTo>
                    <a:pt x="96" y="74"/>
                    <a:pt x="96" y="74"/>
                    <a:pt x="96" y="74"/>
                  </a:cubicBezTo>
                  <a:cubicBezTo>
                    <a:pt x="96" y="70"/>
                    <a:pt x="95" y="67"/>
                    <a:pt x="94" y="65"/>
                  </a:cubicBezTo>
                  <a:cubicBezTo>
                    <a:pt x="99" y="59"/>
                    <a:pt x="99" y="59"/>
                    <a:pt x="99" y="59"/>
                  </a:cubicBezTo>
                  <a:cubicBezTo>
                    <a:pt x="101" y="64"/>
                    <a:pt x="103" y="69"/>
                    <a:pt x="103" y="74"/>
                  </a:cubicBezTo>
                  <a:cubicBezTo>
                    <a:pt x="117" y="74"/>
                    <a:pt x="117" y="74"/>
                    <a:pt x="117" y="74"/>
                  </a:cubicBezTo>
                  <a:cubicBezTo>
                    <a:pt x="116" y="65"/>
                    <a:pt x="114" y="56"/>
                    <a:pt x="109" y="49"/>
                  </a:cubicBezTo>
                  <a:cubicBezTo>
                    <a:pt x="114" y="44"/>
                    <a:pt x="114" y="44"/>
                    <a:pt x="114" y="44"/>
                  </a:cubicBezTo>
                  <a:cubicBezTo>
                    <a:pt x="114" y="45"/>
                    <a:pt x="114" y="45"/>
                    <a:pt x="114" y="45"/>
                  </a:cubicBezTo>
                  <a:cubicBezTo>
                    <a:pt x="120" y="53"/>
                    <a:pt x="123" y="63"/>
                    <a:pt x="124" y="74"/>
                  </a:cubicBezTo>
                  <a:cubicBezTo>
                    <a:pt x="133" y="74"/>
                    <a:pt x="133" y="74"/>
                    <a:pt x="133" y="74"/>
                  </a:cubicBezTo>
                  <a:cubicBezTo>
                    <a:pt x="133" y="81"/>
                    <a:pt x="133" y="81"/>
                    <a:pt x="133" y="81"/>
                  </a:cubicBezTo>
                  <a:cubicBezTo>
                    <a:pt x="124" y="81"/>
                    <a:pt x="124" y="81"/>
                    <a:pt x="124" y="81"/>
                  </a:cubicBezTo>
                  <a:cubicBezTo>
                    <a:pt x="122" y="110"/>
                    <a:pt x="99" y="133"/>
                    <a:pt x="70" y="135"/>
                  </a:cubicBezTo>
                  <a:cubicBezTo>
                    <a:pt x="70" y="144"/>
                    <a:pt x="70" y="144"/>
                    <a:pt x="70" y="144"/>
                  </a:cubicBezTo>
                  <a:cubicBezTo>
                    <a:pt x="63" y="144"/>
                    <a:pt x="63" y="144"/>
                    <a:pt x="63" y="144"/>
                  </a:cubicBezTo>
                  <a:cubicBezTo>
                    <a:pt x="63" y="135"/>
                    <a:pt x="63" y="135"/>
                    <a:pt x="63" y="135"/>
                  </a:cubicBezTo>
                  <a:cubicBezTo>
                    <a:pt x="34" y="133"/>
                    <a:pt x="11" y="110"/>
                    <a:pt x="9" y="81"/>
                  </a:cubicBezTo>
                  <a:cubicBezTo>
                    <a:pt x="0" y="81"/>
                    <a:pt x="0" y="81"/>
                    <a:pt x="0" y="81"/>
                  </a:cubicBezTo>
                  <a:cubicBezTo>
                    <a:pt x="0" y="74"/>
                    <a:pt x="0" y="74"/>
                    <a:pt x="0" y="74"/>
                  </a:cubicBezTo>
                  <a:cubicBezTo>
                    <a:pt x="9" y="74"/>
                    <a:pt x="9" y="74"/>
                    <a:pt x="9" y="74"/>
                  </a:cubicBezTo>
                  <a:cubicBezTo>
                    <a:pt x="11" y="45"/>
                    <a:pt x="34" y="21"/>
                    <a:pt x="63" y="20"/>
                  </a:cubicBezTo>
                  <a:cubicBezTo>
                    <a:pt x="63" y="10"/>
                    <a:pt x="63" y="10"/>
                    <a:pt x="63" y="10"/>
                  </a:cubicBezTo>
                  <a:cubicBezTo>
                    <a:pt x="70" y="10"/>
                    <a:pt x="70" y="10"/>
                    <a:pt x="70" y="10"/>
                  </a:cubicBezTo>
                  <a:cubicBezTo>
                    <a:pt x="70" y="20"/>
                    <a:pt x="70" y="20"/>
                    <a:pt x="70" y="20"/>
                  </a:cubicBezTo>
                  <a:cubicBezTo>
                    <a:pt x="81" y="20"/>
                    <a:pt x="91" y="24"/>
                    <a:pt x="99" y="30"/>
                  </a:cubicBezTo>
                  <a:cubicBezTo>
                    <a:pt x="99" y="30"/>
                    <a:pt x="99" y="30"/>
                    <a:pt x="99" y="30"/>
                  </a:cubicBezTo>
                  <a:cubicBezTo>
                    <a:pt x="94" y="35"/>
                    <a:pt x="94" y="35"/>
                    <a:pt x="94" y="35"/>
                  </a:cubicBezTo>
                  <a:cubicBezTo>
                    <a:pt x="87" y="30"/>
                    <a:pt x="79" y="27"/>
                    <a:pt x="70" y="27"/>
                  </a:cubicBezTo>
                  <a:cubicBezTo>
                    <a:pt x="70" y="40"/>
                    <a:pt x="70" y="40"/>
                    <a:pt x="70" y="40"/>
                  </a:cubicBezTo>
                  <a:close/>
                  <a:moveTo>
                    <a:pt x="82" y="81"/>
                  </a:moveTo>
                  <a:cubicBezTo>
                    <a:pt x="81" y="87"/>
                    <a:pt x="76" y="92"/>
                    <a:pt x="70" y="93"/>
                  </a:cubicBezTo>
                  <a:cubicBezTo>
                    <a:pt x="70" y="107"/>
                    <a:pt x="70" y="107"/>
                    <a:pt x="70" y="107"/>
                  </a:cubicBezTo>
                  <a:cubicBezTo>
                    <a:pt x="84" y="105"/>
                    <a:pt x="95" y="94"/>
                    <a:pt x="96" y="81"/>
                  </a:cubicBezTo>
                  <a:cubicBezTo>
                    <a:pt x="82" y="81"/>
                    <a:pt x="82" y="81"/>
                    <a:pt x="82" y="81"/>
                  </a:cubicBezTo>
                  <a:close/>
                  <a:moveTo>
                    <a:pt x="63" y="93"/>
                  </a:moveTo>
                  <a:cubicBezTo>
                    <a:pt x="57" y="92"/>
                    <a:pt x="52" y="87"/>
                    <a:pt x="51" y="81"/>
                  </a:cubicBezTo>
                  <a:cubicBezTo>
                    <a:pt x="37" y="81"/>
                    <a:pt x="37" y="81"/>
                    <a:pt x="37" y="81"/>
                  </a:cubicBezTo>
                  <a:cubicBezTo>
                    <a:pt x="38" y="94"/>
                    <a:pt x="49" y="105"/>
                    <a:pt x="63" y="107"/>
                  </a:cubicBezTo>
                  <a:cubicBezTo>
                    <a:pt x="63" y="93"/>
                    <a:pt x="63" y="93"/>
                    <a:pt x="63" y="93"/>
                  </a:cubicBezTo>
                  <a:close/>
                  <a:moveTo>
                    <a:pt x="51" y="74"/>
                  </a:moveTo>
                  <a:cubicBezTo>
                    <a:pt x="52" y="68"/>
                    <a:pt x="57" y="63"/>
                    <a:pt x="63" y="61"/>
                  </a:cubicBezTo>
                  <a:cubicBezTo>
                    <a:pt x="63" y="47"/>
                    <a:pt x="63" y="47"/>
                    <a:pt x="63" y="47"/>
                  </a:cubicBezTo>
                  <a:cubicBezTo>
                    <a:pt x="49" y="49"/>
                    <a:pt x="38" y="60"/>
                    <a:pt x="37" y="74"/>
                  </a:cubicBezTo>
                  <a:cubicBezTo>
                    <a:pt x="51" y="74"/>
                    <a:pt x="51" y="74"/>
                    <a:pt x="51" y="74"/>
                  </a:cubicBezTo>
                  <a:close/>
                  <a:moveTo>
                    <a:pt x="63" y="27"/>
                  </a:moveTo>
                  <a:cubicBezTo>
                    <a:pt x="38" y="28"/>
                    <a:pt x="18" y="49"/>
                    <a:pt x="16" y="74"/>
                  </a:cubicBezTo>
                  <a:cubicBezTo>
                    <a:pt x="30" y="74"/>
                    <a:pt x="30" y="74"/>
                    <a:pt x="30" y="74"/>
                  </a:cubicBezTo>
                  <a:cubicBezTo>
                    <a:pt x="31" y="56"/>
                    <a:pt x="45" y="42"/>
                    <a:pt x="63" y="40"/>
                  </a:cubicBezTo>
                  <a:cubicBezTo>
                    <a:pt x="63" y="27"/>
                    <a:pt x="63" y="27"/>
                    <a:pt x="63" y="27"/>
                  </a:cubicBezTo>
                  <a:close/>
                  <a:moveTo>
                    <a:pt x="63" y="128"/>
                  </a:moveTo>
                  <a:cubicBezTo>
                    <a:pt x="63" y="114"/>
                    <a:pt x="63" y="114"/>
                    <a:pt x="63" y="114"/>
                  </a:cubicBezTo>
                  <a:cubicBezTo>
                    <a:pt x="45" y="112"/>
                    <a:pt x="31" y="98"/>
                    <a:pt x="30" y="81"/>
                  </a:cubicBezTo>
                  <a:cubicBezTo>
                    <a:pt x="16" y="81"/>
                    <a:pt x="16" y="81"/>
                    <a:pt x="16" y="81"/>
                  </a:cubicBezTo>
                  <a:cubicBezTo>
                    <a:pt x="18" y="106"/>
                    <a:pt x="38" y="126"/>
                    <a:pt x="63" y="128"/>
                  </a:cubicBezTo>
                  <a:close/>
                  <a:moveTo>
                    <a:pt x="70" y="114"/>
                  </a:moveTo>
                  <a:cubicBezTo>
                    <a:pt x="70" y="128"/>
                    <a:pt x="70" y="128"/>
                    <a:pt x="70" y="128"/>
                  </a:cubicBezTo>
                  <a:cubicBezTo>
                    <a:pt x="95" y="126"/>
                    <a:pt x="115" y="106"/>
                    <a:pt x="117" y="81"/>
                  </a:cubicBezTo>
                  <a:cubicBezTo>
                    <a:pt x="103" y="81"/>
                    <a:pt x="103" y="81"/>
                    <a:pt x="103" y="81"/>
                  </a:cubicBezTo>
                  <a:cubicBezTo>
                    <a:pt x="102" y="98"/>
                    <a:pt x="88" y="112"/>
                    <a:pt x="70" y="114"/>
                  </a:cubicBezTo>
                  <a:close/>
                </a:path>
              </a:pathLst>
            </a:cu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6323" name="组合 6"/>
          <p:cNvGrpSpPr>
            <a:grpSpLocks/>
          </p:cNvGrpSpPr>
          <p:nvPr/>
        </p:nvGrpSpPr>
        <p:grpSpPr bwMode="auto">
          <a:xfrm>
            <a:off x="1441450" y="2124075"/>
            <a:ext cx="3375025" cy="1239838"/>
            <a:chOff x="1230207" y="2124531"/>
            <a:chExt cx="3374889" cy="1239110"/>
          </a:xfrm>
        </p:grpSpPr>
        <p:grpSp>
          <p:nvGrpSpPr>
            <p:cNvPr id="56346" name="组合 39"/>
            <p:cNvGrpSpPr>
              <a:grpSpLocks/>
            </p:cNvGrpSpPr>
            <p:nvPr/>
          </p:nvGrpSpPr>
          <p:grpSpPr bwMode="auto">
            <a:xfrm>
              <a:off x="1230207" y="2124531"/>
              <a:ext cx="3374889" cy="369332"/>
              <a:chOff x="980608" y="1870075"/>
              <a:chExt cx="3374889" cy="369332"/>
            </a:xfrm>
          </p:grpSpPr>
          <p:grpSp>
            <p:nvGrpSpPr>
              <p:cNvPr id="56348" name="组合 41"/>
              <p:cNvGrpSpPr>
                <a:grpSpLocks/>
              </p:cNvGrpSpPr>
              <p:nvPr/>
            </p:nvGrpSpPr>
            <p:grpSpPr bwMode="auto">
              <a:xfrm>
                <a:off x="980608" y="1948657"/>
                <a:ext cx="216000" cy="216443"/>
                <a:chOff x="980608" y="2248535"/>
                <a:chExt cx="216000" cy="216443"/>
              </a:xfrm>
            </p:grpSpPr>
            <p:sp>
              <p:nvSpPr>
                <p:cNvPr id="56350"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51"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6349" name="文本框 42"/>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6347" name="矩形 69"/>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56324" name="组合 70"/>
          <p:cNvGrpSpPr>
            <a:grpSpLocks/>
          </p:cNvGrpSpPr>
          <p:nvPr/>
        </p:nvGrpSpPr>
        <p:grpSpPr bwMode="auto">
          <a:xfrm>
            <a:off x="1441450" y="4646613"/>
            <a:ext cx="3375025" cy="1239837"/>
            <a:chOff x="1230207" y="2124531"/>
            <a:chExt cx="3374889" cy="1239110"/>
          </a:xfrm>
        </p:grpSpPr>
        <p:grpSp>
          <p:nvGrpSpPr>
            <p:cNvPr id="56340" name="组合 71"/>
            <p:cNvGrpSpPr>
              <a:grpSpLocks/>
            </p:cNvGrpSpPr>
            <p:nvPr/>
          </p:nvGrpSpPr>
          <p:grpSpPr bwMode="auto">
            <a:xfrm>
              <a:off x="1230207" y="2124531"/>
              <a:ext cx="3374889" cy="369332"/>
              <a:chOff x="980608" y="1870075"/>
              <a:chExt cx="3374889" cy="369332"/>
            </a:xfrm>
          </p:grpSpPr>
          <p:grpSp>
            <p:nvGrpSpPr>
              <p:cNvPr id="56342" name="组合 73"/>
              <p:cNvGrpSpPr>
                <a:grpSpLocks/>
              </p:cNvGrpSpPr>
              <p:nvPr/>
            </p:nvGrpSpPr>
            <p:grpSpPr bwMode="auto">
              <a:xfrm>
                <a:off x="980608" y="1948657"/>
                <a:ext cx="216000" cy="216443"/>
                <a:chOff x="980608" y="2248535"/>
                <a:chExt cx="216000" cy="216443"/>
              </a:xfrm>
            </p:grpSpPr>
            <p:sp>
              <p:nvSpPr>
                <p:cNvPr id="56344"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45"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6343" name="文本框 74"/>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6341" name="矩形 72"/>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56325" name="组合 77"/>
          <p:cNvGrpSpPr>
            <a:grpSpLocks/>
          </p:cNvGrpSpPr>
          <p:nvPr/>
        </p:nvGrpSpPr>
        <p:grpSpPr bwMode="auto">
          <a:xfrm>
            <a:off x="8321675" y="2058988"/>
            <a:ext cx="3375025" cy="1304925"/>
            <a:chOff x="1230207" y="2124531"/>
            <a:chExt cx="3374889" cy="1239110"/>
          </a:xfrm>
        </p:grpSpPr>
        <p:grpSp>
          <p:nvGrpSpPr>
            <p:cNvPr id="56334" name="组合 78"/>
            <p:cNvGrpSpPr>
              <a:grpSpLocks/>
            </p:cNvGrpSpPr>
            <p:nvPr/>
          </p:nvGrpSpPr>
          <p:grpSpPr bwMode="auto">
            <a:xfrm>
              <a:off x="1230207" y="2124531"/>
              <a:ext cx="3374889" cy="369332"/>
              <a:chOff x="980608" y="1870075"/>
              <a:chExt cx="3374889" cy="369332"/>
            </a:xfrm>
          </p:grpSpPr>
          <p:grpSp>
            <p:nvGrpSpPr>
              <p:cNvPr id="56336" name="组合 80"/>
              <p:cNvGrpSpPr>
                <a:grpSpLocks/>
              </p:cNvGrpSpPr>
              <p:nvPr/>
            </p:nvGrpSpPr>
            <p:grpSpPr bwMode="auto">
              <a:xfrm>
                <a:off x="980608" y="1948657"/>
                <a:ext cx="216000" cy="216443"/>
                <a:chOff x="980608" y="2248535"/>
                <a:chExt cx="216000" cy="216443"/>
              </a:xfrm>
            </p:grpSpPr>
            <p:sp>
              <p:nvSpPr>
                <p:cNvPr id="56338"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39"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6337" name="文本框 81"/>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6335" name="矩形 79"/>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56326" name="组合 84"/>
          <p:cNvGrpSpPr>
            <a:grpSpLocks/>
          </p:cNvGrpSpPr>
          <p:nvPr/>
        </p:nvGrpSpPr>
        <p:grpSpPr bwMode="auto">
          <a:xfrm>
            <a:off x="8321675" y="4581525"/>
            <a:ext cx="3375025" cy="1304925"/>
            <a:chOff x="1230207" y="2124531"/>
            <a:chExt cx="3374889" cy="1239110"/>
          </a:xfrm>
        </p:grpSpPr>
        <p:grpSp>
          <p:nvGrpSpPr>
            <p:cNvPr id="56328" name="组合 85"/>
            <p:cNvGrpSpPr>
              <a:grpSpLocks/>
            </p:cNvGrpSpPr>
            <p:nvPr/>
          </p:nvGrpSpPr>
          <p:grpSpPr bwMode="auto">
            <a:xfrm>
              <a:off x="1230207" y="2124531"/>
              <a:ext cx="3374889" cy="369332"/>
              <a:chOff x="980608" y="1870075"/>
              <a:chExt cx="3374889" cy="369332"/>
            </a:xfrm>
          </p:grpSpPr>
          <p:grpSp>
            <p:nvGrpSpPr>
              <p:cNvPr id="56330" name="组合 87"/>
              <p:cNvGrpSpPr>
                <a:grpSpLocks/>
              </p:cNvGrpSpPr>
              <p:nvPr/>
            </p:nvGrpSpPr>
            <p:grpSpPr bwMode="auto">
              <a:xfrm>
                <a:off x="980608" y="1948657"/>
                <a:ext cx="216000" cy="216443"/>
                <a:chOff x="980608" y="2248535"/>
                <a:chExt cx="216000" cy="216443"/>
              </a:xfrm>
            </p:grpSpPr>
            <p:sp>
              <p:nvSpPr>
                <p:cNvPr id="56332"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6333"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6331" name="文本框 88"/>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6329" name="矩形 86"/>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sp>
        <p:nvSpPr>
          <p:cNvPr id="56327"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Click="0" advTm="3824"/>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4176713" y="2022475"/>
            <a:ext cx="3838575" cy="3822700"/>
            <a:chOff x="4176708" y="2023031"/>
            <a:chExt cx="3838586" cy="3821589"/>
          </a:xfrm>
        </p:grpSpPr>
        <p:sp>
          <p:nvSpPr>
            <p:cNvPr id="57376" name="任意多边形 55"/>
            <p:cNvSpPr>
              <a:spLocks/>
            </p:cNvSpPr>
            <p:nvPr/>
          </p:nvSpPr>
          <p:spPr bwMode="auto">
            <a:xfrm>
              <a:off x="6834363" y="3952240"/>
              <a:ext cx="168167" cy="85367"/>
            </a:xfrm>
            <a:custGeom>
              <a:avLst/>
              <a:gdLst>
                <a:gd name="T0" fmla="*/ 6747 w 168167"/>
                <a:gd name="T1" fmla="*/ 0 h 85367"/>
                <a:gd name="T2" fmla="*/ 163674 w 168167"/>
                <a:gd name="T3" fmla="*/ 0 h 85367"/>
                <a:gd name="T4" fmla="*/ 168167 w 168167"/>
                <a:gd name="T5" fmla="*/ 85367 h 85367"/>
                <a:gd name="T6" fmla="*/ 0 w 168167"/>
                <a:gd name="T7" fmla="*/ 85367 h 8536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68167" h="85367">
                  <a:moveTo>
                    <a:pt x="6747" y="0"/>
                  </a:moveTo>
                  <a:cubicBezTo>
                    <a:pt x="163674" y="0"/>
                    <a:pt x="163674" y="0"/>
                    <a:pt x="163674" y="0"/>
                  </a:cubicBezTo>
                  <a:lnTo>
                    <a:pt x="168167" y="85367"/>
                  </a:lnTo>
                  <a:lnTo>
                    <a:pt x="0" y="85367"/>
                  </a:lnTo>
                  <a:lnTo>
                    <a:pt x="6747" y="0"/>
                  </a:lnTo>
                  <a:close/>
                </a:path>
              </a:pathLst>
            </a:custGeom>
            <a:solidFill>
              <a:srgbClr val="CF3C27"/>
            </a:solidFill>
            <a:ln>
              <a:noFill/>
            </a:ln>
            <a:extLst>
              <a:ext uri="{91240B29-F687-4F45-9708-019B960494DF}">
                <a14:hiddenLine xmlns:a14="http://schemas.microsoft.com/office/drawing/2010/main" w="23813" cap="flat">
                  <a:solidFill>
                    <a:srgbClr val="000000"/>
                  </a:solidFill>
                  <a:prstDash val="solid"/>
                  <a:miter lim="800000"/>
                  <a:headEnd/>
                  <a:tailEnd/>
                </a14:hiddenLine>
              </a:ext>
            </a:extLst>
          </p:spPr>
          <p:txBody>
            <a:bodyPr/>
            <a:lstStyle/>
            <a:p>
              <a:endParaRPr lang="zh-CN" altLang="en-US"/>
            </a:p>
          </p:txBody>
        </p:sp>
        <p:sp>
          <p:nvSpPr>
            <p:cNvPr id="57377" name="Freeform 7"/>
            <p:cNvSpPr>
              <a:spLocks/>
            </p:cNvSpPr>
            <p:nvPr/>
          </p:nvSpPr>
          <p:spPr bwMode="auto">
            <a:xfrm>
              <a:off x="4379261" y="2023031"/>
              <a:ext cx="1978784" cy="1725239"/>
            </a:xfrm>
            <a:custGeom>
              <a:avLst/>
              <a:gdLst>
                <a:gd name="T0" fmla="*/ 1890891 w 833"/>
                <a:gd name="T1" fmla="*/ 1059858 h 726"/>
                <a:gd name="T2" fmla="*/ 1620085 w 833"/>
                <a:gd name="T3" fmla="*/ 1102632 h 726"/>
                <a:gd name="T4" fmla="*/ 1068971 w 833"/>
                <a:gd name="T5" fmla="*/ 1725239 h 726"/>
                <a:gd name="T6" fmla="*/ 1068971 w 833"/>
                <a:gd name="T7" fmla="*/ 1725239 h 726"/>
                <a:gd name="T8" fmla="*/ 2375 w 833"/>
                <a:gd name="T9" fmla="*/ 1725239 h 726"/>
                <a:gd name="T10" fmla="*/ 0 w 833"/>
                <a:gd name="T11" fmla="*/ 1725239 h 726"/>
                <a:gd name="T12" fmla="*/ 1280390 w 833"/>
                <a:gd name="T13" fmla="*/ 102184 h 726"/>
                <a:gd name="T14" fmla="*/ 1886140 w 833"/>
                <a:gd name="T15" fmla="*/ 0 h 726"/>
                <a:gd name="T16" fmla="*/ 1964531 w 833"/>
                <a:gd name="T17" fmla="*/ 2376 h 726"/>
                <a:gd name="T18" fmla="*/ 1964531 w 833"/>
                <a:gd name="T19" fmla="*/ 1057481 h 726"/>
                <a:gd name="T20" fmla="*/ 1933650 w 833"/>
                <a:gd name="T21" fmla="*/ 1059858 h 726"/>
                <a:gd name="T22" fmla="*/ 1890891 w 833"/>
                <a:gd name="T23" fmla="*/ 1059858 h 72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833" h="726">
                  <a:moveTo>
                    <a:pt x="796" y="446"/>
                  </a:moveTo>
                  <a:cubicBezTo>
                    <a:pt x="758" y="446"/>
                    <a:pt x="720" y="452"/>
                    <a:pt x="682" y="464"/>
                  </a:cubicBezTo>
                  <a:cubicBezTo>
                    <a:pt x="559" y="506"/>
                    <a:pt x="475" y="608"/>
                    <a:pt x="450" y="726"/>
                  </a:cubicBezTo>
                  <a:cubicBezTo>
                    <a:pt x="450" y="726"/>
                    <a:pt x="450" y="726"/>
                    <a:pt x="450" y="726"/>
                  </a:cubicBezTo>
                  <a:cubicBezTo>
                    <a:pt x="1" y="726"/>
                    <a:pt x="1" y="726"/>
                    <a:pt x="1" y="726"/>
                  </a:cubicBezTo>
                  <a:cubicBezTo>
                    <a:pt x="0" y="726"/>
                    <a:pt x="0" y="726"/>
                    <a:pt x="0" y="726"/>
                  </a:cubicBezTo>
                  <a:cubicBezTo>
                    <a:pt x="28" y="421"/>
                    <a:pt x="231" y="147"/>
                    <a:pt x="539" y="43"/>
                  </a:cubicBezTo>
                  <a:cubicBezTo>
                    <a:pt x="623" y="14"/>
                    <a:pt x="709" y="0"/>
                    <a:pt x="794" y="0"/>
                  </a:cubicBezTo>
                  <a:cubicBezTo>
                    <a:pt x="797" y="0"/>
                    <a:pt x="828" y="0"/>
                    <a:pt x="827" y="1"/>
                  </a:cubicBezTo>
                  <a:cubicBezTo>
                    <a:pt x="827" y="445"/>
                    <a:pt x="827" y="445"/>
                    <a:pt x="827" y="445"/>
                  </a:cubicBezTo>
                  <a:cubicBezTo>
                    <a:pt x="833" y="445"/>
                    <a:pt x="808" y="445"/>
                    <a:pt x="814" y="446"/>
                  </a:cubicBezTo>
                  <a:cubicBezTo>
                    <a:pt x="796" y="446"/>
                    <a:pt x="796" y="446"/>
                    <a:pt x="796" y="446"/>
                  </a:cubicBezTo>
                  <a:close/>
                </a:path>
              </a:pathLst>
            </a:custGeom>
            <a:solidFill>
              <a:schemeClr val="accent1"/>
            </a:solidFill>
            <a:ln>
              <a:noFill/>
            </a:ln>
            <a:extLst>
              <a:ext uri="{91240B29-F687-4F45-9708-019B960494DF}">
                <a14:hiddenLine xmlns:a14="http://schemas.microsoft.com/office/drawing/2010/main" w="23813" cap="flat">
                  <a:solidFill>
                    <a:srgbClr val="000000"/>
                  </a:solidFill>
                  <a:prstDash val="solid"/>
                  <a:miter lim="800000"/>
                  <a:headEnd/>
                  <a:tailEnd/>
                </a14:hiddenLine>
              </a:ext>
            </a:extLst>
          </p:spPr>
          <p:txBody>
            <a:bodyPr/>
            <a:lstStyle/>
            <a:p>
              <a:endParaRPr lang="zh-CN" altLang="en-US"/>
            </a:p>
          </p:txBody>
        </p:sp>
        <p:sp>
          <p:nvSpPr>
            <p:cNvPr id="42" name="任意多边形 41"/>
            <p:cNvSpPr>
              <a:spLocks/>
            </p:cNvSpPr>
            <p:nvPr/>
          </p:nvSpPr>
          <p:spPr bwMode="auto">
            <a:xfrm>
              <a:off x="4339972" y="3500639"/>
              <a:ext cx="1174315" cy="287731"/>
            </a:xfrm>
            <a:custGeom>
              <a:avLst/>
              <a:gdLst>
                <a:gd name="connsiteX0" fmla="*/ 1174010 w 1174315"/>
                <a:gd name="connsiteY0" fmla="*/ 141172 h 287731"/>
                <a:gd name="connsiteX1" fmla="*/ 1174315 w 1174315"/>
                <a:gd name="connsiteY1" fmla="*/ 141259 h 287731"/>
                <a:gd name="connsiteX2" fmla="*/ 1173196 w 1174315"/>
                <a:gd name="connsiteY2" fmla="*/ 143012 h 287731"/>
                <a:gd name="connsiteX3" fmla="*/ 46747 w 1174315"/>
                <a:gd name="connsiteY3" fmla="*/ 0 h 287731"/>
                <a:gd name="connsiteX4" fmla="*/ 64332 w 1174315"/>
                <a:gd name="connsiteY4" fmla="*/ 0 h 287731"/>
                <a:gd name="connsiteX5" fmla="*/ 1170420 w 1174315"/>
                <a:gd name="connsiteY5" fmla="*/ 147364 h 287731"/>
                <a:gd name="connsiteX6" fmla="*/ 1173196 w 1174315"/>
                <a:gd name="connsiteY6" fmla="*/ 143012 h 287731"/>
                <a:gd name="connsiteX7" fmla="*/ 1154831 w 1174315"/>
                <a:gd name="connsiteY7" fmla="*/ 184564 h 287731"/>
                <a:gd name="connsiteX8" fmla="*/ 1124588 w 1174315"/>
                <a:gd name="connsiteY8" fmla="*/ 287731 h 287731"/>
                <a:gd name="connsiteX9" fmla="*/ 2500 w 1174315"/>
                <a:gd name="connsiteY9" fmla="*/ 287731 h 287731"/>
                <a:gd name="connsiteX10" fmla="*/ 0 w 1174315"/>
                <a:gd name="connsiteY10" fmla="*/ 287731 h 287731"/>
                <a:gd name="connsiteX11" fmla="*/ 33927 w 1174315"/>
                <a:gd name="connsiteY11" fmla="*/ 50753 h 28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4315" h="287731">
                  <a:moveTo>
                    <a:pt x="1174010" y="141172"/>
                  </a:moveTo>
                  <a:lnTo>
                    <a:pt x="1174315" y="141259"/>
                  </a:lnTo>
                  <a:lnTo>
                    <a:pt x="1173196" y="143012"/>
                  </a:lnTo>
                  <a:close/>
                  <a:moveTo>
                    <a:pt x="46747" y="0"/>
                  </a:moveTo>
                  <a:lnTo>
                    <a:pt x="64332" y="0"/>
                  </a:lnTo>
                  <a:lnTo>
                    <a:pt x="1170420" y="147364"/>
                  </a:lnTo>
                  <a:lnTo>
                    <a:pt x="1173196" y="143012"/>
                  </a:lnTo>
                  <a:lnTo>
                    <a:pt x="1154831" y="184564"/>
                  </a:lnTo>
                  <a:cubicBezTo>
                    <a:pt x="1142512" y="218223"/>
                    <a:pt x="1132398" y="252680"/>
                    <a:pt x="1124588" y="287731"/>
                  </a:cubicBezTo>
                  <a:lnTo>
                    <a:pt x="2500" y="287731"/>
                  </a:lnTo>
                  <a:lnTo>
                    <a:pt x="0" y="287731"/>
                  </a:lnTo>
                  <a:cubicBezTo>
                    <a:pt x="7654" y="208457"/>
                    <a:pt x="18739" y="129171"/>
                    <a:pt x="33927" y="50753"/>
                  </a:cubicBezTo>
                  <a:close/>
                </a:path>
              </a:pathLst>
            </a:custGeom>
            <a:solidFill>
              <a:schemeClr val="accent1">
                <a:lumMod val="7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prstClr val="white"/>
                </a:solidFill>
              </a:endParaRPr>
            </a:p>
          </p:txBody>
        </p:sp>
        <p:grpSp>
          <p:nvGrpSpPr>
            <p:cNvPr id="57381" name="组合 2048"/>
            <p:cNvGrpSpPr>
              <a:grpSpLocks/>
            </p:cNvGrpSpPr>
            <p:nvPr/>
          </p:nvGrpSpPr>
          <p:grpSpPr bwMode="auto">
            <a:xfrm>
              <a:off x="4176708" y="3653367"/>
              <a:ext cx="1961624" cy="2094970"/>
              <a:chOff x="4176708" y="3653367"/>
              <a:chExt cx="1961624" cy="2094970"/>
            </a:xfrm>
          </p:grpSpPr>
          <p:sp>
            <p:nvSpPr>
              <p:cNvPr id="11" name="Freeform 12"/>
              <p:cNvSpPr>
                <a:spLocks/>
              </p:cNvSpPr>
              <p:nvPr/>
            </p:nvSpPr>
            <p:spPr bwMode="auto">
              <a:xfrm>
                <a:off x="4176708" y="3652920"/>
                <a:ext cx="1931993" cy="2048866"/>
              </a:xfrm>
              <a:custGeom>
                <a:avLst/>
                <a:gdLst>
                  <a:gd name="T0" fmla="*/ 455 w 813"/>
                  <a:gd name="T1" fmla="*/ 46 h 862"/>
                  <a:gd name="T2" fmla="*/ 474 w 813"/>
                  <a:gd name="T3" fmla="*/ 163 h 862"/>
                  <a:gd name="T4" fmla="*/ 813 w 813"/>
                  <a:gd name="T5" fmla="*/ 407 h 862"/>
                  <a:gd name="T6" fmla="*/ 813 w 813"/>
                  <a:gd name="T7" fmla="*/ 862 h 862"/>
                  <a:gd name="T8" fmla="*/ 0 w 813"/>
                  <a:gd name="T9" fmla="*/ 48 h 862"/>
                  <a:gd name="T10" fmla="*/ 0 w 813"/>
                  <a:gd name="T11" fmla="*/ 0 h 862"/>
                  <a:gd name="T12" fmla="*/ 455 w 813"/>
                  <a:gd name="T13" fmla="*/ 0 h 862"/>
                  <a:gd name="T14" fmla="*/ 455 w 813"/>
                  <a:gd name="T15" fmla="*/ 46 h 862"/>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813" h="862">
                    <a:moveTo>
                      <a:pt x="455" y="46"/>
                    </a:moveTo>
                    <a:cubicBezTo>
                      <a:pt x="455" y="85"/>
                      <a:pt x="461" y="124"/>
                      <a:pt x="474" y="163"/>
                    </a:cubicBezTo>
                    <a:cubicBezTo>
                      <a:pt x="524" y="312"/>
                      <a:pt x="664" y="407"/>
                      <a:pt x="813" y="407"/>
                    </a:cubicBezTo>
                    <a:cubicBezTo>
                      <a:pt x="813" y="862"/>
                      <a:pt x="813" y="862"/>
                      <a:pt x="813" y="862"/>
                    </a:cubicBezTo>
                    <a:cubicBezTo>
                      <a:pt x="397" y="861"/>
                      <a:pt x="10" y="451"/>
                      <a:pt x="0" y="48"/>
                    </a:cubicBezTo>
                    <a:cubicBezTo>
                      <a:pt x="0" y="0"/>
                      <a:pt x="0" y="0"/>
                      <a:pt x="0" y="0"/>
                    </a:cubicBezTo>
                    <a:cubicBezTo>
                      <a:pt x="455" y="0"/>
                      <a:pt x="455" y="0"/>
                      <a:pt x="455" y="0"/>
                    </a:cubicBezTo>
                    <a:cubicBezTo>
                      <a:pt x="455" y="46"/>
                      <a:pt x="455" y="46"/>
                      <a:pt x="455" y="46"/>
                    </a:cubicBezTo>
                    <a:close/>
                  </a:path>
                </a:pathLst>
              </a:custGeom>
              <a:solidFill>
                <a:schemeClr val="accent4"/>
              </a:solidFill>
              <a:ln w="23813" cap="flat">
                <a:noFill/>
                <a:prstDash val="solid"/>
                <a:miter lim="800000"/>
                <a:headEnd/>
                <a:tailEnd/>
              </a:ln>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49" name="任意多边形 48"/>
              <p:cNvSpPr>
                <a:spLocks/>
              </p:cNvSpPr>
              <p:nvPr/>
            </p:nvSpPr>
            <p:spPr bwMode="auto">
              <a:xfrm rot="5400000" flipH="1" flipV="1">
                <a:off x="5361872" y="4971876"/>
                <a:ext cx="1182854" cy="370067"/>
              </a:xfrm>
              <a:custGeom>
                <a:avLst/>
                <a:gdLst>
                  <a:gd name="connsiteX0" fmla="*/ 1174010 w 1174315"/>
                  <a:gd name="connsiteY0" fmla="*/ 141172 h 287731"/>
                  <a:gd name="connsiteX1" fmla="*/ 1174315 w 1174315"/>
                  <a:gd name="connsiteY1" fmla="*/ 141259 h 287731"/>
                  <a:gd name="connsiteX2" fmla="*/ 1173196 w 1174315"/>
                  <a:gd name="connsiteY2" fmla="*/ 143012 h 287731"/>
                  <a:gd name="connsiteX3" fmla="*/ 46747 w 1174315"/>
                  <a:gd name="connsiteY3" fmla="*/ 0 h 287731"/>
                  <a:gd name="connsiteX4" fmla="*/ 64332 w 1174315"/>
                  <a:gd name="connsiteY4" fmla="*/ 0 h 287731"/>
                  <a:gd name="connsiteX5" fmla="*/ 1170420 w 1174315"/>
                  <a:gd name="connsiteY5" fmla="*/ 147364 h 287731"/>
                  <a:gd name="connsiteX6" fmla="*/ 1173196 w 1174315"/>
                  <a:gd name="connsiteY6" fmla="*/ 143012 h 287731"/>
                  <a:gd name="connsiteX7" fmla="*/ 1154831 w 1174315"/>
                  <a:gd name="connsiteY7" fmla="*/ 184564 h 287731"/>
                  <a:gd name="connsiteX8" fmla="*/ 1124588 w 1174315"/>
                  <a:gd name="connsiteY8" fmla="*/ 287731 h 287731"/>
                  <a:gd name="connsiteX9" fmla="*/ 2500 w 1174315"/>
                  <a:gd name="connsiteY9" fmla="*/ 287731 h 287731"/>
                  <a:gd name="connsiteX10" fmla="*/ 0 w 1174315"/>
                  <a:gd name="connsiteY10" fmla="*/ 287731 h 287731"/>
                  <a:gd name="connsiteX11" fmla="*/ 33927 w 1174315"/>
                  <a:gd name="connsiteY11" fmla="*/ 50753 h 28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4315" h="287731">
                    <a:moveTo>
                      <a:pt x="1174010" y="141172"/>
                    </a:moveTo>
                    <a:lnTo>
                      <a:pt x="1174315" y="141259"/>
                    </a:lnTo>
                    <a:lnTo>
                      <a:pt x="1173196" y="143012"/>
                    </a:lnTo>
                    <a:close/>
                    <a:moveTo>
                      <a:pt x="46747" y="0"/>
                    </a:moveTo>
                    <a:lnTo>
                      <a:pt x="64332" y="0"/>
                    </a:lnTo>
                    <a:lnTo>
                      <a:pt x="1170420" y="147364"/>
                    </a:lnTo>
                    <a:lnTo>
                      <a:pt x="1173196" y="143012"/>
                    </a:lnTo>
                    <a:lnTo>
                      <a:pt x="1154831" y="184564"/>
                    </a:lnTo>
                    <a:cubicBezTo>
                      <a:pt x="1142512" y="218223"/>
                      <a:pt x="1132398" y="252680"/>
                      <a:pt x="1124588" y="287731"/>
                    </a:cubicBezTo>
                    <a:lnTo>
                      <a:pt x="2500" y="287731"/>
                    </a:lnTo>
                    <a:lnTo>
                      <a:pt x="0" y="287731"/>
                    </a:lnTo>
                    <a:cubicBezTo>
                      <a:pt x="7654" y="208457"/>
                      <a:pt x="18739" y="129171"/>
                      <a:pt x="33927" y="50753"/>
                    </a:cubicBezTo>
                    <a:close/>
                  </a:path>
                </a:pathLst>
              </a:custGeom>
              <a:solidFill>
                <a:schemeClr val="accent4">
                  <a:lumMod val="7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prstClr val="white"/>
                  </a:solidFill>
                </a:endParaRPr>
              </a:p>
            </p:txBody>
          </p:sp>
        </p:grpSp>
        <p:sp>
          <p:nvSpPr>
            <p:cNvPr id="55" name="任意多边形 54"/>
            <p:cNvSpPr>
              <a:spLocks/>
            </p:cNvSpPr>
            <p:nvPr/>
          </p:nvSpPr>
          <p:spPr bwMode="auto">
            <a:xfrm>
              <a:off x="5972175" y="4036984"/>
              <a:ext cx="1924056" cy="1807636"/>
            </a:xfrm>
            <a:custGeom>
              <a:avLst/>
              <a:gdLst>
                <a:gd name="connsiteX0" fmla="*/ 861106 w 1923542"/>
                <a:gd name="connsiteY0" fmla="*/ 0 h 1807013"/>
                <a:gd name="connsiteX1" fmla="*/ 1029273 w 1923542"/>
                <a:gd name="connsiteY1" fmla="*/ 0 h 1807013"/>
                <a:gd name="connsiteX2" fmla="*/ 1029535 w 1923542"/>
                <a:gd name="connsiteY2" fmla="*/ 4973 h 1807013"/>
                <a:gd name="connsiteX3" fmla="*/ 1923542 w 1923542"/>
                <a:gd name="connsiteY3" fmla="*/ 4973 h 1807013"/>
                <a:gd name="connsiteX4" fmla="*/ 33288 w 1923542"/>
                <a:gd name="connsiteY4" fmla="*/ 1807013 h 1807013"/>
                <a:gd name="connsiteX5" fmla="*/ 0 w 1923542"/>
                <a:gd name="connsiteY5" fmla="*/ 1807013 h 1807013"/>
                <a:gd name="connsiteX6" fmla="*/ 0 w 1923542"/>
                <a:gd name="connsiteY6" fmla="*/ 749087 h 1807013"/>
                <a:gd name="connsiteX7" fmla="*/ 28532 w 1923542"/>
                <a:gd name="connsiteY7" fmla="*/ 749087 h 1807013"/>
                <a:gd name="connsiteX8" fmla="*/ 299588 w 1923542"/>
                <a:gd name="connsiteY8" fmla="*/ 703917 h 1807013"/>
                <a:gd name="connsiteX9" fmla="*/ 857673 w 1923542"/>
                <a:gd name="connsiteY9" fmla="*/ 43424 h 1807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23542" h="1807013">
                  <a:moveTo>
                    <a:pt x="861106" y="0"/>
                  </a:moveTo>
                  <a:lnTo>
                    <a:pt x="1029273" y="0"/>
                  </a:lnTo>
                  <a:lnTo>
                    <a:pt x="1029535" y="4973"/>
                  </a:lnTo>
                  <a:cubicBezTo>
                    <a:pt x="1923542" y="4973"/>
                    <a:pt x="1923542" y="4973"/>
                    <a:pt x="1923542" y="4973"/>
                  </a:cubicBezTo>
                  <a:cubicBezTo>
                    <a:pt x="1875989" y="1012974"/>
                    <a:pt x="1041423" y="1807013"/>
                    <a:pt x="33288" y="1807013"/>
                  </a:cubicBezTo>
                  <a:cubicBezTo>
                    <a:pt x="0" y="1807013"/>
                    <a:pt x="0" y="1807013"/>
                    <a:pt x="0" y="1807013"/>
                  </a:cubicBezTo>
                  <a:cubicBezTo>
                    <a:pt x="0" y="749087"/>
                    <a:pt x="0" y="749087"/>
                    <a:pt x="0" y="749087"/>
                  </a:cubicBezTo>
                  <a:cubicBezTo>
                    <a:pt x="28532" y="749087"/>
                    <a:pt x="28532" y="749087"/>
                    <a:pt x="28532" y="749087"/>
                  </a:cubicBezTo>
                  <a:cubicBezTo>
                    <a:pt x="118884" y="749087"/>
                    <a:pt x="209236" y="734823"/>
                    <a:pt x="299588" y="703917"/>
                  </a:cubicBezTo>
                  <a:cubicBezTo>
                    <a:pt x="603336" y="601988"/>
                    <a:pt x="810603" y="339884"/>
                    <a:pt x="857673" y="43424"/>
                  </a:cubicBezTo>
                  <a:close/>
                </a:path>
              </a:pathLst>
            </a:custGeom>
            <a:solidFill>
              <a:schemeClr val="tx2">
                <a:lumMod val="75000"/>
              </a:schemeClr>
            </a:solidFill>
            <a:ln w="23813" cap="flat">
              <a:noFill/>
              <a:prstDash val="solid"/>
              <a:miter lim="800000"/>
              <a:headEnd/>
              <a:tailEnd/>
            </a:ln>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46" name="任意多边形 45"/>
            <p:cNvSpPr>
              <a:spLocks/>
            </p:cNvSpPr>
            <p:nvPr/>
          </p:nvSpPr>
          <p:spPr bwMode="auto">
            <a:xfrm flipH="1" flipV="1">
              <a:off x="6777310" y="3916665"/>
              <a:ext cx="1179239" cy="287731"/>
            </a:xfrm>
            <a:custGeom>
              <a:avLst/>
              <a:gdLst>
                <a:gd name="connsiteX0" fmla="*/ 1174010 w 1174315"/>
                <a:gd name="connsiteY0" fmla="*/ 141172 h 287731"/>
                <a:gd name="connsiteX1" fmla="*/ 1174315 w 1174315"/>
                <a:gd name="connsiteY1" fmla="*/ 141259 h 287731"/>
                <a:gd name="connsiteX2" fmla="*/ 1173196 w 1174315"/>
                <a:gd name="connsiteY2" fmla="*/ 143012 h 287731"/>
                <a:gd name="connsiteX3" fmla="*/ 46747 w 1174315"/>
                <a:gd name="connsiteY3" fmla="*/ 0 h 287731"/>
                <a:gd name="connsiteX4" fmla="*/ 64332 w 1174315"/>
                <a:gd name="connsiteY4" fmla="*/ 0 h 287731"/>
                <a:gd name="connsiteX5" fmla="*/ 1170420 w 1174315"/>
                <a:gd name="connsiteY5" fmla="*/ 147364 h 287731"/>
                <a:gd name="connsiteX6" fmla="*/ 1173196 w 1174315"/>
                <a:gd name="connsiteY6" fmla="*/ 143012 h 287731"/>
                <a:gd name="connsiteX7" fmla="*/ 1154831 w 1174315"/>
                <a:gd name="connsiteY7" fmla="*/ 184564 h 287731"/>
                <a:gd name="connsiteX8" fmla="*/ 1124588 w 1174315"/>
                <a:gd name="connsiteY8" fmla="*/ 287731 h 287731"/>
                <a:gd name="connsiteX9" fmla="*/ 2500 w 1174315"/>
                <a:gd name="connsiteY9" fmla="*/ 287731 h 287731"/>
                <a:gd name="connsiteX10" fmla="*/ 0 w 1174315"/>
                <a:gd name="connsiteY10" fmla="*/ 287731 h 287731"/>
                <a:gd name="connsiteX11" fmla="*/ 33927 w 1174315"/>
                <a:gd name="connsiteY11" fmla="*/ 50753 h 28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4315" h="287731">
                  <a:moveTo>
                    <a:pt x="1174010" y="141172"/>
                  </a:moveTo>
                  <a:lnTo>
                    <a:pt x="1174315" y="141259"/>
                  </a:lnTo>
                  <a:lnTo>
                    <a:pt x="1173196" y="143012"/>
                  </a:lnTo>
                  <a:close/>
                  <a:moveTo>
                    <a:pt x="46747" y="0"/>
                  </a:moveTo>
                  <a:lnTo>
                    <a:pt x="64332" y="0"/>
                  </a:lnTo>
                  <a:lnTo>
                    <a:pt x="1170420" y="147364"/>
                  </a:lnTo>
                  <a:lnTo>
                    <a:pt x="1173196" y="143012"/>
                  </a:lnTo>
                  <a:lnTo>
                    <a:pt x="1154831" y="184564"/>
                  </a:lnTo>
                  <a:cubicBezTo>
                    <a:pt x="1142512" y="218223"/>
                    <a:pt x="1132398" y="252680"/>
                    <a:pt x="1124588" y="287731"/>
                  </a:cubicBezTo>
                  <a:lnTo>
                    <a:pt x="2500" y="287731"/>
                  </a:lnTo>
                  <a:lnTo>
                    <a:pt x="0" y="287731"/>
                  </a:lnTo>
                  <a:cubicBezTo>
                    <a:pt x="7654" y="208457"/>
                    <a:pt x="18739" y="129171"/>
                    <a:pt x="33927" y="50753"/>
                  </a:cubicBezTo>
                  <a:close/>
                </a:path>
              </a:pathLst>
            </a:custGeom>
            <a:solidFill>
              <a:schemeClr val="accent3">
                <a:lumMod val="75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prstClr val="white"/>
                </a:solidFill>
              </a:endParaRPr>
            </a:p>
          </p:txBody>
        </p:sp>
        <p:grpSp>
          <p:nvGrpSpPr>
            <p:cNvPr id="57386" name="组合 2047"/>
            <p:cNvGrpSpPr>
              <a:grpSpLocks/>
            </p:cNvGrpSpPr>
            <p:nvPr/>
          </p:nvGrpSpPr>
          <p:grpSpPr bwMode="auto">
            <a:xfrm>
              <a:off x="6238297" y="2188168"/>
              <a:ext cx="1776997" cy="1854724"/>
              <a:chOff x="6238297" y="2188168"/>
              <a:chExt cx="1776997" cy="1854724"/>
            </a:xfrm>
          </p:grpSpPr>
          <p:sp>
            <p:nvSpPr>
              <p:cNvPr id="57404" name="Freeform 5"/>
              <p:cNvSpPr>
                <a:spLocks/>
              </p:cNvSpPr>
              <p:nvPr/>
            </p:nvSpPr>
            <p:spPr bwMode="auto">
              <a:xfrm>
                <a:off x="6273058" y="2232666"/>
                <a:ext cx="1742236" cy="1810226"/>
              </a:xfrm>
              <a:custGeom>
                <a:avLst/>
                <a:gdLst>
                  <a:gd name="T0" fmla="*/ 729695 w 733"/>
                  <a:gd name="T1" fmla="*/ 1810226 h 762"/>
                  <a:gd name="T2" fmla="*/ 686912 w 733"/>
                  <a:gd name="T3" fmla="*/ 1551283 h 762"/>
                  <a:gd name="T4" fmla="*/ 0 w 733"/>
                  <a:gd name="T5" fmla="*/ 1007265 h 762"/>
                  <a:gd name="T6" fmla="*/ 0 w 733"/>
                  <a:gd name="T7" fmla="*/ 0 h 762"/>
                  <a:gd name="T8" fmla="*/ 1742236 w 733"/>
                  <a:gd name="T9" fmla="*/ 1807850 h 762"/>
                  <a:gd name="T10" fmla="*/ 1742236 w 733"/>
                  <a:gd name="T11" fmla="*/ 1810226 h 762"/>
                  <a:gd name="T12" fmla="*/ 729695 w 733"/>
                  <a:gd name="T13" fmla="*/ 1810226 h 762"/>
                  <a:gd name="T14" fmla="*/ 729695 w 733"/>
                  <a:gd name="T15" fmla="*/ 1810226 h 762"/>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733" h="762">
                    <a:moveTo>
                      <a:pt x="307" y="762"/>
                    </a:moveTo>
                    <a:cubicBezTo>
                      <a:pt x="307" y="726"/>
                      <a:pt x="301" y="689"/>
                      <a:pt x="289" y="653"/>
                    </a:cubicBezTo>
                    <a:cubicBezTo>
                      <a:pt x="241" y="513"/>
                      <a:pt x="140" y="425"/>
                      <a:pt x="0" y="424"/>
                    </a:cubicBezTo>
                    <a:cubicBezTo>
                      <a:pt x="0" y="0"/>
                      <a:pt x="0" y="0"/>
                      <a:pt x="0" y="0"/>
                    </a:cubicBezTo>
                    <a:cubicBezTo>
                      <a:pt x="365" y="0"/>
                      <a:pt x="733" y="393"/>
                      <a:pt x="733" y="761"/>
                    </a:cubicBezTo>
                    <a:cubicBezTo>
                      <a:pt x="733" y="762"/>
                      <a:pt x="733" y="762"/>
                      <a:pt x="733" y="762"/>
                    </a:cubicBezTo>
                    <a:cubicBezTo>
                      <a:pt x="307" y="762"/>
                      <a:pt x="307" y="762"/>
                      <a:pt x="307" y="762"/>
                    </a:cubicBezTo>
                    <a:cubicBezTo>
                      <a:pt x="307" y="762"/>
                      <a:pt x="307" y="762"/>
                      <a:pt x="307" y="762"/>
                    </a:cubicBezTo>
                    <a:close/>
                  </a:path>
                </a:pathLst>
              </a:custGeom>
              <a:solidFill>
                <a:schemeClr val="accent2"/>
              </a:solidFill>
              <a:ln>
                <a:noFill/>
              </a:ln>
              <a:extLst>
                <a:ext uri="{91240B29-F687-4F45-9708-019B960494DF}">
                  <a14:hiddenLine xmlns:a14="http://schemas.microsoft.com/office/drawing/2010/main" w="23813" cap="flat">
                    <a:solidFill>
                      <a:srgbClr val="000000"/>
                    </a:solidFill>
                    <a:prstDash val="solid"/>
                    <a:miter lim="800000"/>
                    <a:headEnd/>
                    <a:tailEnd/>
                  </a14:hiddenLine>
                </a:ext>
              </a:extLst>
            </p:spPr>
            <p:txBody>
              <a:bodyPr/>
              <a:lstStyle/>
              <a:p>
                <a:endParaRPr lang="zh-CN" altLang="en-US"/>
              </a:p>
            </p:txBody>
          </p:sp>
          <p:sp>
            <p:nvSpPr>
              <p:cNvPr id="43" name="任意多边形 42"/>
              <p:cNvSpPr>
                <a:spLocks/>
              </p:cNvSpPr>
              <p:nvPr/>
            </p:nvSpPr>
            <p:spPr bwMode="auto">
              <a:xfrm rot="5400000">
                <a:off x="5826040" y="2600425"/>
                <a:ext cx="1112245" cy="287731"/>
              </a:xfrm>
              <a:custGeom>
                <a:avLst/>
                <a:gdLst>
                  <a:gd name="connsiteX0" fmla="*/ 1174010 w 1174315"/>
                  <a:gd name="connsiteY0" fmla="*/ 141172 h 287731"/>
                  <a:gd name="connsiteX1" fmla="*/ 1174315 w 1174315"/>
                  <a:gd name="connsiteY1" fmla="*/ 141259 h 287731"/>
                  <a:gd name="connsiteX2" fmla="*/ 1173196 w 1174315"/>
                  <a:gd name="connsiteY2" fmla="*/ 143012 h 287731"/>
                  <a:gd name="connsiteX3" fmla="*/ 46747 w 1174315"/>
                  <a:gd name="connsiteY3" fmla="*/ 0 h 287731"/>
                  <a:gd name="connsiteX4" fmla="*/ 64332 w 1174315"/>
                  <a:gd name="connsiteY4" fmla="*/ 0 h 287731"/>
                  <a:gd name="connsiteX5" fmla="*/ 1170420 w 1174315"/>
                  <a:gd name="connsiteY5" fmla="*/ 147364 h 287731"/>
                  <a:gd name="connsiteX6" fmla="*/ 1173196 w 1174315"/>
                  <a:gd name="connsiteY6" fmla="*/ 143012 h 287731"/>
                  <a:gd name="connsiteX7" fmla="*/ 1154831 w 1174315"/>
                  <a:gd name="connsiteY7" fmla="*/ 184564 h 287731"/>
                  <a:gd name="connsiteX8" fmla="*/ 1124588 w 1174315"/>
                  <a:gd name="connsiteY8" fmla="*/ 287731 h 287731"/>
                  <a:gd name="connsiteX9" fmla="*/ 2500 w 1174315"/>
                  <a:gd name="connsiteY9" fmla="*/ 287731 h 287731"/>
                  <a:gd name="connsiteX10" fmla="*/ 0 w 1174315"/>
                  <a:gd name="connsiteY10" fmla="*/ 287731 h 287731"/>
                  <a:gd name="connsiteX11" fmla="*/ 33927 w 1174315"/>
                  <a:gd name="connsiteY11" fmla="*/ 50753 h 28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74315" h="287731">
                    <a:moveTo>
                      <a:pt x="1174010" y="141172"/>
                    </a:moveTo>
                    <a:lnTo>
                      <a:pt x="1174315" y="141259"/>
                    </a:lnTo>
                    <a:lnTo>
                      <a:pt x="1173196" y="143012"/>
                    </a:lnTo>
                    <a:close/>
                    <a:moveTo>
                      <a:pt x="46747" y="0"/>
                    </a:moveTo>
                    <a:lnTo>
                      <a:pt x="64332" y="0"/>
                    </a:lnTo>
                    <a:lnTo>
                      <a:pt x="1170420" y="147364"/>
                    </a:lnTo>
                    <a:lnTo>
                      <a:pt x="1173196" y="143012"/>
                    </a:lnTo>
                    <a:lnTo>
                      <a:pt x="1154831" y="184564"/>
                    </a:lnTo>
                    <a:cubicBezTo>
                      <a:pt x="1142512" y="218223"/>
                      <a:pt x="1132398" y="252680"/>
                      <a:pt x="1124588" y="287731"/>
                    </a:cubicBezTo>
                    <a:lnTo>
                      <a:pt x="2500" y="287731"/>
                    </a:lnTo>
                    <a:lnTo>
                      <a:pt x="0" y="287731"/>
                    </a:lnTo>
                    <a:cubicBezTo>
                      <a:pt x="7654" y="208457"/>
                      <a:pt x="18739" y="129171"/>
                      <a:pt x="33927" y="50753"/>
                    </a:cubicBezTo>
                    <a:close/>
                  </a:path>
                </a:pathLst>
              </a:custGeom>
              <a:solidFill>
                <a:schemeClr val="accent2">
                  <a:lumMod val="50000"/>
                </a:schemeClr>
              </a:soli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a:solidFill>
                    <a:prstClr val="white"/>
                  </a:solidFill>
                </a:endParaRPr>
              </a:p>
            </p:txBody>
          </p:sp>
        </p:grpSp>
        <p:sp>
          <p:nvSpPr>
            <p:cNvPr id="57387" name="Freeform 7"/>
            <p:cNvSpPr>
              <a:spLocks/>
            </p:cNvSpPr>
            <p:nvPr/>
          </p:nvSpPr>
          <p:spPr bwMode="auto">
            <a:xfrm>
              <a:off x="4498729" y="2025446"/>
              <a:ext cx="1846059" cy="1388359"/>
            </a:xfrm>
            <a:custGeom>
              <a:avLst/>
              <a:gdLst>
                <a:gd name="T0" fmla="*/ 1770246 w 10154"/>
                <a:gd name="T1" fmla="*/ 1057464 h 8916"/>
                <a:gd name="T2" fmla="*/ 1499173 w 10154"/>
                <a:gd name="T3" fmla="*/ 1100130 h 8916"/>
                <a:gd name="T4" fmla="*/ 633958 w 10154"/>
                <a:gd name="T5" fmla="*/ 1272818 h 8916"/>
                <a:gd name="T6" fmla="*/ 43452 w 10154"/>
                <a:gd name="T7" fmla="*/ 1291971 h 8916"/>
                <a:gd name="T8" fmla="*/ 1843877 w 10154"/>
                <a:gd name="T9" fmla="*/ 0 h 8916"/>
                <a:gd name="T10" fmla="*/ 1843877 w 10154"/>
                <a:gd name="T11" fmla="*/ 1054816 h 8916"/>
                <a:gd name="T12" fmla="*/ 1812970 w 10154"/>
                <a:gd name="T13" fmla="*/ 1057464 h 8916"/>
                <a:gd name="T14" fmla="*/ 1770246 w 10154"/>
                <a:gd name="T15" fmla="*/ 1057464 h 8916"/>
                <a:gd name="T16" fmla="*/ 0 60000 65536"/>
                <a:gd name="T17" fmla="*/ 0 60000 65536"/>
                <a:gd name="T18" fmla="*/ 0 60000 65536"/>
                <a:gd name="T19" fmla="*/ 0 60000 65536"/>
                <a:gd name="T20" fmla="*/ 0 60000 65536"/>
                <a:gd name="T21" fmla="*/ 0 60000 65536"/>
                <a:gd name="T22" fmla="*/ 0 60000 65536"/>
                <a:gd name="T23" fmla="*/ 0 60000 655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0" t="0" r="r" b="b"/>
              <a:pathLst>
                <a:path w="10154" h="8916">
                  <a:moveTo>
                    <a:pt x="9737" y="6791"/>
                  </a:moveTo>
                  <a:cubicBezTo>
                    <a:pt x="9241" y="6791"/>
                    <a:pt x="9288" y="6835"/>
                    <a:pt x="8246" y="7065"/>
                  </a:cubicBezTo>
                  <a:cubicBezTo>
                    <a:pt x="7204" y="7295"/>
                    <a:pt x="4822" y="7968"/>
                    <a:pt x="3487" y="8174"/>
                  </a:cubicBezTo>
                  <a:cubicBezTo>
                    <a:pt x="2153" y="8380"/>
                    <a:pt x="-870" y="9659"/>
                    <a:pt x="239" y="8297"/>
                  </a:cubicBezTo>
                  <a:cubicBezTo>
                    <a:pt x="1348" y="6935"/>
                    <a:pt x="8491" y="254"/>
                    <a:pt x="10142" y="0"/>
                  </a:cubicBezTo>
                  <a:lnTo>
                    <a:pt x="10142" y="6774"/>
                  </a:lnTo>
                  <a:cubicBezTo>
                    <a:pt x="10221" y="6774"/>
                    <a:pt x="9894" y="6774"/>
                    <a:pt x="9972" y="6791"/>
                  </a:cubicBezTo>
                  <a:lnTo>
                    <a:pt x="9737" y="6791"/>
                  </a:lnTo>
                  <a:close/>
                </a:path>
              </a:pathLst>
            </a:custGeom>
            <a:solidFill>
              <a:schemeClr val="accent1"/>
            </a:solidFill>
            <a:ln>
              <a:noFill/>
            </a:ln>
            <a:extLst>
              <a:ext uri="{91240B29-F687-4F45-9708-019B960494DF}">
                <a14:hiddenLine xmlns:a14="http://schemas.microsoft.com/office/drawing/2010/main" w="23813" cap="flat">
                  <a:solidFill>
                    <a:srgbClr val="000000"/>
                  </a:solidFill>
                  <a:prstDash val="solid"/>
                  <a:miter lim="800000"/>
                  <a:headEnd/>
                  <a:tailEnd/>
                </a14:hiddenLine>
              </a:ext>
            </a:extLst>
          </p:spPr>
          <p:txBody>
            <a:bodyPr/>
            <a:lstStyle/>
            <a:p>
              <a:endParaRPr lang="zh-CN" altLang="en-US"/>
            </a:p>
          </p:txBody>
        </p:sp>
        <p:grpSp>
          <p:nvGrpSpPr>
            <p:cNvPr id="63" name="组合 62"/>
            <p:cNvGrpSpPr/>
            <p:nvPr/>
          </p:nvGrpSpPr>
          <p:grpSpPr>
            <a:xfrm>
              <a:off x="5670155" y="3421280"/>
              <a:ext cx="942846" cy="948890"/>
              <a:chOff x="4554538" y="4102100"/>
              <a:chExt cx="495300" cy="498475"/>
            </a:xfrm>
            <a:solidFill>
              <a:srgbClr val="1D495D"/>
            </a:solidFill>
          </p:grpSpPr>
          <p:sp>
            <p:nvSpPr>
              <p:cNvPr id="64" name="Freeform 90"/>
              <p:cNvSpPr>
                <a:spLocks/>
              </p:cNvSpPr>
              <p:nvPr/>
            </p:nvSpPr>
            <p:spPr bwMode="auto">
              <a:xfrm>
                <a:off x="4554538" y="4154487"/>
                <a:ext cx="446088" cy="446088"/>
              </a:xfrm>
              <a:custGeom>
                <a:avLst/>
                <a:gdLst>
                  <a:gd name="T0" fmla="*/ 104 w 208"/>
                  <a:gd name="T1" fmla="*/ 208 h 208"/>
                  <a:gd name="T2" fmla="*/ 208 w 208"/>
                  <a:gd name="T3" fmla="*/ 104 h 208"/>
                  <a:gd name="T4" fmla="*/ 196 w 208"/>
                  <a:gd name="T5" fmla="*/ 55 h 208"/>
                  <a:gd name="T6" fmla="*/ 194 w 208"/>
                  <a:gd name="T7" fmla="*/ 55 h 208"/>
                  <a:gd name="T8" fmla="*/ 192 w 208"/>
                  <a:gd name="T9" fmla="*/ 55 h 208"/>
                  <a:gd name="T10" fmla="*/ 179 w 208"/>
                  <a:gd name="T11" fmla="*/ 54 h 208"/>
                  <a:gd name="T12" fmla="*/ 169 w 208"/>
                  <a:gd name="T13" fmla="*/ 63 h 208"/>
                  <a:gd name="T14" fmla="*/ 181 w 208"/>
                  <a:gd name="T15" fmla="*/ 104 h 208"/>
                  <a:gd name="T16" fmla="*/ 104 w 208"/>
                  <a:gd name="T17" fmla="*/ 180 h 208"/>
                  <a:gd name="T18" fmla="*/ 28 w 208"/>
                  <a:gd name="T19" fmla="*/ 104 h 208"/>
                  <a:gd name="T20" fmla="*/ 104 w 208"/>
                  <a:gd name="T21" fmla="*/ 27 h 208"/>
                  <a:gd name="T22" fmla="*/ 145 w 208"/>
                  <a:gd name="T23" fmla="*/ 39 h 208"/>
                  <a:gd name="T24" fmla="*/ 153 w 208"/>
                  <a:gd name="T25" fmla="*/ 30 h 208"/>
                  <a:gd name="T26" fmla="*/ 152 w 208"/>
                  <a:gd name="T27" fmla="*/ 15 h 208"/>
                  <a:gd name="T28" fmla="*/ 152 w 208"/>
                  <a:gd name="T29" fmla="*/ 11 h 208"/>
                  <a:gd name="T30" fmla="*/ 104 w 208"/>
                  <a:gd name="T31" fmla="*/ 0 h 208"/>
                  <a:gd name="T32" fmla="*/ 0 w 208"/>
                  <a:gd name="T33" fmla="*/ 104 h 208"/>
                  <a:gd name="T34" fmla="*/ 104 w 208"/>
                  <a:gd name="T35" fmla="*/ 208 h 2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208" h="208">
                    <a:moveTo>
                      <a:pt x="104" y="208"/>
                    </a:moveTo>
                    <a:cubicBezTo>
                      <a:pt x="162" y="208"/>
                      <a:pt x="208" y="161"/>
                      <a:pt x="208" y="104"/>
                    </a:cubicBezTo>
                    <a:cubicBezTo>
                      <a:pt x="208" y="86"/>
                      <a:pt x="204" y="69"/>
                      <a:pt x="196" y="55"/>
                    </a:cubicBezTo>
                    <a:cubicBezTo>
                      <a:pt x="195" y="55"/>
                      <a:pt x="194" y="55"/>
                      <a:pt x="194" y="55"/>
                    </a:cubicBezTo>
                    <a:cubicBezTo>
                      <a:pt x="193" y="55"/>
                      <a:pt x="193" y="55"/>
                      <a:pt x="192" y="55"/>
                    </a:cubicBezTo>
                    <a:cubicBezTo>
                      <a:pt x="179" y="54"/>
                      <a:pt x="179" y="54"/>
                      <a:pt x="179" y="54"/>
                    </a:cubicBezTo>
                    <a:cubicBezTo>
                      <a:pt x="169" y="63"/>
                      <a:pt x="169" y="63"/>
                      <a:pt x="169" y="63"/>
                    </a:cubicBezTo>
                    <a:cubicBezTo>
                      <a:pt x="177" y="75"/>
                      <a:pt x="181" y="89"/>
                      <a:pt x="181" y="104"/>
                    </a:cubicBezTo>
                    <a:cubicBezTo>
                      <a:pt x="181" y="146"/>
                      <a:pt x="147" y="180"/>
                      <a:pt x="104" y="180"/>
                    </a:cubicBezTo>
                    <a:cubicBezTo>
                      <a:pt x="62" y="180"/>
                      <a:pt x="28" y="146"/>
                      <a:pt x="28" y="104"/>
                    </a:cubicBezTo>
                    <a:cubicBezTo>
                      <a:pt x="28" y="61"/>
                      <a:pt x="62" y="27"/>
                      <a:pt x="104" y="27"/>
                    </a:cubicBezTo>
                    <a:cubicBezTo>
                      <a:pt x="119" y="27"/>
                      <a:pt x="133" y="31"/>
                      <a:pt x="145" y="39"/>
                    </a:cubicBezTo>
                    <a:cubicBezTo>
                      <a:pt x="153" y="30"/>
                      <a:pt x="153" y="30"/>
                      <a:pt x="153" y="30"/>
                    </a:cubicBezTo>
                    <a:cubicBezTo>
                      <a:pt x="152" y="15"/>
                      <a:pt x="152" y="15"/>
                      <a:pt x="152" y="15"/>
                    </a:cubicBezTo>
                    <a:cubicBezTo>
                      <a:pt x="152" y="14"/>
                      <a:pt x="152" y="12"/>
                      <a:pt x="152" y="11"/>
                    </a:cubicBezTo>
                    <a:cubicBezTo>
                      <a:pt x="138" y="4"/>
                      <a:pt x="121" y="0"/>
                      <a:pt x="104" y="0"/>
                    </a:cubicBezTo>
                    <a:cubicBezTo>
                      <a:pt x="47" y="0"/>
                      <a:pt x="0" y="46"/>
                      <a:pt x="0" y="104"/>
                    </a:cubicBezTo>
                    <a:cubicBezTo>
                      <a:pt x="0" y="161"/>
                      <a:pt x="47" y="208"/>
                      <a:pt x="104" y="20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65" name="Freeform 91"/>
              <p:cNvSpPr>
                <a:spLocks/>
              </p:cNvSpPr>
              <p:nvPr/>
            </p:nvSpPr>
            <p:spPr bwMode="auto">
              <a:xfrm>
                <a:off x="4668838" y="4265612"/>
                <a:ext cx="217488" cy="220663"/>
              </a:xfrm>
              <a:custGeom>
                <a:avLst/>
                <a:gdLst>
                  <a:gd name="T0" fmla="*/ 51 w 102"/>
                  <a:gd name="T1" fmla="*/ 25 h 103"/>
                  <a:gd name="T2" fmla="*/ 53 w 102"/>
                  <a:gd name="T3" fmla="*/ 25 h 103"/>
                  <a:gd name="T4" fmla="*/ 73 w 102"/>
                  <a:gd name="T5" fmla="*/ 6 h 103"/>
                  <a:gd name="T6" fmla="*/ 73 w 102"/>
                  <a:gd name="T7" fmla="*/ 5 h 103"/>
                  <a:gd name="T8" fmla="*/ 51 w 102"/>
                  <a:gd name="T9" fmla="*/ 0 h 103"/>
                  <a:gd name="T10" fmla="*/ 0 w 102"/>
                  <a:gd name="T11" fmla="*/ 52 h 103"/>
                  <a:gd name="T12" fmla="*/ 51 w 102"/>
                  <a:gd name="T13" fmla="*/ 103 h 103"/>
                  <a:gd name="T14" fmla="*/ 102 w 102"/>
                  <a:gd name="T15" fmla="*/ 52 h 103"/>
                  <a:gd name="T16" fmla="*/ 98 w 102"/>
                  <a:gd name="T17" fmla="*/ 30 h 103"/>
                  <a:gd name="T18" fmla="*/ 97 w 102"/>
                  <a:gd name="T19" fmla="*/ 30 h 103"/>
                  <a:gd name="T20" fmla="*/ 78 w 102"/>
                  <a:gd name="T21" fmla="*/ 50 h 103"/>
                  <a:gd name="T22" fmla="*/ 78 w 102"/>
                  <a:gd name="T23" fmla="*/ 52 h 103"/>
                  <a:gd name="T24" fmla="*/ 51 w 102"/>
                  <a:gd name="T25" fmla="*/ 79 h 103"/>
                  <a:gd name="T26" fmla="*/ 24 w 102"/>
                  <a:gd name="T27" fmla="*/ 52 h 103"/>
                  <a:gd name="T28" fmla="*/ 51 w 102"/>
                  <a:gd name="T29" fmla="*/ 25 h 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102" h="103">
                    <a:moveTo>
                      <a:pt x="51" y="25"/>
                    </a:moveTo>
                    <a:cubicBezTo>
                      <a:pt x="52" y="25"/>
                      <a:pt x="53" y="25"/>
                      <a:pt x="53" y="25"/>
                    </a:cubicBezTo>
                    <a:cubicBezTo>
                      <a:pt x="73" y="6"/>
                      <a:pt x="73" y="6"/>
                      <a:pt x="73" y="6"/>
                    </a:cubicBezTo>
                    <a:cubicBezTo>
                      <a:pt x="73" y="5"/>
                      <a:pt x="73" y="5"/>
                      <a:pt x="73" y="5"/>
                    </a:cubicBezTo>
                    <a:cubicBezTo>
                      <a:pt x="66" y="2"/>
                      <a:pt x="59" y="0"/>
                      <a:pt x="51" y="0"/>
                    </a:cubicBezTo>
                    <a:cubicBezTo>
                      <a:pt x="23" y="0"/>
                      <a:pt x="0" y="23"/>
                      <a:pt x="0" y="52"/>
                    </a:cubicBezTo>
                    <a:cubicBezTo>
                      <a:pt x="0" y="80"/>
                      <a:pt x="23" y="103"/>
                      <a:pt x="51" y="103"/>
                    </a:cubicBezTo>
                    <a:cubicBezTo>
                      <a:pt x="80" y="103"/>
                      <a:pt x="102" y="80"/>
                      <a:pt x="102" y="52"/>
                    </a:cubicBezTo>
                    <a:cubicBezTo>
                      <a:pt x="102" y="44"/>
                      <a:pt x="101" y="37"/>
                      <a:pt x="98" y="30"/>
                    </a:cubicBezTo>
                    <a:cubicBezTo>
                      <a:pt x="97" y="30"/>
                      <a:pt x="97" y="30"/>
                      <a:pt x="97" y="30"/>
                    </a:cubicBezTo>
                    <a:cubicBezTo>
                      <a:pt x="78" y="50"/>
                      <a:pt x="78" y="50"/>
                      <a:pt x="78" y="50"/>
                    </a:cubicBezTo>
                    <a:cubicBezTo>
                      <a:pt x="78" y="50"/>
                      <a:pt x="78" y="51"/>
                      <a:pt x="78" y="52"/>
                    </a:cubicBezTo>
                    <a:cubicBezTo>
                      <a:pt x="78" y="67"/>
                      <a:pt x="66" y="79"/>
                      <a:pt x="51" y="79"/>
                    </a:cubicBezTo>
                    <a:cubicBezTo>
                      <a:pt x="36" y="79"/>
                      <a:pt x="24" y="67"/>
                      <a:pt x="24" y="52"/>
                    </a:cubicBezTo>
                    <a:cubicBezTo>
                      <a:pt x="24" y="37"/>
                      <a:pt x="36" y="25"/>
                      <a:pt x="5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sp>
            <p:nvSpPr>
              <p:cNvPr id="66" name="Freeform 92"/>
              <p:cNvSpPr>
                <a:spLocks/>
              </p:cNvSpPr>
              <p:nvPr/>
            </p:nvSpPr>
            <p:spPr bwMode="auto">
              <a:xfrm>
                <a:off x="4776788" y="4102100"/>
                <a:ext cx="273050" cy="273050"/>
              </a:xfrm>
              <a:custGeom>
                <a:avLst/>
                <a:gdLst>
                  <a:gd name="T0" fmla="*/ 107 w 127"/>
                  <a:gd name="T1" fmla="*/ 35 h 127"/>
                  <a:gd name="T2" fmla="*/ 114 w 127"/>
                  <a:gd name="T3" fmla="*/ 29 h 127"/>
                  <a:gd name="T4" fmla="*/ 114 w 127"/>
                  <a:gd name="T5" fmla="*/ 19 h 127"/>
                  <a:gd name="T6" fmla="*/ 109 w 127"/>
                  <a:gd name="T7" fmla="*/ 14 h 127"/>
                  <a:gd name="T8" fmla="*/ 104 w 127"/>
                  <a:gd name="T9" fmla="*/ 12 h 127"/>
                  <a:gd name="T10" fmla="*/ 99 w 127"/>
                  <a:gd name="T11" fmla="*/ 14 h 127"/>
                  <a:gd name="T12" fmla="*/ 92 w 127"/>
                  <a:gd name="T13" fmla="*/ 21 h 127"/>
                  <a:gd name="T14" fmla="*/ 91 w 127"/>
                  <a:gd name="T15" fmla="*/ 3 h 127"/>
                  <a:gd name="T16" fmla="*/ 88 w 127"/>
                  <a:gd name="T17" fmla="*/ 0 h 127"/>
                  <a:gd name="T18" fmla="*/ 87 w 127"/>
                  <a:gd name="T19" fmla="*/ 1 h 127"/>
                  <a:gd name="T20" fmla="*/ 59 w 127"/>
                  <a:gd name="T21" fmla="*/ 29 h 127"/>
                  <a:gd name="T22" fmla="*/ 55 w 127"/>
                  <a:gd name="T23" fmla="*/ 38 h 127"/>
                  <a:gd name="T24" fmla="*/ 55 w 127"/>
                  <a:gd name="T25" fmla="*/ 39 h 127"/>
                  <a:gd name="T26" fmla="*/ 57 w 127"/>
                  <a:gd name="T27" fmla="*/ 57 h 127"/>
                  <a:gd name="T28" fmla="*/ 47 w 127"/>
                  <a:gd name="T29" fmla="*/ 67 h 127"/>
                  <a:gd name="T30" fmla="*/ 29 w 127"/>
                  <a:gd name="T31" fmla="*/ 85 h 127"/>
                  <a:gd name="T32" fmla="*/ 28 w 127"/>
                  <a:gd name="T33" fmla="*/ 85 h 127"/>
                  <a:gd name="T34" fmla="*/ 11 w 127"/>
                  <a:gd name="T35" fmla="*/ 103 h 127"/>
                  <a:gd name="T36" fmla="*/ 3 w 127"/>
                  <a:gd name="T37" fmla="*/ 111 h 127"/>
                  <a:gd name="T38" fmla="*/ 1 w 127"/>
                  <a:gd name="T39" fmla="*/ 114 h 127"/>
                  <a:gd name="T40" fmla="*/ 1 w 127"/>
                  <a:gd name="T41" fmla="*/ 121 h 127"/>
                  <a:gd name="T42" fmla="*/ 7 w 127"/>
                  <a:gd name="T43" fmla="*/ 127 h 127"/>
                  <a:gd name="T44" fmla="*/ 7 w 127"/>
                  <a:gd name="T45" fmla="*/ 127 h 127"/>
                  <a:gd name="T46" fmla="*/ 13 w 127"/>
                  <a:gd name="T47" fmla="*/ 127 h 127"/>
                  <a:gd name="T48" fmla="*/ 17 w 127"/>
                  <a:gd name="T49" fmla="*/ 125 h 127"/>
                  <a:gd name="T50" fmla="*/ 72 w 127"/>
                  <a:gd name="T51" fmla="*/ 70 h 127"/>
                  <a:gd name="T52" fmla="*/ 88 w 127"/>
                  <a:gd name="T53" fmla="*/ 72 h 127"/>
                  <a:gd name="T54" fmla="*/ 89 w 127"/>
                  <a:gd name="T55" fmla="*/ 72 h 127"/>
                  <a:gd name="T56" fmla="*/ 90 w 127"/>
                  <a:gd name="T57" fmla="*/ 72 h 127"/>
                  <a:gd name="T58" fmla="*/ 98 w 127"/>
                  <a:gd name="T59" fmla="*/ 68 h 127"/>
                  <a:gd name="T60" fmla="*/ 126 w 127"/>
                  <a:gd name="T61" fmla="*/ 40 h 127"/>
                  <a:gd name="T62" fmla="*/ 124 w 127"/>
                  <a:gd name="T63" fmla="*/ 36 h 127"/>
                  <a:gd name="T64" fmla="*/ 107 w 127"/>
                  <a:gd name="T65" fmla="*/ 35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27" h="127">
                    <a:moveTo>
                      <a:pt x="107" y="35"/>
                    </a:moveTo>
                    <a:cubicBezTo>
                      <a:pt x="114" y="29"/>
                      <a:pt x="114" y="29"/>
                      <a:pt x="114" y="29"/>
                    </a:cubicBezTo>
                    <a:cubicBezTo>
                      <a:pt x="116" y="26"/>
                      <a:pt x="116" y="21"/>
                      <a:pt x="114" y="19"/>
                    </a:cubicBezTo>
                    <a:cubicBezTo>
                      <a:pt x="109" y="14"/>
                      <a:pt x="109" y="14"/>
                      <a:pt x="109" y="14"/>
                    </a:cubicBezTo>
                    <a:cubicBezTo>
                      <a:pt x="108" y="13"/>
                      <a:pt x="106" y="12"/>
                      <a:pt x="104" y="12"/>
                    </a:cubicBezTo>
                    <a:cubicBezTo>
                      <a:pt x="102" y="12"/>
                      <a:pt x="101" y="13"/>
                      <a:pt x="99" y="14"/>
                    </a:cubicBezTo>
                    <a:cubicBezTo>
                      <a:pt x="92" y="21"/>
                      <a:pt x="92" y="21"/>
                      <a:pt x="92" y="21"/>
                    </a:cubicBezTo>
                    <a:cubicBezTo>
                      <a:pt x="91" y="3"/>
                      <a:pt x="91" y="3"/>
                      <a:pt x="91" y="3"/>
                    </a:cubicBezTo>
                    <a:cubicBezTo>
                      <a:pt x="91" y="1"/>
                      <a:pt x="89" y="0"/>
                      <a:pt x="88" y="0"/>
                    </a:cubicBezTo>
                    <a:cubicBezTo>
                      <a:pt x="88" y="0"/>
                      <a:pt x="87" y="1"/>
                      <a:pt x="87" y="1"/>
                    </a:cubicBezTo>
                    <a:cubicBezTo>
                      <a:pt x="59" y="29"/>
                      <a:pt x="59" y="29"/>
                      <a:pt x="59" y="29"/>
                    </a:cubicBezTo>
                    <a:cubicBezTo>
                      <a:pt x="56" y="31"/>
                      <a:pt x="55" y="35"/>
                      <a:pt x="55" y="38"/>
                    </a:cubicBezTo>
                    <a:cubicBezTo>
                      <a:pt x="55" y="39"/>
                      <a:pt x="55" y="39"/>
                      <a:pt x="55" y="39"/>
                    </a:cubicBezTo>
                    <a:cubicBezTo>
                      <a:pt x="57" y="57"/>
                      <a:pt x="57" y="57"/>
                      <a:pt x="57" y="57"/>
                    </a:cubicBezTo>
                    <a:cubicBezTo>
                      <a:pt x="47" y="67"/>
                      <a:pt x="47" y="67"/>
                      <a:pt x="47" y="67"/>
                    </a:cubicBezTo>
                    <a:cubicBezTo>
                      <a:pt x="29" y="85"/>
                      <a:pt x="29" y="85"/>
                      <a:pt x="29" y="85"/>
                    </a:cubicBezTo>
                    <a:cubicBezTo>
                      <a:pt x="28" y="85"/>
                      <a:pt x="28" y="85"/>
                      <a:pt x="28" y="85"/>
                    </a:cubicBezTo>
                    <a:cubicBezTo>
                      <a:pt x="11" y="103"/>
                      <a:pt x="11" y="103"/>
                      <a:pt x="11" y="103"/>
                    </a:cubicBezTo>
                    <a:cubicBezTo>
                      <a:pt x="3" y="111"/>
                      <a:pt x="3" y="111"/>
                      <a:pt x="3" y="111"/>
                    </a:cubicBezTo>
                    <a:cubicBezTo>
                      <a:pt x="2" y="112"/>
                      <a:pt x="1" y="113"/>
                      <a:pt x="1" y="114"/>
                    </a:cubicBezTo>
                    <a:cubicBezTo>
                      <a:pt x="1" y="121"/>
                      <a:pt x="1" y="121"/>
                      <a:pt x="1" y="121"/>
                    </a:cubicBezTo>
                    <a:cubicBezTo>
                      <a:pt x="0" y="124"/>
                      <a:pt x="3" y="127"/>
                      <a:pt x="7" y="127"/>
                    </a:cubicBezTo>
                    <a:cubicBezTo>
                      <a:pt x="7" y="127"/>
                      <a:pt x="7" y="127"/>
                      <a:pt x="7" y="127"/>
                    </a:cubicBezTo>
                    <a:cubicBezTo>
                      <a:pt x="13" y="127"/>
                      <a:pt x="13" y="127"/>
                      <a:pt x="13" y="127"/>
                    </a:cubicBezTo>
                    <a:cubicBezTo>
                      <a:pt x="15" y="127"/>
                      <a:pt x="16" y="126"/>
                      <a:pt x="17" y="125"/>
                    </a:cubicBezTo>
                    <a:cubicBezTo>
                      <a:pt x="72" y="70"/>
                      <a:pt x="72" y="70"/>
                      <a:pt x="72" y="70"/>
                    </a:cubicBezTo>
                    <a:cubicBezTo>
                      <a:pt x="88" y="72"/>
                      <a:pt x="88" y="72"/>
                      <a:pt x="88" y="72"/>
                    </a:cubicBezTo>
                    <a:cubicBezTo>
                      <a:pt x="89" y="72"/>
                      <a:pt x="89" y="72"/>
                      <a:pt x="89" y="72"/>
                    </a:cubicBezTo>
                    <a:cubicBezTo>
                      <a:pt x="90" y="72"/>
                      <a:pt x="90" y="72"/>
                      <a:pt x="90" y="72"/>
                    </a:cubicBezTo>
                    <a:cubicBezTo>
                      <a:pt x="93" y="72"/>
                      <a:pt x="96" y="70"/>
                      <a:pt x="98" y="68"/>
                    </a:cubicBezTo>
                    <a:cubicBezTo>
                      <a:pt x="126" y="40"/>
                      <a:pt x="126" y="40"/>
                      <a:pt x="126" y="40"/>
                    </a:cubicBezTo>
                    <a:cubicBezTo>
                      <a:pt x="127" y="39"/>
                      <a:pt x="126" y="36"/>
                      <a:pt x="124" y="36"/>
                    </a:cubicBezTo>
                    <a:lnTo>
                      <a:pt x="107" y="3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a:lstStyle/>
              <a:p>
                <a:pPr fontAlgn="auto">
                  <a:spcBef>
                    <a:spcPts val="0"/>
                  </a:spcBef>
                  <a:spcAft>
                    <a:spcPts val="0"/>
                  </a:spcAft>
                  <a:buFontTx/>
                  <a:buNone/>
                  <a:defRPr/>
                </a:pPr>
                <a:endParaRPr lang="zh-CN" altLang="en-US">
                  <a:solidFill>
                    <a:prstClr val="black"/>
                  </a:solidFill>
                  <a:latin typeface="Calibri"/>
                  <a:ea typeface="宋体"/>
                </a:endParaRPr>
              </a:p>
            </p:txBody>
          </p:sp>
        </p:grpSp>
        <p:sp>
          <p:nvSpPr>
            <p:cNvPr id="57389" name="文本框 2054"/>
            <p:cNvSpPr txBox="1">
              <a:spLocks noChangeArrowheads="1"/>
            </p:cNvSpPr>
            <p:nvPr/>
          </p:nvSpPr>
          <p:spPr bwMode="auto">
            <a:xfrm>
              <a:off x="5588957" y="2312287"/>
              <a:ext cx="7976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3200">
                  <a:solidFill>
                    <a:srgbClr val="F5EDE8"/>
                  </a:solidFill>
                  <a:latin typeface="方正综艺简体" panose="03000509000000000000" pitchFamily="65" charset="-122"/>
                  <a:ea typeface="方正综艺简体" panose="03000509000000000000" pitchFamily="65" charset="-122"/>
                </a:rPr>
                <a:t>01</a:t>
              </a:r>
              <a:endParaRPr lang="zh-CN" altLang="en-US" sz="3200">
                <a:solidFill>
                  <a:srgbClr val="F5EDE8"/>
                </a:solidFill>
                <a:latin typeface="方正综艺简体" panose="03000509000000000000" pitchFamily="65" charset="-122"/>
                <a:ea typeface="方正综艺简体" panose="03000509000000000000" pitchFamily="65" charset="-122"/>
              </a:endParaRPr>
            </a:p>
          </p:txBody>
        </p:sp>
        <p:sp>
          <p:nvSpPr>
            <p:cNvPr id="57390" name="文本框 68"/>
            <p:cNvSpPr txBox="1">
              <a:spLocks noChangeArrowheads="1"/>
            </p:cNvSpPr>
            <p:nvPr/>
          </p:nvSpPr>
          <p:spPr bwMode="auto">
            <a:xfrm>
              <a:off x="6076637" y="5023373"/>
              <a:ext cx="7976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3200">
                  <a:solidFill>
                    <a:srgbClr val="F5EDE8"/>
                  </a:solidFill>
                  <a:latin typeface="方正综艺简体" panose="03000509000000000000" pitchFamily="65" charset="-122"/>
                  <a:ea typeface="方正综艺简体" panose="03000509000000000000" pitchFamily="65" charset="-122"/>
                </a:rPr>
                <a:t>03</a:t>
              </a:r>
              <a:endParaRPr lang="zh-CN" altLang="en-US" sz="3200">
                <a:solidFill>
                  <a:srgbClr val="F5EDE8"/>
                </a:solidFill>
                <a:latin typeface="方正综艺简体" panose="03000509000000000000" pitchFamily="65" charset="-122"/>
                <a:ea typeface="方正综艺简体" panose="03000509000000000000" pitchFamily="65" charset="-122"/>
              </a:endParaRPr>
            </a:p>
          </p:txBody>
        </p:sp>
        <p:sp>
          <p:nvSpPr>
            <p:cNvPr id="57391" name="文本框 69"/>
            <p:cNvSpPr txBox="1">
              <a:spLocks noChangeArrowheads="1"/>
            </p:cNvSpPr>
            <p:nvPr/>
          </p:nvSpPr>
          <p:spPr bwMode="auto">
            <a:xfrm>
              <a:off x="7144176" y="3398420"/>
              <a:ext cx="7976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3200">
                  <a:solidFill>
                    <a:srgbClr val="F5EDE8"/>
                  </a:solidFill>
                  <a:latin typeface="方正综艺简体" panose="03000509000000000000" pitchFamily="65" charset="-122"/>
                  <a:ea typeface="方正综艺简体" panose="03000509000000000000" pitchFamily="65" charset="-122"/>
                </a:rPr>
                <a:t>02</a:t>
              </a:r>
              <a:endParaRPr lang="zh-CN" altLang="en-US" sz="3200">
                <a:solidFill>
                  <a:srgbClr val="F5EDE8"/>
                </a:solidFill>
                <a:latin typeface="方正综艺简体" panose="03000509000000000000" pitchFamily="65" charset="-122"/>
                <a:ea typeface="方正综艺简体" panose="03000509000000000000" pitchFamily="65" charset="-122"/>
              </a:endParaRPr>
            </a:p>
          </p:txBody>
        </p:sp>
        <p:sp>
          <p:nvSpPr>
            <p:cNvPr id="57392" name="文本框 70"/>
            <p:cNvSpPr txBox="1">
              <a:spLocks noChangeArrowheads="1"/>
            </p:cNvSpPr>
            <p:nvPr/>
          </p:nvSpPr>
          <p:spPr bwMode="auto">
            <a:xfrm>
              <a:off x="4428001" y="3766832"/>
              <a:ext cx="797617"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en-US" altLang="zh-CN" sz="3200">
                  <a:solidFill>
                    <a:srgbClr val="F5EDE8"/>
                  </a:solidFill>
                  <a:latin typeface="方正综艺简体" panose="03000509000000000000" pitchFamily="65" charset="-122"/>
                  <a:ea typeface="方正综艺简体" panose="03000509000000000000" pitchFamily="65" charset="-122"/>
                </a:rPr>
                <a:t>04</a:t>
              </a:r>
              <a:endParaRPr lang="zh-CN" altLang="en-US" sz="3200">
                <a:solidFill>
                  <a:srgbClr val="F5EDE8"/>
                </a:solidFill>
                <a:latin typeface="方正综艺简体" panose="03000509000000000000" pitchFamily="65" charset="-122"/>
                <a:ea typeface="方正综艺简体" panose="03000509000000000000" pitchFamily="65" charset="-122"/>
              </a:endParaRPr>
            </a:p>
          </p:txBody>
        </p:sp>
        <p:grpSp>
          <p:nvGrpSpPr>
            <p:cNvPr id="57393" name="组合 2057"/>
            <p:cNvGrpSpPr>
              <a:grpSpLocks noChangeAspect="1"/>
            </p:cNvGrpSpPr>
            <p:nvPr/>
          </p:nvGrpSpPr>
          <p:grpSpPr bwMode="auto">
            <a:xfrm>
              <a:off x="6934541" y="4717612"/>
              <a:ext cx="288000" cy="288000"/>
              <a:chOff x="7463847" y="1611569"/>
              <a:chExt cx="360000" cy="360000"/>
            </a:xfrm>
          </p:grpSpPr>
          <p:sp>
            <p:nvSpPr>
              <p:cNvPr id="57402" name="Oval 128"/>
              <p:cNvSpPr>
                <a:spLocks noChangeArrowheads="1"/>
              </p:cNvSpPr>
              <p:nvPr/>
            </p:nvSpPr>
            <p:spPr bwMode="auto">
              <a:xfrm>
                <a:off x="7463847" y="1611569"/>
                <a:ext cx="360000" cy="360000"/>
              </a:xfrm>
              <a:prstGeom prst="ellipse">
                <a:avLst/>
              </a:pr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en-US">
                  <a:solidFill>
                    <a:srgbClr val="000000"/>
                  </a:solidFill>
                  <a:latin typeface="Calibri" panose="020F0502020204030204" pitchFamily="34" charset="0"/>
                </a:endParaRPr>
              </a:p>
            </p:txBody>
          </p:sp>
          <p:sp>
            <p:nvSpPr>
              <p:cNvPr id="57403" name="Freeform 129"/>
              <p:cNvSpPr>
                <a:spLocks/>
              </p:cNvSpPr>
              <p:nvPr/>
            </p:nvSpPr>
            <p:spPr bwMode="auto">
              <a:xfrm>
                <a:off x="7560683" y="1710370"/>
                <a:ext cx="167469" cy="164669"/>
              </a:xfrm>
              <a:custGeom>
                <a:avLst/>
                <a:gdLst>
                  <a:gd name="T0" fmla="*/ 140015 w 61"/>
                  <a:gd name="T1" fmla="*/ 0 h 60"/>
                  <a:gd name="T2" fmla="*/ 137270 w 61"/>
                  <a:gd name="T3" fmla="*/ 0 h 60"/>
                  <a:gd name="T4" fmla="*/ 85107 w 61"/>
                  <a:gd name="T5" fmla="*/ 52145 h 60"/>
                  <a:gd name="T6" fmla="*/ 30199 w 61"/>
                  <a:gd name="T7" fmla="*/ 0 h 60"/>
                  <a:gd name="T8" fmla="*/ 27454 w 61"/>
                  <a:gd name="T9" fmla="*/ 0 h 60"/>
                  <a:gd name="T10" fmla="*/ 24709 w 61"/>
                  <a:gd name="T11" fmla="*/ 0 h 60"/>
                  <a:gd name="T12" fmla="*/ 2745 w 61"/>
                  <a:gd name="T13" fmla="*/ 21956 h 60"/>
                  <a:gd name="T14" fmla="*/ 2745 w 61"/>
                  <a:gd name="T15" fmla="*/ 30189 h 60"/>
                  <a:gd name="T16" fmla="*/ 54908 w 61"/>
                  <a:gd name="T17" fmla="*/ 82335 h 60"/>
                  <a:gd name="T18" fmla="*/ 2745 w 61"/>
                  <a:gd name="T19" fmla="*/ 134480 h 60"/>
                  <a:gd name="T20" fmla="*/ 2745 w 61"/>
                  <a:gd name="T21" fmla="*/ 139969 h 60"/>
                  <a:gd name="T22" fmla="*/ 24709 w 61"/>
                  <a:gd name="T23" fmla="*/ 161925 h 60"/>
                  <a:gd name="T24" fmla="*/ 27454 w 61"/>
                  <a:gd name="T25" fmla="*/ 164669 h 60"/>
                  <a:gd name="T26" fmla="*/ 30199 w 61"/>
                  <a:gd name="T27" fmla="*/ 161925 h 60"/>
                  <a:gd name="T28" fmla="*/ 85107 w 61"/>
                  <a:gd name="T29" fmla="*/ 109779 h 60"/>
                  <a:gd name="T30" fmla="*/ 137270 w 61"/>
                  <a:gd name="T31" fmla="*/ 161925 h 60"/>
                  <a:gd name="T32" fmla="*/ 140015 w 61"/>
                  <a:gd name="T33" fmla="*/ 164669 h 60"/>
                  <a:gd name="T34" fmla="*/ 142760 w 61"/>
                  <a:gd name="T35" fmla="*/ 161925 h 60"/>
                  <a:gd name="T36" fmla="*/ 164724 w 61"/>
                  <a:gd name="T37" fmla="*/ 139969 h 60"/>
                  <a:gd name="T38" fmla="*/ 164724 w 61"/>
                  <a:gd name="T39" fmla="*/ 134480 h 60"/>
                  <a:gd name="T40" fmla="*/ 112561 w 61"/>
                  <a:gd name="T41" fmla="*/ 82335 h 60"/>
                  <a:gd name="T42" fmla="*/ 164724 w 61"/>
                  <a:gd name="T43" fmla="*/ 30189 h 60"/>
                  <a:gd name="T44" fmla="*/ 164724 w 61"/>
                  <a:gd name="T45" fmla="*/ 21956 h 60"/>
                  <a:gd name="T46" fmla="*/ 142760 w 61"/>
                  <a:gd name="T47" fmla="*/ 0 h 60"/>
                  <a:gd name="T48" fmla="*/ 140015 w 61"/>
                  <a:gd name="T49" fmla="*/ 0 h 6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61" h="60">
                    <a:moveTo>
                      <a:pt x="51" y="0"/>
                    </a:moveTo>
                    <a:cubicBezTo>
                      <a:pt x="50" y="0"/>
                      <a:pt x="50" y="0"/>
                      <a:pt x="50" y="0"/>
                    </a:cubicBezTo>
                    <a:cubicBezTo>
                      <a:pt x="31" y="19"/>
                      <a:pt x="31" y="19"/>
                      <a:pt x="31" y="19"/>
                    </a:cubicBezTo>
                    <a:cubicBezTo>
                      <a:pt x="11" y="0"/>
                      <a:pt x="11" y="0"/>
                      <a:pt x="11" y="0"/>
                    </a:cubicBezTo>
                    <a:cubicBezTo>
                      <a:pt x="11" y="0"/>
                      <a:pt x="11" y="0"/>
                      <a:pt x="10" y="0"/>
                    </a:cubicBezTo>
                    <a:cubicBezTo>
                      <a:pt x="10" y="0"/>
                      <a:pt x="9" y="0"/>
                      <a:pt x="9" y="0"/>
                    </a:cubicBezTo>
                    <a:cubicBezTo>
                      <a:pt x="1" y="8"/>
                      <a:pt x="1" y="8"/>
                      <a:pt x="1" y="8"/>
                    </a:cubicBezTo>
                    <a:cubicBezTo>
                      <a:pt x="0" y="9"/>
                      <a:pt x="0" y="10"/>
                      <a:pt x="1" y="11"/>
                    </a:cubicBezTo>
                    <a:cubicBezTo>
                      <a:pt x="20" y="30"/>
                      <a:pt x="20" y="30"/>
                      <a:pt x="20" y="30"/>
                    </a:cubicBezTo>
                    <a:cubicBezTo>
                      <a:pt x="1" y="49"/>
                      <a:pt x="1" y="49"/>
                      <a:pt x="1" y="49"/>
                    </a:cubicBezTo>
                    <a:cubicBezTo>
                      <a:pt x="0" y="49"/>
                      <a:pt x="0" y="51"/>
                      <a:pt x="1" y="51"/>
                    </a:cubicBezTo>
                    <a:cubicBezTo>
                      <a:pt x="9" y="59"/>
                      <a:pt x="9" y="59"/>
                      <a:pt x="9" y="59"/>
                    </a:cubicBezTo>
                    <a:cubicBezTo>
                      <a:pt x="9" y="59"/>
                      <a:pt x="10" y="60"/>
                      <a:pt x="10" y="60"/>
                    </a:cubicBezTo>
                    <a:cubicBezTo>
                      <a:pt x="11" y="60"/>
                      <a:pt x="11" y="59"/>
                      <a:pt x="11" y="59"/>
                    </a:cubicBezTo>
                    <a:cubicBezTo>
                      <a:pt x="31" y="40"/>
                      <a:pt x="31" y="40"/>
                      <a:pt x="31" y="40"/>
                    </a:cubicBezTo>
                    <a:cubicBezTo>
                      <a:pt x="50" y="59"/>
                      <a:pt x="50" y="59"/>
                      <a:pt x="50" y="59"/>
                    </a:cubicBezTo>
                    <a:cubicBezTo>
                      <a:pt x="50" y="59"/>
                      <a:pt x="50" y="60"/>
                      <a:pt x="51" y="60"/>
                    </a:cubicBezTo>
                    <a:cubicBezTo>
                      <a:pt x="51" y="60"/>
                      <a:pt x="52" y="59"/>
                      <a:pt x="52" y="59"/>
                    </a:cubicBezTo>
                    <a:cubicBezTo>
                      <a:pt x="60" y="51"/>
                      <a:pt x="60" y="51"/>
                      <a:pt x="60" y="51"/>
                    </a:cubicBezTo>
                    <a:cubicBezTo>
                      <a:pt x="61" y="51"/>
                      <a:pt x="61" y="49"/>
                      <a:pt x="60" y="49"/>
                    </a:cubicBezTo>
                    <a:cubicBezTo>
                      <a:pt x="41" y="30"/>
                      <a:pt x="41" y="30"/>
                      <a:pt x="41" y="30"/>
                    </a:cubicBezTo>
                    <a:cubicBezTo>
                      <a:pt x="60" y="11"/>
                      <a:pt x="60" y="11"/>
                      <a:pt x="60" y="11"/>
                    </a:cubicBezTo>
                    <a:cubicBezTo>
                      <a:pt x="61" y="10"/>
                      <a:pt x="61" y="9"/>
                      <a:pt x="60" y="8"/>
                    </a:cubicBezTo>
                    <a:cubicBezTo>
                      <a:pt x="52" y="0"/>
                      <a:pt x="52" y="0"/>
                      <a:pt x="52" y="0"/>
                    </a:cubicBezTo>
                    <a:cubicBezTo>
                      <a:pt x="52" y="0"/>
                      <a:pt x="51" y="0"/>
                      <a:pt x="51" y="0"/>
                    </a:cubicBezTo>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nvGrpSpPr>
            <p:cNvPr id="57394" name="组合 2058"/>
            <p:cNvGrpSpPr>
              <a:grpSpLocks noChangeAspect="1"/>
            </p:cNvGrpSpPr>
            <p:nvPr/>
          </p:nvGrpSpPr>
          <p:grpSpPr bwMode="auto">
            <a:xfrm>
              <a:off x="6934541" y="2965752"/>
              <a:ext cx="288000" cy="288000"/>
              <a:chOff x="8867230" y="1631100"/>
              <a:chExt cx="360000" cy="360000"/>
            </a:xfrm>
          </p:grpSpPr>
          <p:sp>
            <p:nvSpPr>
              <p:cNvPr id="57400" name="Oval 133"/>
              <p:cNvSpPr>
                <a:spLocks noChangeArrowheads="1"/>
              </p:cNvSpPr>
              <p:nvPr/>
            </p:nvSpPr>
            <p:spPr bwMode="auto">
              <a:xfrm>
                <a:off x="8867230" y="1631100"/>
                <a:ext cx="360000" cy="360000"/>
              </a:xfrm>
              <a:prstGeom prst="ellipse">
                <a:avLst/>
              </a:pr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en-US">
                  <a:solidFill>
                    <a:srgbClr val="000000"/>
                  </a:solidFill>
                  <a:latin typeface="Calibri" panose="020F0502020204030204" pitchFamily="34" charset="0"/>
                </a:endParaRPr>
              </a:p>
            </p:txBody>
          </p:sp>
          <p:sp>
            <p:nvSpPr>
              <p:cNvPr id="57401" name="Freeform 134"/>
              <p:cNvSpPr>
                <a:spLocks/>
              </p:cNvSpPr>
              <p:nvPr/>
            </p:nvSpPr>
            <p:spPr bwMode="auto">
              <a:xfrm>
                <a:off x="8923656" y="1785548"/>
                <a:ext cx="246019" cy="52240"/>
              </a:xfrm>
              <a:custGeom>
                <a:avLst/>
                <a:gdLst>
                  <a:gd name="T0" fmla="*/ 240552 w 90"/>
                  <a:gd name="T1" fmla="*/ 0 h 19"/>
                  <a:gd name="T2" fmla="*/ 5467 w 90"/>
                  <a:gd name="T3" fmla="*/ 0 h 19"/>
                  <a:gd name="T4" fmla="*/ 0 w 90"/>
                  <a:gd name="T5" fmla="*/ 8248 h 19"/>
                  <a:gd name="T6" fmla="*/ 0 w 90"/>
                  <a:gd name="T7" fmla="*/ 43992 h 19"/>
                  <a:gd name="T8" fmla="*/ 5467 w 90"/>
                  <a:gd name="T9" fmla="*/ 52240 h 19"/>
                  <a:gd name="T10" fmla="*/ 240552 w 90"/>
                  <a:gd name="T11" fmla="*/ 52240 h 19"/>
                  <a:gd name="T12" fmla="*/ 246019 w 90"/>
                  <a:gd name="T13" fmla="*/ 43992 h 19"/>
                  <a:gd name="T14" fmla="*/ 246019 w 90"/>
                  <a:gd name="T15" fmla="*/ 8248 h 19"/>
                  <a:gd name="T16" fmla="*/ 240552 w 90"/>
                  <a:gd name="T17" fmla="*/ 0 h 1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0" t="0" r="r" b="b"/>
                <a:pathLst>
                  <a:path w="90" h="19">
                    <a:moveTo>
                      <a:pt x="88" y="0"/>
                    </a:moveTo>
                    <a:cubicBezTo>
                      <a:pt x="2" y="0"/>
                      <a:pt x="2" y="0"/>
                      <a:pt x="2" y="0"/>
                    </a:cubicBezTo>
                    <a:cubicBezTo>
                      <a:pt x="1" y="0"/>
                      <a:pt x="0" y="1"/>
                      <a:pt x="0" y="3"/>
                    </a:cubicBezTo>
                    <a:cubicBezTo>
                      <a:pt x="0" y="16"/>
                      <a:pt x="0" y="16"/>
                      <a:pt x="0" y="16"/>
                    </a:cubicBezTo>
                    <a:cubicBezTo>
                      <a:pt x="0" y="18"/>
                      <a:pt x="1" y="19"/>
                      <a:pt x="2" y="19"/>
                    </a:cubicBezTo>
                    <a:cubicBezTo>
                      <a:pt x="88" y="19"/>
                      <a:pt x="88" y="19"/>
                      <a:pt x="88" y="19"/>
                    </a:cubicBezTo>
                    <a:cubicBezTo>
                      <a:pt x="89" y="19"/>
                      <a:pt x="90" y="18"/>
                      <a:pt x="90" y="16"/>
                    </a:cubicBezTo>
                    <a:cubicBezTo>
                      <a:pt x="90" y="3"/>
                      <a:pt x="90" y="3"/>
                      <a:pt x="90" y="3"/>
                    </a:cubicBezTo>
                    <a:cubicBezTo>
                      <a:pt x="90" y="1"/>
                      <a:pt x="89" y="0"/>
                      <a:pt x="88" y="0"/>
                    </a:cubicBezTo>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7395" name="Oval 138"/>
            <p:cNvSpPr>
              <a:spLocks noChangeArrowheads="1"/>
            </p:cNvSpPr>
            <p:nvPr/>
          </p:nvSpPr>
          <p:spPr bwMode="auto">
            <a:xfrm>
              <a:off x="5025894" y="2777779"/>
              <a:ext cx="288000" cy="288000"/>
            </a:xfrm>
            <a:prstGeom prst="ellipse">
              <a:avLst/>
            </a:pr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en-US">
                <a:solidFill>
                  <a:srgbClr val="000000"/>
                </a:solidFill>
                <a:latin typeface="Calibri" panose="020F0502020204030204" pitchFamily="34" charset="0"/>
              </a:endParaRPr>
            </a:p>
          </p:txBody>
        </p:sp>
        <p:sp>
          <p:nvSpPr>
            <p:cNvPr id="57396" name="Freeform 139"/>
            <p:cNvSpPr>
              <a:spLocks/>
            </p:cNvSpPr>
            <p:nvPr/>
          </p:nvSpPr>
          <p:spPr bwMode="auto">
            <a:xfrm>
              <a:off x="5122501" y="2834285"/>
              <a:ext cx="110278" cy="174987"/>
            </a:xfrm>
            <a:custGeom>
              <a:avLst/>
              <a:gdLst>
                <a:gd name="T0" fmla="*/ 22056 w 50"/>
                <a:gd name="T1" fmla="*/ 0 h 79"/>
                <a:gd name="T2" fmla="*/ 19850 w 50"/>
                <a:gd name="T3" fmla="*/ 0 h 79"/>
                <a:gd name="T4" fmla="*/ 2206 w 50"/>
                <a:gd name="T5" fmla="*/ 17720 h 79"/>
                <a:gd name="T6" fmla="*/ 2206 w 50"/>
                <a:gd name="T7" fmla="*/ 24365 h 79"/>
                <a:gd name="T8" fmla="*/ 63961 w 50"/>
                <a:gd name="T9" fmla="*/ 86386 h 79"/>
                <a:gd name="T10" fmla="*/ 2206 w 50"/>
                <a:gd name="T11" fmla="*/ 150622 h 79"/>
                <a:gd name="T12" fmla="*/ 2206 w 50"/>
                <a:gd name="T13" fmla="*/ 155052 h 79"/>
                <a:gd name="T14" fmla="*/ 19850 w 50"/>
                <a:gd name="T15" fmla="*/ 174987 h 79"/>
                <a:gd name="T16" fmla="*/ 22056 w 50"/>
                <a:gd name="T17" fmla="*/ 174987 h 79"/>
                <a:gd name="T18" fmla="*/ 26467 w 50"/>
                <a:gd name="T19" fmla="*/ 174987 h 79"/>
                <a:gd name="T20" fmla="*/ 90428 w 50"/>
                <a:gd name="T21" fmla="*/ 108536 h 79"/>
                <a:gd name="T22" fmla="*/ 110278 w 50"/>
                <a:gd name="T23" fmla="*/ 90816 h 79"/>
                <a:gd name="T24" fmla="*/ 110278 w 50"/>
                <a:gd name="T25" fmla="*/ 84171 h 79"/>
                <a:gd name="T26" fmla="*/ 90428 w 50"/>
                <a:gd name="T27" fmla="*/ 66451 h 79"/>
                <a:gd name="T28" fmla="*/ 26467 w 50"/>
                <a:gd name="T29" fmla="*/ 0 h 79"/>
                <a:gd name="T30" fmla="*/ 22056 w 50"/>
                <a:gd name="T31" fmla="*/ 0 h 79"/>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50" h="79">
                  <a:moveTo>
                    <a:pt x="10" y="0"/>
                  </a:moveTo>
                  <a:cubicBezTo>
                    <a:pt x="10" y="0"/>
                    <a:pt x="9" y="0"/>
                    <a:pt x="9" y="0"/>
                  </a:cubicBezTo>
                  <a:cubicBezTo>
                    <a:pt x="1" y="8"/>
                    <a:pt x="1" y="8"/>
                    <a:pt x="1" y="8"/>
                  </a:cubicBezTo>
                  <a:cubicBezTo>
                    <a:pt x="0" y="9"/>
                    <a:pt x="0" y="10"/>
                    <a:pt x="1" y="11"/>
                  </a:cubicBezTo>
                  <a:cubicBezTo>
                    <a:pt x="29" y="39"/>
                    <a:pt x="29" y="39"/>
                    <a:pt x="29" y="39"/>
                  </a:cubicBezTo>
                  <a:cubicBezTo>
                    <a:pt x="1" y="68"/>
                    <a:pt x="1" y="68"/>
                    <a:pt x="1" y="68"/>
                  </a:cubicBezTo>
                  <a:cubicBezTo>
                    <a:pt x="0" y="68"/>
                    <a:pt x="0" y="70"/>
                    <a:pt x="1" y="70"/>
                  </a:cubicBezTo>
                  <a:cubicBezTo>
                    <a:pt x="9" y="79"/>
                    <a:pt x="9" y="79"/>
                    <a:pt x="9" y="79"/>
                  </a:cubicBezTo>
                  <a:cubicBezTo>
                    <a:pt x="9" y="79"/>
                    <a:pt x="10" y="79"/>
                    <a:pt x="10" y="79"/>
                  </a:cubicBezTo>
                  <a:cubicBezTo>
                    <a:pt x="11" y="79"/>
                    <a:pt x="11" y="79"/>
                    <a:pt x="12" y="79"/>
                  </a:cubicBezTo>
                  <a:cubicBezTo>
                    <a:pt x="41" y="49"/>
                    <a:pt x="41" y="49"/>
                    <a:pt x="41" y="49"/>
                  </a:cubicBezTo>
                  <a:cubicBezTo>
                    <a:pt x="50" y="41"/>
                    <a:pt x="50" y="41"/>
                    <a:pt x="50" y="41"/>
                  </a:cubicBezTo>
                  <a:cubicBezTo>
                    <a:pt x="50" y="40"/>
                    <a:pt x="50" y="39"/>
                    <a:pt x="50" y="38"/>
                  </a:cubicBezTo>
                  <a:cubicBezTo>
                    <a:pt x="41" y="30"/>
                    <a:pt x="41" y="30"/>
                    <a:pt x="41" y="30"/>
                  </a:cubicBezTo>
                  <a:cubicBezTo>
                    <a:pt x="12" y="0"/>
                    <a:pt x="12" y="0"/>
                    <a:pt x="12" y="0"/>
                  </a:cubicBezTo>
                  <a:cubicBezTo>
                    <a:pt x="11" y="0"/>
                    <a:pt x="11" y="0"/>
                    <a:pt x="10" y="0"/>
                  </a:cubicBezTo>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57397" name="组合 2059"/>
            <p:cNvGrpSpPr>
              <a:grpSpLocks noChangeAspect="1"/>
            </p:cNvGrpSpPr>
            <p:nvPr/>
          </p:nvGrpSpPr>
          <p:grpSpPr bwMode="auto">
            <a:xfrm>
              <a:off x="4998728" y="4640388"/>
              <a:ext cx="288000" cy="288000"/>
              <a:chOff x="9479777" y="1641940"/>
              <a:chExt cx="360000" cy="360000"/>
            </a:xfrm>
          </p:grpSpPr>
          <p:sp>
            <p:nvSpPr>
              <p:cNvPr id="57398" name="Oval 143"/>
              <p:cNvSpPr>
                <a:spLocks noChangeArrowheads="1"/>
              </p:cNvSpPr>
              <p:nvPr/>
            </p:nvSpPr>
            <p:spPr bwMode="auto">
              <a:xfrm>
                <a:off x="9479777" y="1641940"/>
                <a:ext cx="360000" cy="360000"/>
              </a:xfrm>
              <a:prstGeom prst="ellipse">
                <a:avLst/>
              </a:prstGeom>
              <a:solidFill>
                <a:srgbClr val="F5EDE8"/>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endParaRPr lang="zh-CN" altLang="en-US">
                  <a:solidFill>
                    <a:srgbClr val="000000"/>
                  </a:solidFill>
                  <a:latin typeface="Calibri" panose="020F0502020204030204" pitchFamily="34" charset="0"/>
                </a:endParaRPr>
              </a:p>
            </p:txBody>
          </p:sp>
          <p:sp>
            <p:nvSpPr>
              <p:cNvPr id="57399" name="Freeform 144"/>
              <p:cNvSpPr>
                <a:spLocks/>
              </p:cNvSpPr>
              <p:nvPr/>
            </p:nvSpPr>
            <p:spPr bwMode="auto">
              <a:xfrm>
                <a:off x="9561286" y="1726580"/>
                <a:ext cx="196981" cy="192978"/>
              </a:xfrm>
              <a:custGeom>
                <a:avLst/>
                <a:gdLst>
                  <a:gd name="T0" fmla="*/ 112170 w 72"/>
                  <a:gd name="T1" fmla="*/ 0 h 71"/>
                  <a:gd name="T2" fmla="*/ 82075 w 72"/>
                  <a:gd name="T3" fmla="*/ 0 h 71"/>
                  <a:gd name="T4" fmla="*/ 79340 w 72"/>
                  <a:gd name="T5" fmla="*/ 2718 h 71"/>
                  <a:gd name="T6" fmla="*/ 79340 w 72"/>
                  <a:gd name="T7" fmla="*/ 76104 h 71"/>
                  <a:gd name="T8" fmla="*/ 5472 w 72"/>
                  <a:gd name="T9" fmla="*/ 76104 h 71"/>
                  <a:gd name="T10" fmla="*/ 0 w 72"/>
                  <a:gd name="T11" fmla="*/ 81540 h 71"/>
                  <a:gd name="T12" fmla="*/ 0 w 72"/>
                  <a:gd name="T13" fmla="*/ 111438 h 71"/>
                  <a:gd name="T14" fmla="*/ 5472 w 72"/>
                  <a:gd name="T15" fmla="*/ 116874 h 71"/>
                  <a:gd name="T16" fmla="*/ 79340 w 72"/>
                  <a:gd name="T17" fmla="*/ 116874 h 71"/>
                  <a:gd name="T18" fmla="*/ 79340 w 72"/>
                  <a:gd name="T19" fmla="*/ 187542 h 71"/>
                  <a:gd name="T20" fmla="*/ 82075 w 72"/>
                  <a:gd name="T21" fmla="*/ 192978 h 71"/>
                  <a:gd name="T22" fmla="*/ 112170 w 72"/>
                  <a:gd name="T23" fmla="*/ 192978 h 71"/>
                  <a:gd name="T24" fmla="*/ 117641 w 72"/>
                  <a:gd name="T25" fmla="*/ 187542 h 71"/>
                  <a:gd name="T26" fmla="*/ 117641 w 72"/>
                  <a:gd name="T27" fmla="*/ 116874 h 71"/>
                  <a:gd name="T28" fmla="*/ 191509 w 72"/>
                  <a:gd name="T29" fmla="*/ 116874 h 71"/>
                  <a:gd name="T30" fmla="*/ 196981 w 72"/>
                  <a:gd name="T31" fmla="*/ 111438 h 71"/>
                  <a:gd name="T32" fmla="*/ 196981 w 72"/>
                  <a:gd name="T33" fmla="*/ 81540 h 71"/>
                  <a:gd name="T34" fmla="*/ 191509 w 72"/>
                  <a:gd name="T35" fmla="*/ 76104 h 71"/>
                  <a:gd name="T36" fmla="*/ 117641 w 72"/>
                  <a:gd name="T37" fmla="*/ 76104 h 71"/>
                  <a:gd name="T38" fmla="*/ 117641 w 72"/>
                  <a:gd name="T39" fmla="*/ 2718 h 71"/>
                  <a:gd name="T40" fmla="*/ 112170 w 72"/>
                  <a:gd name="T41" fmla="*/ 0 h 71"/>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0" t="0" r="r" b="b"/>
                <a:pathLst>
                  <a:path w="72" h="71">
                    <a:moveTo>
                      <a:pt x="41" y="0"/>
                    </a:moveTo>
                    <a:cubicBezTo>
                      <a:pt x="30" y="0"/>
                      <a:pt x="30" y="0"/>
                      <a:pt x="30" y="0"/>
                    </a:cubicBezTo>
                    <a:cubicBezTo>
                      <a:pt x="30" y="0"/>
                      <a:pt x="29" y="0"/>
                      <a:pt x="29" y="1"/>
                    </a:cubicBezTo>
                    <a:cubicBezTo>
                      <a:pt x="29" y="28"/>
                      <a:pt x="29" y="28"/>
                      <a:pt x="29" y="28"/>
                    </a:cubicBezTo>
                    <a:cubicBezTo>
                      <a:pt x="2" y="28"/>
                      <a:pt x="2" y="28"/>
                      <a:pt x="2" y="28"/>
                    </a:cubicBezTo>
                    <a:cubicBezTo>
                      <a:pt x="1" y="28"/>
                      <a:pt x="0" y="29"/>
                      <a:pt x="0" y="30"/>
                    </a:cubicBezTo>
                    <a:cubicBezTo>
                      <a:pt x="0" y="41"/>
                      <a:pt x="0" y="41"/>
                      <a:pt x="0" y="41"/>
                    </a:cubicBezTo>
                    <a:cubicBezTo>
                      <a:pt x="0" y="42"/>
                      <a:pt x="1" y="43"/>
                      <a:pt x="2" y="43"/>
                    </a:cubicBezTo>
                    <a:cubicBezTo>
                      <a:pt x="29" y="43"/>
                      <a:pt x="29" y="43"/>
                      <a:pt x="29" y="43"/>
                    </a:cubicBezTo>
                    <a:cubicBezTo>
                      <a:pt x="29" y="69"/>
                      <a:pt x="29" y="69"/>
                      <a:pt x="29" y="69"/>
                    </a:cubicBezTo>
                    <a:cubicBezTo>
                      <a:pt x="29" y="70"/>
                      <a:pt x="30" y="71"/>
                      <a:pt x="30" y="71"/>
                    </a:cubicBezTo>
                    <a:cubicBezTo>
                      <a:pt x="41" y="71"/>
                      <a:pt x="41" y="71"/>
                      <a:pt x="41" y="71"/>
                    </a:cubicBezTo>
                    <a:cubicBezTo>
                      <a:pt x="42" y="71"/>
                      <a:pt x="43" y="70"/>
                      <a:pt x="43" y="69"/>
                    </a:cubicBezTo>
                    <a:cubicBezTo>
                      <a:pt x="43" y="43"/>
                      <a:pt x="43" y="43"/>
                      <a:pt x="43" y="43"/>
                    </a:cubicBezTo>
                    <a:cubicBezTo>
                      <a:pt x="70" y="43"/>
                      <a:pt x="70" y="43"/>
                      <a:pt x="70" y="43"/>
                    </a:cubicBezTo>
                    <a:cubicBezTo>
                      <a:pt x="71" y="43"/>
                      <a:pt x="72" y="42"/>
                      <a:pt x="72" y="41"/>
                    </a:cubicBezTo>
                    <a:cubicBezTo>
                      <a:pt x="72" y="30"/>
                      <a:pt x="72" y="30"/>
                      <a:pt x="72" y="30"/>
                    </a:cubicBezTo>
                    <a:cubicBezTo>
                      <a:pt x="72" y="29"/>
                      <a:pt x="71" y="28"/>
                      <a:pt x="70" y="28"/>
                    </a:cubicBezTo>
                    <a:cubicBezTo>
                      <a:pt x="43" y="28"/>
                      <a:pt x="43" y="28"/>
                      <a:pt x="43" y="28"/>
                    </a:cubicBezTo>
                    <a:cubicBezTo>
                      <a:pt x="43" y="1"/>
                      <a:pt x="43" y="1"/>
                      <a:pt x="43" y="1"/>
                    </a:cubicBezTo>
                    <a:cubicBezTo>
                      <a:pt x="43" y="0"/>
                      <a:pt x="42" y="0"/>
                      <a:pt x="41" y="0"/>
                    </a:cubicBezTo>
                  </a:path>
                </a:pathLst>
              </a:custGeom>
              <a:solidFill>
                <a:srgbClr val="498B9C"/>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grpSp>
      <p:grpSp>
        <p:nvGrpSpPr>
          <p:cNvPr id="57347" name="组合 60"/>
          <p:cNvGrpSpPr>
            <a:grpSpLocks/>
          </p:cNvGrpSpPr>
          <p:nvPr/>
        </p:nvGrpSpPr>
        <p:grpSpPr bwMode="auto">
          <a:xfrm>
            <a:off x="1487488" y="2035175"/>
            <a:ext cx="3373437" cy="1239838"/>
            <a:chOff x="1230207" y="2124531"/>
            <a:chExt cx="3374889" cy="1239110"/>
          </a:xfrm>
        </p:grpSpPr>
        <p:grpSp>
          <p:nvGrpSpPr>
            <p:cNvPr id="57370" name="组合 61"/>
            <p:cNvGrpSpPr>
              <a:grpSpLocks/>
            </p:cNvGrpSpPr>
            <p:nvPr/>
          </p:nvGrpSpPr>
          <p:grpSpPr bwMode="auto">
            <a:xfrm>
              <a:off x="1230207" y="2124531"/>
              <a:ext cx="3374889" cy="369332"/>
              <a:chOff x="980608" y="1870075"/>
              <a:chExt cx="3374889" cy="369332"/>
            </a:xfrm>
          </p:grpSpPr>
          <p:grpSp>
            <p:nvGrpSpPr>
              <p:cNvPr id="57372" name="组合 67"/>
              <p:cNvGrpSpPr>
                <a:grpSpLocks/>
              </p:cNvGrpSpPr>
              <p:nvPr/>
            </p:nvGrpSpPr>
            <p:grpSpPr bwMode="auto">
              <a:xfrm>
                <a:off x="980608" y="1948657"/>
                <a:ext cx="216000" cy="216443"/>
                <a:chOff x="980608" y="2248535"/>
                <a:chExt cx="216000" cy="216443"/>
              </a:xfrm>
            </p:grpSpPr>
            <p:sp>
              <p:nvSpPr>
                <p:cNvPr id="57374"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375"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7373" name="文本框 71"/>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7371" name="矩形 66"/>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57348" name="组合 80"/>
          <p:cNvGrpSpPr>
            <a:grpSpLocks/>
          </p:cNvGrpSpPr>
          <p:nvPr/>
        </p:nvGrpSpPr>
        <p:grpSpPr bwMode="auto">
          <a:xfrm>
            <a:off x="1474788" y="4691063"/>
            <a:ext cx="3373437" cy="1239837"/>
            <a:chOff x="1230207" y="2124531"/>
            <a:chExt cx="3374889" cy="1239110"/>
          </a:xfrm>
        </p:grpSpPr>
        <p:grpSp>
          <p:nvGrpSpPr>
            <p:cNvPr id="57364" name="组合 83"/>
            <p:cNvGrpSpPr>
              <a:grpSpLocks/>
            </p:cNvGrpSpPr>
            <p:nvPr/>
          </p:nvGrpSpPr>
          <p:grpSpPr bwMode="auto">
            <a:xfrm>
              <a:off x="1230207" y="2124531"/>
              <a:ext cx="3374889" cy="369332"/>
              <a:chOff x="980608" y="1870075"/>
              <a:chExt cx="3374889" cy="369332"/>
            </a:xfrm>
          </p:grpSpPr>
          <p:grpSp>
            <p:nvGrpSpPr>
              <p:cNvPr id="57366" name="组合 85"/>
              <p:cNvGrpSpPr>
                <a:grpSpLocks/>
              </p:cNvGrpSpPr>
              <p:nvPr/>
            </p:nvGrpSpPr>
            <p:grpSpPr bwMode="auto">
              <a:xfrm>
                <a:off x="980608" y="1948657"/>
                <a:ext cx="216000" cy="216443"/>
                <a:chOff x="980608" y="2248535"/>
                <a:chExt cx="216000" cy="216443"/>
              </a:xfrm>
            </p:grpSpPr>
            <p:sp>
              <p:nvSpPr>
                <p:cNvPr id="57368"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369"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7367" name="文本框 86"/>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7365" name="矩形 84"/>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57349" name="组合 113"/>
          <p:cNvGrpSpPr>
            <a:grpSpLocks/>
          </p:cNvGrpSpPr>
          <p:nvPr/>
        </p:nvGrpSpPr>
        <p:grpSpPr bwMode="auto">
          <a:xfrm>
            <a:off x="8432800" y="2035175"/>
            <a:ext cx="3375025" cy="1239838"/>
            <a:chOff x="1230207" y="2124531"/>
            <a:chExt cx="3374889" cy="1239110"/>
          </a:xfrm>
        </p:grpSpPr>
        <p:grpSp>
          <p:nvGrpSpPr>
            <p:cNvPr id="57358" name="组合 114"/>
            <p:cNvGrpSpPr>
              <a:grpSpLocks/>
            </p:cNvGrpSpPr>
            <p:nvPr/>
          </p:nvGrpSpPr>
          <p:grpSpPr bwMode="auto">
            <a:xfrm>
              <a:off x="1230207" y="2124531"/>
              <a:ext cx="3374889" cy="369332"/>
              <a:chOff x="980608" y="1870075"/>
              <a:chExt cx="3374889" cy="369332"/>
            </a:xfrm>
          </p:grpSpPr>
          <p:grpSp>
            <p:nvGrpSpPr>
              <p:cNvPr id="57360" name="组合 116"/>
              <p:cNvGrpSpPr>
                <a:grpSpLocks/>
              </p:cNvGrpSpPr>
              <p:nvPr/>
            </p:nvGrpSpPr>
            <p:grpSpPr bwMode="auto">
              <a:xfrm>
                <a:off x="980608" y="1948657"/>
                <a:ext cx="216000" cy="216443"/>
                <a:chOff x="980608" y="2248535"/>
                <a:chExt cx="216000" cy="216443"/>
              </a:xfrm>
            </p:grpSpPr>
            <p:sp>
              <p:nvSpPr>
                <p:cNvPr id="57362"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363"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7361" name="文本框 117"/>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7359" name="矩形 115"/>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grpSp>
        <p:nvGrpSpPr>
          <p:cNvPr id="57350" name="组合 120"/>
          <p:cNvGrpSpPr>
            <a:grpSpLocks/>
          </p:cNvGrpSpPr>
          <p:nvPr/>
        </p:nvGrpSpPr>
        <p:grpSpPr bwMode="auto">
          <a:xfrm>
            <a:off x="8432800" y="4691063"/>
            <a:ext cx="3375025" cy="1239837"/>
            <a:chOff x="1230207" y="2124531"/>
            <a:chExt cx="3374889" cy="1239110"/>
          </a:xfrm>
        </p:grpSpPr>
        <p:grpSp>
          <p:nvGrpSpPr>
            <p:cNvPr id="57352" name="组合 121"/>
            <p:cNvGrpSpPr>
              <a:grpSpLocks/>
            </p:cNvGrpSpPr>
            <p:nvPr/>
          </p:nvGrpSpPr>
          <p:grpSpPr bwMode="auto">
            <a:xfrm>
              <a:off x="1230207" y="2124531"/>
              <a:ext cx="3374889" cy="369332"/>
              <a:chOff x="980608" y="1870075"/>
              <a:chExt cx="3374889" cy="369332"/>
            </a:xfrm>
          </p:grpSpPr>
          <p:grpSp>
            <p:nvGrpSpPr>
              <p:cNvPr id="57354" name="组合 123"/>
              <p:cNvGrpSpPr>
                <a:grpSpLocks/>
              </p:cNvGrpSpPr>
              <p:nvPr/>
            </p:nvGrpSpPr>
            <p:grpSpPr bwMode="auto">
              <a:xfrm>
                <a:off x="980608" y="1948657"/>
                <a:ext cx="216000" cy="216443"/>
                <a:chOff x="980608" y="2248535"/>
                <a:chExt cx="216000" cy="216443"/>
              </a:xfrm>
            </p:grpSpPr>
            <p:sp>
              <p:nvSpPr>
                <p:cNvPr id="57356" name="Freeform 15"/>
                <p:cNvSpPr>
                  <a:spLocks noEditPoints="1"/>
                </p:cNvSpPr>
                <p:nvPr/>
              </p:nvSpPr>
              <p:spPr bwMode="auto">
                <a:xfrm>
                  <a:off x="1061331" y="2279139"/>
                  <a:ext cx="46127" cy="154349"/>
                </a:xfrm>
                <a:custGeom>
                  <a:avLst/>
                  <a:gdLst>
                    <a:gd name="T0" fmla="*/ 42982 w 44"/>
                    <a:gd name="T1" fmla="*/ 122849 h 147"/>
                    <a:gd name="T2" fmla="*/ 46127 w 44"/>
                    <a:gd name="T3" fmla="*/ 125999 h 147"/>
                    <a:gd name="T4" fmla="*/ 27257 w 44"/>
                    <a:gd name="T5" fmla="*/ 146999 h 147"/>
                    <a:gd name="T6" fmla="*/ 12580 w 44"/>
                    <a:gd name="T7" fmla="*/ 154349 h 147"/>
                    <a:gd name="T8" fmla="*/ 7338 w 44"/>
                    <a:gd name="T9" fmla="*/ 152249 h 147"/>
                    <a:gd name="T10" fmla="*/ 6290 w 44"/>
                    <a:gd name="T11" fmla="*/ 144899 h 147"/>
                    <a:gd name="T12" fmla="*/ 11532 w 44"/>
                    <a:gd name="T13" fmla="*/ 108149 h 147"/>
                    <a:gd name="T14" fmla="*/ 16773 w 44"/>
                    <a:gd name="T15" fmla="*/ 71400 h 147"/>
                    <a:gd name="T16" fmla="*/ 16773 w 44"/>
                    <a:gd name="T17" fmla="*/ 69300 h 147"/>
                    <a:gd name="T18" fmla="*/ 14677 w 44"/>
                    <a:gd name="T19" fmla="*/ 68250 h 147"/>
                    <a:gd name="T20" fmla="*/ 10483 w 44"/>
                    <a:gd name="T21" fmla="*/ 69300 h 147"/>
                    <a:gd name="T22" fmla="*/ 4193 w 44"/>
                    <a:gd name="T23" fmla="*/ 75600 h 147"/>
                    <a:gd name="T24" fmla="*/ 0 w 44"/>
                    <a:gd name="T25" fmla="*/ 72450 h 147"/>
                    <a:gd name="T26" fmla="*/ 19918 w 44"/>
                    <a:gd name="T27" fmla="*/ 52500 h 147"/>
                    <a:gd name="T28" fmla="*/ 33547 w 44"/>
                    <a:gd name="T29" fmla="*/ 45150 h 147"/>
                    <a:gd name="T30" fmla="*/ 38789 w 44"/>
                    <a:gd name="T31" fmla="*/ 47250 h 147"/>
                    <a:gd name="T32" fmla="*/ 40885 w 44"/>
                    <a:gd name="T33" fmla="*/ 53550 h 147"/>
                    <a:gd name="T34" fmla="*/ 36692 w 44"/>
                    <a:gd name="T35" fmla="*/ 79799 h 147"/>
                    <a:gd name="T36" fmla="*/ 34595 w 44"/>
                    <a:gd name="T37" fmla="*/ 91349 h 147"/>
                    <a:gd name="T38" fmla="*/ 31450 w 44"/>
                    <a:gd name="T39" fmla="*/ 115499 h 147"/>
                    <a:gd name="T40" fmla="*/ 29354 w 44"/>
                    <a:gd name="T41" fmla="*/ 125999 h 147"/>
                    <a:gd name="T42" fmla="*/ 30402 w 44"/>
                    <a:gd name="T43" fmla="*/ 130199 h 147"/>
                    <a:gd name="T44" fmla="*/ 32499 w 44"/>
                    <a:gd name="T45" fmla="*/ 131249 h 147"/>
                    <a:gd name="T46" fmla="*/ 36692 w 44"/>
                    <a:gd name="T47" fmla="*/ 129149 h 147"/>
                    <a:gd name="T48" fmla="*/ 42982 w 44"/>
                    <a:gd name="T49" fmla="*/ 122849 h 147"/>
                    <a:gd name="T50" fmla="*/ 35644 w 44"/>
                    <a:gd name="T51" fmla="*/ 0 h 147"/>
                    <a:gd name="T52" fmla="*/ 42982 w 44"/>
                    <a:gd name="T53" fmla="*/ 3150 h 147"/>
                    <a:gd name="T54" fmla="*/ 46127 w 44"/>
                    <a:gd name="T55" fmla="*/ 10500 h 147"/>
                    <a:gd name="T56" fmla="*/ 41934 w 44"/>
                    <a:gd name="T57" fmla="*/ 23100 h 147"/>
                    <a:gd name="T58" fmla="*/ 32499 w 44"/>
                    <a:gd name="T59" fmla="*/ 28350 h 147"/>
                    <a:gd name="T60" fmla="*/ 24112 w 44"/>
                    <a:gd name="T61" fmla="*/ 25200 h 147"/>
                    <a:gd name="T62" fmla="*/ 22018 w 44"/>
                    <a:gd name="T63" fmla="*/ 16800 h 147"/>
                    <a:gd name="T64" fmla="*/ 26209 w 44"/>
                    <a:gd name="T65" fmla="*/ 5250 h 147"/>
                    <a:gd name="T66" fmla="*/ 35644 w 44"/>
                    <a:gd name="T67" fmla="*/ 0 h 147"/>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0" t="0" r="r" b="b"/>
                  <a:pathLst>
                    <a:path w="44" h="147">
                      <a:moveTo>
                        <a:pt x="41" y="117"/>
                      </a:moveTo>
                      <a:cubicBezTo>
                        <a:pt x="44" y="120"/>
                        <a:pt x="44" y="120"/>
                        <a:pt x="44" y="120"/>
                      </a:cubicBezTo>
                      <a:cubicBezTo>
                        <a:pt x="38" y="129"/>
                        <a:pt x="32" y="135"/>
                        <a:pt x="26" y="140"/>
                      </a:cubicBezTo>
                      <a:cubicBezTo>
                        <a:pt x="20" y="145"/>
                        <a:pt x="16" y="147"/>
                        <a:pt x="12" y="147"/>
                      </a:cubicBezTo>
                      <a:cubicBezTo>
                        <a:pt x="10" y="147"/>
                        <a:pt x="8" y="147"/>
                        <a:pt x="7" y="145"/>
                      </a:cubicBezTo>
                      <a:cubicBezTo>
                        <a:pt x="6" y="144"/>
                        <a:pt x="6" y="141"/>
                        <a:pt x="6" y="138"/>
                      </a:cubicBezTo>
                      <a:cubicBezTo>
                        <a:pt x="6" y="131"/>
                        <a:pt x="7" y="119"/>
                        <a:pt x="11" y="103"/>
                      </a:cubicBezTo>
                      <a:cubicBezTo>
                        <a:pt x="15" y="87"/>
                        <a:pt x="16" y="75"/>
                        <a:pt x="16" y="68"/>
                      </a:cubicBezTo>
                      <a:cubicBezTo>
                        <a:pt x="16" y="67"/>
                        <a:pt x="16" y="66"/>
                        <a:pt x="16" y="66"/>
                      </a:cubicBezTo>
                      <a:cubicBezTo>
                        <a:pt x="15" y="65"/>
                        <a:pt x="15" y="65"/>
                        <a:pt x="14" y="65"/>
                      </a:cubicBezTo>
                      <a:cubicBezTo>
                        <a:pt x="13" y="65"/>
                        <a:pt x="12" y="65"/>
                        <a:pt x="10" y="66"/>
                      </a:cubicBezTo>
                      <a:cubicBezTo>
                        <a:pt x="8" y="68"/>
                        <a:pt x="6" y="70"/>
                        <a:pt x="4" y="72"/>
                      </a:cubicBezTo>
                      <a:cubicBezTo>
                        <a:pt x="0" y="69"/>
                        <a:pt x="0" y="69"/>
                        <a:pt x="0" y="69"/>
                      </a:cubicBezTo>
                      <a:cubicBezTo>
                        <a:pt x="7" y="61"/>
                        <a:pt x="13" y="55"/>
                        <a:pt x="19" y="50"/>
                      </a:cubicBezTo>
                      <a:cubicBezTo>
                        <a:pt x="25" y="46"/>
                        <a:pt x="29" y="43"/>
                        <a:pt x="32" y="43"/>
                      </a:cubicBezTo>
                      <a:cubicBezTo>
                        <a:pt x="34" y="43"/>
                        <a:pt x="36" y="44"/>
                        <a:pt x="37" y="45"/>
                      </a:cubicBezTo>
                      <a:cubicBezTo>
                        <a:pt x="38" y="47"/>
                        <a:pt x="39" y="49"/>
                        <a:pt x="39" y="51"/>
                      </a:cubicBezTo>
                      <a:cubicBezTo>
                        <a:pt x="39" y="54"/>
                        <a:pt x="37" y="62"/>
                        <a:pt x="35" y="76"/>
                      </a:cubicBezTo>
                      <a:cubicBezTo>
                        <a:pt x="34" y="81"/>
                        <a:pt x="34" y="84"/>
                        <a:pt x="33" y="87"/>
                      </a:cubicBezTo>
                      <a:cubicBezTo>
                        <a:pt x="32" y="96"/>
                        <a:pt x="30" y="104"/>
                        <a:pt x="30" y="110"/>
                      </a:cubicBezTo>
                      <a:cubicBezTo>
                        <a:pt x="29" y="116"/>
                        <a:pt x="28" y="119"/>
                        <a:pt x="28" y="120"/>
                      </a:cubicBezTo>
                      <a:cubicBezTo>
                        <a:pt x="28" y="122"/>
                        <a:pt x="28" y="123"/>
                        <a:pt x="29" y="124"/>
                      </a:cubicBezTo>
                      <a:cubicBezTo>
                        <a:pt x="29" y="125"/>
                        <a:pt x="30" y="125"/>
                        <a:pt x="31" y="125"/>
                      </a:cubicBezTo>
                      <a:cubicBezTo>
                        <a:pt x="32" y="125"/>
                        <a:pt x="34" y="124"/>
                        <a:pt x="35" y="123"/>
                      </a:cubicBezTo>
                      <a:cubicBezTo>
                        <a:pt x="37" y="122"/>
                        <a:pt x="39" y="120"/>
                        <a:pt x="41" y="117"/>
                      </a:cubicBezTo>
                      <a:close/>
                      <a:moveTo>
                        <a:pt x="34" y="0"/>
                      </a:moveTo>
                      <a:cubicBezTo>
                        <a:pt x="37" y="0"/>
                        <a:pt x="40" y="1"/>
                        <a:pt x="41" y="3"/>
                      </a:cubicBezTo>
                      <a:cubicBezTo>
                        <a:pt x="43" y="5"/>
                        <a:pt x="44" y="7"/>
                        <a:pt x="44" y="10"/>
                      </a:cubicBezTo>
                      <a:cubicBezTo>
                        <a:pt x="44" y="15"/>
                        <a:pt x="43" y="19"/>
                        <a:pt x="40" y="22"/>
                      </a:cubicBezTo>
                      <a:cubicBezTo>
                        <a:pt x="38" y="25"/>
                        <a:pt x="34" y="27"/>
                        <a:pt x="31" y="27"/>
                      </a:cubicBezTo>
                      <a:cubicBezTo>
                        <a:pt x="28" y="27"/>
                        <a:pt x="25" y="26"/>
                        <a:pt x="23" y="24"/>
                      </a:cubicBezTo>
                      <a:cubicBezTo>
                        <a:pt x="22" y="22"/>
                        <a:pt x="21" y="19"/>
                        <a:pt x="21" y="16"/>
                      </a:cubicBezTo>
                      <a:cubicBezTo>
                        <a:pt x="21" y="12"/>
                        <a:pt x="22" y="8"/>
                        <a:pt x="25" y="5"/>
                      </a:cubicBezTo>
                      <a:cubicBezTo>
                        <a:pt x="28" y="2"/>
                        <a:pt x="31" y="0"/>
                        <a:pt x="34" y="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7357" name="Freeform 16"/>
                <p:cNvSpPr>
                  <a:spLocks noEditPoints="1"/>
                </p:cNvSpPr>
                <p:nvPr/>
              </p:nvSpPr>
              <p:spPr bwMode="auto">
                <a:xfrm>
                  <a:off x="980608" y="2248535"/>
                  <a:ext cx="216000" cy="216443"/>
                </a:xfrm>
                <a:custGeom>
                  <a:avLst/>
                  <a:gdLst>
                    <a:gd name="T0" fmla="*/ 0 w 206"/>
                    <a:gd name="T1" fmla="*/ 108222 h 206"/>
                    <a:gd name="T2" fmla="*/ 108000 w 206"/>
                    <a:gd name="T3" fmla="*/ 0 h 206"/>
                    <a:gd name="T4" fmla="*/ 108000 w 206"/>
                    <a:gd name="T5" fmla="*/ 0 h 206"/>
                    <a:gd name="T6" fmla="*/ 216000 w 206"/>
                    <a:gd name="T7" fmla="*/ 108222 h 206"/>
                    <a:gd name="T8" fmla="*/ 216000 w 206"/>
                    <a:gd name="T9" fmla="*/ 108222 h 206"/>
                    <a:gd name="T10" fmla="*/ 216000 w 206"/>
                    <a:gd name="T11" fmla="*/ 108222 h 206"/>
                    <a:gd name="T12" fmla="*/ 108000 w 206"/>
                    <a:gd name="T13" fmla="*/ 216443 h 206"/>
                    <a:gd name="T14" fmla="*/ 108000 w 206"/>
                    <a:gd name="T15" fmla="*/ 216443 h 206"/>
                    <a:gd name="T16" fmla="*/ 0 w 206"/>
                    <a:gd name="T17" fmla="*/ 108222 h 206"/>
                    <a:gd name="T18" fmla="*/ 41942 w 206"/>
                    <a:gd name="T19" fmla="*/ 42028 h 206"/>
                    <a:gd name="T20" fmla="*/ 13631 w 206"/>
                    <a:gd name="T21" fmla="*/ 108222 h 206"/>
                    <a:gd name="T22" fmla="*/ 13631 w 206"/>
                    <a:gd name="T23" fmla="*/ 108222 h 206"/>
                    <a:gd name="T24" fmla="*/ 41942 w 206"/>
                    <a:gd name="T25" fmla="*/ 175466 h 206"/>
                    <a:gd name="T26" fmla="*/ 41942 w 206"/>
                    <a:gd name="T27" fmla="*/ 175466 h 206"/>
                    <a:gd name="T28" fmla="*/ 108000 w 206"/>
                    <a:gd name="T29" fmla="*/ 202784 h 206"/>
                    <a:gd name="T30" fmla="*/ 108000 w 206"/>
                    <a:gd name="T31" fmla="*/ 202784 h 206"/>
                    <a:gd name="T32" fmla="*/ 174058 w 206"/>
                    <a:gd name="T33" fmla="*/ 175466 h 206"/>
                    <a:gd name="T34" fmla="*/ 174058 w 206"/>
                    <a:gd name="T35" fmla="*/ 175466 h 206"/>
                    <a:gd name="T36" fmla="*/ 201320 w 206"/>
                    <a:gd name="T37" fmla="*/ 108222 h 206"/>
                    <a:gd name="T38" fmla="*/ 201320 w 206"/>
                    <a:gd name="T39" fmla="*/ 108222 h 206"/>
                    <a:gd name="T40" fmla="*/ 174058 w 206"/>
                    <a:gd name="T41" fmla="*/ 42028 h 206"/>
                    <a:gd name="T42" fmla="*/ 174058 w 206"/>
                    <a:gd name="T43" fmla="*/ 42028 h 206"/>
                    <a:gd name="T44" fmla="*/ 108000 w 206"/>
                    <a:gd name="T45" fmla="*/ 14710 h 206"/>
                    <a:gd name="T46" fmla="*/ 108000 w 206"/>
                    <a:gd name="T47" fmla="*/ 14710 h 206"/>
                    <a:gd name="T48" fmla="*/ 41942 w 206"/>
                    <a:gd name="T49" fmla="*/ 42028 h 20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0" t="0" r="r" b="b"/>
                  <a:pathLst>
                    <a:path w="206" h="206">
                      <a:moveTo>
                        <a:pt x="0" y="103"/>
                      </a:moveTo>
                      <a:cubicBezTo>
                        <a:pt x="0" y="46"/>
                        <a:pt x="46" y="0"/>
                        <a:pt x="103" y="0"/>
                      </a:cubicBezTo>
                      <a:cubicBezTo>
                        <a:pt x="103" y="0"/>
                        <a:pt x="103" y="0"/>
                        <a:pt x="103" y="0"/>
                      </a:cubicBezTo>
                      <a:cubicBezTo>
                        <a:pt x="160" y="0"/>
                        <a:pt x="206" y="46"/>
                        <a:pt x="206" y="103"/>
                      </a:cubicBezTo>
                      <a:cubicBezTo>
                        <a:pt x="206" y="103"/>
                        <a:pt x="206" y="103"/>
                        <a:pt x="206" y="103"/>
                      </a:cubicBezTo>
                      <a:cubicBezTo>
                        <a:pt x="206" y="103"/>
                        <a:pt x="206" y="103"/>
                        <a:pt x="206" y="103"/>
                      </a:cubicBezTo>
                      <a:cubicBezTo>
                        <a:pt x="206" y="160"/>
                        <a:pt x="160" y="206"/>
                        <a:pt x="103" y="206"/>
                      </a:cubicBezTo>
                      <a:cubicBezTo>
                        <a:pt x="103" y="206"/>
                        <a:pt x="103" y="206"/>
                        <a:pt x="103" y="206"/>
                      </a:cubicBezTo>
                      <a:cubicBezTo>
                        <a:pt x="46" y="206"/>
                        <a:pt x="0" y="160"/>
                        <a:pt x="0" y="103"/>
                      </a:cubicBezTo>
                      <a:close/>
                      <a:moveTo>
                        <a:pt x="40" y="40"/>
                      </a:moveTo>
                      <a:cubicBezTo>
                        <a:pt x="23" y="56"/>
                        <a:pt x="13" y="79"/>
                        <a:pt x="13" y="103"/>
                      </a:cubicBezTo>
                      <a:cubicBezTo>
                        <a:pt x="13" y="103"/>
                        <a:pt x="13" y="103"/>
                        <a:pt x="13" y="103"/>
                      </a:cubicBezTo>
                      <a:cubicBezTo>
                        <a:pt x="13" y="128"/>
                        <a:pt x="23" y="150"/>
                        <a:pt x="40" y="167"/>
                      </a:cubicBezTo>
                      <a:cubicBezTo>
                        <a:pt x="40" y="167"/>
                        <a:pt x="40" y="167"/>
                        <a:pt x="40" y="167"/>
                      </a:cubicBezTo>
                      <a:cubicBezTo>
                        <a:pt x="56" y="183"/>
                        <a:pt x="78" y="193"/>
                        <a:pt x="103" y="193"/>
                      </a:cubicBezTo>
                      <a:cubicBezTo>
                        <a:pt x="103" y="193"/>
                        <a:pt x="103" y="193"/>
                        <a:pt x="103" y="193"/>
                      </a:cubicBezTo>
                      <a:cubicBezTo>
                        <a:pt x="128" y="193"/>
                        <a:pt x="150" y="183"/>
                        <a:pt x="166" y="167"/>
                      </a:cubicBezTo>
                      <a:cubicBezTo>
                        <a:pt x="166" y="167"/>
                        <a:pt x="166" y="167"/>
                        <a:pt x="166" y="167"/>
                      </a:cubicBezTo>
                      <a:cubicBezTo>
                        <a:pt x="182" y="150"/>
                        <a:pt x="192" y="128"/>
                        <a:pt x="192" y="103"/>
                      </a:cubicBezTo>
                      <a:cubicBezTo>
                        <a:pt x="192" y="103"/>
                        <a:pt x="192" y="103"/>
                        <a:pt x="192" y="103"/>
                      </a:cubicBezTo>
                      <a:cubicBezTo>
                        <a:pt x="192" y="79"/>
                        <a:pt x="182" y="56"/>
                        <a:pt x="166" y="40"/>
                      </a:cubicBezTo>
                      <a:cubicBezTo>
                        <a:pt x="166" y="40"/>
                        <a:pt x="166" y="40"/>
                        <a:pt x="166" y="40"/>
                      </a:cubicBezTo>
                      <a:cubicBezTo>
                        <a:pt x="150" y="24"/>
                        <a:pt x="128" y="14"/>
                        <a:pt x="103" y="14"/>
                      </a:cubicBezTo>
                      <a:cubicBezTo>
                        <a:pt x="103" y="14"/>
                        <a:pt x="103" y="14"/>
                        <a:pt x="103" y="14"/>
                      </a:cubicBezTo>
                      <a:cubicBezTo>
                        <a:pt x="78" y="14"/>
                        <a:pt x="56" y="24"/>
                        <a:pt x="40" y="40"/>
                      </a:cubicBezTo>
                      <a:close/>
                    </a:path>
                  </a:pathLst>
                </a:custGeom>
                <a:solidFill>
                  <a:srgbClr val="CF3C27"/>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sp>
            <p:nvSpPr>
              <p:cNvPr id="57355" name="文本框 124"/>
              <p:cNvSpPr txBox="1">
                <a:spLocks noChangeArrowheads="1"/>
              </p:cNvSpPr>
              <p:nvPr/>
            </p:nvSpPr>
            <p:spPr bwMode="auto">
              <a:xfrm>
                <a:off x="1255541" y="1870075"/>
                <a:ext cx="309995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b="1">
                    <a:solidFill>
                      <a:srgbClr val="1D495D"/>
                    </a:solidFill>
                    <a:latin typeface="微软雅黑" panose="020B0503020204020204" pitchFamily="34" charset="-122"/>
                    <a:ea typeface="微软雅黑" panose="020B0503020204020204" pitchFamily="34" charset="-122"/>
                  </a:rPr>
                  <a:t>点击添加标题</a:t>
                </a:r>
              </a:p>
            </p:txBody>
          </p:sp>
        </p:grpSp>
        <p:sp>
          <p:nvSpPr>
            <p:cNvPr id="57353" name="矩形 122"/>
            <p:cNvSpPr>
              <a:spLocks noChangeArrowheads="1"/>
            </p:cNvSpPr>
            <p:nvPr/>
          </p:nvSpPr>
          <p:spPr bwMode="auto">
            <a:xfrm>
              <a:off x="1333793" y="2532644"/>
              <a:ext cx="2513147"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1600">
                  <a:solidFill>
                    <a:srgbClr val="5B5B5B"/>
                  </a:solidFill>
                  <a:latin typeface="微软雅黑" panose="020B0503020204020204" pitchFamily="34" charset="-122"/>
                  <a:ea typeface="微软雅黑" panose="020B0503020204020204" pitchFamily="34" charset="-122"/>
                </a:rPr>
                <a:t>添加你的文字添加你的文字添加你的文字添加你的文字</a:t>
              </a:r>
            </a:p>
          </p:txBody>
        </p:sp>
      </p:grpSp>
      <p:sp>
        <p:nvSpPr>
          <p:cNvPr id="57351"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Click="0" advTm="5129"/>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1" presetClass="entr" presetSubtype="1"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5" name="组合 74"/>
          <p:cNvGrpSpPr>
            <a:grpSpLocks/>
          </p:cNvGrpSpPr>
          <p:nvPr/>
        </p:nvGrpSpPr>
        <p:grpSpPr bwMode="auto">
          <a:xfrm>
            <a:off x="1049338" y="2782888"/>
            <a:ext cx="5926137" cy="835025"/>
            <a:chOff x="669540" y="2255926"/>
            <a:chExt cx="4446354" cy="627181"/>
          </a:xfrm>
        </p:grpSpPr>
        <p:sp>
          <p:nvSpPr>
            <p:cNvPr id="76" name="矩形 75"/>
            <p:cNvSpPr/>
            <p:nvPr/>
          </p:nvSpPr>
          <p:spPr>
            <a:xfrm>
              <a:off x="720757" y="2636288"/>
              <a:ext cx="3495862" cy="24681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77" name="矩形 76"/>
            <p:cNvSpPr/>
            <p:nvPr/>
          </p:nvSpPr>
          <p:spPr>
            <a:xfrm>
              <a:off x="4216618" y="2636288"/>
              <a:ext cx="899276" cy="246819"/>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78" name="文本框 12"/>
            <p:cNvSpPr txBox="1"/>
            <p:nvPr/>
          </p:nvSpPr>
          <p:spPr>
            <a:xfrm>
              <a:off x="669540" y="2255926"/>
              <a:ext cx="1453135" cy="345784"/>
            </a:xfrm>
            <a:prstGeom prst="rect">
              <a:avLst/>
            </a:prstGeom>
            <a:noFill/>
          </p:spPr>
          <p:txBody>
            <a:bodyPr>
              <a:spAutoFit/>
            </a:bodyPr>
            <a:lstStyle/>
            <a:p>
              <a:pPr fontAlgn="auto">
                <a:spcBef>
                  <a:spcPts val="0"/>
                </a:spcBef>
                <a:spcAft>
                  <a:spcPts val="0"/>
                </a:spcAft>
                <a:buFontTx/>
                <a:buNone/>
                <a:defRPr/>
              </a:pPr>
              <a:r>
                <a:rPr lang="zh-CN" altLang="en-US" sz="2399" dirty="0">
                  <a:solidFill>
                    <a:srgbClr val="656565"/>
                  </a:solidFill>
                  <a:latin typeface="微软雅黑" panose="020B0503020204020204" pitchFamily="34" charset="-122"/>
                  <a:ea typeface="微软雅黑" panose="020B0503020204020204" pitchFamily="34" charset="-122"/>
                </a:rPr>
                <a:t>第二季度</a:t>
              </a:r>
            </a:p>
          </p:txBody>
        </p:sp>
      </p:grpSp>
      <p:grpSp>
        <p:nvGrpSpPr>
          <p:cNvPr id="79" name="组合 78"/>
          <p:cNvGrpSpPr>
            <a:grpSpLocks/>
          </p:cNvGrpSpPr>
          <p:nvPr/>
        </p:nvGrpSpPr>
        <p:grpSpPr bwMode="auto">
          <a:xfrm>
            <a:off x="1049338" y="3797300"/>
            <a:ext cx="5926137" cy="823913"/>
            <a:chOff x="669540" y="3085713"/>
            <a:chExt cx="4446354" cy="617769"/>
          </a:xfrm>
        </p:grpSpPr>
        <p:sp>
          <p:nvSpPr>
            <p:cNvPr id="81" name="矩形 80"/>
            <p:cNvSpPr/>
            <p:nvPr/>
          </p:nvSpPr>
          <p:spPr>
            <a:xfrm>
              <a:off x="2370422" y="3457088"/>
              <a:ext cx="2745472" cy="24639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82" name="文本框 13"/>
            <p:cNvSpPr txBox="1"/>
            <p:nvPr/>
          </p:nvSpPr>
          <p:spPr>
            <a:xfrm>
              <a:off x="669540" y="3085713"/>
              <a:ext cx="1453135" cy="346379"/>
            </a:xfrm>
            <a:prstGeom prst="rect">
              <a:avLst/>
            </a:prstGeom>
            <a:noFill/>
          </p:spPr>
          <p:txBody>
            <a:bodyPr>
              <a:spAutoFit/>
            </a:bodyPr>
            <a:lstStyle/>
            <a:p>
              <a:pPr fontAlgn="auto">
                <a:spcBef>
                  <a:spcPts val="0"/>
                </a:spcBef>
                <a:spcAft>
                  <a:spcPts val="0"/>
                </a:spcAft>
                <a:buFontTx/>
                <a:buNone/>
                <a:defRPr/>
              </a:pPr>
              <a:r>
                <a:rPr lang="zh-CN" altLang="en-US" sz="2399" dirty="0">
                  <a:solidFill>
                    <a:srgbClr val="5D94A9"/>
                  </a:solidFill>
                  <a:latin typeface="微软雅黑" panose="020B0503020204020204" pitchFamily="34" charset="-122"/>
                  <a:ea typeface="微软雅黑" panose="020B0503020204020204" pitchFamily="34" charset="-122"/>
                </a:rPr>
                <a:t>第三季度</a:t>
              </a:r>
            </a:p>
          </p:txBody>
        </p:sp>
        <p:sp>
          <p:nvSpPr>
            <p:cNvPr id="83" name="矩形 82"/>
            <p:cNvSpPr/>
            <p:nvPr/>
          </p:nvSpPr>
          <p:spPr>
            <a:xfrm>
              <a:off x="720757" y="3457088"/>
              <a:ext cx="2346455" cy="246394"/>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grpSp>
      <p:grpSp>
        <p:nvGrpSpPr>
          <p:cNvPr id="84" name="组合 83"/>
          <p:cNvGrpSpPr>
            <a:grpSpLocks/>
          </p:cNvGrpSpPr>
          <p:nvPr/>
        </p:nvGrpSpPr>
        <p:grpSpPr bwMode="auto">
          <a:xfrm>
            <a:off x="1049338" y="4903788"/>
            <a:ext cx="5926137" cy="817562"/>
            <a:chOff x="669540" y="3915498"/>
            <a:chExt cx="4446354" cy="612759"/>
          </a:xfrm>
        </p:grpSpPr>
        <p:sp>
          <p:nvSpPr>
            <p:cNvPr id="85" name="文本框 14"/>
            <p:cNvSpPr txBox="1"/>
            <p:nvPr/>
          </p:nvSpPr>
          <p:spPr>
            <a:xfrm>
              <a:off x="669540" y="3915498"/>
              <a:ext cx="1453135" cy="346238"/>
            </a:xfrm>
            <a:prstGeom prst="rect">
              <a:avLst/>
            </a:prstGeom>
            <a:noFill/>
          </p:spPr>
          <p:txBody>
            <a:bodyPr>
              <a:spAutoFit/>
            </a:bodyPr>
            <a:lstStyle/>
            <a:p>
              <a:pPr fontAlgn="auto">
                <a:spcBef>
                  <a:spcPts val="0"/>
                </a:spcBef>
                <a:spcAft>
                  <a:spcPts val="0"/>
                </a:spcAft>
                <a:buFontTx/>
                <a:buNone/>
                <a:defRPr/>
              </a:pPr>
              <a:r>
                <a:rPr lang="zh-CN" altLang="en-US" sz="2399" dirty="0">
                  <a:solidFill>
                    <a:srgbClr val="656565"/>
                  </a:solidFill>
                  <a:latin typeface="微软雅黑" panose="020B0503020204020204" pitchFamily="34" charset="-122"/>
                  <a:ea typeface="微软雅黑" panose="020B0503020204020204" pitchFamily="34" charset="-122"/>
                </a:rPr>
                <a:t>第四季度</a:t>
              </a:r>
            </a:p>
          </p:txBody>
        </p:sp>
        <p:sp>
          <p:nvSpPr>
            <p:cNvPr id="86" name="矩形 85"/>
            <p:cNvSpPr/>
            <p:nvPr/>
          </p:nvSpPr>
          <p:spPr>
            <a:xfrm>
              <a:off x="720757" y="4281964"/>
              <a:ext cx="3937757" cy="24629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94" name="矩形 93"/>
            <p:cNvSpPr/>
            <p:nvPr/>
          </p:nvSpPr>
          <p:spPr>
            <a:xfrm>
              <a:off x="4658514" y="4281964"/>
              <a:ext cx="457380" cy="246293"/>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grpSp>
      <p:grpSp>
        <p:nvGrpSpPr>
          <p:cNvPr id="95" name="组合 94"/>
          <p:cNvGrpSpPr>
            <a:grpSpLocks/>
          </p:cNvGrpSpPr>
          <p:nvPr/>
        </p:nvGrpSpPr>
        <p:grpSpPr bwMode="auto">
          <a:xfrm>
            <a:off x="6084888" y="4764088"/>
            <a:ext cx="595312" cy="611187"/>
            <a:chOff x="5939521" y="4572770"/>
            <a:chExt cx="594216" cy="550559"/>
          </a:xfrm>
        </p:grpSpPr>
        <p:grpSp>
          <p:nvGrpSpPr>
            <p:cNvPr id="58392" name="组合 95"/>
            <p:cNvGrpSpPr>
              <a:grpSpLocks/>
            </p:cNvGrpSpPr>
            <p:nvPr/>
          </p:nvGrpSpPr>
          <p:grpSpPr bwMode="auto">
            <a:xfrm>
              <a:off x="5942984" y="4572770"/>
              <a:ext cx="541778" cy="550559"/>
              <a:chOff x="6511364" y="4028283"/>
              <a:chExt cx="830997" cy="844465"/>
            </a:xfrm>
          </p:grpSpPr>
          <p:sp>
            <p:nvSpPr>
              <p:cNvPr id="98" name="椭圆 97"/>
              <p:cNvSpPr/>
              <p:nvPr/>
            </p:nvSpPr>
            <p:spPr>
              <a:xfrm>
                <a:off x="6510914" y="4028283"/>
                <a:ext cx="831224" cy="76111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99" name="等腰三角形 98"/>
              <p:cNvSpPr/>
              <p:nvPr/>
            </p:nvSpPr>
            <p:spPr>
              <a:xfrm rot="10800000">
                <a:off x="6746670" y="4561283"/>
                <a:ext cx="359711" cy="311465"/>
              </a:xfrm>
              <a:prstGeom prs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dirty="0">
                  <a:solidFill>
                    <a:srgbClr val="FFFFFF"/>
                  </a:solidFill>
                </a:endParaRPr>
              </a:p>
            </p:txBody>
          </p:sp>
        </p:grpSp>
        <p:sp>
          <p:nvSpPr>
            <p:cNvPr id="97" name="文本框 17"/>
            <p:cNvSpPr txBox="1"/>
            <p:nvPr/>
          </p:nvSpPr>
          <p:spPr>
            <a:xfrm>
              <a:off x="5939521" y="4602800"/>
              <a:ext cx="594216" cy="378957"/>
            </a:xfrm>
            <a:prstGeom prst="rect">
              <a:avLst/>
            </a:prstGeom>
            <a:noFill/>
          </p:spPr>
          <p:txBody>
            <a:bodyPr>
              <a:spAutoFit/>
            </a:bodyPr>
            <a:lstStyle/>
            <a:p>
              <a:pPr fontAlgn="auto">
                <a:spcBef>
                  <a:spcPts val="0"/>
                </a:spcBef>
                <a:spcAft>
                  <a:spcPts val="0"/>
                </a:spcAft>
                <a:buFontTx/>
                <a:buNone/>
                <a:defRPr/>
              </a:pPr>
              <a:r>
                <a:rPr lang="en-US" altLang="zh-CN" sz="2133" dirty="0">
                  <a:solidFill>
                    <a:srgbClr val="FFFFFF"/>
                  </a:solidFill>
                  <a:latin typeface="微软雅黑" panose="020B0503020204020204" pitchFamily="34" charset="-122"/>
                  <a:ea typeface="微软雅黑" panose="020B0503020204020204" pitchFamily="34" charset="-122"/>
                </a:rPr>
                <a:t>95</a:t>
              </a:r>
              <a:endParaRPr lang="zh-CN" altLang="en-US" sz="2133" dirty="0">
                <a:solidFill>
                  <a:srgbClr val="FFFFFF"/>
                </a:solidFill>
                <a:latin typeface="微软雅黑" panose="020B0503020204020204" pitchFamily="34" charset="-122"/>
                <a:ea typeface="微软雅黑" panose="020B0503020204020204" pitchFamily="34" charset="-122"/>
              </a:endParaRPr>
            </a:p>
          </p:txBody>
        </p:sp>
      </p:grpSp>
      <p:grpSp>
        <p:nvGrpSpPr>
          <p:cNvPr id="100" name="组合 99"/>
          <p:cNvGrpSpPr>
            <a:grpSpLocks/>
          </p:cNvGrpSpPr>
          <p:nvPr/>
        </p:nvGrpSpPr>
        <p:grpSpPr bwMode="auto">
          <a:xfrm>
            <a:off x="5562600" y="2803525"/>
            <a:ext cx="508000" cy="473075"/>
            <a:chOff x="5564037" y="3542535"/>
            <a:chExt cx="508775" cy="426178"/>
          </a:xfrm>
        </p:grpSpPr>
        <p:grpSp>
          <p:nvGrpSpPr>
            <p:cNvPr id="101" name="组合 100"/>
            <p:cNvGrpSpPr/>
            <p:nvPr/>
          </p:nvGrpSpPr>
          <p:grpSpPr>
            <a:xfrm>
              <a:off x="5570386" y="3542535"/>
              <a:ext cx="414733" cy="426178"/>
              <a:chOff x="6511364" y="4018820"/>
              <a:chExt cx="830997" cy="853928"/>
            </a:xfrm>
            <a:solidFill>
              <a:srgbClr val="E74C2E"/>
            </a:solidFill>
          </p:grpSpPr>
          <p:sp>
            <p:nvSpPr>
              <p:cNvPr id="103" name="椭圆 102"/>
              <p:cNvSpPr/>
              <p:nvPr/>
            </p:nvSpPr>
            <p:spPr>
              <a:xfrm>
                <a:off x="6511364" y="4018820"/>
                <a:ext cx="830997" cy="77033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104" name="等腰三角形 103"/>
              <p:cNvSpPr/>
              <p:nvPr/>
            </p:nvSpPr>
            <p:spPr>
              <a:xfrm rot="10800000">
                <a:off x="6746646" y="4562030"/>
                <a:ext cx="360433" cy="310718"/>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dirty="0">
                  <a:solidFill>
                    <a:srgbClr val="FFFFFF"/>
                  </a:solidFill>
                </a:endParaRPr>
              </a:p>
            </p:txBody>
          </p:sp>
        </p:grpSp>
        <p:sp>
          <p:nvSpPr>
            <p:cNvPr id="102" name="文本框 50"/>
            <p:cNvSpPr txBox="1"/>
            <p:nvPr/>
          </p:nvSpPr>
          <p:spPr>
            <a:xfrm>
              <a:off x="5564037" y="3595450"/>
              <a:ext cx="508775" cy="268864"/>
            </a:xfrm>
            <a:prstGeom prst="rect">
              <a:avLst/>
            </a:prstGeom>
            <a:noFill/>
          </p:spPr>
          <p:txBody>
            <a:bodyPr>
              <a:spAutoFit/>
            </a:bodyPr>
            <a:lstStyle/>
            <a:p>
              <a:pPr fontAlgn="auto">
                <a:spcBef>
                  <a:spcPts val="0"/>
                </a:spcBef>
                <a:spcAft>
                  <a:spcPts val="0"/>
                </a:spcAft>
                <a:buFontTx/>
                <a:buNone/>
                <a:defRPr/>
              </a:pPr>
              <a:r>
                <a:rPr lang="en-US" altLang="zh-CN" sz="1333" dirty="0">
                  <a:solidFill>
                    <a:srgbClr val="FFFFFF"/>
                  </a:solidFill>
                  <a:latin typeface="微软雅黑" panose="020B0503020204020204" pitchFamily="34" charset="-122"/>
                  <a:ea typeface="微软雅黑" panose="020B0503020204020204" pitchFamily="34" charset="-122"/>
                </a:rPr>
                <a:t>85</a:t>
              </a:r>
              <a:endParaRPr lang="zh-CN" altLang="en-US" sz="1333" dirty="0">
                <a:solidFill>
                  <a:srgbClr val="FFFFFF"/>
                </a:solidFill>
                <a:latin typeface="微软雅黑" panose="020B0503020204020204" pitchFamily="34" charset="-122"/>
                <a:ea typeface="微软雅黑" panose="020B0503020204020204" pitchFamily="34" charset="-122"/>
              </a:endParaRPr>
            </a:p>
          </p:txBody>
        </p:sp>
      </p:grpSp>
      <p:grpSp>
        <p:nvGrpSpPr>
          <p:cNvPr id="105" name="组合 104"/>
          <p:cNvGrpSpPr>
            <a:grpSpLocks/>
          </p:cNvGrpSpPr>
          <p:nvPr/>
        </p:nvGrpSpPr>
        <p:grpSpPr bwMode="auto">
          <a:xfrm>
            <a:off x="3916363" y="3797300"/>
            <a:ext cx="600075" cy="484188"/>
            <a:chOff x="5448813" y="3534170"/>
            <a:chExt cx="600490" cy="434542"/>
          </a:xfrm>
        </p:grpSpPr>
        <p:grpSp>
          <p:nvGrpSpPr>
            <p:cNvPr id="106" name="组合 105"/>
            <p:cNvGrpSpPr/>
            <p:nvPr/>
          </p:nvGrpSpPr>
          <p:grpSpPr>
            <a:xfrm>
              <a:off x="5570386" y="3534170"/>
              <a:ext cx="414733" cy="434542"/>
              <a:chOff x="6511364" y="4002061"/>
              <a:chExt cx="830997" cy="870687"/>
            </a:xfrm>
            <a:solidFill>
              <a:srgbClr val="E74C2E"/>
            </a:solidFill>
          </p:grpSpPr>
          <p:sp>
            <p:nvSpPr>
              <p:cNvPr id="108" name="椭圆 107"/>
              <p:cNvSpPr/>
              <p:nvPr/>
            </p:nvSpPr>
            <p:spPr>
              <a:xfrm>
                <a:off x="6511364" y="4002061"/>
                <a:ext cx="830997" cy="787090"/>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109" name="等腰三角形 108"/>
              <p:cNvSpPr/>
              <p:nvPr/>
            </p:nvSpPr>
            <p:spPr>
              <a:xfrm rot="10800000">
                <a:off x="6746646" y="4562030"/>
                <a:ext cx="360433" cy="310718"/>
              </a:xfrm>
              <a:prstGeom prst="triangl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dirty="0">
                  <a:solidFill>
                    <a:srgbClr val="FFFFFF"/>
                  </a:solidFill>
                </a:endParaRPr>
              </a:p>
            </p:txBody>
          </p:sp>
        </p:grpSp>
        <p:sp>
          <p:nvSpPr>
            <p:cNvPr id="107" name="文本框 55"/>
            <p:cNvSpPr txBox="1"/>
            <p:nvPr/>
          </p:nvSpPr>
          <p:spPr>
            <a:xfrm>
              <a:off x="5448813" y="3585460"/>
              <a:ext cx="600490" cy="267849"/>
            </a:xfrm>
            <a:prstGeom prst="rect">
              <a:avLst/>
            </a:prstGeom>
            <a:noFill/>
          </p:spPr>
          <p:txBody>
            <a:bodyPr>
              <a:spAutoFit/>
            </a:bodyPr>
            <a:lstStyle/>
            <a:p>
              <a:pPr algn="ctr" fontAlgn="auto">
                <a:spcBef>
                  <a:spcPts val="0"/>
                </a:spcBef>
                <a:spcAft>
                  <a:spcPts val="0"/>
                </a:spcAft>
                <a:buFontTx/>
                <a:buNone/>
                <a:defRPr/>
              </a:pPr>
              <a:r>
                <a:rPr lang="en-US" altLang="zh-CN" sz="1333" dirty="0">
                  <a:solidFill>
                    <a:srgbClr val="FFFFFF"/>
                  </a:solidFill>
                  <a:latin typeface="微软雅黑" panose="020B0503020204020204" pitchFamily="34" charset="-122"/>
                  <a:ea typeface="微软雅黑" panose="020B0503020204020204" pitchFamily="34" charset="-122"/>
                </a:rPr>
                <a:t>65</a:t>
              </a:r>
              <a:endParaRPr lang="zh-CN" altLang="en-US" sz="1333" dirty="0">
                <a:solidFill>
                  <a:srgbClr val="FFFFFF"/>
                </a:solidFill>
                <a:latin typeface="微软雅黑" panose="020B0503020204020204" pitchFamily="34" charset="-122"/>
                <a:ea typeface="微软雅黑" panose="020B0503020204020204" pitchFamily="34" charset="-122"/>
              </a:endParaRPr>
            </a:p>
          </p:txBody>
        </p:sp>
      </p:grpSp>
      <p:grpSp>
        <p:nvGrpSpPr>
          <p:cNvPr id="110" name="组合 109"/>
          <p:cNvGrpSpPr>
            <a:grpSpLocks/>
          </p:cNvGrpSpPr>
          <p:nvPr/>
        </p:nvGrpSpPr>
        <p:grpSpPr bwMode="auto">
          <a:xfrm>
            <a:off x="4618038" y="1778000"/>
            <a:ext cx="519112" cy="471488"/>
            <a:chOff x="5551177" y="3544696"/>
            <a:chExt cx="519489" cy="424014"/>
          </a:xfrm>
        </p:grpSpPr>
        <p:grpSp>
          <p:nvGrpSpPr>
            <p:cNvPr id="111" name="组合 110"/>
            <p:cNvGrpSpPr/>
            <p:nvPr/>
          </p:nvGrpSpPr>
          <p:grpSpPr>
            <a:xfrm>
              <a:off x="5570386" y="3544696"/>
              <a:ext cx="414733" cy="424014"/>
              <a:chOff x="6511364" y="4023155"/>
              <a:chExt cx="830997" cy="849593"/>
            </a:xfrm>
            <a:solidFill>
              <a:srgbClr val="E74C2E"/>
            </a:solidFill>
          </p:grpSpPr>
          <p:sp>
            <p:nvSpPr>
              <p:cNvPr id="113" name="椭圆 112"/>
              <p:cNvSpPr/>
              <p:nvPr/>
            </p:nvSpPr>
            <p:spPr>
              <a:xfrm>
                <a:off x="6511364" y="4023155"/>
                <a:ext cx="830997" cy="765998"/>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114" name="等腰三角形 113"/>
              <p:cNvSpPr/>
              <p:nvPr/>
            </p:nvSpPr>
            <p:spPr>
              <a:xfrm rot="10800000">
                <a:off x="6746646" y="4562030"/>
                <a:ext cx="360433" cy="31071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dirty="0">
                  <a:solidFill>
                    <a:srgbClr val="FFFFFF"/>
                  </a:solidFill>
                </a:endParaRPr>
              </a:p>
            </p:txBody>
          </p:sp>
        </p:grpSp>
        <p:sp>
          <p:nvSpPr>
            <p:cNvPr id="112" name="文本框 10"/>
            <p:cNvSpPr txBox="1"/>
            <p:nvPr/>
          </p:nvSpPr>
          <p:spPr>
            <a:xfrm>
              <a:off x="5551177" y="3597520"/>
              <a:ext cx="519489" cy="268399"/>
            </a:xfrm>
            <a:prstGeom prst="rect">
              <a:avLst/>
            </a:prstGeom>
            <a:noFill/>
          </p:spPr>
          <p:txBody>
            <a:bodyPr>
              <a:spAutoFit/>
            </a:bodyPr>
            <a:lstStyle/>
            <a:p>
              <a:pPr fontAlgn="auto">
                <a:spcBef>
                  <a:spcPts val="0"/>
                </a:spcBef>
                <a:spcAft>
                  <a:spcPts val="0"/>
                </a:spcAft>
                <a:buFontTx/>
                <a:buNone/>
                <a:defRPr/>
              </a:pPr>
              <a:r>
                <a:rPr lang="en-US" altLang="zh-CN" sz="1333" dirty="0">
                  <a:solidFill>
                    <a:srgbClr val="FFFFFF"/>
                  </a:solidFill>
                  <a:latin typeface="微软雅黑" panose="020B0503020204020204" pitchFamily="34" charset="-122"/>
                  <a:ea typeface="微软雅黑" panose="020B0503020204020204" pitchFamily="34" charset="-122"/>
                </a:rPr>
                <a:t>70</a:t>
              </a:r>
              <a:endParaRPr lang="zh-CN" altLang="en-US" sz="1333" dirty="0">
                <a:solidFill>
                  <a:srgbClr val="FFFFFF"/>
                </a:solidFill>
                <a:latin typeface="微软雅黑" panose="020B0503020204020204" pitchFamily="34" charset="-122"/>
                <a:ea typeface="微软雅黑" panose="020B0503020204020204" pitchFamily="34" charset="-122"/>
              </a:endParaRPr>
            </a:p>
          </p:txBody>
        </p:sp>
      </p:grpSp>
      <p:grpSp>
        <p:nvGrpSpPr>
          <p:cNvPr id="115" name="组合 114"/>
          <p:cNvGrpSpPr>
            <a:grpSpLocks/>
          </p:cNvGrpSpPr>
          <p:nvPr/>
        </p:nvGrpSpPr>
        <p:grpSpPr bwMode="auto">
          <a:xfrm>
            <a:off x="1049338" y="1701800"/>
            <a:ext cx="5926137" cy="900113"/>
            <a:chOff x="669540" y="1381284"/>
            <a:chExt cx="4446354" cy="675479"/>
          </a:xfrm>
        </p:grpSpPr>
        <p:sp>
          <p:nvSpPr>
            <p:cNvPr id="116" name="矩形 115"/>
            <p:cNvSpPr/>
            <p:nvPr/>
          </p:nvSpPr>
          <p:spPr>
            <a:xfrm>
              <a:off x="720757" y="1810159"/>
              <a:ext cx="2803836" cy="24660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sp>
          <p:nvSpPr>
            <p:cNvPr id="117" name="文本框 11"/>
            <p:cNvSpPr txBox="1"/>
            <p:nvPr/>
          </p:nvSpPr>
          <p:spPr>
            <a:xfrm>
              <a:off x="669540" y="1381284"/>
              <a:ext cx="1453135" cy="346675"/>
            </a:xfrm>
            <a:prstGeom prst="rect">
              <a:avLst/>
            </a:prstGeom>
            <a:noFill/>
          </p:spPr>
          <p:txBody>
            <a:bodyPr>
              <a:spAutoFit/>
            </a:bodyPr>
            <a:lstStyle/>
            <a:p>
              <a:pPr fontAlgn="auto">
                <a:spcBef>
                  <a:spcPts val="0"/>
                </a:spcBef>
                <a:spcAft>
                  <a:spcPts val="0"/>
                </a:spcAft>
                <a:buFontTx/>
                <a:buNone/>
                <a:defRPr/>
              </a:pPr>
              <a:r>
                <a:rPr lang="zh-CN" altLang="en-US" sz="2399" dirty="0">
                  <a:solidFill>
                    <a:srgbClr val="5D94A9"/>
                  </a:solidFill>
                  <a:latin typeface="微软雅黑" panose="020B0503020204020204" pitchFamily="34" charset="-122"/>
                  <a:ea typeface="微软雅黑" panose="020B0503020204020204" pitchFamily="34" charset="-122"/>
                </a:rPr>
                <a:t>第一季度</a:t>
              </a:r>
            </a:p>
          </p:txBody>
        </p:sp>
        <p:sp>
          <p:nvSpPr>
            <p:cNvPr id="118" name="矩形 117"/>
            <p:cNvSpPr/>
            <p:nvPr/>
          </p:nvSpPr>
          <p:spPr>
            <a:xfrm>
              <a:off x="3517446" y="1810159"/>
              <a:ext cx="1598448" cy="246604"/>
            </a:xfrm>
            <a:prstGeom prst="rect">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399">
                <a:solidFill>
                  <a:srgbClr val="FFFFFF"/>
                </a:solidFill>
              </a:endParaRPr>
            </a:p>
          </p:txBody>
        </p:sp>
      </p:grpSp>
      <p:sp>
        <p:nvSpPr>
          <p:cNvPr id="119" name="TextBox 22"/>
          <p:cNvSpPr txBox="1"/>
          <p:nvPr/>
        </p:nvSpPr>
        <p:spPr>
          <a:xfrm>
            <a:off x="7572375" y="2590800"/>
            <a:ext cx="3998913" cy="1220788"/>
          </a:xfrm>
          <a:prstGeom prst="rect">
            <a:avLst/>
          </a:prstGeom>
          <a:noFill/>
        </p:spPr>
        <p:txBody>
          <a:bodyPr lIns="87744" tIns="43872" rIns="87744" bIns="43872">
            <a:spAutoFit/>
          </a:bodyPr>
          <a:lstStyle>
            <a:defPPr>
              <a:defRPr lang="zh-CN"/>
            </a:defPPr>
            <a:lvl1pPr lvl="0">
              <a:lnSpc>
                <a:spcPct val="120000"/>
              </a:lnSpc>
              <a:spcAft>
                <a:spcPct val="40000"/>
              </a:spcAft>
              <a:buClr>
                <a:srgbClr val="292929"/>
              </a:buClr>
              <a:defRPr sz="1400">
                <a:solidFill>
                  <a:srgbClr val="333333"/>
                </a:solidFill>
                <a:latin typeface="微软雅黑" panose="020B0503020204020204" pitchFamily="34" charset="-122"/>
                <a:ea typeface="微软雅黑" panose="020B0503020204020204" pitchFamily="34" charset="-122"/>
              </a:defRPr>
            </a:lvl1pPr>
          </a:lstStyle>
          <a:p>
            <a:pPr fontAlgn="auto">
              <a:spcBef>
                <a:spcPts val="0"/>
              </a:spcBef>
              <a:buFontTx/>
              <a:buNone/>
              <a:defRPr/>
            </a:pPr>
            <a:r>
              <a:rPr lang="zh-CN" altLang="en-US" sz="1533" kern="0" noProof="1">
                <a:solidFill>
                  <a:srgbClr val="242424">
                    <a:lumMod val="75000"/>
                    <a:lumOff val="25000"/>
                  </a:srgbClr>
                </a:solidFill>
              </a:rPr>
              <a:t>您的内容打在这里，或者通过复制您的文本后，在此框中选择粘贴，并选择只保留文字您的内容打在这里，或者通过复制您的文本后，在此框中选择粘贴，并选择只保留文字。</a:t>
            </a:r>
            <a:endParaRPr lang="en-US" altLang="zh-CN" sz="1533" kern="0" noProof="1">
              <a:solidFill>
                <a:srgbClr val="242424">
                  <a:lumMod val="75000"/>
                  <a:lumOff val="25000"/>
                </a:srgbClr>
              </a:solidFill>
            </a:endParaRPr>
          </a:p>
        </p:txBody>
      </p:sp>
      <p:sp>
        <p:nvSpPr>
          <p:cNvPr id="120" name="TextBox 119"/>
          <p:cNvSpPr txBox="1"/>
          <p:nvPr/>
        </p:nvSpPr>
        <p:spPr>
          <a:xfrm>
            <a:off x="7572375" y="1868488"/>
            <a:ext cx="3960813" cy="604837"/>
          </a:xfrm>
          <a:prstGeom prst="rect">
            <a:avLst/>
          </a:prstGeom>
          <a:noFill/>
        </p:spPr>
        <p:txBody>
          <a:bodyPr lIns="91400" tIns="45699" rIns="91400" bIns="45699">
            <a:spAutoFit/>
          </a:bodyPr>
          <a:lstStyle/>
          <a:p>
            <a:pPr fontAlgn="auto">
              <a:spcBef>
                <a:spcPts val="0"/>
              </a:spcBef>
              <a:spcAft>
                <a:spcPts val="0"/>
              </a:spcAft>
              <a:buFontTx/>
              <a:buNone/>
              <a:defRPr/>
            </a:pPr>
            <a:r>
              <a:rPr lang="zh-CN" altLang="en-US" sz="3332" dirty="0">
                <a:solidFill>
                  <a:srgbClr val="5D94A9"/>
                </a:solidFill>
                <a:latin typeface="微软雅黑"/>
                <a:ea typeface="微软雅黑"/>
              </a:rPr>
              <a:t>点击添加标题文字</a:t>
            </a:r>
          </a:p>
        </p:txBody>
      </p:sp>
      <p:sp>
        <p:nvSpPr>
          <p:cNvPr id="121" name="TextBox 120"/>
          <p:cNvSpPr txBox="1"/>
          <p:nvPr/>
        </p:nvSpPr>
        <p:spPr>
          <a:xfrm>
            <a:off x="7470775" y="4311650"/>
            <a:ext cx="3960813" cy="501650"/>
          </a:xfrm>
          <a:prstGeom prst="rect">
            <a:avLst/>
          </a:prstGeom>
          <a:noFill/>
        </p:spPr>
        <p:txBody>
          <a:bodyPr lIns="91400" tIns="45699" rIns="91400" bIns="45699">
            <a:spAutoFit/>
          </a:bodyPr>
          <a:lstStyle/>
          <a:p>
            <a:pPr fontAlgn="auto">
              <a:spcBef>
                <a:spcPts val="0"/>
              </a:spcBef>
              <a:spcAft>
                <a:spcPts val="0"/>
              </a:spcAft>
              <a:buFontTx/>
              <a:buNone/>
              <a:defRPr/>
            </a:pPr>
            <a:r>
              <a:rPr lang="zh-CN" altLang="en-US" sz="2666" dirty="0">
                <a:solidFill>
                  <a:srgbClr val="242424">
                    <a:lumMod val="75000"/>
                    <a:lumOff val="25000"/>
                  </a:srgbClr>
                </a:solidFill>
                <a:latin typeface="微软雅黑"/>
                <a:ea typeface="微软雅黑"/>
              </a:rPr>
              <a:t>全年总额：</a:t>
            </a:r>
          </a:p>
        </p:txBody>
      </p:sp>
      <p:sp>
        <p:nvSpPr>
          <p:cNvPr id="122" name="TextBox 121"/>
          <p:cNvSpPr txBox="1"/>
          <p:nvPr/>
        </p:nvSpPr>
        <p:spPr>
          <a:xfrm>
            <a:off x="7470775" y="4711700"/>
            <a:ext cx="3960813" cy="1117600"/>
          </a:xfrm>
          <a:prstGeom prst="rect">
            <a:avLst/>
          </a:prstGeom>
          <a:noFill/>
        </p:spPr>
        <p:txBody>
          <a:bodyPr lIns="91400" tIns="45699" rIns="91400" bIns="45699">
            <a:spAutoFit/>
          </a:bodyPr>
          <a:lstStyle/>
          <a:p>
            <a:pPr fontAlgn="auto">
              <a:spcBef>
                <a:spcPts val="0"/>
              </a:spcBef>
              <a:spcAft>
                <a:spcPts val="0"/>
              </a:spcAft>
              <a:buFontTx/>
              <a:buNone/>
              <a:defRPr/>
            </a:pPr>
            <a:r>
              <a:rPr lang="en-US" altLang="zh-CN" sz="6665" dirty="0">
                <a:solidFill>
                  <a:schemeClr val="accent1">
                    <a:lumMod val="75000"/>
                  </a:schemeClr>
                </a:solidFill>
                <a:latin typeface="Impact" pitchFamily="34" charset="0"/>
                <a:ea typeface="微软雅黑"/>
              </a:rPr>
              <a:t>23,812,969</a:t>
            </a:r>
            <a:endParaRPr lang="zh-CN" altLang="en-US" sz="6665" dirty="0">
              <a:solidFill>
                <a:schemeClr val="accent1">
                  <a:lumMod val="75000"/>
                </a:schemeClr>
              </a:solidFill>
              <a:latin typeface="Impact" pitchFamily="34" charset="0"/>
              <a:ea typeface="微软雅黑"/>
            </a:endParaRPr>
          </a:p>
        </p:txBody>
      </p:sp>
      <p:sp>
        <p:nvSpPr>
          <p:cNvPr id="58382"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nodeType="afterEffect">
                                  <p:stCondLst>
                                    <p:cond delay="0"/>
                                  </p:stCondLst>
                                  <p:childTnLst>
                                    <p:set>
                                      <p:cBhvr>
                                        <p:cTn id="6" dur="1" fill="hold">
                                          <p:stCondLst>
                                            <p:cond delay="0"/>
                                          </p:stCondLst>
                                        </p:cTn>
                                        <p:tgtEl>
                                          <p:spTgt spid="115"/>
                                        </p:tgtEl>
                                        <p:attrNameLst>
                                          <p:attrName>style.visibility</p:attrName>
                                        </p:attrNameLst>
                                      </p:cBhvr>
                                      <p:to>
                                        <p:strVal val="visible"/>
                                      </p:to>
                                    </p:set>
                                    <p:anim calcmode="lin" valueType="num">
                                      <p:cBhvr additive="base">
                                        <p:cTn id="7" dur="500" fill="hold"/>
                                        <p:tgtEl>
                                          <p:spTgt spid="115"/>
                                        </p:tgtEl>
                                        <p:attrNameLst>
                                          <p:attrName>ppt_x</p:attrName>
                                        </p:attrNameLst>
                                      </p:cBhvr>
                                      <p:tavLst>
                                        <p:tav tm="0">
                                          <p:val>
                                            <p:strVal val="0-#ppt_w/2"/>
                                          </p:val>
                                        </p:tav>
                                        <p:tav tm="100000">
                                          <p:val>
                                            <p:strVal val="#ppt_x"/>
                                          </p:val>
                                        </p:tav>
                                      </p:tavLst>
                                    </p:anim>
                                    <p:anim calcmode="lin" valueType="num">
                                      <p:cBhvr additive="base">
                                        <p:cTn id="8" dur="500" fill="hold"/>
                                        <p:tgtEl>
                                          <p:spTgt spid="11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42" presetClass="entr" presetSubtype="0" fill="hold" nodeType="afterEffect">
                                  <p:stCondLst>
                                    <p:cond delay="0"/>
                                  </p:stCondLst>
                                  <p:childTnLst>
                                    <p:set>
                                      <p:cBhvr>
                                        <p:cTn id="11" dur="1" fill="hold">
                                          <p:stCondLst>
                                            <p:cond delay="0"/>
                                          </p:stCondLst>
                                        </p:cTn>
                                        <p:tgtEl>
                                          <p:spTgt spid="110"/>
                                        </p:tgtEl>
                                        <p:attrNameLst>
                                          <p:attrName>style.visibility</p:attrName>
                                        </p:attrNameLst>
                                      </p:cBhvr>
                                      <p:to>
                                        <p:strVal val="visible"/>
                                      </p:to>
                                    </p:set>
                                    <p:animEffect transition="in" filter="fade">
                                      <p:cBhvr>
                                        <p:cTn id="12" dur="500"/>
                                        <p:tgtEl>
                                          <p:spTgt spid="110"/>
                                        </p:tgtEl>
                                      </p:cBhvr>
                                    </p:animEffect>
                                    <p:anim calcmode="lin" valueType="num">
                                      <p:cBhvr>
                                        <p:cTn id="13" dur="500" fill="hold"/>
                                        <p:tgtEl>
                                          <p:spTgt spid="110"/>
                                        </p:tgtEl>
                                        <p:attrNameLst>
                                          <p:attrName>ppt_x</p:attrName>
                                        </p:attrNameLst>
                                      </p:cBhvr>
                                      <p:tavLst>
                                        <p:tav tm="0">
                                          <p:val>
                                            <p:strVal val="#ppt_x"/>
                                          </p:val>
                                        </p:tav>
                                        <p:tav tm="100000">
                                          <p:val>
                                            <p:strVal val="#ppt_x"/>
                                          </p:val>
                                        </p:tav>
                                      </p:tavLst>
                                    </p:anim>
                                    <p:anim calcmode="lin" valueType="num">
                                      <p:cBhvr>
                                        <p:cTn id="14" dur="500" fill="hold"/>
                                        <p:tgtEl>
                                          <p:spTgt spid="110"/>
                                        </p:tgtEl>
                                        <p:attrNameLst>
                                          <p:attrName>ppt_y</p:attrName>
                                        </p:attrNameLst>
                                      </p:cBhvr>
                                      <p:tavLst>
                                        <p:tav tm="0">
                                          <p:val>
                                            <p:strVal val="#ppt_y+.1"/>
                                          </p:val>
                                        </p:tav>
                                        <p:tav tm="100000">
                                          <p:val>
                                            <p:strVal val="#ppt_y"/>
                                          </p:val>
                                        </p:tav>
                                      </p:tavLst>
                                    </p:anim>
                                  </p:childTnLst>
                                </p:cTn>
                              </p:par>
                            </p:childTnLst>
                          </p:cTn>
                        </p:par>
                        <p:par>
                          <p:cTn id="15" fill="hold" nodeType="afterGroup">
                            <p:stCondLst>
                              <p:cond delay="1000"/>
                            </p:stCondLst>
                            <p:childTnLst>
                              <p:par>
                                <p:cTn id="16" presetID="2" presetClass="entr" presetSubtype="8" fill="hold" nodeType="afterEffect">
                                  <p:stCondLst>
                                    <p:cond delay="0"/>
                                  </p:stCondLst>
                                  <p:childTnLst>
                                    <p:set>
                                      <p:cBhvr>
                                        <p:cTn id="17" dur="1" fill="hold">
                                          <p:stCondLst>
                                            <p:cond delay="0"/>
                                          </p:stCondLst>
                                        </p:cTn>
                                        <p:tgtEl>
                                          <p:spTgt spid="75"/>
                                        </p:tgtEl>
                                        <p:attrNameLst>
                                          <p:attrName>style.visibility</p:attrName>
                                        </p:attrNameLst>
                                      </p:cBhvr>
                                      <p:to>
                                        <p:strVal val="visible"/>
                                      </p:to>
                                    </p:set>
                                    <p:anim calcmode="lin" valueType="num">
                                      <p:cBhvr additive="base">
                                        <p:cTn id="18" dur="500" fill="hold"/>
                                        <p:tgtEl>
                                          <p:spTgt spid="75"/>
                                        </p:tgtEl>
                                        <p:attrNameLst>
                                          <p:attrName>ppt_x</p:attrName>
                                        </p:attrNameLst>
                                      </p:cBhvr>
                                      <p:tavLst>
                                        <p:tav tm="0">
                                          <p:val>
                                            <p:strVal val="0-#ppt_w/2"/>
                                          </p:val>
                                        </p:tav>
                                        <p:tav tm="100000">
                                          <p:val>
                                            <p:strVal val="#ppt_x"/>
                                          </p:val>
                                        </p:tav>
                                      </p:tavLst>
                                    </p:anim>
                                    <p:anim calcmode="lin" valueType="num">
                                      <p:cBhvr additive="base">
                                        <p:cTn id="19" dur="500" fill="hold"/>
                                        <p:tgtEl>
                                          <p:spTgt spid="75"/>
                                        </p:tgtEl>
                                        <p:attrNameLst>
                                          <p:attrName>ppt_y</p:attrName>
                                        </p:attrNameLst>
                                      </p:cBhvr>
                                      <p:tavLst>
                                        <p:tav tm="0">
                                          <p:val>
                                            <p:strVal val="#ppt_y"/>
                                          </p:val>
                                        </p:tav>
                                        <p:tav tm="100000">
                                          <p:val>
                                            <p:strVal val="#ppt_y"/>
                                          </p:val>
                                        </p:tav>
                                      </p:tavLst>
                                    </p:anim>
                                  </p:childTnLst>
                                </p:cTn>
                              </p:par>
                            </p:childTnLst>
                          </p:cTn>
                        </p:par>
                        <p:par>
                          <p:cTn id="20" fill="hold" nodeType="afterGroup">
                            <p:stCondLst>
                              <p:cond delay="1500"/>
                            </p:stCondLst>
                            <p:childTnLst>
                              <p:par>
                                <p:cTn id="21" presetID="42" presetClass="entr" presetSubtype="0" fill="hold" nodeType="afterEffect">
                                  <p:stCondLst>
                                    <p:cond delay="0"/>
                                  </p:stCondLst>
                                  <p:childTnLst>
                                    <p:set>
                                      <p:cBhvr>
                                        <p:cTn id="22" dur="1" fill="hold">
                                          <p:stCondLst>
                                            <p:cond delay="0"/>
                                          </p:stCondLst>
                                        </p:cTn>
                                        <p:tgtEl>
                                          <p:spTgt spid="100"/>
                                        </p:tgtEl>
                                        <p:attrNameLst>
                                          <p:attrName>style.visibility</p:attrName>
                                        </p:attrNameLst>
                                      </p:cBhvr>
                                      <p:to>
                                        <p:strVal val="visible"/>
                                      </p:to>
                                    </p:set>
                                    <p:animEffect transition="in" filter="fade">
                                      <p:cBhvr>
                                        <p:cTn id="23" dur="500"/>
                                        <p:tgtEl>
                                          <p:spTgt spid="100"/>
                                        </p:tgtEl>
                                      </p:cBhvr>
                                    </p:animEffect>
                                    <p:anim calcmode="lin" valueType="num">
                                      <p:cBhvr>
                                        <p:cTn id="24" dur="500" fill="hold"/>
                                        <p:tgtEl>
                                          <p:spTgt spid="100"/>
                                        </p:tgtEl>
                                        <p:attrNameLst>
                                          <p:attrName>ppt_x</p:attrName>
                                        </p:attrNameLst>
                                      </p:cBhvr>
                                      <p:tavLst>
                                        <p:tav tm="0">
                                          <p:val>
                                            <p:strVal val="#ppt_x"/>
                                          </p:val>
                                        </p:tav>
                                        <p:tav tm="100000">
                                          <p:val>
                                            <p:strVal val="#ppt_x"/>
                                          </p:val>
                                        </p:tav>
                                      </p:tavLst>
                                    </p:anim>
                                    <p:anim calcmode="lin" valueType="num">
                                      <p:cBhvr>
                                        <p:cTn id="25" dur="500" fill="hold"/>
                                        <p:tgtEl>
                                          <p:spTgt spid="100"/>
                                        </p:tgtEl>
                                        <p:attrNameLst>
                                          <p:attrName>ppt_y</p:attrName>
                                        </p:attrNameLst>
                                      </p:cBhvr>
                                      <p:tavLst>
                                        <p:tav tm="0">
                                          <p:val>
                                            <p:strVal val="#ppt_y+.1"/>
                                          </p:val>
                                        </p:tav>
                                        <p:tav tm="100000">
                                          <p:val>
                                            <p:strVal val="#ppt_y"/>
                                          </p:val>
                                        </p:tav>
                                      </p:tavLst>
                                    </p:anim>
                                  </p:childTnLst>
                                </p:cTn>
                              </p:par>
                            </p:childTnLst>
                          </p:cTn>
                        </p:par>
                        <p:par>
                          <p:cTn id="26" fill="hold" nodeType="afterGroup">
                            <p:stCondLst>
                              <p:cond delay="2000"/>
                            </p:stCondLst>
                            <p:childTnLst>
                              <p:par>
                                <p:cTn id="27" presetID="2" presetClass="entr" presetSubtype="8" fill="hold" nodeType="afterEffect">
                                  <p:stCondLst>
                                    <p:cond delay="0"/>
                                  </p:stCondLst>
                                  <p:childTnLst>
                                    <p:set>
                                      <p:cBhvr>
                                        <p:cTn id="28" dur="1" fill="hold">
                                          <p:stCondLst>
                                            <p:cond delay="0"/>
                                          </p:stCondLst>
                                        </p:cTn>
                                        <p:tgtEl>
                                          <p:spTgt spid="79"/>
                                        </p:tgtEl>
                                        <p:attrNameLst>
                                          <p:attrName>style.visibility</p:attrName>
                                        </p:attrNameLst>
                                      </p:cBhvr>
                                      <p:to>
                                        <p:strVal val="visible"/>
                                      </p:to>
                                    </p:set>
                                    <p:anim calcmode="lin" valueType="num">
                                      <p:cBhvr additive="base">
                                        <p:cTn id="29" dur="500" fill="hold"/>
                                        <p:tgtEl>
                                          <p:spTgt spid="79"/>
                                        </p:tgtEl>
                                        <p:attrNameLst>
                                          <p:attrName>ppt_x</p:attrName>
                                        </p:attrNameLst>
                                      </p:cBhvr>
                                      <p:tavLst>
                                        <p:tav tm="0">
                                          <p:val>
                                            <p:strVal val="0-#ppt_w/2"/>
                                          </p:val>
                                        </p:tav>
                                        <p:tav tm="100000">
                                          <p:val>
                                            <p:strVal val="#ppt_x"/>
                                          </p:val>
                                        </p:tav>
                                      </p:tavLst>
                                    </p:anim>
                                    <p:anim calcmode="lin" valueType="num">
                                      <p:cBhvr additive="base">
                                        <p:cTn id="30" dur="500" fill="hold"/>
                                        <p:tgtEl>
                                          <p:spTgt spid="79"/>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2500"/>
                            </p:stCondLst>
                            <p:childTnLst>
                              <p:par>
                                <p:cTn id="32" presetID="42" presetClass="entr" presetSubtype="0" fill="hold" nodeType="afterEffect">
                                  <p:stCondLst>
                                    <p:cond delay="0"/>
                                  </p:stCondLst>
                                  <p:childTnLst>
                                    <p:set>
                                      <p:cBhvr>
                                        <p:cTn id="33" dur="1" fill="hold">
                                          <p:stCondLst>
                                            <p:cond delay="0"/>
                                          </p:stCondLst>
                                        </p:cTn>
                                        <p:tgtEl>
                                          <p:spTgt spid="105"/>
                                        </p:tgtEl>
                                        <p:attrNameLst>
                                          <p:attrName>style.visibility</p:attrName>
                                        </p:attrNameLst>
                                      </p:cBhvr>
                                      <p:to>
                                        <p:strVal val="visible"/>
                                      </p:to>
                                    </p:set>
                                    <p:animEffect transition="in" filter="fade">
                                      <p:cBhvr>
                                        <p:cTn id="34" dur="500"/>
                                        <p:tgtEl>
                                          <p:spTgt spid="105"/>
                                        </p:tgtEl>
                                      </p:cBhvr>
                                    </p:animEffect>
                                    <p:anim calcmode="lin" valueType="num">
                                      <p:cBhvr>
                                        <p:cTn id="35" dur="500" fill="hold"/>
                                        <p:tgtEl>
                                          <p:spTgt spid="105"/>
                                        </p:tgtEl>
                                        <p:attrNameLst>
                                          <p:attrName>ppt_x</p:attrName>
                                        </p:attrNameLst>
                                      </p:cBhvr>
                                      <p:tavLst>
                                        <p:tav tm="0">
                                          <p:val>
                                            <p:strVal val="#ppt_x"/>
                                          </p:val>
                                        </p:tav>
                                        <p:tav tm="100000">
                                          <p:val>
                                            <p:strVal val="#ppt_x"/>
                                          </p:val>
                                        </p:tav>
                                      </p:tavLst>
                                    </p:anim>
                                    <p:anim calcmode="lin" valueType="num">
                                      <p:cBhvr>
                                        <p:cTn id="36" dur="500" fill="hold"/>
                                        <p:tgtEl>
                                          <p:spTgt spid="105"/>
                                        </p:tgtEl>
                                        <p:attrNameLst>
                                          <p:attrName>ppt_y</p:attrName>
                                        </p:attrNameLst>
                                      </p:cBhvr>
                                      <p:tavLst>
                                        <p:tav tm="0">
                                          <p:val>
                                            <p:strVal val="#ppt_y+.1"/>
                                          </p:val>
                                        </p:tav>
                                        <p:tav tm="100000">
                                          <p:val>
                                            <p:strVal val="#ppt_y"/>
                                          </p:val>
                                        </p:tav>
                                      </p:tavLst>
                                    </p:anim>
                                  </p:childTnLst>
                                </p:cTn>
                              </p:par>
                            </p:childTnLst>
                          </p:cTn>
                        </p:par>
                        <p:par>
                          <p:cTn id="37" fill="hold" nodeType="afterGroup">
                            <p:stCondLst>
                              <p:cond delay="3000"/>
                            </p:stCondLst>
                            <p:childTnLst>
                              <p:par>
                                <p:cTn id="38" presetID="2" presetClass="entr" presetSubtype="8" fill="hold" nodeType="afterEffect">
                                  <p:stCondLst>
                                    <p:cond delay="0"/>
                                  </p:stCondLst>
                                  <p:childTnLst>
                                    <p:set>
                                      <p:cBhvr>
                                        <p:cTn id="39" dur="1" fill="hold">
                                          <p:stCondLst>
                                            <p:cond delay="0"/>
                                          </p:stCondLst>
                                        </p:cTn>
                                        <p:tgtEl>
                                          <p:spTgt spid="84"/>
                                        </p:tgtEl>
                                        <p:attrNameLst>
                                          <p:attrName>style.visibility</p:attrName>
                                        </p:attrNameLst>
                                      </p:cBhvr>
                                      <p:to>
                                        <p:strVal val="visible"/>
                                      </p:to>
                                    </p:set>
                                    <p:anim calcmode="lin" valueType="num">
                                      <p:cBhvr additive="base">
                                        <p:cTn id="40" dur="500" fill="hold"/>
                                        <p:tgtEl>
                                          <p:spTgt spid="84"/>
                                        </p:tgtEl>
                                        <p:attrNameLst>
                                          <p:attrName>ppt_x</p:attrName>
                                        </p:attrNameLst>
                                      </p:cBhvr>
                                      <p:tavLst>
                                        <p:tav tm="0">
                                          <p:val>
                                            <p:strVal val="0-#ppt_w/2"/>
                                          </p:val>
                                        </p:tav>
                                        <p:tav tm="100000">
                                          <p:val>
                                            <p:strVal val="#ppt_x"/>
                                          </p:val>
                                        </p:tav>
                                      </p:tavLst>
                                    </p:anim>
                                    <p:anim calcmode="lin" valueType="num">
                                      <p:cBhvr additive="base">
                                        <p:cTn id="41" dur="500" fill="hold"/>
                                        <p:tgtEl>
                                          <p:spTgt spid="84"/>
                                        </p:tgtEl>
                                        <p:attrNameLst>
                                          <p:attrName>ppt_y</p:attrName>
                                        </p:attrNameLst>
                                      </p:cBhvr>
                                      <p:tavLst>
                                        <p:tav tm="0">
                                          <p:val>
                                            <p:strVal val="#ppt_y"/>
                                          </p:val>
                                        </p:tav>
                                        <p:tav tm="100000">
                                          <p:val>
                                            <p:strVal val="#ppt_y"/>
                                          </p:val>
                                        </p:tav>
                                      </p:tavLst>
                                    </p:anim>
                                  </p:childTnLst>
                                </p:cTn>
                              </p:par>
                            </p:childTnLst>
                          </p:cTn>
                        </p:par>
                        <p:par>
                          <p:cTn id="42" fill="hold" nodeType="afterGroup">
                            <p:stCondLst>
                              <p:cond delay="3500"/>
                            </p:stCondLst>
                            <p:childTnLst>
                              <p:par>
                                <p:cTn id="43" presetID="42" presetClass="entr" presetSubtype="0" fill="hold" nodeType="afterEffect">
                                  <p:stCondLst>
                                    <p:cond delay="0"/>
                                  </p:stCondLst>
                                  <p:childTnLst>
                                    <p:set>
                                      <p:cBhvr>
                                        <p:cTn id="44" dur="1" fill="hold">
                                          <p:stCondLst>
                                            <p:cond delay="0"/>
                                          </p:stCondLst>
                                        </p:cTn>
                                        <p:tgtEl>
                                          <p:spTgt spid="95"/>
                                        </p:tgtEl>
                                        <p:attrNameLst>
                                          <p:attrName>style.visibility</p:attrName>
                                        </p:attrNameLst>
                                      </p:cBhvr>
                                      <p:to>
                                        <p:strVal val="visible"/>
                                      </p:to>
                                    </p:set>
                                    <p:animEffect transition="in" filter="fade">
                                      <p:cBhvr>
                                        <p:cTn id="45" dur="500"/>
                                        <p:tgtEl>
                                          <p:spTgt spid="95"/>
                                        </p:tgtEl>
                                      </p:cBhvr>
                                    </p:animEffect>
                                    <p:anim calcmode="lin" valueType="num">
                                      <p:cBhvr>
                                        <p:cTn id="46" dur="500" fill="hold"/>
                                        <p:tgtEl>
                                          <p:spTgt spid="95"/>
                                        </p:tgtEl>
                                        <p:attrNameLst>
                                          <p:attrName>ppt_x</p:attrName>
                                        </p:attrNameLst>
                                      </p:cBhvr>
                                      <p:tavLst>
                                        <p:tav tm="0">
                                          <p:val>
                                            <p:strVal val="#ppt_x"/>
                                          </p:val>
                                        </p:tav>
                                        <p:tav tm="100000">
                                          <p:val>
                                            <p:strVal val="#ppt_x"/>
                                          </p:val>
                                        </p:tav>
                                      </p:tavLst>
                                    </p:anim>
                                    <p:anim calcmode="lin" valueType="num">
                                      <p:cBhvr>
                                        <p:cTn id="47" dur="500" fill="hold"/>
                                        <p:tgtEl>
                                          <p:spTgt spid="95"/>
                                        </p:tgtEl>
                                        <p:attrNameLst>
                                          <p:attrName>ppt_y</p:attrName>
                                        </p:attrNameLst>
                                      </p:cBhvr>
                                      <p:tavLst>
                                        <p:tav tm="0">
                                          <p:val>
                                            <p:strVal val="#ppt_y+.1"/>
                                          </p:val>
                                        </p:tav>
                                        <p:tav tm="100000">
                                          <p:val>
                                            <p:strVal val="#ppt_y"/>
                                          </p:val>
                                        </p:tav>
                                      </p:tavLst>
                                    </p:anim>
                                  </p:childTnLst>
                                </p:cTn>
                              </p:par>
                            </p:childTnLst>
                          </p:cTn>
                        </p:par>
                        <p:par>
                          <p:cTn id="48" fill="hold" nodeType="afterGroup">
                            <p:stCondLst>
                              <p:cond delay="4000"/>
                            </p:stCondLst>
                            <p:childTnLst>
                              <p:par>
                                <p:cTn id="49" presetID="22" presetClass="entr" presetSubtype="8" fill="hold" grpId="0" nodeType="afterEffect">
                                  <p:stCondLst>
                                    <p:cond delay="0"/>
                                  </p:stCondLst>
                                  <p:childTnLst>
                                    <p:set>
                                      <p:cBhvr>
                                        <p:cTn id="50" dur="1" fill="hold">
                                          <p:stCondLst>
                                            <p:cond delay="0"/>
                                          </p:stCondLst>
                                        </p:cTn>
                                        <p:tgtEl>
                                          <p:spTgt spid="120"/>
                                        </p:tgtEl>
                                        <p:attrNameLst>
                                          <p:attrName>style.visibility</p:attrName>
                                        </p:attrNameLst>
                                      </p:cBhvr>
                                      <p:to>
                                        <p:strVal val="visible"/>
                                      </p:to>
                                    </p:set>
                                    <p:animEffect transition="in" filter="wipe(left)">
                                      <p:cBhvr>
                                        <p:cTn id="51" dur="500"/>
                                        <p:tgtEl>
                                          <p:spTgt spid="120"/>
                                        </p:tgtEl>
                                      </p:cBhvr>
                                    </p:animEffect>
                                  </p:childTnLst>
                                </p:cTn>
                              </p:par>
                            </p:childTnLst>
                          </p:cTn>
                        </p:par>
                        <p:par>
                          <p:cTn id="52" fill="hold" nodeType="afterGroup">
                            <p:stCondLst>
                              <p:cond delay="4500"/>
                            </p:stCondLst>
                            <p:childTnLst>
                              <p:par>
                                <p:cTn id="53" presetID="16" presetClass="entr" presetSubtype="21" fill="hold" grpId="0" nodeType="afterEffect">
                                  <p:stCondLst>
                                    <p:cond delay="0"/>
                                  </p:stCondLst>
                                  <p:childTnLst>
                                    <p:set>
                                      <p:cBhvr>
                                        <p:cTn id="54" dur="1" fill="hold">
                                          <p:stCondLst>
                                            <p:cond delay="0"/>
                                          </p:stCondLst>
                                        </p:cTn>
                                        <p:tgtEl>
                                          <p:spTgt spid="119"/>
                                        </p:tgtEl>
                                        <p:attrNameLst>
                                          <p:attrName>style.visibility</p:attrName>
                                        </p:attrNameLst>
                                      </p:cBhvr>
                                      <p:to>
                                        <p:strVal val="visible"/>
                                      </p:to>
                                    </p:set>
                                    <p:animEffect transition="in" filter="barn(inVertical)">
                                      <p:cBhvr>
                                        <p:cTn id="55" dur="500"/>
                                        <p:tgtEl>
                                          <p:spTgt spid="119"/>
                                        </p:tgtEl>
                                      </p:cBhvr>
                                    </p:animEffect>
                                  </p:childTnLst>
                                </p:cTn>
                              </p:par>
                            </p:childTnLst>
                          </p:cTn>
                        </p:par>
                        <p:par>
                          <p:cTn id="56" fill="hold" nodeType="afterGroup">
                            <p:stCondLst>
                              <p:cond delay="5000"/>
                            </p:stCondLst>
                            <p:childTnLst>
                              <p:par>
                                <p:cTn id="57" presetID="42" presetClass="entr" presetSubtype="0" fill="hold" grpId="0" nodeType="afterEffect">
                                  <p:stCondLst>
                                    <p:cond delay="0"/>
                                  </p:stCondLst>
                                  <p:childTnLst>
                                    <p:set>
                                      <p:cBhvr>
                                        <p:cTn id="58" dur="1" fill="hold">
                                          <p:stCondLst>
                                            <p:cond delay="0"/>
                                          </p:stCondLst>
                                        </p:cTn>
                                        <p:tgtEl>
                                          <p:spTgt spid="121"/>
                                        </p:tgtEl>
                                        <p:attrNameLst>
                                          <p:attrName>style.visibility</p:attrName>
                                        </p:attrNameLst>
                                      </p:cBhvr>
                                      <p:to>
                                        <p:strVal val="visible"/>
                                      </p:to>
                                    </p:set>
                                    <p:animEffect transition="in" filter="fade">
                                      <p:cBhvr>
                                        <p:cTn id="59" dur="1000"/>
                                        <p:tgtEl>
                                          <p:spTgt spid="121"/>
                                        </p:tgtEl>
                                      </p:cBhvr>
                                    </p:animEffect>
                                    <p:anim calcmode="lin" valueType="num">
                                      <p:cBhvr>
                                        <p:cTn id="60" dur="1000" fill="hold"/>
                                        <p:tgtEl>
                                          <p:spTgt spid="121"/>
                                        </p:tgtEl>
                                        <p:attrNameLst>
                                          <p:attrName>ppt_x</p:attrName>
                                        </p:attrNameLst>
                                      </p:cBhvr>
                                      <p:tavLst>
                                        <p:tav tm="0">
                                          <p:val>
                                            <p:strVal val="#ppt_x"/>
                                          </p:val>
                                        </p:tav>
                                        <p:tav tm="100000">
                                          <p:val>
                                            <p:strVal val="#ppt_x"/>
                                          </p:val>
                                        </p:tav>
                                      </p:tavLst>
                                    </p:anim>
                                    <p:anim calcmode="lin" valueType="num">
                                      <p:cBhvr>
                                        <p:cTn id="61" dur="1000" fill="hold"/>
                                        <p:tgtEl>
                                          <p:spTgt spid="121"/>
                                        </p:tgtEl>
                                        <p:attrNameLst>
                                          <p:attrName>ppt_y</p:attrName>
                                        </p:attrNameLst>
                                      </p:cBhvr>
                                      <p:tavLst>
                                        <p:tav tm="0">
                                          <p:val>
                                            <p:strVal val="#ppt_y+.1"/>
                                          </p:val>
                                        </p:tav>
                                        <p:tav tm="100000">
                                          <p:val>
                                            <p:strVal val="#ppt_y"/>
                                          </p:val>
                                        </p:tav>
                                      </p:tavLst>
                                    </p:anim>
                                  </p:childTnLst>
                                </p:cTn>
                              </p:par>
                            </p:childTnLst>
                          </p:cTn>
                        </p:par>
                        <p:par>
                          <p:cTn id="62" fill="hold" nodeType="afterGroup">
                            <p:stCondLst>
                              <p:cond delay="6000"/>
                            </p:stCondLst>
                            <p:childTnLst>
                              <p:par>
                                <p:cTn id="63" presetID="23" presetClass="entr" presetSubtype="16" fill="hold" grpId="0" nodeType="afterEffect">
                                  <p:stCondLst>
                                    <p:cond delay="0"/>
                                  </p:stCondLst>
                                  <p:iterate type="lt">
                                    <p:tmPct val="15000"/>
                                  </p:iterate>
                                  <p:childTnLst>
                                    <p:set>
                                      <p:cBhvr>
                                        <p:cTn id="64" dur="1" fill="hold">
                                          <p:stCondLst>
                                            <p:cond delay="0"/>
                                          </p:stCondLst>
                                        </p:cTn>
                                        <p:tgtEl>
                                          <p:spTgt spid="122"/>
                                        </p:tgtEl>
                                        <p:attrNameLst>
                                          <p:attrName>style.visibility</p:attrName>
                                        </p:attrNameLst>
                                      </p:cBhvr>
                                      <p:to>
                                        <p:strVal val="visible"/>
                                      </p:to>
                                    </p:set>
                                    <p:anim calcmode="lin" valueType="num">
                                      <p:cBhvr>
                                        <p:cTn id="65" dur="500" fill="hold"/>
                                        <p:tgtEl>
                                          <p:spTgt spid="122"/>
                                        </p:tgtEl>
                                        <p:attrNameLst>
                                          <p:attrName>ppt_w</p:attrName>
                                        </p:attrNameLst>
                                      </p:cBhvr>
                                      <p:tavLst>
                                        <p:tav tm="0">
                                          <p:val>
                                            <p:fltVal val="0"/>
                                          </p:val>
                                        </p:tav>
                                        <p:tav tm="100000">
                                          <p:val>
                                            <p:strVal val="#ppt_w"/>
                                          </p:val>
                                        </p:tav>
                                      </p:tavLst>
                                    </p:anim>
                                    <p:anim calcmode="lin" valueType="num">
                                      <p:cBhvr>
                                        <p:cTn id="66" dur="500" fill="hold"/>
                                        <p:tgtEl>
                                          <p:spTgt spid="12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 grpId="0"/>
      <p:bldP spid="120" grpId="0"/>
      <p:bldP spid="121" grpId="0"/>
      <p:bldP spid="12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2"/>
          <p:cNvSpPr>
            <a:spLocks noChangeArrowheads="1"/>
          </p:cNvSpPr>
          <p:nvPr/>
        </p:nvSpPr>
        <p:spPr bwMode="auto">
          <a:xfrm>
            <a:off x="5499100" y="887413"/>
            <a:ext cx="3070071"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0" dirty="0">
                <a:solidFill>
                  <a:srgbClr val="393939"/>
                </a:solidFill>
                <a:latin typeface="方正姚体" panose="02010601030101010101" pitchFamily="2" charset="-122"/>
                <a:ea typeface="方正姚体" panose="02010601030101010101" pitchFamily="2" charset="-122"/>
                <a:sym typeface="方正姚体" panose="02010601030101010101" pitchFamily="2" charset="-122"/>
              </a:rPr>
              <a:t>031</a:t>
            </a:r>
            <a:endParaRPr lang="zh-CN" altLang="en-US" sz="15000" dirty="0">
              <a:solidFill>
                <a:srgbClr val="393939"/>
              </a:solidFill>
              <a:latin typeface="方正姚体" panose="02010601030101010101" pitchFamily="2" charset="-122"/>
              <a:ea typeface="方正姚体" panose="02010601030101010101" pitchFamily="2" charset="-122"/>
              <a:sym typeface="方正姚体" panose="02010601030101010101" pitchFamily="2" charset="-122"/>
            </a:endParaRPr>
          </a:p>
        </p:txBody>
      </p:sp>
      <p:sp>
        <p:nvSpPr>
          <p:cNvPr id="10" name="矩形 136"/>
          <p:cNvSpPr>
            <a:spLocks noChangeArrowheads="1"/>
          </p:cNvSpPr>
          <p:nvPr/>
        </p:nvSpPr>
        <p:spPr bwMode="auto">
          <a:xfrm>
            <a:off x="3433763" y="3463925"/>
            <a:ext cx="526297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6600" dirty="0">
                <a:solidFill>
                  <a:srgbClr val="1557AE"/>
                </a:solidFill>
                <a:latin typeface="微软雅黑" pitchFamily="34" charset="-122"/>
                <a:ea typeface="微软雅黑" pitchFamily="34" charset="-122"/>
                <a:sym typeface="微软雅黑" pitchFamily="34" charset="-122"/>
              </a:rPr>
              <a:t>工作存在不足</a:t>
            </a:r>
          </a:p>
        </p:txBody>
      </p:sp>
      <p:sp>
        <p:nvSpPr>
          <p:cNvPr id="12" name="TextBox 11"/>
          <p:cNvSpPr txBox="1"/>
          <p:nvPr/>
        </p:nvSpPr>
        <p:spPr>
          <a:xfrm>
            <a:off x="3598863"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3" name="TextBox 12"/>
          <p:cNvSpPr txBox="1"/>
          <p:nvPr/>
        </p:nvSpPr>
        <p:spPr>
          <a:xfrm>
            <a:off x="6269038"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4" name="TextBox 11"/>
          <p:cNvSpPr txBox="1"/>
          <p:nvPr/>
        </p:nvSpPr>
        <p:spPr>
          <a:xfrm>
            <a:off x="3598863"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5" name="TextBox 11"/>
          <p:cNvSpPr txBox="1"/>
          <p:nvPr/>
        </p:nvSpPr>
        <p:spPr>
          <a:xfrm>
            <a:off x="6269038"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cxnSp>
        <p:nvCxnSpPr>
          <p:cNvPr id="17" name="直接连接符 16"/>
          <p:cNvCxnSpPr/>
          <p:nvPr/>
        </p:nvCxnSpPr>
        <p:spPr bwMode="auto">
          <a:xfrm>
            <a:off x="3475038" y="4587875"/>
            <a:ext cx="5110162" cy="0"/>
          </a:xfrm>
          <a:prstGeom prst="line">
            <a:avLst/>
          </a:prstGeom>
          <a:solidFill>
            <a:schemeClr val="accent1"/>
          </a:solidFill>
          <a:ln w="19050" cap="flat" cmpd="sng" algn="ctr">
            <a:solidFill>
              <a:schemeClr val="tx2">
                <a:lumMod val="7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5065" name="组合 126"/>
          <p:cNvGrpSpPr>
            <a:grpSpLocks/>
          </p:cNvGrpSpPr>
          <p:nvPr/>
        </p:nvGrpSpPr>
        <p:grpSpPr bwMode="auto">
          <a:xfrm rot="10800000" flipH="1">
            <a:off x="3922713" y="1065213"/>
            <a:ext cx="4238625" cy="2174875"/>
            <a:chOff x="-152726" y="0"/>
            <a:chExt cx="5865488" cy="1257300"/>
          </a:xfrm>
        </p:grpSpPr>
        <p:sp>
          <p:nvSpPr>
            <p:cNvPr id="21" name="矩形 127"/>
            <p:cNvSpPr>
              <a:spLocks noChangeArrowheads="1"/>
            </p:cNvSpPr>
            <p:nvPr/>
          </p:nvSpPr>
          <p:spPr bwMode="auto">
            <a:xfrm>
              <a:off x="-152726" y="918"/>
              <a:ext cx="364671" cy="125730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2" name="矩形 128"/>
            <p:cNvSpPr>
              <a:spLocks noChangeArrowheads="1"/>
            </p:cNvSpPr>
            <p:nvPr/>
          </p:nvSpPr>
          <p:spPr bwMode="auto">
            <a:xfrm>
              <a:off x="359131" y="918"/>
              <a:ext cx="579958" cy="1257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3" name="矩形 129"/>
            <p:cNvSpPr>
              <a:spLocks noChangeArrowheads="1"/>
            </p:cNvSpPr>
            <p:nvPr/>
          </p:nvSpPr>
          <p:spPr bwMode="auto">
            <a:xfrm>
              <a:off x="1128015" y="0"/>
              <a:ext cx="681012" cy="1257300"/>
            </a:xfrm>
            <a:prstGeom prst="rect">
              <a:avLst/>
            </a:prstGeom>
            <a:solidFill>
              <a:srgbClr val="1557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4" name="矩形 130"/>
            <p:cNvSpPr>
              <a:spLocks noChangeArrowheads="1"/>
            </p:cNvSpPr>
            <p:nvPr/>
          </p:nvSpPr>
          <p:spPr bwMode="auto">
            <a:xfrm>
              <a:off x="4877973" y="0"/>
              <a:ext cx="832591" cy="1257300"/>
            </a:xfrm>
            <a:prstGeom prst="rect">
              <a:avLst/>
            </a:prstGeom>
            <a:solidFill>
              <a:srgbClr val="1557AE"/>
            </a:solidFill>
            <a:ln w="12700" cmpd="sng">
              <a:solidFill>
                <a:srgbClr val="6C5B7B"/>
              </a:solidFill>
              <a:miter lim="800000"/>
              <a:headEnd/>
              <a:tailEnd/>
            </a:ln>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58386673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0">
        <p15:prstTrans prst="origami"/>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5065"/>
                                        </p:tgtEl>
                                        <p:attrNameLst>
                                          <p:attrName>style.visibility</p:attrName>
                                        </p:attrNameLst>
                                      </p:cBhvr>
                                      <p:to>
                                        <p:strVal val="visible"/>
                                      </p:to>
                                    </p:set>
                                    <p:animEffect transition="in" filter="wipe(down)">
                                      <p:cBhvr>
                                        <p:cTn id="7" dur="500"/>
                                        <p:tgtEl>
                                          <p:spTgt spid="45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8"/>
                                        </p:tgtEl>
                                        <p:attrNameLst>
                                          <p:attrName>style.visibility</p:attrName>
                                        </p:attrNameLst>
                                      </p:cBhvr>
                                      <p:to>
                                        <p:strVal val="visible"/>
                                      </p:to>
                                    </p:set>
                                    <p:animEffect transition="in" filter="fade">
                                      <p:cBhvr>
                                        <p:cTn id="12" dur="500"/>
                                        <p:tgtEl>
                                          <p:spTgt spid="450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20000"/>
                                  </p:iterate>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par>
                          <p:cTn id="23" fill="hold">
                            <p:stCondLst>
                              <p:cond delay="500"/>
                            </p:stCondLst>
                            <p:childTnLst>
                              <p:par>
                                <p:cTn id="24" presetID="12" presetClass="entr" presetSubtype="8"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p:tgtEl>
                                          <p:spTgt spid="12"/>
                                        </p:tgtEl>
                                        <p:attrNameLst>
                                          <p:attrName>ppt_x</p:attrName>
                                        </p:attrNameLst>
                                      </p:cBhvr>
                                      <p:tavLst>
                                        <p:tav tm="0">
                                          <p:val>
                                            <p:strVal val="#ppt_x-#ppt_w*1.125000"/>
                                          </p:val>
                                        </p:tav>
                                        <p:tav tm="100000">
                                          <p:val>
                                            <p:strVal val="#ppt_x"/>
                                          </p:val>
                                        </p:tav>
                                      </p:tavLst>
                                    </p:anim>
                                    <p:animEffect transition="in" filter="wipe(right)">
                                      <p:cBhvr>
                                        <p:cTn id="27" dur="500"/>
                                        <p:tgtEl>
                                          <p:spTgt spid="12"/>
                                        </p:tgtEl>
                                      </p:cBhvr>
                                    </p:animEffect>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p:tgtEl>
                                          <p:spTgt spid="13"/>
                                        </p:tgtEl>
                                        <p:attrNameLst>
                                          <p:attrName>ppt_x</p:attrName>
                                        </p:attrNameLst>
                                      </p:cBhvr>
                                      <p:tavLst>
                                        <p:tav tm="0">
                                          <p:val>
                                            <p:strVal val="#ppt_x-#ppt_w*1.125000"/>
                                          </p:val>
                                        </p:tav>
                                        <p:tav tm="100000">
                                          <p:val>
                                            <p:strVal val="#ppt_x"/>
                                          </p:val>
                                        </p:tav>
                                      </p:tavLst>
                                    </p:anim>
                                    <p:animEffect transition="in" filter="wipe(right)">
                                      <p:cBhvr>
                                        <p:cTn id="32" dur="500"/>
                                        <p:tgtEl>
                                          <p:spTgt spid="13"/>
                                        </p:tgtEl>
                                      </p:cBhvr>
                                    </p:animEffect>
                                  </p:childTnLst>
                                </p:cTn>
                              </p:par>
                            </p:childTnLst>
                          </p:cTn>
                        </p:par>
                        <p:par>
                          <p:cTn id="33" fill="hold">
                            <p:stCondLst>
                              <p:cond delay="1500"/>
                            </p:stCondLst>
                            <p:childTnLst>
                              <p:par>
                                <p:cTn id="34" presetID="1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p:tgtEl>
                                          <p:spTgt spid="14"/>
                                        </p:tgtEl>
                                        <p:attrNameLst>
                                          <p:attrName>ppt_x</p:attrName>
                                        </p:attrNameLst>
                                      </p:cBhvr>
                                      <p:tavLst>
                                        <p:tav tm="0">
                                          <p:val>
                                            <p:strVal val="#ppt_x-#ppt_w*1.125000"/>
                                          </p:val>
                                        </p:tav>
                                        <p:tav tm="100000">
                                          <p:val>
                                            <p:strVal val="#ppt_x"/>
                                          </p:val>
                                        </p:tav>
                                      </p:tavLst>
                                    </p:anim>
                                    <p:animEffect transition="in" filter="wipe(right)">
                                      <p:cBhvr>
                                        <p:cTn id="37" dur="500"/>
                                        <p:tgtEl>
                                          <p:spTgt spid="14"/>
                                        </p:tgtEl>
                                      </p:cBhvr>
                                    </p:animEffect>
                                  </p:childTnLst>
                                </p:cTn>
                              </p:par>
                            </p:childTnLst>
                          </p:cTn>
                        </p:par>
                        <p:par>
                          <p:cTn id="38" fill="hold">
                            <p:stCondLst>
                              <p:cond delay="2000"/>
                            </p:stCondLst>
                            <p:childTnLst>
                              <p:par>
                                <p:cTn id="39" presetID="12" presetClass="entr" presetSubtype="8"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p:tgtEl>
                                          <p:spTgt spid="15"/>
                                        </p:tgtEl>
                                        <p:attrNameLst>
                                          <p:attrName>ppt_x</p:attrName>
                                        </p:attrNameLst>
                                      </p:cBhvr>
                                      <p:tavLst>
                                        <p:tav tm="0">
                                          <p:val>
                                            <p:strVal val="#ppt_x-#ppt_w*1.125000"/>
                                          </p:val>
                                        </p:tav>
                                        <p:tav tm="100000">
                                          <p:val>
                                            <p:strVal val="#ppt_x"/>
                                          </p:val>
                                        </p:tav>
                                      </p:tavLst>
                                    </p:anim>
                                    <p:animEffect transition="in" filter="wipe(right)">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10" grpId="0"/>
      <p:bldP spid="12" grpId="0"/>
      <p:bldP spid="13" grpId="0"/>
      <p:bldP spid="14" grpId="0"/>
      <p:bldP spid="1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47" name="直接连接符 46"/>
          <p:cNvCxnSpPr/>
          <p:nvPr/>
        </p:nvCxnSpPr>
        <p:spPr>
          <a:xfrm flipH="1">
            <a:off x="7899400" y="4506913"/>
            <a:ext cx="55403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a:off x="6346825" y="5664200"/>
            <a:ext cx="116998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3581400" y="4497388"/>
            <a:ext cx="554038"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608388" y="2879725"/>
            <a:ext cx="554037"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51" name="组合 50"/>
          <p:cNvGrpSpPr>
            <a:grpSpLocks/>
          </p:cNvGrpSpPr>
          <p:nvPr/>
        </p:nvGrpSpPr>
        <p:grpSpPr bwMode="auto">
          <a:xfrm>
            <a:off x="4791075" y="1624013"/>
            <a:ext cx="942975" cy="238125"/>
            <a:chOff x="4470269" y="1661160"/>
            <a:chExt cx="1290451" cy="262890"/>
          </a:xfrm>
        </p:grpSpPr>
        <p:cxnSp>
          <p:nvCxnSpPr>
            <p:cNvPr id="52" name="直接连接符 51"/>
            <p:cNvCxnSpPr/>
            <p:nvPr/>
          </p:nvCxnSpPr>
          <p:spPr>
            <a:xfrm flipH="1" flipV="1">
              <a:off x="5410952" y="1661160"/>
              <a:ext cx="349768" cy="2628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4470269" y="1662912"/>
              <a:ext cx="942855"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54" name="组合 53"/>
          <p:cNvGrpSpPr/>
          <p:nvPr/>
        </p:nvGrpSpPr>
        <p:grpSpPr>
          <a:xfrm>
            <a:off x="6820278" y="2603055"/>
            <a:ext cx="1090253" cy="953221"/>
            <a:chOff x="6842760" y="2637270"/>
            <a:chExt cx="1203960" cy="1051560"/>
          </a:xfrm>
          <a:solidFill>
            <a:schemeClr val="tx2">
              <a:lumMod val="75000"/>
            </a:schemeClr>
          </a:solidFill>
          <a:effectLst/>
        </p:grpSpPr>
        <p:sp>
          <p:nvSpPr>
            <p:cNvPr id="55" name="六边形 54"/>
            <p:cNvSpPr/>
            <p:nvPr/>
          </p:nvSpPr>
          <p:spPr>
            <a:xfrm>
              <a:off x="6842760" y="2637270"/>
              <a:ext cx="1203960" cy="1051560"/>
            </a:xfrm>
            <a:prstGeom prst="hexagon">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1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56" name="文本框 61"/>
            <p:cNvSpPr txBox="1"/>
            <p:nvPr/>
          </p:nvSpPr>
          <p:spPr>
            <a:xfrm>
              <a:off x="7024263" y="2809108"/>
              <a:ext cx="820724" cy="645103"/>
            </a:xfrm>
            <a:prstGeom prst="rect">
              <a:avLst/>
            </a:prstGeom>
            <a:grpFill/>
            <a:ln w="38100">
              <a:noFill/>
            </a:ln>
          </p:spPr>
          <p:txBody>
            <a:bodyPr>
              <a:spAutoFit/>
            </a:bodyPr>
            <a:lstStyle/>
            <a:p>
              <a:pPr algn="ctr" fontAlgn="auto">
                <a:spcBef>
                  <a:spcPts val="0"/>
                </a:spcBef>
                <a:spcAft>
                  <a:spcPts val="0"/>
                </a:spcAft>
                <a:buFontTx/>
                <a:buNone/>
                <a:defRPr/>
              </a:pPr>
              <a:r>
                <a:rPr lang="en-US" altLang="zh-CN" sz="3200" dirty="0">
                  <a:solidFill>
                    <a:srgbClr val="FFFFFF"/>
                  </a:solidFill>
                  <a:ea typeface="微软雅黑" panose="020B0503020204020204" pitchFamily="34" charset="-122"/>
                  <a:cs typeface="Arial" panose="020B0604020202020204" pitchFamily="34" charset="0"/>
                </a:rPr>
                <a:t>02</a:t>
              </a:r>
              <a:endParaRPr lang="zh-CN" altLang="en-US" sz="3200" baseline="-3000" dirty="0">
                <a:solidFill>
                  <a:srgbClr val="FFFFFF"/>
                </a:solidFill>
                <a:ea typeface="微软雅黑" panose="020B0503020204020204" pitchFamily="34" charset="-122"/>
                <a:cs typeface="Arial" panose="020B0604020202020204" pitchFamily="34" charset="0"/>
              </a:endParaRPr>
            </a:p>
          </p:txBody>
        </p:sp>
      </p:grpSp>
      <p:grpSp>
        <p:nvGrpSpPr>
          <p:cNvPr id="57" name="组合 56"/>
          <p:cNvGrpSpPr/>
          <p:nvPr/>
        </p:nvGrpSpPr>
        <p:grpSpPr>
          <a:xfrm>
            <a:off x="5492720" y="1850323"/>
            <a:ext cx="1090253" cy="953223"/>
            <a:chOff x="5525852" y="1879080"/>
            <a:chExt cx="1203960" cy="1051560"/>
          </a:xfrm>
          <a:solidFill>
            <a:schemeClr val="accent2">
              <a:lumMod val="75000"/>
            </a:schemeClr>
          </a:solidFill>
          <a:effectLst/>
        </p:grpSpPr>
        <p:sp>
          <p:nvSpPr>
            <p:cNvPr id="58" name="六边形 57"/>
            <p:cNvSpPr/>
            <p:nvPr/>
          </p:nvSpPr>
          <p:spPr>
            <a:xfrm>
              <a:off x="5525852" y="1879080"/>
              <a:ext cx="1203960" cy="1051560"/>
            </a:xfrm>
            <a:prstGeom prst="hexagon">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1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59" name="文本框 64"/>
            <p:cNvSpPr txBox="1"/>
            <p:nvPr/>
          </p:nvSpPr>
          <p:spPr>
            <a:xfrm>
              <a:off x="5686670" y="1989361"/>
              <a:ext cx="882325" cy="753751"/>
            </a:xfrm>
            <a:prstGeom prst="rect">
              <a:avLst/>
            </a:prstGeom>
            <a:noFill/>
            <a:ln w="38100">
              <a:noFill/>
            </a:ln>
          </p:spPr>
          <p:txBody>
            <a:bodyPr>
              <a:spAutoFit/>
            </a:bodyPr>
            <a:lstStyle/>
            <a:p>
              <a:pPr algn="ctr" fontAlgn="auto">
                <a:lnSpc>
                  <a:spcPct val="120000"/>
                </a:lnSpc>
                <a:spcBef>
                  <a:spcPts val="0"/>
                </a:spcBef>
                <a:spcAft>
                  <a:spcPts val="0"/>
                </a:spcAft>
                <a:buFontTx/>
                <a:buNone/>
                <a:defRPr/>
              </a:pPr>
              <a:r>
                <a:rPr lang="en-US" altLang="zh-CN" sz="3200" dirty="0">
                  <a:solidFill>
                    <a:srgbClr val="FFFFFF"/>
                  </a:solidFill>
                  <a:ea typeface="微软雅黑" panose="020B0503020204020204" pitchFamily="34" charset="-122"/>
                  <a:cs typeface="Arial" panose="020B0604020202020204" pitchFamily="34" charset="0"/>
                </a:rPr>
                <a:t>01</a:t>
              </a:r>
              <a:endParaRPr lang="zh-CN" altLang="en-US" sz="3200" baseline="-3000" dirty="0">
                <a:solidFill>
                  <a:srgbClr val="FFFFFF"/>
                </a:solidFill>
                <a:ea typeface="微软雅黑" panose="020B0503020204020204" pitchFamily="34" charset="-122"/>
                <a:cs typeface="Arial" panose="020B0604020202020204" pitchFamily="34" charset="0"/>
              </a:endParaRPr>
            </a:p>
          </p:txBody>
        </p:sp>
      </p:grpSp>
      <p:grpSp>
        <p:nvGrpSpPr>
          <p:cNvPr id="60" name="组合 59"/>
          <p:cNvGrpSpPr/>
          <p:nvPr/>
        </p:nvGrpSpPr>
        <p:grpSpPr>
          <a:xfrm>
            <a:off x="6809371" y="4030985"/>
            <a:ext cx="1090253" cy="953223"/>
            <a:chOff x="6842760" y="4008870"/>
            <a:chExt cx="1203960" cy="1051560"/>
          </a:xfrm>
          <a:solidFill>
            <a:schemeClr val="accent2">
              <a:lumMod val="75000"/>
            </a:schemeClr>
          </a:solidFill>
          <a:effectLst/>
        </p:grpSpPr>
        <p:sp>
          <p:nvSpPr>
            <p:cNvPr id="61" name="六边形 60"/>
            <p:cNvSpPr/>
            <p:nvPr/>
          </p:nvSpPr>
          <p:spPr>
            <a:xfrm>
              <a:off x="6842760" y="4008870"/>
              <a:ext cx="1203960" cy="1051560"/>
            </a:xfrm>
            <a:prstGeom prst="hexagon">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1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62" name="文本框 67"/>
            <p:cNvSpPr txBox="1"/>
            <p:nvPr/>
          </p:nvSpPr>
          <p:spPr>
            <a:xfrm>
              <a:off x="6981635" y="4119151"/>
              <a:ext cx="926211" cy="753751"/>
            </a:xfrm>
            <a:prstGeom prst="rect">
              <a:avLst/>
            </a:prstGeom>
            <a:noFill/>
            <a:ln w="38100">
              <a:noFill/>
            </a:ln>
          </p:spPr>
          <p:txBody>
            <a:bodyPr>
              <a:spAutoFit/>
            </a:bodyPr>
            <a:lstStyle/>
            <a:p>
              <a:pPr algn="ctr" fontAlgn="auto">
                <a:lnSpc>
                  <a:spcPct val="120000"/>
                </a:lnSpc>
                <a:spcBef>
                  <a:spcPts val="0"/>
                </a:spcBef>
                <a:spcAft>
                  <a:spcPts val="0"/>
                </a:spcAft>
                <a:buFontTx/>
                <a:buNone/>
                <a:defRPr/>
              </a:pPr>
              <a:r>
                <a:rPr lang="en-US" altLang="zh-CN" sz="3200" dirty="0">
                  <a:solidFill>
                    <a:srgbClr val="FFFFFF"/>
                  </a:solidFill>
                  <a:ea typeface="微软雅黑" panose="020B0503020204020204" pitchFamily="34" charset="-122"/>
                  <a:cs typeface="Arial" panose="020B0604020202020204" pitchFamily="34" charset="0"/>
                </a:rPr>
                <a:t>03</a:t>
              </a:r>
              <a:endParaRPr lang="zh-CN" altLang="en-US" sz="3200" baseline="-3000" dirty="0">
                <a:solidFill>
                  <a:srgbClr val="FFFFFF"/>
                </a:solidFill>
                <a:ea typeface="微软雅黑" panose="020B0503020204020204" pitchFamily="34" charset="-122"/>
                <a:cs typeface="Arial" panose="020B0604020202020204" pitchFamily="34" charset="0"/>
              </a:endParaRPr>
            </a:p>
          </p:txBody>
        </p:sp>
      </p:grpSp>
      <p:grpSp>
        <p:nvGrpSpPr>
          <p:cNvPr id="63" name="组合 62"/>
          <p:cNvGrpSpPr/>
          <p:nvPr/>
        </p:nvGrpSpPr>
        <p:grpSpPr>
          <a:xfrm>
            <a:off x="4134975" y="4019335"/>
            <a:ext cx="1090253" cy="953223"/>
            <a:chOff x="4206240" y="4008870"/>
            <a:chExt cx="1203960" cy="1051560"/>
          </a:xfrm>
          <a:solidFill>
            <a:schemeClr val="tx2">
              <a:lumMod val="60000"/>
              <a:lumOff val="40000"/>
            </a:schemeClr>
          </a:solidFill>
          <a:effectLst/>
        </p:grpSpPr>
        <p:sp>
          <p:nvSpPr>
            <p:cNvPr id="64" name="六边形 63"/>
            <p:cNvSpPr/>
            <p:nvPr/>
          </p:nvSpPr>
          <p:spPr>
            <a:xfrm>
              <a:off x="4206240" y="4008870"/>
              <a:ext cx="1203960" cy="1051560"/>
            </a:xfrm>
            <a:prstGeom prst="hexagon">
              <a:avLst/>
            </a:prstGeom>
            <a:grp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1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65" name="文本框 70"/>
            <p:cNvSpPr txBox="1"/>
            <p:nvPr/>
          </p:nvSpPr>
          <p:spPr>
            <a:xfrm>
              <a:off x="4397859" y="4183708"/>
              <a:ext cx="820724" cy="753751"/>
            </a:xfrm>
            <a:prstGeom prst="rect">
              <a:avLst/>
            </a:prstGeom>
            <a:grpFill/>
            <a:ln w="38100">
              <a:noFill/>
            </a:ln>
          </p:spPr>
          <p:txBody>
            <a:bodyPr>
              <a:spAutoFit/>
            </a:bodyPr>
            <a:lstStyle/>
            <a:p>
              <a:pPr algn="ctr" fontAlgn="auto">
                <a:lnSpc>
                  <a:spcPct val="120000"/>
                </a:lnSpc>
                <a:spcBef>
                  <a:spcPts val="0"/>
                </a:spcBef>
                <a:spcAft>
                  <a:spcPts val="0"/>
                </a:spcAft>
                <a:buFontTx/>
                <a:buNone/>
                <a:defRPr/>
              </a:pPr>
              <a:r>
                <a:rPr lang="en-US" altLang="zh-CN" sz="3200" dirty="0">
                  <a:solidFill>
                    <a:srgbClr val="FFFFFF"/>
                  </a:solidFill>
                  <a:ea typeface="微软雅黑" panose="020B0503020204020204" pitchFamily="34" charset="-122"/>
                  <a:cs typeface="Arial" panose="020B0604020202020204" pitchFamily="34" charset="0"/>
                </a:rPr>
                <a:t>05</a:t>
              </a:r>
              <a:endParaRPr lang="zh-CN" altLang="en-US" sz="3200" baseline="-3000" dirty="0">
                <a:solidFill>
                  <a:srgbClr val="FFFFFF"/>
                </a:solidFill>
                <a:ea typeface="微软雅黑" panose="020B0503020204020204" pitchFamily="34" charset="-122"/>
                <a:cs typeface="Arial" panose="020B0604020202020204" pitchFamily="34" charset="0"/>
              </a:endParaRPr>
            </a:p>
          </p:txBody>
        </p:sp>
      </p:grpSp>
      <p:grpSp>
        <p:nvGrpSpPr>
          <p:cNvPr id="66" name="组合 65"/>
          <p:cNvGrpSpPr/>
          <p:nvPr/>
        </p:nvGrpSpPr>
        <p:grpSpPr>
          <a:xfrm>
            <a:off x="4162711" y="2564903"/>
            <a:ext cx="1090253" cy="953221"/>
            <a:chOff x="4206240" y="2637270"/>
            <a:chExt cx="1203960" cy="1051560"/>
          </a:xfrm>
          <a:solidFill>
            <a:schemeClr val="accent2">
              <a:lumMod val="75000"/>
            </a:schemeClr>
          </a:solidFill>
          <a:effectLst/>
        </p:grpSpPr>
        <p:sp>
          <p:nvSpPr>
            <p:cNvPr id="67" name="六边形 66"/>
            <p:cNvSpPr/>
            <p:nvPr/>
          </p:nvSpPr>
          <p:spPr>
            <a:xfrm>
              <a:off x="4206240" y="2637270"/>
              <a:ext cx="1203960" cy="1051560"/>
            </a:xfrm>
            <a:prstGeom prst="hexagon">
              <a:avLst/>
            </a:prstGeom>
            <a:solidFill>
              <a:schemeClr val="accent4"/>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1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68" name="文本框 73"/>
            <p:cNvSpPr txBox="1"/>
            <p:nvPr/>
          </p:nvSpPr>
          <p:spPr>
            <a:xfrm>
              <a:off x="4387743" y="2809108"/>
              <a:ext cx="820724" cy="645103"/>
            </a:xfrm>
            <a:prstGeom prst="rect">
              <a:avLst/>
            </a:prstGeom>
            <a:noFill/>
            <a:ln w="38100">
              <a:noFill/>
            </a:ln>
          </p:spPr>
          <p:txBody>
            <a:bodyPr>
              <a:spAutoFit/>
            </a:bodyPr>
            <a:lstStyle/>
            <a:p>
              <a:pPr algn="ctr" fontAlgn="auto">
                <a:spcBef>
                  <a:spcPts val="0"/>
                </a:spcBef>
                <a:spcAft>
                  <a:spcPts val="0"/>
                </a:spcAft>
                <a:buFontTx/>
                <a:buNone/>
                <a:defRPr/>
              </a:pPr>
              <a:r>
                <a:rPr lang="en-US" altLang="zh-CN" sz="3200" dirty="0">
                  <a:solidFill>
                    <a:srgbClr val="FFFFFF"/>
                  </a:solidFill>
                  <a:ea typeface="微软雅黑" panose="020B0503020204020204" pitchFamily="34" charset="-122"/>
                  <a:cs typeface="Arial" panose="020B0604020202020204" pitchFamily="34" charset="0"/>
                </a:rPr>
                <a:t>06</a:t>
              </a:r>
              <a:endParaRPr lang="zh-CN" altLang="en-US" sz="3200" baseline="-3000" dirty="0">
                <a:solidFill>
                  <a:srgbClr val="FFFFFF"/>
                </a:solidFill>
                <a:ea typeface="微软雅黑" panose="020B0503020204020204" pitchFamily="34" charset="-122"/>
                <a:cs typeface="Arial" panose="020B0604020202020204" pitchFamily="34" charset="0"/>
              </a:endParaRPr>
            </a:p>
          </p:txBody>
        </p:sp>
      </p:grpSp>
      <p:sp>
        <p:nvSpPr>
          <p:cNvPr id="72" name="矩形 71"/>
          <p:cNvSpPr/>
          <p:nvPr/>
        </p:nvSpPr>
        <p:spPr>
          <a:xfrm>
            <a:off x="3462338" y="1412875"/>
            <a:ext cx="1292225" cy="309563"/>
          </a:xfrm>
          <a:prstGeom prst="rect">
            <a:avLst/>
          </a:prstGeom>
        </p:spPr>
        <p:txBody>
          <a:bodyPr wrap="none" lIns="82816" tIns="41408" rIns="82816" bIns="41408">
            <a:spAutoFit/>
          </a:bodyPr>
          <a:lstStyle/>
          <a:p>
            <a:pPr algn="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此处添加标题</a:t>
            </a:r>
            <a:endParaRPr lang="en-US" altLang="zh-CN" sz="1467" b="1" dirty="0">
              <a:solidFill>
                <a:srgbClr val="393939">
                  <a:lumMod val="75000"/>
                  <a:lumOff val="25000"/>
                </a:srgbClr>
              </a:solidFill>
              <a:latin typeface="微软雅黑" pitchFamily="34" charset="-122"/>
              <a:ea typeface="微软雅黑" pitchFamily="34" charset="-122"/>
            </a:endParaRPr>
          </a:p>
        </p:txBody>
      </p:sp>
      <p:sp>
        <p:nvSpPr>
          <p:cNvPr id="73" name="矩形 47"/>
          <p:cNvSpPr>
            <a:spLocks noChangeArrowheads="1"/>
          </p:cNvSpPr>
          <p:nvPr/>
        </p:nvSpPr>
        <p:spPr bwMode="auto">
          <a:xfrm>
            <a:off x="1774825" y="1743075"/>
            <a:ext cx="2979738" cy="576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816" tIns="41408" rIns="82816" bIns="4140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fontAlgn="auto">
              <a:lnSpc>
                <a:spcPct val="120000"/>
              </a:lnSpc>
              <a:spcBef>
                <a:spcPct val="0"/>
              </a:spcBef>
              <a:spcAft>
                <a:spcPts val="0"/>
              </a:spcAft>
              <a:buFont typeface="Arial" charset="0"/>
              <a:buNone/>
              <a:defRPr/>
            </a:pPr>
            <a:r>
              <a:rPr lang="zh-CN" altLang="en-US" sz="1333" dirty="0">
                <a:solidFill>
                  <a:srgbClr val="393939">
                    <a:lumMod val="75000"/>
                    <a:lumOff val="25000"/>
                  </a:srgbClr>
                </a:solidFill>
                <a:sym typeface="微软雅黑" pitchFamily="34" charset="-122"/>
              </a:rPr>
              <a:t>您的内容打在这里，或者通过复制您的文本后，在此框中选择粘贴</a:t>
            </a:r>
          </a:p>
        </p:txBody>
      </p:sp>
      <p:sp>
        <p:nvSpPr>
          <p:cNvPr id="74" name="矩形 73"/>
          <p:cNvSpPr/>
          <p:nvPr/>
        </p:nvSpPr>
        <p:spPr>
          <a:xfrm>
            <a:off x="2244725" y="2668588"/>
            <a:ext cx="1292225" cy="309562"/>
          </a:xfrm>
          <a:prstGeom prst="rect">
            <a:avLst/>
          </a:prstGeom>
        </p:spPr>
        <p:txBody>
          <a:bodyPr wrap="none" lIns="82816" tIns="41408" rIns="82816" bIns="41408">
            <a:spAutoFit/>
          </a:bodyPr>
          <a:lstStyle/>
          <a:p>
            <a:pPr algn="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此处添加标题</a:t>
            </a:r>
            <a:endParaRPr lang="en-US" altLang="zh-CN" sz="1467" b="1" dirty="0">
              <a:solidFill>
                <a:srgbClr val="393939">
                  <a:lumMod val="75000"/>
                  <a:lumOff val="25000"/>
                </a:srgbClr>
              </a:solidFill>
              <a:latin typeface="微软雅黑" pitchFamily="34" charset="-122"/>
              <a:ea typeface="微软雅黑" pitchFamily="34" charset="-122"/>
            </a:endParaRPr>
          </a:p>
        </p:txBody>
      </p:sp>
      <p:sp>
        <p:nvSpPr>
          <p:cNvPr id="75" name="矩形 47"/>
          <p:cNvSpPr>
            <a:spLocks noChangeArrowheads="1"/>
          </p:cNvSpPr>
          <p:nvPr/>
        </p:nvSpPr>
        <p:spPr bwMode="auto">
          <a:xfrm>
            <a:off x="1255713" y="3000375"/>
            <a:ext cx="2278062"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816" tIns="41408" rIns="82816" bIns="4140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fontAlgn="auto">
              <a:lnSpc>
                <a:spcPct val="120000"/>
              </a:lnSpc>
              <a:spcBef>
                <a:spcPct val="0"/>
              </a:spcBef>
              <a:spcAft>
                <a:spcPts val="0"/>
              </a:spcAft>
              <a:buFont typeface="Arial" charset="0"/>
              <a:buNone/>
              <a:defRPr/>
            </a:pPr>
            <a:r>
              <a:rPr lang="zh-CN" altLang="en-US" sz="1333" dirty="0">
                <a:solidFill>
                  <a:srgbClr val="393939">
                    <a:lumMod val="75000"/>
                    <a:lumOff val="25000"/>
                  </a:srgbClr>
                </a:solidFill>
                <a:sym typeface="微软雅黑" pitchFamily="34" charset="-122"/>
              </a:rPr>
              <a:t>您的内容打在这里，或者通过复制您的文本后，在此框中选择粘贴</a:t>
            </a:r>
          </a:p>
        </p:txBody>
      </p:sp>
      <p:sp>
        <p:nvSpPr>
          <p:cNvPr id="76" name="矩形 75"/>
          <p:cNvSpPr/>
          <p:nvPr/>
        </p:nvSpPr>
        <p:spPr>
          <a:xfrm>
            <a:off x="2217738" y="4167188"/>
            <a:ext cx="1292225" cy="309562"/>
          </a:xfrm>
          <a:prstGeom prst="rect">
            <a:avLst/>
          </a:prstGeom>
        </p:spPr>
        <p:txBody>
          <a:bodyPr wrap="none" lIns="82816" tIns="41408" rIns="82816" bIns="41408">
            <a:spAutoFit/>
          </a:bodyPr>
          <a:lstStyle/>
          <a:p>
            <a:pPr algn="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此处添加标题</a:t>
            </a:r>
            <a:endParaRPr lang="en-US" altLang="zh-CN" sz="1467" b="1" dirty="0">
              <a:solidFill>
                <a:srgbClr val="393939">
                  <a:lumMod val="75000"/>
                  <a:lumOff val="25000"/>
                </a:srgbClr>
              </a:solidFill>
              <a:latin typeface="微软雅黑" pitchFamily="34" charset="-122"/>
              <a:ea typeface="微软雅黑" pitchFamily="34" charset="-122"/>
            </a:endParaRPr>
          </a:p>
        </p:txBody>
      </p:sp>
      <p:sp>
        <p:nvSpPr>
          <p:cNvPr id="77" name="矩形 47"/>
          <p:cNvSpPr>
            <a:spLocks noChangeArrowheads="1"/>
          </p:cNvSpPr>
          <p:nvPr/>
        </p:nvSpPr>
        <p:spPr bwMode="auto">
          <a:xfrm>
            <a:off x="1228725" y="4497388"/>
            <a:ext cx="22764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816" tIns="41408" rIns="82816" bIns="4140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fontAlgn="auto">
              <a:lnSpc>
                <a:spcPct val="120000"/>
              </a:lnSpc>
              <a:spcBef>
                <a:spcPct val="0"/>
              </a:spcBef>
              <a:spcAft>
                <a:spcPts val="0"/>
              </a:spcAft>
              <a:buFont typeface="Arial" charset="0"/>
              <a:buNone/>
              <a:defRPr/>
            </a:pPr>
            <a:r>
              <a:rPr lang="zh-CN" altLang="en-US" sz="1333" dirty="0">
                <a:solidFill>
                  <a:srgbClr val="393939">
                    <a:lumMod val="75000"/>
                    <a:lumOff val="25000"/>
                  </a:srgbClr>
                </a:solidFill>
                <a:sym typeface="微软雅黑" pitchFamily="34" charset="-122"/>
              </a:rPr>
              <a:t>您的内容打在这里，或者通过复制您的文本后，在此框中选择粘贴</a:t>
            </a:r>
          </a:p>
        </p:txBody>
      </p:sp>
      <p:sp>
        <p:nvSpPr>
          <p:cNvPr id="78" name="矩形 77"/>
          <p:cNvSpPr/>
          <p:nvPr/>
        </p:nvSpPr>
        <p:spPr>
          <a:xfrm>
            <a:off x="8485188" y="2171700"/>
            <a:ext cx="1292225" cy="309563"/>
          </a:xfrm>
          <a:prstGeom prst="rect">
            <a:avLst/>
          </a:prstGeom>
        </p:spPr>
        <p:txBody>
          <a:bodyPr wrap="none" lIns="82816" tIns="41408" rIns="82816" bIns="41408">
            <a:spAutoFit/>
          </a:bodyPr>
          <a:lstStyle/>
          <a:p>
            <a:pPr algn="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此处添加标题</a:t>
            </a:r>
            <a:endParaRPr lang="en-US" altLang="zh-CN" sz="1467" b="1" dirty="0">
              <a:solidFill>
                <a:srgbClr val="393939">
                  <a:lumMod val="75000"/>
                  <a:lumOff val="25000"/>
                </a:srgbClr>
              </a:solidFill>
              <a:latin typeface="微软雅黑" pitchFamily="34" charset="-122"/>
              <a:ea typeface="微软雅黑" pitchFamily="34" charset="-122"/>
            </a:endParaRPr>
          </a:p>
        </p:txBody>
      </p:sp>
      <p:sp>
        <p:nvSpPr>
          <p:cNvPr id="79" name="矩形 47"/>
          <p:cNvSpPr>
            <a:spLocks noChangeArrowheads="1"/>
          </p:cNvSpPr>
          <p:nvPr/>
        </p:nvSpPr>
        <p:spPr bwMode="auto">
          <a:xfrm>
            <a:off x="8507413" y="2516188"/>
            <a:ext cx="2428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816" tIns="41408" rIns="82816" bIns="4140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lnSpc>
                <a:spcPct val="120000"/>
              </a:lnSpc>
              <a:spcBef>
                <a:spcPct val="0"/>
              </a:spcBef>
              <a:spcAft>
                <a:spcPts val="0"/>
              </a:spcAft>
              <a:buFont typeface="Arial" charset="0"/>
              <a:buNone/>
              <a:defRPr/>
            </a:pPr>
            <a:r>
              <a:rPr lang="zh-CN" altLang="en-US" sz="1333" dirty="0">
                <a:solidFill>
                  <a:srgbClr val="393939">
                    <a:lumMod val="75000"/>
                    <a:lumOff val="25000"/>
                  </a:srgbClr>
                </a:solidFill>
                <a:sym typeface="微软雅黑" pitchFamily="34" charset="-122"/>
              </a:rPr>
              <a:t>您的内容打在这里，或者通过复制您的文本后，在此框中选择粘贴</a:t>
            </a:r>
          </a:p>
        </p:txBody>
      </p:sp>
      <p:sp>
        <p:nvSpPr>
          <p:cNvPr id="80" name="矩形 79"/>
          <p:cNvSpPr/>
          <p:nvPr/>
        </p:nvSpPr>
        <p:spPr>
          <a:xfrm>
            <a:off x="8513763" y="3895725"/>
            <a:ext cx="1292225" cy="309563"/>
          </a:xfrm>
          <a:prstGeom prst="rect">
            <a:avLst/>
          </a:prstGeom>
        </p:spPr>
        <p:txBody>
          <a:bodyPr wrap="none" lIns="82816" tIns="41408" rIns="82816" bIns="41408">
            <a:spAutoFit/>
          </a:bodyPr>
          <a:lstStyle/>
          <a:p>
            <a:pPr algn="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此处添加标题</a:t>
            </a:r>
            <a:endParaRPr lang="en-US" altLang="zh-CN" sz="1467" b="1" dirty="0">
              <a:solidFill>
                <a:srgbClr val="393939">
                  <a:lumMod val="75000"/>
                  <a:lumOff val="25000"/>
                </a:srgbClr>
              </a:solidFill>
              <a:latin typeface="微软雅黑" pitchFamily="34" charset="-122"/>
              <a:ea typeface="微软雅黑" pitchFamily="34" charset="-122"/>
            </a:endParaRPr>
          </a:p>
        </p:txBody>
      </p:sp>
      <p:sp>
        <p:nvSpPr>
          <p:cNvPr id="81" name="矩形 47"/>
          <p:cNvSpPr>
            <a:spLocks noChangeArrowheads="1"/>
          </p:cNvSpPr>
          <p:nvPr/>
        </p:nvSpPr>
        <p:spPr bwMode="auto">
          <a:xfrm>
            <a:off x="8526463" y="4240213"/>
            <a:ext cx="2428875"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816" tIns="41408" rIns="82816" bIns="4140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lnSpc>
                <a:spcPct val="120000"/>
              </a:lnSpc>
              <a:spcBef>
                <a:spcPct val="0"/>
              </a:spcBef>
              <a:spcAft>
                <a:spcPts val="0"/>
              </a:spcAft>
              <a:buFont typeface="Arial" charset="0"/>
              <a:buNone/>
              <a:defRPr/>
            </a:pPr>
            <a:r>
              <a:rPr lang="zh-CN" altLang="en-US" sz="1333" dirty="0">
                <a:solidFill>
                  <a:srgbClr val="393939">
                    <a:lumMod val="75000"/>
                    <a:lumOff val="25000"/>
                  </a:srgbClr>
                </a:solidFill>
                <a:sym typeface="微软雅黑" pitchFamily="34" charset="-122"/>
              </a:rPr>
              <a:t>您的内容打在这里，或者通过复制您的文本后，在此框中选择粘贴</a:t>
            </a:r>
          </a:p>
        </p:txBody>
      </p:sp>
      <p:sp>
        <p:nvSpPr>
          <p:cNvPr id="82" name="矩形 81"/>
          <p:cNvSpPr/>
          <p:nvPr/>
        </p:nvSpPr>
        <p:spPr>
          <a:xfrm>
            <a:off x="7573963" y="5195888"/>
            <a:ext cx="1292225" cy="309562"/>
          </a:xfrm>
          <a:prstGeom prst="rect">
            <a:avLst/>
          </a:prstGeom>
        </p:spPr>
        <p:txBody>
          <a:bodyPr wrap="none" lIns="82816" tIns="41408" rIns="82816" bIns="41408">
            <a:spAutoFit/>
          </a:bodyPr>
          <a:lstStyle/>
          <a:p>
            <a:pPr algn="r" fontAlgn="auto">
              <a:spcBef>
                <a:spcPts val="0"/>
              </a:spcBef>
              <a:spcAft>
                <a:spcPts val="0"/>
              </a:spcAft>
              <a:buFontTx/>
              <a:buNone/>
              <a:defRPr/>
            </a:pPr>
            <a:r>
              <a:rPr lang="zh-CN" altLang="en-US" sz="1467" b="1" dirty="0">
                <a:solidFill>
                  <a:srgbClr val="393939">
                    <a:lumMod val="75000"/>
                    <a:lumOff val="25000"/>
                  </a:srgbClr>
                </a:solidFill>
                <a:latin typeface="微软雅黑" pitchFamily="34" charset="-122"/>
                <a:ea typeface="微软雅黑" pitchFamily="34" charset="-122"/>
              </a:rPr>
              <a:t>此处添加标题</a:t>
            </a:r>
            <a:endParaRPr lang="en-US" altLang="zh-CN" sz="1467" b="1" dirty="0">
              <a:solidFill>
                <a:srgbClr val="393939">
                  <a:lumMod val="75000"/>
                  <a:lumOff val="25000"/>
                </a:srgbClr>
              </a:solidFill>
              <a:latin typeface="微软雅黑" pitchFamily="34" charset="-122"/>
              <a:ea typeface="微软雅黑" pitchFamily="34" charset="-122"/>
            </a:endParaRPr>
          </a:p>
        </p:txBody>
      </p:sp>
      <p:sp>
        <p:nvSpPr>
          <p:cNvPr id="83" name="矩形 47"/>
          <p:cNvSpPr>
            <a:spLocks noChangeArrowheads="1"/>
          </p:cNvSpPr>
          <p:nvPr/>
        </p:nvSpPr>
        <p:spPr bwMode="auto">
          <a:xfrm>
            <a:off x="7596188" y="5541963"/>
            <a:ext cx="2932112"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82816" tIns="41408" rIns="82816" bIns="41408">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lnSpc>
                <a:spcPct val="120000"/>
              </a:lnSpc>
              <a:spcBef>
                <a:spcPct val="0"/>
              </a:spcBef>
              <a:spcAft>
                <a:spcPts val="0"/>
              </a:spcAft>
              <a:buFont typeface="Arial" charset="0"/>
              <a:buNone/>
              <a:defRPr/>
            </a:pPr>
            <a:r>
              <a:rPr lang="zh-CN" altLang="en-US" sz="1333" dirty="0">
                <a:solidFill>
                  <a:srgbClr val="393939">
                    <a:lumMod val="75000"/>
                    <a:lumOff val="25000"/>
                  </a:srgbClr>
                </a:solidFill>
                <a:sym typeface="微软雅黑" pitchFamily="34" charset="-122"/>
              </a:rPr>
              <a:t>您的内容打在这里，或者通过复制您的文本后，在此框中选择粘贴</a:t>
            </a:r>
          </a:p>
        </p:txBody>
      </p:sp>
      <p:grpSp>
        <p:nvGrpSpPr>
          <p:cNvPr id="84" name="组合 83"/>
          <p:cNvGrpSpPr>
            <a:grpSpLocks/>
          </p:cNvGrpSpPr>
          <p:nvPr/>
        </p:nvGrpSpPr>
        <p:grpSpPr bwMode="auto">
          <a:xfrm flipH="1">
            <a:off x="7664450" y="2378075"/>
            <a:ext cx="800100" cy="238125"/>
            <a:chOff x="4255294" y="1661160"/>
            <a:chExt cx="1505426" cy="262890"/>
          </a:xfrm>
        </p:grpSpPr>
        <p:cxnSp>
          <p:nvCxnSpPr>
            <p:cNvPr id="85" name="直接连接符 84"/>
            <p:cNvCxnSpPr/>
            <p:nvPr/>
          </p:nvCxnSpPr>
          <p:spPr>
            <a:xfrm flipH="1" flipV="1">
              <a:off x="5411245" y="1661160"/>
              <a:ext cx="349475" cy="26289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4255294" y="1662913"/>
              <a:ext cx="1155951" cy="0"/>
            </a:xfrm>
            <a:prstGeom prst="line">
              <a:avLst/>
            </a:prstGeom>
            <a:ln w="127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grpSp>
        <p:nvGrpSpPr>
          <p:cNvPr id="87" name="组合 86"/>
          <p:cNvGrpSpPr/>
          <p:nvPr/>
        </p:nvGrpSpPr>
        <p:grpSpPr>
          <a:xfrm>
            <a:off x="5183438" y="3052844"/>
            <a:ext cx="1708833" cy="1443644"/>
            <a:chOff x="5927099" y="3207123"/>
            <a:chExt cx="1887055" cy="1592580"/>
          </a:xfrm>
          <a:solidFill>
            <a:schemeClr val="accent3">
              <a:lumMod val="75000"/>
            </a:schemeClr>
          </a:solidFill>
          <a:effectLst/>
        </p:grpSpPr>
        <p:sp>
          <p:nvSpPr>
            <p:cNvPr id="88" name="六边形 87"/>
            <p:cNvSpPr/>
            <p:nvPr/>
          </p:nvSpPr>
          <p:spPr>
            <a:xfrm>
              <a:off x="5927099" y="3207123"/>
              <a:ext cx="1887055" cy="1592580"/>
            </a:xfrm>
            <a:prstGeom prst="hexagon">
              <a:avLst/>
            </a:prstGeom>
            <a:solidFill>
              <a:schemeClr val="accent1"/>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267">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89" name="文本框 1"/>
            <p:cNvSpPr txBox="1"/>
            <p:nvPr/>
          </p:nvSpPr>
          <p:spPr>
            <a:xfrm>
              <a:off x="6291627" y="3451749"/>
              <a:ext cx="1157998" cy="1097669"/>
            </a:xfrm>
            <a:prstGeom prst="rect">
              <a:avLst/>
            </a:prstGeom>
            <a:noFill/>
            <a:ln w="38100">
              <a:noFill/>
            </a:ln>
          </p:spPr>
          <p:txBody>
            <a:bodyPr>
              <a:spAutoFit/>
            </a:bodyPr>
            <a:lstStyle/>
            <a:p>
              <a:pPr algn="ctr" fontAlgn="auto">
                <a:spcBef>
                  <a:spcPts val="0"/>
                </a:spcBef>
                <a:spcAft>
                  <a:spcPts val="0"/>
                </a:spcAft>
                <a:buFontTx/>
                <a:buNone/>
                <a:defRPr/>
              </a:pPr>
              <a:r>
                <a:rPr lang="zh-CN" altLang="en-US" sz="2933" b="1" dirty="0">
                  <a:solidFill>
                    <a:srgbClr val="FFFFFF"/>
                  </a:solidFill>
                  <a:latin typeface="微软雅黑" panose="020B0503020204020204" pitchFamily="34" charset="-122"/>
                  <a:ea typeface="微软雅黑" panose="020B0503020204020204" pitchFamily="34" charset="-122"/>
                </a:rPr>
                <a:t>添加标题</a:t>
              </a:r>
            </a:p>
          </p:txBody>
        </p:sp>
      </p:grpSp>
      <p:grpSp>
        <p:nvGrpSpPr>
          <p:cNvPr id="69" name="组合 68"/>
          <p:cNvGrpSpPr/>
          <p:nvPr/>
        </p:nvGrpSpPr>
        <p:grpSpPr>
          <a:xfrm>
            <a:off x="5492720" y="4718367"/>
            <a:ext cx="1090253" cy="953221"/>
            <a:chOff x="5525852" y="4683240"/>
            <a:chExt cx="1203960" cy="1051560"/>
          </a:xfrm>
          <a:solidFill>
            <a:schemeClr val="accent2">
              <a:lumMod val="75000"/>
            </a:schemeClr>
          </a:solidFill>
          <a:effectLst/>
        </p:grpSpPr>
        <p:sp>
          <p:nvSpPr>
            <p:cNvPr id="70" name="六边形 69"/>
            <p:cNvSpPr/>
            <p:nvPr/>
          </p:nvSpPr>
          <p:spPr>
            <a:xfrm>
              <a:off x="5525852" y="4683240"/>
              <a:ext cx="1203960" cy="1051560"/>
            </a:xfrm>
            <a:prstGeom prst="hexagon">
              <a:avLst/>
            </a:prstGeom>
            <a:solidFill>
              <a:schemeClr val="accent2"/>
            </a:solidFill>
            <a:ln w="381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133">
                <a:solidFill>
                  <a:srgbClr val="FFFFFF"/>
                </a:solidFill>
                <a:latin typeface="Arial" panose="020B0604020202020204" pitchFamily="34" charset="0"/>
                <a:ea typeface="微软雅黑" panose="020B0503020204020204" pitchFamily="34" charset="-122"/>
                <a:cs typeface="Arial" panose="020B0604020202020204" pitchFamily="34" charset="0"/>
              </a:endParaRPr>
            </a:p>
          </p:txBody>
        </p:sp>
        <p:sp>
          <p:nvSpPr>
            <p:cNvPr id="71" name="文本框 76"/>
            <p:cNvSpPr txBox="1"/>
            <p:nvPr/>
          </p:nvSpPr>
          <p:spPr>
            <a:xfrm>
              <a:off x="5693284" y="4855078"/>
              <a:ext cx="820724" cy="645103"/>
            </a:xfrm>
            <a:prstGeom prst="rect">
              <a:avLst/>
            </a:prstGeom>
            <a:noFill/>
            <a:ln w="38100">
              <a:noFill/>
            </a:ln>
          </p:spPr>
          <p:txBody>
            <a:bodyPr>
              <a:spAutoFit/>
            </a:bodyPr>
            <a:lstStyle/>
            <a:p>
              <a:pPr algn="ctr" fontAlgn="auto">
                <a:spcBef>
                  <a:spcPts val="0"/>
                </a:spcBef>
                <a:spcAft>
                  <a:spcPts val="0"/>
                </a:spcAft>
                <a:buFontTx/>
                <a:buNone/>
                <a:defRPr/>
              </a:pPr>
              <a:r>
                <a:rPr lang="en-US" altLang="zh-CN" sz="3200" dirty="0">
                  <a:solidFill>
                    <a:srgbClr val="FFFFFF"/>
                  </a:solidFill>
                  <a:ea typeface="微软雅黑" panose="020B0503020204020204" pitchFamily="34" charset="-122"/>
                  <a:cs typeface="Arial" panose="020B0604020202020204" pitchFamily="34" charset="0"/>
                </a:rPr>
                <a:t>04</a:t>
              </a:r>
              <a:endParaRPr lang="zh-CN" altLang="en-US" sz="3200" baseline="-3000" dirty="0">
                <a:solidFill>
                  <a:srgbClr val="FFFFFF"/>
                </a:solidFill>
                <a:ea typeface="微软雅黑" panose="020B0503020204020204" pitchFamily="34" charset="-122"/>
                <a:cs typeface="Arial" panose="020B0604020202020204" pitchFamily="34" charset="0"/>
              </a:endParaRPr>
            </a:p>
          </p:txBody>
        </p:sp>
      </p:grpSp>
      <p:sp>
        <p:nvSpPr>
          <p:cNvPr id="60443" name="TextBox 88"/>
          <p:cNvSpPr txBox="1">
            <a:spLocks noChangeArrowheads="1"/>
          </p:cNvSpPr>
          <p:nvPr/>
        </p:nvSpPr>
        <p:spPr bwMode="auto">
          <a:xfrm>
            <a:off x="1955800" y="557213"/>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存在不足之处</a:t>
            </a:r>
          </a:p>
        </p:txBody>
      </p:sp>
    </p:spTree>
  </p:cSld>
  <p:clrMapOvr>
    <a:masterClrMapping/>
  </p:clrMapOvr>
  <p:transition spd="slow" advClick="0" advTm="0">
    <p:cove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3" presetClass="entr" presetSubtype="528" fill="hold" nodeType="afterEffect">
                                  <p:stCondLst>
                                    <p:cond delay="0"/>
                                  </p:stCondLst>
                                  <p:childTnLst>
                                    <p:set>
                                      <p:cBhvr>
                                        <p:cTn id="6" dur="1" fill="hold">
                                          <p:stCondLst>
                                            <p:cond delay="0"/>
                                          </p:stCondLst>
                                        </p:cTn>
                                        <p:tgtEl>
                                          <p:spTgt spid="87"/>
                                        </p:tgtEl>
                                        <p:attrNameLst>
                                          <p:attrName>style.visibility</p:attrName>
                                        </p:attrNameLst>
                                      </p:cBhvr>
                                      <p:to>
                                        <p:strVal val="visible"/>
                                      </p:to>
                                    </p:set>
                                    <p:anim calcmode="lin" valueType="num">
                                      <p:cBhvr>
                                        <p:cTn id="7" dur="350" fill="hold"/>
                                        <p:tgtEl>
                                          <p:spTgt spid="87"/>
                                        </p:tgtEl>
                                        <p:attrNameLst>
                                          <p:attrName>ppt_w</p:attrName>
                                        </p:attrNameLst>
                                      </p:cBhvr>
                                      <p:tavLst>
                                        <p:tav tm="0">
                                          <p:val>
                                            <p:fltVal val="0"/>
                                          </p:val>
                                        </p:tav>
                                        <p:tav tm="100000">
                                          <p:val>
                                            <p:strVal val="#ppt_w"/>
                                          </p:val>
                                        </p:tav>
                                      </p:tavLst>
                                    </p:anim>
                                    <p:anim calcmode="lin" valueType="num">
                                      <p:cBhvr>
                                        <p:cTn id="8" dur="350" fill="hold"/>
                                        <p:tgtEl>
                                          <p:spTgt spid="87"/>
                                        </p:tgtEl>
                                        <p:attrNameLst>
                                          <p:attrName>ppt_h</p:attrName>
                                        </p:attrNameLst>
                                      </p:cBhvr>
                                      <p:tavLst>
                                        <p:tav tm="0">
                                          <p:val>
                                            <p:fltVal val="0"/>
                                          </p:val>
                                        </p:tav>
                                        <p:tav tm="100000">
                                          <p:val>
                                            <p:strVal val="#ppt_h"/>
                                          </p:val>
                                        </p:tav>
                                      </p:tavLst>
                                    </p:anim>
                                    <p:anim calcmode="lin" valueType="num">
                                      <p:cBhvr>
                                        <p:cTn id="9" dur="350" fill="hold"/>
                                        <p:tgtEl>
                                          <p:spTgt spid="87"/>
                                        </p:tgtEl>
                                        <p:attrNameLst>
                                          <p:attrName>ppt_x</p:attrName>
                                        </p:attrNameLst>
                                      </p:cBhvr>
                                      <p:tavLst>
                                        <p:tav tm="0">
                                          <p:val>
                                            <p:fltVal val="0.5"/>
                                          </p:val>
                                        </p:tav>
                                        <p:tav tm="100000">
                                          <p:val>
                                            <p:strVal val="#ppt_x"/>
                                          </p:val>
                                        </p:tav>
                                      </p:tavLst>
                                    </p:anim>
                                    <p:anim calcmode="lin" valueType="num">
                                      <p:cBhvr>
                                        <p:cTn id="10" dur="350" fill="hold"/>
                                        <p:tgtEl>
                                          <p:spTgt spid="87"/>
                                        </p:tgtEl>
                                        <p:attrNameLst>
                                          <p:attrName>ppt_y</p:attrName>
                                        </p:attrNameLst>
                                      </p:cBhvr>
                                      <p:tavLst>
                                        <p:tav tm="0">
                                          <p:val>
                                            <p:fltVal val="0.5"/>
                                          </p:val>
                                        </p:tav>
                                        <p:tav tm="100000">
                                          <p:val>
                                            <p:strVal val="#ppt_y"/>
                                          </p:val>
                                        </p:tav>
                                      </p:tavLst>
                                    </p:anim>
                                  </p:childTnLst>
                                </p:cTn>
                              </p:par>
                              <p:par>
                                <p:cTn id="11" presetID="2" presetClass="entr" presetSubtype="1" fill="hold" nodeType="withEffect">
                                  <p:stCondLst>
                                    <p:cond delay="750"/>
                                  </p:stCondLst>
                                  <p:childTnLst>
                                    <p:set>
                                      <p:cBhvr>
                                        <p:cTn id="12" dur="1" fill="hold">
                                          <p:stCondLst>
                                            <p:cond delay="0"/>
                                          </p:stCondLst>
                                        </p:cTn>
                                        <p:tgtEl>
                                          <p:spTgt spid="57"/>
                                        </p:tgtEl>
                                        <p:attrNameLst>
                                          <p:attrName>style.visibility</p:attrName>
                                        </p:attrNameLst>
                                      </p:cBhvr>
                                      <p:to>
                                        <p:strVal val="visible"/>
                                      </p:to>
                                    </p:set>
                                    <p:anim calcmode="lin" valueType="num">
                                      <p:cBhvr additive="base">
                                        <p:cTn id="13" dur="250" fill="hold"/>
                                        <p:tgtEl>
                                          <p:spTgt spid="57"/>
                                        </p:tgtEl>
                                        <p:attrNameLst>
                                          <p:attrName>ppt_x</p:attrName>
                                        </p:attrNameLst>
                                      </p:cBhvr>
                                      <p:tavLst>
                                        <p:tav tm="0">
                                          <p:val>
                                            <p:strVal val="#ppt_x"/>
                                          </p:val>
                                        </p:tav>
                                        <p:tav tm="100000">
                                          <p:val>
                                            <p:strVal val="#ppt_x"/>
                                          </p:val>
                                        </p:tav>
                                      </p:tavLst>
                                    </p:anim>
                                    <p:anim calcmode="lin" valueType="num">
                                      <p:cBhvr additive="base">
                                        <p:cTn id="14" dur="250" fill="hold"/>
                                        <p:tgtEl>
                                          <p:spTgt spid="57"/>
                                        </p:tgtEl>
                                        <p:attrNameLst>
                                          <p:attrName>ppt_y</p:attrName>
                                        </p:attrNameLst>
                                      </p:cBhvr>
                                      <p:tavLst>
                                        <p:tav tm="0">
                                          <p:val>
                                            <p:strVal val="0-#ppt_h/2"/>
                                          </p:val>
                                        </p:tav>
                                        <p:tav tm="100000">
                                          <p:val>
                                            <p:strVal val="#ppt_y"/>
                                          </p:val>
                                        </p:tav>
                                      </p:tavLst>
                                    </p:anim>
                                  </p:childTnLst>
                                </p:cTn>
                              </p:par>
                            </p:childTnLst>
                          </p:cTn>
                        </p:par>
                        <p:par>
                          <p:cTn id="15" fill="hold" nodeType="afterGroup">
                            <p:stCondLst>
                              <p:cond delay="1000"/>
                            </p:stCondLst>
                            <p:childTnLst>
                              <p:par>
                                <p:cTn id="16" presetID="22" presetClass="entr" presetSubtype="2" fill="hold" nodeType="afterEffect">
                                  <p:stCondLst>
                                    <p:cond delay="250"/>
                                  </p:stCondLst>
                                  <p:childTnLst>
                                    <p:set>
                                      <p:cBhvr>
                                        <p:cTn id="17" dur="1" fill="hold">
                                          <p:stCondLst>
                                            <p:cond delay="0"/>
                                          </p:stCondLst>
                                        </p:cTn>
                                        <p:tgtEl>
                                          <p:spTgt spid="51"/>
                                        </p:tgtEl>
                                        <p:attrNameLst>
                                          <p:attrName>style.visibility</p:attrName>
                                        </p:attrNameLst>
                                      </p:cBhvr>
                                      <p:to>
                                        <p:strVal val="visible"/>
                                      </p:to>
                                    </p:set>
                                    <p:animEffect transition="in" filter="wipe(right)">
                                      <p:cBhvr>
                                        <p:cTn id="18" dur="500"/>
                                        <p:tgtEl>
                                          <p:spTgt spid="51"/>
                                        </p:tgtEl>
                                      </p:cBhvr>
                                    </p:animEffect>
                                  </p:childTnLst>
                                </p:cTn>
                              </p:par>
                            </p:childTnLst>
                          </p:cTn>
                        </p:par>
                        <p:par>
                          <p:cTn id="19" fill="hold" nodeType="afterGroup">
                            <p:stCondLst>
                              <p:cond delay="1750"/>
                            </p:stCondLst>
                            <p:childTnLst>
                              <p:par>
                                <p:cTn id="20" presetID="22" presetClass="entr" presetSubtype="2" fill="hold" grpId="0" nodeType="afterEffect">
                                  <p:stCondLst>
                                    <p:cond delay="0"/>
                                  </p:stCondLst>
                                  <p:childTnLst>
                                    <p:set>
                                      <p:cBhvr>
                                        <p:cTn id="21" dur="1" fill="hold">
                                          <p:stCondLst>
                                            <p:cond delay="0"/>
                                          </p:stCondLst>
                                        </p:cTn>
                                        <p:tgtEl>
                                          <p:spTgt spid="72"/>
                                        </p:tgtEl>
                                        <p:attrNameLst>
                                          <p:attrName>style.visibility</p:attrName>
                                        </p:attrNameLst>
                                      </p:cBhvr>
                                      <p:to>
                                        <p:strVal val="visible"/>
                                      </p:to>
                                    </p:set>
                                    <p:animEffect transition="in" filter="wipe(right)">
                                      <p:cBhvr>
                                        <p:cTn id="22" dur="500"/>
                                        <p:tgtEl>
                                          <p:spTgt spid="72"/>
                                        </p:tgtEl>
                                      </p:cBhvr>
                                    </p:animEffect>
                                  </p:childTnLst>
                                </p:cTn>
                              </p:par>
                              <p:par>
                                <p:cTn id="23" presetID="22" presetClass="entr" presetSubtype="2" fill="hold" grpId="0" nodeType="withEffect">
                                  <p:stCondLst>
                                    <p:cond delay="0"/>
                                  </p:stCondLst>
                                  <p:childTnLst>
                                    <p:set>
                                      <p:cBhvr>
                                        <p:cTn id="24" dur="1" fill="hold">
                                          <p:stCondLst>
                                            <p:cond delay="0"/>
                                          </p:stCondLst>
                                        </p:cTn>
                                        <p:tgtEl>
                                          <p:spTgt spid="73"/>
                                        </p:tgtEl>
                                        <p:attrNameLst>
                                          <p:attrName>style.visibility</p:attrName>
                                        </p:attrNameLst>
                                      </p:cBhvr>
                                      <p:to>
                                        <p:strVal val="visible"/>
                                      </p:to>
                                    </p:set>
                                    <p:animEffect transition="in" filter="wipe(right)">
                                      <p:cBhvr>
                                        <p:cTn id="25" dur="500"/>
                                        <p:tgtEl>
                                          <p:spTgt spid="73"/>
                                        </p:tgtEl>
                                      </p:cBhvr>
                                    </p:animEffect>
                                  </p:childTnLst>
                                </p:cTn>
                              </p:par>
                            </p:childTnLst>
                          </p:cTn>
                        </p:par>
                        <p:par>
                          <p:cTn id="26" fill="hold" nodeType="afterGroup">
                            <p:stCondLst>
                              <p:cond delay="2250"/>
                            </p:stCondLst>
                            <p:childTnLst>
                              <p:par>
                                <p:cTn id="27" presetID="2" presetClass="entr" presetSubtype="2" fill="hold" nodeType="afterEffect">
                                  <p:stCondLst>
                                    <p:cond delay="250"/>
                                  </p:stCondLst>
                                  <p:childTnLst>
                                    <p:set>
                                      <p:cBhvr>
                                        <p:cTn id="28" dur="1" fill="hold">
                                          <p:stCondLst>
                                            <p:cond delay="0"/>
                                          </p:stCondLst>
                                        </p:cTn>
                                        <p:tgtEl>
                                          <p:spTgt spid="54"/>
                                        </p:tgtEl>
                                        <p:attrNameLst>
                                          <p:attrName>style.visibility</p:attrName>
                                        </p:attrNameLst>
                                      </p:cBhvr>
                                      <p:to>
                                        <p:strVal val="visible"/>
                                      </p:to>
                                    </p:set>
                                    <p:anim calcmode="lin" valueType="num">
                                      <p:cBhvr additive="base">
                                        <p:cTn id="29" dur="250" fill="hold"/>
                                        <p:tgtEl>
                                          <p:spTgt spid="54"/>
                                        </p:tgtEl>
                                        <p:attrNameLst>
                                          <p:attrName>ppt_x</p:attrName>
                                        </p:attrNameLst>
                                      </p:cBhvr>
                                      <p:tavLst>
                                        <p:tav tm="0">
                                          <p:val>
                                            <p:strVal val="1+#ppt_w/2"/>
                                          </p:val>
                                        </p:tav>
                                        <p:tav tm="100000">
                                          <p:val>
                                            <p:strVal val="#ppt_x"/>
                                          </p:val>
                                        </p:tav>
                                      </p:tavLst>
                                    </p:anim>
                                    <p:anim calcmode="lin" valueType="num">
                                      <p:cBhvr additive="base">
                                        <p:cTn id="30" dur="250" fill="hold"/>
                                        <p:tgtEl>
                                          <p:spTgt spid="54"/>
                                        </p:tgtEl>
                                        <p:attrNameLst>
                                          <p:attrName>ppt_y</p:attrName>
                                        </p:attrNameLst>
                                      </p:cBhvr>
                                      <p:tavLst>
                                        <p:tav tm="0">
                                          <p:val>
                                            <p:strVal val="#ppt_y"/>
                                          </p:val>
                                        </p:tav>
                                        <p:tav tm="100000">
                                          <p:val>
                                            <p:strVal val="#ppt_y"/>
                                          </p:val>
                                        </p:tav>
                                      </p:tavLst>
                                    </p:anim>
                                  </p:childTnLst>
                                </p:cTn>
                              </p:par>
                            </p:childTnLst>
                          </p:cTn>
                        </p:par>
                        <p:par>
                          <p:cTn id="31" fill="hold" nodeType="afterGroup">
                            <p:stCondLst>
                              <p:cond delay="2750"/>
                            </p:stCondLst>
                            <p:childTnLst>
                              <p:par>
                                <p:cTn id="32" presetID="22" presetClass="entr" presetSubtype="8" fill="hold" nodeType="afterEffect">
                                  <p:stCondLst>
                                    <p:cond delay="0"/>
                                  </p:stCondLst>
                                  <p:childTnLst>
                                    <p:set>
                                      <p:cBhvr>
                                        <p:cTn id="33" dur="1" fill="hold">
                                          <p:stCondLst>
                                            <p:cond delay="0"/>
                                          </p:stCondLst>
                                        </p:cTn>
                                        <p:tgtEl>
                                          <p:spTgt spid="84"/>
                                        </p:tgtEl>
                                        <p:attrNameLst>
                                          <p:attrName>style.visibility</p:attrName>
                                        </p:attrNameLst>
                                      </p:cBhvr>
                                      <p:to>
                                        <p:strVal val="visible"/>
                                      </p:to>
                                    </p:set>
                                    <p:animEffect transition="in" filter="wipe(left)">
                                      <p:cBhvr>
                                        <p:cTn id="34" dur="500"/>
                                        <p:tgtEl>
                                          <p:spTgt spid="84"/>
                                        </p:tgtEl>
                                      </p:cBhvr>
                                    </p:animEffect>
                                  </p:childTnLst>
                                </p:cTn>
                              </p:par>
                            </p:childTnLst>
                          </p:cTn>
                        </p:par>
                        <p:par>
                          <p:cTn id="35" fill="hold" nodeType="afterGroup">
                            <p:stCondLst>
                              <p:cond delay="3250"/>
                            </p:stCondLst>
                            <p:childTnLst>
                              <p:par>
                                <p:cTn id="36" presetID="22" presetClass="entr" presetSubtype="8" fill="hold" grpId="0" nodeType="afterEffect">
                                  <p:stCondLst>
                                    <p:cond delay="0"/>
                                  </p:stCondLst>
                                  <p:childTnLst>
                                    <p:set>
                                      <p:cBhvr>
                                        <p:cTn id="37" dur="1" fill="hold">
                                          <p:stCondLst>
                                            <p:cond delay="0"/>
                                          </p:stCondLst>
                                        </p:cTn>
                                        <p:tgtEl>
                                          <p:spTgt spid="78"/>
                                        </p:tgtEl>
                                        <p:attrNameLst>
                                          <p:attrName>style.visibility</p:attrName>
                                        </p:attrNameLst>
                                      </p:cBhvr>
                                      <p:to>
                                        <p:strVal val="visible"/>
                                      </p:to>
                                    </p:set>
                                    <p:animEffect transition="in" filter="wipe(left)">
                                      <p:cBhvr>
                                        <p:cTn id="38" dur="500"/>
                                        <p:tgtEl>
                                          <p:spTgt spid="78"/>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79"/>
                                        </p:tgtEl>
                                        <p:attrNameLst>
                                          <p:attrName>style.visibility</p:attrName>
                                        </p:attrNameLst>
                                      </p:cBhvr>
                                      <p:to>
                                        <p:strVal val="visible"/>
                                      </p:to>
                                    </p:set>
                                    <p:animEffect transition="in" filter="wipe(left)">
                                      <p:cBhvr>
                                        <p:cTn id="41" dur="500"/>
                                        <p:tgtEl>
                                          <p:spTgt spid="79"/>
                                        </p:tgtEl>
                                      </p:cBhvr>
                                    </p:animEffect>
                                  </p:childTnLst>
                                </p:cTn>
                              </p:par>
                            </p:childTnLst>
                          </p:cTn>
                        </p:par>
                        <p:par>
                          <p:cTn id="42" fill="hold" nodeType="afterGroup">
                            <p:stCondLst>
                              <p:cond delay="3750"/>
                            </p:stCondLst>
                            <p:childTnLst>
                              <p:par>
                                <p:cTn id="43" presetID="2" presetClass="entr" presetSubtype="2" fill="hold" nodeType="afterEffect">
                                  <p:stCondLst>
                                    <p:cond delay="250"/>
                                  </p:stCondLst>
                                  <p:childTnLst>
                                    <p:set>
                                      <p:cBhvr>
                                        <p:cTn id="44" dur="1" fill="hold">
                                          <p:stCondLst>
                                            <p:cond delay="0"/>
                                          </p:stCondLst>
                                        </p:cTn>
                                        <p:tgtEl>
                                          <p:spTgt spid="60"/>
                                        </p:tgtEl>
                                        <p:attrNameLst>
                                          <p:attrName>style.visibility</p:attrName>
                                        </p:attrNameLst>
                                      </p:cBhvr>
                                      <p:to>
                                        <p:strVal val="visible"/>
                                      </p:to>
                                    </p:set>
                                    <p:anim calcmode="lin" valueType="num">
                                      <p:cBhvr additive="base">
                                        <p:cTn id="45" dur="250" fill="hold"/>
                                        <p:tgtEl>
                                          <p:spTgt spid="60"/>
                                        </p:tgtEl>
                                        <p:attrNameLst>
                                          <p:attrName>ppt_x</p:attrName>
                                        </p:attrNameLst>
                                      </p:cBhvr>
                                      <p:tavLst>
                                        <p:tav tm="0">
                                          <p:val>
                                            <p:strVal val="1+#ppt_w/2"/>
                                          </p:val>
                                        </p:tav>
                                        <p:tav tm="100000">
                                          <p:val>
                                            <p:strVal val="#ppt_x"/>
                                          </p:val>
                                        </p:tav>
                                      </p:tavLst>
                                    </p:anim>
                                    <p:anim calcmode="lin" valueType="num">
                                      <p:cBhvr additive="base">
                                        <p:cTn id="46" dur="250" fill="hold"/>
                                        <p:tgtEl>
                                          <p:spTgt spid="60"/>
                                        </p:tgtEl>
                                        <p:attrNameLst>
                                          <p:attrName>ppt_y</p:attrName>
                                        </p:attrNameLst>
                                      </p:cBhvr>
                                      <p:tavLst>
                                        <p:tav tm="0">
                                          <p:val>
                                            <p:strVal val="#ppt_y"/>
                                          </p:val>
                                        </p:tav>
                                        <p:tav tm="100000">
                                          <p:val>
                                            <p:strVal val="#ppt_y"/>
                                          </p:val>
                                        </p:tav>
                                      </p:tavLst>
                                    </p:anim>
                                  </p:childTnLst>
                                </p:cTn>
                              </p:par>
                            </p:childTnLst>
                          </p:cTn>
                        </p:par>
                        <p:par>
                          <p:cTn id="47" fill="hold" nodeType="afterGroup">
                            <p:stCondLst>
                              <p:cond delay="4250"/>
                            </p:stCondLst>
                            <p:childTnLst>
                              <p:par>
                                <p:cTn id="48" presetID="22" presetClass="entr" presetSubtype="8" fill="hold" nodeType="afterEffect">
                                  <p:stCondLst>
                                    <p:cond delay="0"/>
                                  </p:stCondLst>
                                  <p:childTnLst>
                                    <p:set>
                                      <p:cBhvr>
                                        <p:cTn id="49" dur="1" fill="hold">
                                          <p:stCondLst>
                                            <p:cond delay="0"/>
                                          </p:stCondLst>
                                        </p:cTn>
                                        <p:tgtEl>
                                          <p:spTgt spid="47"/>
                                        </p:tgtEl>
                                        <p:attrNameLst>
                                          <p:attrName>style.visibility</p:attrName>
                                        </p:attrNameLst>
                                      </p:cBhvr>
                                      <p:to>
                                        <p:strVal val="visible"/>
                                      </p:to>
                                    </p:set>
                                    <p:animEffect transition="in" filter="wipe(left)">
                                      <p:cBhvr>
                                        <p:cTn id="50" dur="500"/>
                                        <p:tgtEl>
                                          <p:spTgt spid="47"/>
                                        </p:tgtEl>
                                      </p:cBhvr>
                                    </p:animEffect>
                                  </p:childTnLst>
                                </p:cTn>
                              </p:par>
                            </p:childTnLst>
                          </p:cTn>
                        </p:par>
                        <p:par>
                          <p:cTn id="51" fill="hold" nodeType="afterGroup">
                            <p:stCondLst>
                              <p:cond delay="4750"/>
                            </p:stCondLst>
                            <p:childTnLst>
                              <p:par>
                                <p:cTn id="52" presetID="22" presetClass="entr" presetSubtype="8" fill="hold" grpId="0" nodeType="afterEffect">
                                  <p:stCondLst>
                                    <p:cond delay="0"/>
                                  </p:stCondLst>
                                  <p:childTnLst>
                                    <p:set>
                                      <p:cBhvr>
                                        <p:cTn id="53" dur="1" fill="hold">
                                          <p:stCondLst>
                                            <p:cond delay="0"/>
                                          </p:stCondLst>
                                        </p:cTn>
                                        <p:tgtEl>
                                          <p:spTgt spid="80"/>
                                        </p:tgtEl>
                                        <p:attrNameLst>
                                          <p:attrName>style.visibility</p:attrName>
                                        </p:attrNameLst>
                                      </p:cBhvr>
                                      <p:to>
                                        <p:strVal val="visible"/>
                                      </p:to>
                                    </p:set>
                                    <p:animEffect transition="in" filter="wipe(left)">
                                      <p:cBhvr>
                                        <p:cTn id="54" dur="500"/>
                                        <p:tgtEl>
                                          <p:spTgt spid="80"/>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81"/>
                                        </p:tgtEl>
                                        <p:attrNameLst>
                                          <p:attrName>style.visibility</p:attrName>
                                        </p:attrNameLst>
                                      </p:cBhvr>
                                      <p:to>
                                        <p:strVal val="visible"/>
                                      </p:to>
                                    </p:set>
                                    <p:animEffect transition="in" filter="wipe(left)">
                                      <p:cBhvr>
                                        <p:cTn id="57" dur="500"/>
                                        <p:tgtEl>
                                          <p:spTgt spid="81"/>
                                        </p:tgtEl>
                                      </p:cBhvr>
                                    </p:animEffect>
                                  </p:childTnLst>
                                </p:cTn>
                              </p:par>
                            </p:childTnLst>
                          </p:cTn>
                        </p:par>
                        <p:par>
                          <p:cTn id="58" fill="hold" nodeType="afterGroup">
                            <p:stCondLst>
                              <p:cond delay="5250"/>
                            </p:stCondLst>
                            <p:childTnLst>
                              <p:par>
                                <p:cTn id="59" presetID="2" presetClass="entr" presetSubtype="4" fill="hold" nodeType="afterEffect">
                                  <p:stCondLst>
                                    <p:cond delay="250"/>
                                  </p:stCondLst>
                                  <p:childTnLst>
                                    <p:set>
                                      <p:cBhvr>
                                        <p:cTn id="60" dur="1" fill="hold">
                                          <p:stCondLst>
                                            <p:cond delay="0"/>
                                          </p:stCondLst>
                                        </p:cTn>
                                        <p:tgtEl>
                                          <p:spTgt spid="69"/>
                                        </p:tgtEl>
                                        <p:attrNameLst>
                                          <p:attrName>style.visibility</p:attrName>
                                        </p:attrNameLst>
                                      </p:cBhvr>
                                      <p:to>
                                        <p:strVal val="visible"/>
                                      </p:to>
                                    </p:set>
                                    <p:anim calcmode="lin" valueType="num">
                                      <p:cBhvr additive="base">
                                        <p:cTn id="61" dur="250" fill="hold"/>
                                        <p:tgtEl>
                                          <p:spTgt spid="69"/>
                                        </p:tgtEl>
                                        <p:attrNameLst>
                                          <p:attrName>ppt_x</p:attrName>
                                        </p:attrNameLst>
                                      </p:cBhvr>
                                      <p:tavLst>
                                        <p:tav tm="0">
                                          <p:val>
                                            <p:strVal val="#ppt_x"/>
                                          </p:val>
                                        </p:tav>
                                        <p:tav tm="100000">
                                          <p:val>
                                            <p:strVal val="#ppt_x"/>
                                          </p:val>
                                        </p:tav>
                                      </p:tavLst>
                                    </p:anim>
                                    <p:anim calcmode="lin" valueType="num">
                                      <p:cBhvr additive="base">
                                        <p:cTn id="62" dur="250" fill="hold"/>
                                        <p:tgtEl>
                                          <p:spTgt spid="69"/>
                                        </p:tgtEl>
                                        <p:attrNameLst>
                                          <p:attrName>ppt_y</p:attrName>
                                        </p:attrNameLst>
                                      </p:cBhvr>
                                      <p:tavLst>
                                        <p:tav tm="0">
                                          <p:val>
                                            <p:strVal val="1+#ppt_h/2"/>
                                          </p:val>
                                        </p:tav>
                                        <p:tav tm="100000">
                                          <p:val>
                                            <p:strVal val="#ppt_y"/>
                                          </p:val>
                                        </p:tav>
                                      </p:tavLst>
                                    </p:anim>
                                  </p:childTnLst>
                                </p:cTn>
                              </p:par>
                            </p:childTnLst>
                          </p:cTn>
                        </p:par>
                        <p:par>
                          <p:cTn id="63" fill="hold" nodeType="afterGroup">
                            <p:stCondLst>
                              <p:cond delay="5750"/>
                            </p:stCondLst>
                            <p:childTnLst>
                              <p:par>
                                <p:cTn id="64" presetID="22" presetClass="entr" presetSubtype="8" fill="hold" nodeType="after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wipe(left)">
                                      <p:cBhvr>
                                        <p:cTn id="66" dur="500"/>
                                        <p:tgtEl>
                                          <p:spTgt spid="48"/>
                                        </p:tgtEl>
                                      </p:cBhvr>
                                    </p:animEffect>
                                  </p:childTnLst>
                                </p:cTn>
                              </p:par>
                            </p:childTnLst>
                          </p:cTn>
                        </p:par>
                        <p:par>
                          <p:cTn id="67" fill="hold" nodeType="afterGroup">
                            <p:stCondLst>
                              <p:cond delay="6250"/>
                            </p:stCondLst>
                            <p:childTnLst>
                              <p:par>
                                <p:cTn id="68" presetID="22" presetClass="entr" presetSubtype="8" fill="hold" grpId="0" nodeType="afterEffect">
                                  <p:stCondLst>
                                    <p:cond delay="0"/>
                                  </p:stCondLst>
                                  <p:childTnLst>
                                    <p:set>
                                      <p:cBhvr>
                                        <p:cTn id="69" dur="1" fill="hold">
                                          <p:stCondLst>
                                            <p:cond delay="0"/>
                                          </p:stCondLst>
                                        </p:cTn>
                                        <p:tgtEl>
                                          <p:spTgt spid="82"/>
                                        </p:tgtEl>
                                        <p:attrNameLst>
                                          <p:attrName>style.visibility</p:attrName>
                                        </p:attrNameLst>
                                      </p:cBhvr>
                                      <p:to>
                                        <p:strVal val="visible"/>
                                      </p:to>
                                    </p:set>
                                    <p:animEffect transition="in" filter="wipe(left)">
                                      <p:cBhvr>
                                        <p:cTn id="70" dur="500"/>
                                        <p:tgtEl>
                                          <p:spTgt spid="82"/>
                                        </p:tgtEl>
                                      </p:cBhvr>
                                    </p:animEffect>
                                  </p:childTnLst>
                                </p:cTn>
                              </p:par>
                              <p:par>
                                <p:cTn id="71" presetID="22" presetClass="entr" presetSubtype="8" fill="hold" grpId="0" nodeType="withEffect">
                                  <p:stCondLst>
                                    <p:cond delay="0"/>
                                  </p:stCondLst>
                                  <p:childTnLst>
                                    <p:set>
                                      <p:cBhvr>
                                        <p:cTn id="72" dur="1" fill="hold">
                                          <p:stCondLst>
                                            <p:cond delay="0"/>
                                          </p:stCondLst>
                                        </p:cTn>
                                        <p:tgtEl>
                                          <p:spTgt spid="83"/>
                                        </p:tgtEl>
                                        <p:attrNameLst>
                                          <p:attrName>style.visibility</p:attrName>
                                        </p:attrNameLst>
                                      </p:cBhvr>
                                      <p:to>
                                        <p:strVal val="visible"/>
                                      </p:to>
                                    </p:set>
                                    <p:animEffect transition="in" filter="wipe(left)">
                                      <p:cBhvr>
                                        <p:cTn id="73" dur="500"/>
                                        <p:tgtEl>
                                          <p:spTgt spid="83"/>
                                        </p:tgtEl>
                                      </p:cBhvr>
                                    </p:animEffect>
                                  </p:childTnLst>
                                </p:cTn>
                              </p:par>
                            </p:childTnLst>
                          </p:cTn>
                        </p:par>
                        <p:par>
                          <p:cTn id="74" fill="hold" nodeType="afterGroup">
                            <p:stCondLst>
                              <p:cond delay="6750"/>
                            </p:stCondLst>
                            <p:childTnLst>
                              <p:par>
                                <p:cTn id="75" presetID="2" presetClass="entr" presetSubtype="8" fill="hold" nodeType="afterEffect">
                                  <p:stCondLst>
                                    <p:cond delay="250"/>
                                  </p:stCondLst>
                                  <p:childTnLst>
                                    <p:set>
                                      <p:cBhvr>
                                        <p:cTn id="76" dur="1" fill="hold">
                                          <p:stCondLst>
                                            <p:cond delay="0"/>
                                          </p:stCondLst>
                                        </p:cTn>
                                        <p:tgtEl>
                                          <p:spTgt spid="63"/>
                                        </p:tgtEl>
                                        <p:attrNameLst>
                                          <p:attrName>style.visibility</p:attrName>
                                        </p:attrNameLst>
                                      </p:cBhvr>
                                      <p:to>
                                        <p:strVal val="visible"/>
                                      </p:to>
                                    </p:set>
                                    <p:anim calcmode="lin" valueType="num">
                                      <p:cBhvr additive="base">
                                        <p:cTn id="77" dur="250" fill="hold"/>
                                        <p:tgtEl>
                                          <p:spTgt spid="63"/>
                                        </p:tgtEl>
                                        <p:attrNameLst>
                                          <p:attrName>ppt_x</p:attrName>
                                        </p:attrNameLst>
                                      </p:cBhvr>
                                      <p:tavLst>
                                        <p:tav tm="0">
                                          <p:val>
                                            <p:strVal val="0-#ppt_w/2"/>
                                          </p:val>
                                        </p:tav>
                                        <p:tav tm="100000">
                                          <p:val>
                                            <p:strVal val="#ppt_x"/>
                                          </p:val>
                                        </p:tav>
                                      </p:tavLst>
                                    </p:anim>
                                    <p:anim calcmode="lin" valueType="num">
                                      <p:cBhvr additive="base">
                                        <p:cTn id="78" dur="250" fill="hold"/>
                                        <p:tgtEl>
                                          <p:spTgt spid="63"/>
                                        </p:tgtEl>
                                        <p:attrNameLst>
                                          <p:attrName>ppt_y</p:attrName>
                                        </p:attrNameLst>
                                      </p:cBhvr>
                                      <p:tavLst>
                                        <p:tav tm="0">
                                          <p:val>
                                            <p:strVal val="#ppt_y"/>
                                          </p:val>
                                        </p:tav>
                                        <p:tav tm="100000">
                                          <p:val>
                                            <p:strVal val="#ppt_y"/>
                                          </p:val>
                                        </p:tav>
                                      </p:tavLst>
                                    </p:anim>
                                  </p:childTnLst>
                                </p:cTn>
                              </p:par>
                            </p:childTnLst>
                          </p:cTn>
                        </p:par>
                        <p:par>
                          <p:cTn id="79" fill="hold" nodeType="afterGroup">
                            <p:stCondLst>
                              <p:cond delay="7250"/>
                            </p:stCondLst>
                            <p:childTnLst>
                              <p:par>
                                <p:cTn id="80" presetID="22" presetClass="entr" presetSubtype="2" fill="hold" nodeType="afterEffect">
                                  <p:stCondLst>
                                    <p:cond delay="0"/>
                                  </p:stCondLst>
                                  <p:childTnLst>
                                    <p:set>
                                      <p:cBhvr>
                                        <p:cTn id="81" dur="1" fill="hold">
                                          <p:stCondLst>
                                            <p:cond delay="0"/>
                                          </p:stCondLst>
                                        </p:cTn>
                                        <p:tgtEl>
                                          <p:spTgt spid="49"/>
                                        </p:tgtEl>
                                        <p:attrNameLst>
                                          <p:attrName>style.visibility</p:attrName>
                                        </p:attrNameLst>
                                      </p:cBhvr>
                                      <p:to>
                                        <p:strVal val="visible"/>
                                      </p:to>
                                    </p:set>
                                    <p:animEffect transition="in" filter="wipe(right)">
                                      <p:cBhvr>
                                        <p:cTn id="82" dur="250"/>
                                        <p:tgtEl>
                                          <p:spTgt spid="49"/>
                                        </p:tgtEl>
                                      </p:cBhvr>
                                    </p:animEffect>
                                  </p:childTnLst>
                                </p:cTn>
                              </p:par>
                            </p:childTnLst>
                          </p:cTn>
                        </p:par>
                        <p:par>
                          <p:cTn id="83" fill="hold" nodeType="afterGroup">
                            <p:stCondLst>
                              <p:cond delay="7500"/>
                            </p:stCondLst>
                            <p:childTnLst>
                              <p:par>
                                <p:cTn id="84" presetID="22" presetClass="entr" presetSubtype="2" fill="hold" grpId="0" nodeType="afterEffect">
                                  <p:stCondLst>
                                    <p:cond delay="0"/>
                                  </p:stCondLst>
                                  <p:childTnLst>
                                    <p:set>
                                      <p:cBhvr>
                                        <p:cTn id="85" dur="1" fill="hold">
                                          <p:stCondLst>
                                            <p:cond delay="0"/>
                                          </p:stCondLst>
                                        </p:cTn>
                                        <p:tgtEl>
                                          <p:spTgt spid="76"/>
                                        </p:tgtEl>
                                        <p:attrNameLst>
                                          <p:attrName>style.visibility</p:attrName>
                                        </p:attrNameLst>
                                      </p:cBhvr>
                                      <p:to>
                                        <p:strVal val="visible"/>
                                      </p:to>
                                    </p:set>
                                    <p:animEffect transition="in" filter="wipe(right)">
                                      <p:cBhvr>
                                        <p:cTn id="86" dur="500"/>
                                        <p:tgtEl>
                                          <p:spTgt spid="76"/>
                                        </p:tgtEl>
                                      </p:cBhvr>
                                    </p:animEffect>
                                  </p:childTnLst>
                                </p:cTn>
                              </p:par>
                              <p:par>
                                <p:cTn id="87" presetID="22" presetClass="entr" presetSubtype="2" fill="hold" grpId="0" nodeType="withEffect">
                                  <p:stCondLst>
                                    <p:cond delay="0"/>
                                  </p:stCondLst>
                                  <p:childTnLst>
                                    <p:set>
                                      <p:cBhvr>
                                        <p:cTn id="88" dur="1" fill="hold">
                                          <p:stCondLst>
                                            <p:cond delay="0"/>
                                          </p:stCondLst>
                                        </p:cTn>
                                        <p:tgtEl>
                                          <p:spTgt spid="77"/>
                                        </p:tgtEl>
                                        <p:attrNameLst>
                                          <p:attrName>style.visibility</p:attrName>
                                        </p:attrNameLst>
                                      </p:cBhvr>
                                      <p:to>
                                        <p:strVal val="visible"/>
                                      </p:to>
                                    </p:set>
                                    <p:animEffect transition="in" filter="wipe(right)">
                                      <p:cBhvr>
                                        <p:cTn id="89" dur="500"/>
                                        <p:tgtEl>
                                          <p:spTgt spid="77"/>
                                        </p:tgtEl>
                                      </p:cBhvr>
                                    </p:animEffect>
                                  </p:childTnLst>
                                </p:cTn>
                              </p:par>
                            </p:childTnLst>
                          </p:cTn>
                        </p:par>
                        <p:par>
                          <p:cTn id="90" fill="hold" nodeType="afterGroup">
                            <p:stCondLst>
                              <p:cond delay="8000"/>
                            </p:stCondLst>
                            <p:childTnLst>
                              <p:par>
                                <p:cTn id="91" presetID="2" presetClass="entr" presetSubtype="8" fill="hold" nodeType="afterEffect">
                                  <p:stCondLst>
                                    <p:cond delay="250"/>
                                  </p:stCondLst>
                                  <p:childTnLst>
                                    <p:set>
                                      <p:cBhvr>
                                        <p:cTn id="92" dur="1" fill="hold">
                                          <p:stCondLst>
                                            <p:cond delay="0"/>
                                          </p:stCondLst>
                                        </p:cTn>
                                        <p:tgtEl>
                                          <p:spTgt spid="66"/>
                                        </p:tgtEl>
                                        <p:attrNameLst>
                                          <p:attrName>style.visibility</p:attrName>
                                        </p:attrNameLst>
                                      </p:cBhvr>
                                      <p:to>
                                        <p:strVal val="visible"/>
                                      </p:to>
                                    </p:set>
                                    <p:anim calcmode="lin" valueType="num">
                                      <p:cBhvr additive="base">
                                        <p:cTn id="93" dur="250" fill="hold"/>
                                        <p:tgtEl>
                                          <p:spTgt spid="66"/>
                                        </p:tgtEl>
                                        <p:attrNameLst>
                                          <p:attrName>ppt_x</p:attrName>
                                        </p:attrNameLst>
                                      </p:cBhvr>
                                      <p:tavLst>
                                        <p:tav tm="0">
                                          <p:val>
                                            <p:strVal val="0-#ppt_w/2"/>
                                          </p:val>
                                        </p:tav>
                                        <p:tav tm="100000">
                                          <p:val>
                                            <p:strVal val="#ppt_x"/>
                                          </p:val>
                                        </p:tav>
                                      </p:tavLst>
                                    </p:anim>
                                    <p:anim calcmode="lin" valueType="num">
                                      <p:cBhvr additive="base">
                                        <p:cTn id="94" dur="250" fill="hold"/>
                                        <p:tgtEl>
                                          <p:spTgt spid="66"/>
                                        </p:tgtEl>
                                        <p:attrNameLst>
                                          <p:attrName>ppt_y</p:attrName>
                                        </p:attrNameLst>
                                      </p:cBhvr>
                                      <p:tavLst>
                                        <p:tav tm="0">
                                          <p:val>
                                            <p:strVal val="#ppt_y"/>
                                          </p:val>
                                        </p:tav>
                                        <p:tav tm="100000">
                                          <p:val>
                                            <p:strVal val="#ppt_y"/>
                                          </p:val>
                                        </p:tav>
                                      </p:tavLst>
                                    </p:anim>
                                  </p:childTnLst>
                                </p:cTn>
                              </p:par>
                            </p:childTnLst>
                          </p:cTn>
                        </p:par>
                        <p:par>
                          <p:cTn id="95" fill="hold" nodeType="afterGroup">
                            <p:stCondLst>
                              <p:cond delay="8500"/>
                            </p:stCondLst>
                            <p:childTnLst>
                              <p:par>
                                <p:cTn id="96" presetID="22" presetClass="entr" presetSubtype="2" fill="hold" nodeType="afterEffect">
                                  <p:stCondLst>
                                    <p:cond delay="0"/>
                                  </p:stCondLst>
                                  <p:childTnLst>
                                    <p:set>
                                      <p:cBhvr>
                                        <p:cTn id="97" dur="1" fill="hold">
                                          <p:stCondLst>
                                            <p:cond delay="0"/>
                                          </p:stCondLst>
                                        </p:cTn>
                                        <p:tgtEl>
                                          <p:spTgt spid="50"/>
                                        </p:tgtEl>
                                        <p:attrNameLst>
                                          <p:attrName>style.visibility</p:attrName>
                                        </p:attrNameLst>
                                      </p:cBhvr>
                                      <p:to>
                                        <p:strVal val="visible"/>
                                      </p:to>
                                    </p:set>
                                    <p:animEffect transition="in" filter="wipe(right)">
                                      <p:cBhvr>
                                        <p:cTn id="98" dur="250"/>
                                        <p:tgtEl>
                                          <p:spTgt spid="50"/>
                                        </p:tgtEl>
                                      </p:cBhvr>
                                    </p:animEffect>
                                  </p:childTnLst>
                                </p:cTn>
                              </p:par>
                            </p:childTnLst>
                          </p:cTn>
                        </p:par>
                        <p:par>
                          <p:cTn id="99" fill="hold" nodeType="afterGroup">
                            <p:stCondLst>
                              <p:cond delay="8750"/>
                            </p:stCondLst>
                            <p:childTnLst>
                              <p:par>
                                <p:cTn id="100" presetID="22" presetClass="entr" presetSubtype="2" fill="hold" grpId="0" nodeType="afterEffect">
                                  <p:stCondLst>
                                    <p:cond delay="0"/>
                                  </p:stCondLst>
                                  <p:childTnLst>
                                    <p:set>
                                      <p:cBhvr>
                                        <p:cTn id="101" dur="1" fill="hold">
                                          <p:stCondLst>
                                            <p:cond delay="0"/>
                                          </p:stCondLst>
                                        </p:cTn>
                                        <p:tgtEl>
                                          <p:spTgt spid="74"/>
                                        </p:tgtEl>
                                        <p:attrNameLst>
                                          <p:attrName>style.visibility</p:attrName>
                                        </p:attrNameLst>
                                      </p:cBhvr>
                                      <p:to>
                                        <p:strVal val="visible"/>
                                      </p:to>
                                    </p:set>
                                    <p:animEffect transition="in" filter="wipe(right)">
                                      <p:cBhvr>
                                        <p:cTn id="102" dur="500"/>
                                        <p:tgtEl>
                                          <p:spTgt spid="74"/>
                                        </p:tgtEl>
                                      </p:cBhvr>
                                    </p:animEffect>
                                  </p:childTnLst>
                                </p:cTn>
                              </p:par>
                              <p:par>
                                <p:cTn id="103" presetID="22" presetClass="entr" presetSubtype="2" fill="hold" grpId="0" nodeType="withEffect">
                                  <p:stCondLst>
                                    <p:cond delay="0"/>
                                  </p:stCondLst>
                                  <p:childTnLst>
                                    <p:set>
                                      <p:cBhvr>
                                        <p:cTn id="104" dur="1" fill="hold">
                                          <p:stCondLst>
                                            <p:cond delay="0"/>
                                          </p:stCondLst>
                                        </p:cTn>
                                        <p:tgtEl>
                                          <p:spTgt spid="75"/>
                                        </p:tgtEl>
                                        <p:attrNameLst>
                                          <p:attrName>style.visibility</p:attrName>
                                        </p:attrNameLst>
                                      </p:cBhvr>
                                      <p:to>
                                        <p:strVal val="visible"/>
                                      </p:to>
                                    </p:set>
                                    <p:animEffect transition="in" filter="wipe(right)">
                                      <p:cBhvr>
                                        <p:cTn id="105" dur="500"/>
                                        <p:tgtEl>
                                          <p:spTgt spid="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 grpId="0"/>
      <p:bldP spid="73" grpId="0"/>
      <p:bldP spid="74" grpId="0"/>
      <p:bldP spid="75" grpId="0"/>
      <p:bldP spid="76" grpId="0"/>
      <p:bldP spid="77" grpId="0"/>
      <p:bldP spid="78" grpId="0"/>
      <p:bldP spid="79" grpId="0"/>
      <p:bldP spid="80" grpId="0"/>
      <p:bldP spid="81" grpId="0"/>
      <p:bldP spid="82" grpId="0"/>
      <p:bldP spid="83"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3897313" y="1654175"/>
            <a:ext cx="2111375" cy="2111375"/>
          </a:xfrm>
          <a:prstGeom prst="roundRect">
            <a:avLst>
              <a:gd name="adj" fmla="val 9051"/>
            </a:avLst>
          </a:prstGeom>
          <a:blipFill dpi="0" rotWithShape="1">
            <a:blip r:embed="rId3" cstate="print">
              <a:extLst>
                <a:ext uri="{28A0092B-C50C-407E-A947-70E740481C1C}">
                  <a14:useLocalDpi xmlns:a14="http://schemas.microsoft.com/office/drawing/2010/main" val="0"/>
                </a:ext>
              </a:extLst>
            </a:blip>
            <a:srcRect/>
            <a:stretch>
              <a:fillRect/>
            </a:stretch>
          </a:bli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31" name="圆角矩形 30"/>
          <p:cNvSpPr/>
          <p:nvPr/>
        </p:nvSpPr>
        <p:spPr>
          <a:xfrm>
            <a:off x="6200775" y="1654175"/>
            <a:ext cx="2111375" cy="2111375"/>
          </a:xfrm>
          <a:prstGeom prst="roundRect">
            <a:avLst>
              <a:gd name="adj" fmla="val 9051"/>
            </a:avLst>
          </a:prstGeom>
          <a:blipFill dpi="0" rotWithShape="1">
            <a:blip r:embed="rId4" cstate="print">
              <a:extLst>
                <a:ext uri="{28A0092B-C50C-407E-A947-70E740481C1C}">
                  <a14:useLocalDpi xmlns:a14="http://schemas.microsoft.com/office/drawing/2010/main" val="0"/>
                </a:ext>
              </a:extLst>
            </a:blip>
            <a:srcRect/>
            <a:stretch>
              <a:fillRect/>
            </a:stretch>
          </a:bli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32" name="圆角矩形 31"/>
          <p:cNvSpPr/>
          <p:nvPr/>
        </p:nvSpPr>
        <p:spPr>
          <a:xfrm>
            <a:off x="3897313" y="3957638"/>
            <a:ext cx="2111375" cy="2111375"/>
          </a:xfrm>
          <a:prstGeom prst="roundRect">
            <a:avLst>
              <a:gd name="adj" fmla="val 9051"/>
            </a:avLst>
          </a:prstGeom>
          <a:blipFill dpi="0" rotWithShape="1">
            <a:blip r:embed="rId5" cstate="print">
              <a:extLst>
                <a:ext uri="{28A0092B-C50C-407E-A947-70E740481C1C}">
                  <a14:useLocalDpi xmlns:a14="http://schemas.microsoft.com/office/drawing/2010/main" val="0"/>
                </a:ext>
              </a:extLst>
            </a:blip>
            <a:srcRect/>
            <a:stretch>
              <a:fillRect/>
            </a:stretch>
          </a:bli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33" name="圆角矩形 32"/>
          <p:cNvSpPr/>
          <p:nvPr/>
        </p:nvSpPr>
        <p:spPr>
          <a:xfrm>
            <a:off x="6200775" y="3957638"/>
            <a:ext cx="2111375" cy="2111375"/>
          </a:xfrm>
          <a:prstGeom prst="roundRect">
            <a:avLst>
              <a:gd name="adj" fmla="val 9051"/>
            </a:avLst>
          </a:prstGeom>
          <a:blipFill dpi="0" rotWithShape="1">
            <a:blip r:embed="rId6" cstate="print">
              <a:extLst>
                <a:ext uri="{28A0092B-C50C-407E-A947-70E740481C1C}">
                  <a14:useLocalDpi xmlns:a14="http://schemas.microsoft.com/office/drawing/2010/main" val="0"/>
                </a:ext>
              </a:extLst>
            </a:blip>
            <a:srcRect/>
            <a:stretch>
              <a:fillRect/>
            </a:stretch>
          </a:bli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34" name="圆角矩形 33"/>
          <p:cNvSpPr/>
          <p:nvPr/>
        </p:nvSpPr>
        <p:spPr>
          <a:xfrm>
            <a:off x="5434013" y="3190875"/>
            <a:ext cx="574675" cy="574675"/>
          </a:xfrm>
          <a:prstGeom prst="roundRect">
            <a:avLst/>
          </a:prstGeom>
          <a:solidFill>
            <a:schemeClr val="accent1"/>
          </a:solidFill>
          <a:ln w="25400" cap="flat" cmpd="sng" algn="ctr">
            <a:noFill/>
            <a:prstDash val="solid"/>
          </a:ln>
          <a:effectLst/>
        </p:spPr>
        <p:txBody>
          <a:bodyPr anchor="ctr"/>
          <a:lstStyle/>
          <a:p>
            <a:pPr algn="ctr" defTabSz="1218804" fontAlgn="auto">
              <a:spcBef>
                <a:spcPts val="0"/>
              </a:spcBef>
              <a:spcAft>
                <a:spcPts val="0"/>
              </a:spcAft>
              <a:buFontTx/>
              <a:buNone/>
              <a:defRPr/>
            </a:pPr>
            <a:r>
              <a:rPr lang="en-US" altLang="zh-CN" sz="2399" kern="0">
                <a:solidFill>
                  <a:sysClr val="window" lastClr="FFFFFF"/>
                </a:solidFill>
                <a:latin typeface="Calibri"/>
                <a:ea typeface="宋体"/>
              </a:rPr>
              <a:t>1</a:t>
            </a:r>
            <a:endParaRPr lang="zh-CN" altLang="en-US" sz="2399" kern="0">
              <a:solidFill>
                <a:sysClr val="window" lastClr="FFFFFF"/>
              </a:solidFill>
              <a:latin typeface="Calibri"/>
              <a:ea typeface="宋体"/>
            </a:endParaRPr>
          </a:p>
        </p:txBody>
      </p:sp>
      <p:sp>
        <p:nvSpPr>
          <p:cNvPr id="35" name="圆角矩形 34"/>
          <p:cNvSpPr/>
          <p:nvPr/>
        </p:nvSpPr>
        <p:spPr>
          <a:xfrm>
            <a:off x="6200775" y="3190875"/>
            <a:ext cx="576263" cy="574675"/>
          </a:xfrm>
          <a:prstGeom prst="roundRect">
            <a:avLst/>
          </a:prstGeom>
          <a:solidFill>
            <a:schemeClr val="accent2"/>
          </a:solidFill>
          <a:ln w="25400" cap="flat" cmpd="sng" algn="ctr">
            <a:noFill/>
            <a:prstDash val="solid"/>
          </a:ln>
          <a:effectLst/>
        </p:spPr>
        <p:txBody>
          <a:bodyPr anchor="ctr"/>
          <a:lstStyle/>
          <a:p>
            <a:pPr algn="ctr" defTabSz="1218804" fontAlgn="auto">
              <a:spcBef>
                <a:spcPts val="0"/>
              </a:spcBef>
              <a:spcAft>
                <a:spcPts val="0"/>
              </a:spcAft>
              <a:buFontTx/>
              <a:buNone/>
              <a:defRPr/>
            </a:pPr>
            <a:r>
              <a:rPr lang="en-US" altLang="zh-CN" sz="2399" kern="0">
                <a:solidFill>
                  <a:sysClr val="window" lastClr="FFFFFF"/>
                </a:solidFill>
                <a:latin typeface="Calibri"/>
                <a:ea typeface="宋体"/>
              </a:rPr>
              <a:t>2</a:t>
            </a:r>
            <a:endParaRPr lang="zh-CN" altLang="en-US" sz="2399" kern="0">
              <a:solidFill>
                <a:sysClr val="window" lastClr="FFFFFF"/>
              </a:solidFill>
              <a:latin typeface="Calibri"/>
              <a:ea typeface="宋体"/>
            </a:endParaRPr>
          </a:p>
        </p:txBody>
      </p:sp>
      <p:sp>
        <p:nvSpPr>
          <p:cNvPr id="36" name="圆角矩形 35"/>
          <p:cNvSpPr/>
          <p:nvPr/>
        </p:nvSpPr>
        <p:spPr>
          <a:xfrm>
            <a:off x="5434013" y="3957638"/>
            <a:ext cx="574675" cy="576262"/>
          </a:xfrm>
          <a:prstGeom prst="roundRect">
            <a:avLst/>
          </a:prstGeom>
          <a:solidFill>
            <a:schemeClr val="accent1">
              <a:lumMod val="50000"/>
            </a:schemeClr>
          </a:solidFill>
          <a:ln w="25400" cap="flat" cmpd="sng" algn="ctr">
            <a:noFill/>
            <a:prstDash val="solid"/>
          </a:ln>
          <a:effectLst/>
        </p:spPr>
        <p:txBody>
          <a:bodyPr anchor="ctr"/>
          <a:lstStyle/>
          <a:p>
            <a:pPr algn="ctr" defTabSz="1218804" fontAlgn="auto">
              <a:spcBef>
                <a:spcPts val="0"/>
              </a:spcBef>
              <a:spcAft>
                <a:spcPts val="0"/>
              </a:spcAft>
              <a:buFontTx/>
              <a:buNone/>
              <a:defRPr/>
            </a:pPr>
            <a:r>
              <a:rPr lang="en-US" altLang="zh-CN" sz="2399" kern="0" dirty="0">
                <a:solidFill>
                  <a:sysClr val="window" lastClr="FFFFFF"/>
                </a:solidFill>
                <a:latin typeface="Calibri"/>
                <a:ea typeface="宋体"/>
              </a:rPr>
              <a:t>3</a:t>
            </a:r>
            <a:endParaRPr lang="zh-CN" altLang="en-US" sz="2399" kern="0" dirty="0">
              <a:solidFill>
                <a:sysClr val="window" lastClr="FFFFFF"/>
              </a:solidFill>
              <a:latin typeface="Calibri"/>
              <a:ea typeface="宋体"/>
            </a:endParaRPr>
          </a:p>
        </p:txBody>
      </p:sp>
      <p:sp>
        <p:nvSpPr>
          <p:cNvPr id="37" name="圆角矩形 36"/>
          <p:cNvSpPr/>
          <p:nvPr/>
        </p:nvSpPr>
        <p:spPr>
          <a:xfrm>
            <a:off x="6200775" y="3957638"/>
            <a:ext cx="576263" cy="576262"/>
          </a:xfrm>
          <a:prstGeom prst="roundRect">
            <a:avLst/>
          </a:prstGeom>
          <a:solidFill>
            <a:schemeClr val="accent4"/>
          </a:solidFill>
          <a:ln w="25400" cap="flat" cmpd="sng" algn="ctr">
            <a:noFill/>
            <a:prstDash val="solid"/>
          </a:ln>
          <a:effectLst/>
        </p:spPr>
        <p:txBody>
          <a:bodyPr anchor="ctr"/>
          <a:lstStyle/>
          <a:p>
            <a:pPr algn="ctr" defTabSz="1218804" fontAlgn="auto">
              <a:spcBef>
                <a:spcPts val="0"/>
              </a:spcBef>
              <a:spcAft>
                <a:spcPts val="0"/>
              </a:spcAft>
              <a:buFontTx/>
              <a:buNone/>
              <a:defRPr/>
            </a:pPr>
            <a:r>
              <a:rPr lang="en-US" altLang="zh-CN" sz="2399" kern="0">
                <a:solidFill>
                  <a:sysClr val="window" lastClr="FFFFFF"/>
                </a:solidFill>
                <a:latin typeface="Calibri"/>
                <a:ea typeface="宋体"/>
              </a:rPr>
              <a:t>4</a:t>
            </a:r>
            <a:endParaRPr lang="zh-CN" altLang="en-US" sz="2399" kern="0">
              <a:solidFill>
                <a:sysClr val="window" lastClr="FFFFFF"/>
              </a:solidFill>
              <a:latin typeface="Calibri"/>
              <a:ea typeface="宋体"/>
            </a:endParaRPr>
          </a:p>
        </p:txBody>
      </p:sp>
      <p:sp>
        <p:nvSpPr>
          <p:cNvPr id="38" name="TextBox 37"/>
          <p:cNvSpPr txBox="1"/>
          <p:nvPr/>
        </p:nvSpPr>
        <p:spPr>
          <a:xfrm>
            <a:off x="633413" y="2365375"/>
            <a:ext cx="2974975" cy="1052513"/>
          </a:xfrm>
          <a:prstGeom prst="rect">
            <a:avLst/>
          </a:prstGeom>
          <a:noFill/>
        </p:spPr>
        <p:txBody>
          <a:bodyPr>
            <a:spAutoFit/>
          </a:bodyPr>
          <a:lstStyle/>
          <a:p>
            <a:pPr algn="just" defTabSz="1218804" fontAlgn="auto">
              <a:lnSpc>
                <a:spcPct val="130000"/>
              </a:lnSpc>
              <a:spcBef>
                <a:spcPts val="0"/>
              </a:spcBef>
              <a:spcAft>
                <a:spcPts val="0"/>
              </a:spcAft>
              <a:buFontTx/>
              <a:buNone/>
              <a:defRPr/>
            </a:pPr>
            <a:r>
              <a:rPr lang="zh-CN" altLang="en-US" sz="1599" kern="0" dirty="0">
                <a:solidFill>
                  <a:srgbClr val="FFFFFF">
                    <a:lumMod val="50000"/>
                  </a:srgbClr>
                </a:solidFill>
                <a:latin typeface="微软雅黑" pitchFamily="34" charset="-122"/>
                <a:ea typeface="微软雅黑" pitchFamily="34" charset="-122"/>
              </a:rPr>
              <a:t>您的内容打在这里，或者通过复制您的文本后，在此框中选择粘贴，并选择只保留</a:t>
            </a:r>
            <a:r>
              <a:rPr lang="zh-CN" altLang="en-US" sz="1599" kern="0">
                <a:solidFill>
                  <a:srgbClr val="FFFFFF">
                    <a:lumMod val="50000"/>
                  </a:srgbClr>
                </a:solidFill>
                <a:latin typeface="微软雅黑" pitchFamily="34" charset="-122"/>
                <a:ea typeface="微软雅黑" pitchFamily="34" charset="-122"/>
              </a:rPr>
              <a:t>文字。</a:t>
            </a:r>
          </a:p>
        </p:txBody>
      </p:sp>
      <p:sp>
        <p:nvSpPr>
          <p:cNvPr id="39" name="TextBox 38"/>
          <p:cNvSpPr txBox="1"/>
          <p:nvPr/>
        </p:nvSpPr>
        <p:spPr>
          <a:xfrm>
            <a:off x="1263650" y="1751013"/>
            <a:ext cx="2365375" cy="542925"/>
          </a:xfrm>
          <a:prstGeom prst="rect">
            <a:avLst/>
          </a:prstGeom>
          <a:noFill/>
        </p:spPr>
        <p:txBody>
          <a:bodyPr tIns="0" bIns="0">
            <a:spAutoFit/>
          </a:bodyPr>
          <a:lstStyle/>
          <a:p>
            <a:pPr defTabSz="1218804" fontAlgn="auto">
              <a:lnSpc>
                <a:spcPct val="150000"/>
              </a:lnSpc>
              <a:spcBef>
                <a:spcPts val="0"/>
              </a:spcBef>
              <a:spcAft>
                <a:spcPts val="0"/>
              </a:spcAft>
              <a:buFontTx/>
              <a:buNone/>
              <a:defRPr/>
            </a:pPr>
            <a:r>
              <a:rPr lang="zh-CN" altLang="en-US" sz="2666" kern="0" dirty="0">
                <a:solidFill>
                  <a:schemeClr val="accent1">
                    <a:lumMod val="75000"/>
                  </a:schemeClr>
                </a:solidFill>
                <a:latin typeface="微软雅黑" pitchFamily="34" charset="-122"/>
                <a:ea typeface="微软雅黑" pitchFamily="34" charset="-122"/>
                <a:cs typeface="华文黑体" pitchFamily="2" charset="-122"/>
              </a:rPr>
              <a:t>点击添加标题</a:t>
            </a:r>
          </a:p>
        </p:txBody>
      </p:sp>
      <p:sp>
        <p:nvSpPr>
          <p:cNvPr id="40" name="TextBox 39"/>
          <p:cNvSpPr txBox="1"/>
          <p:nvPr/>
        </p:nvSpPr>
        <p:spPr>
          <a:xfrm>
            <a:off x="8599488" y="2365375"/>
            <a:ext cx="2974975" cy="1052513"/>
          </a:xfrm>
          <a:prstGeom prst="rect">
            <a:avLst/>
          </a:prstGeom>
          <a:noFill/>
        </p:spPr>
        <p:txBody>
          <a:bodyPr>
            <a:spAutoFit/>
          </a:bodyPr>
          <a:lstStyle/>
          <a:p>
            <a:pPr algn="just" defTabSz="1218804" fontAlgn="auto">
              <a:lnSpc>
                <a:spcPct val="130000"/>
              </a:lnSpc>
              <a:spcBef>
                <a:spcPts val="0"/>
              </a:spcBef>
              <a:spcAft>
                <a:spcPts val="0"/>
              </a:spcAft>
              <a:buFontTx/>
              <a:buNone/>
              <a:defRPr/>
            </a:pPr>
            <a:r>
              <a:rPr lang="zh-CN" altLang="en-US" sz="1599" kern="0" dirty="0">
                <a:solidFill>
                  <a:srgbClr val="FFFFFF">
                    <a:lumMod val="50000"/>
                  </a:srgbClr>
                </a:solidFill>
                <a:latin typeface="微软雅黑" pitchFamily="34" charset="-122"/>
                <a:ea typeface="微软雅黑" pitchFamily="34" charset="-122"/>
              </a:rPr>
              <a:t>您的内容打在这里，或者通过复制您的文本后，在此框中选择粘贴，并选择只保留</a:t>
            </a:r>
            <a:r>
              <a:rPr lang="zh-CN" altLang="en-US" sz="1599" kern="0">
                <a:solidFill>
                  <a:srgbClr val="FFFFFF">
                    <a:lumMod val="50000"/>
                  </a:srgbClr>
                </a:solidFill>
                <a:latin typeface="微软雅黑" pitchFamily="34" charset="-122"/>
                <a:ea typeface="微软雅黑" pitchFamily="34" charset="-122"/>
              </a:rPr>
              <a:t>文字。</a:t>
            </a:r>
          </a:p>
        </p:txBody>
      </p:sp>
      <p:sp>
        <p:nvSpPr>
          <p:cNvPr id="41" name="TextBox 40"/>
          <p:cNvSpPr txBox="1"/>
          <p:nvPr/>
        </p:nvSpPr>
        <p:spPr>
          <a:xfrm>
            <a:off x="8577263" y="1751013"/>
            <a:ext cx="2365375" cy="542925"/>
          </a:xfrm>
          <a:prstGeom prst="rect">
            <a:avLst/>
          </a:prstGeom>
          <a:noFill/>
        </p:spPr>
        <p:txBody>
          <a:bodyPr tIns="0" bIns="0">
            <a:spAutoFit/>
          </a:bodyPr>
          <a:lstStyle/>
          <a:p>
            <a:pPr defTabSz="1218804" fontAlgn="auto">
              <a:lnSpc>
                <a:spcPct val="150000"/>
              </a:lnSpc>
              <a:spcBef>
                <a:spcPts val="0"/>
              </a:spcBef>
              <a:spcAft>
                <a:spcPts val="0"/>
              </a:spcAft>
              <a:buFontTx/>
              <a:buNone/>
              <a:defRPr/>
            </a:pPr>
            <a:r>
              <a:rPr lang="zh-CN" altLang="en-US" sz="2666" kern="0" dirty="0">
                <a:solidFill>
                  <a:schemeClr val="accent1">
                    <a:lumMod val="75000"/>
                  </a:schemeClr>
                </a:solidFill>
                <a:latin typeface="微软雅黑" pitchFamily="34" charset="-122"/>
                <a:ea typeface="微软雅黑" pitchFamily="34" charset="-122"/>
                <a:cs typeface="华文黑体" pitchFamily="2" charset="-122"/>
              </a:rPr>
              <a:t>点击添加标题</a:t>
            </a:r>
          </a:p>
        </p:txBody>
      </p:sp>
      <p:sp>
        <p:nvSpPr>
          <p:cNvPr id="42" name="TextBox 41"/>
          <p:cNvSpPr txBox="1"/>
          <p:nvPr/>
        </p:nvSpPr>
        <p:spPr>
          <a:xfrm>
            <a:off x="633413" y="4841875"/>
            <a:ext cx="2974975" cy="1050925"/>
          </a:xfrm>
          <a:prstGeom prst="rect">
            <a:avLst/>
          </a:prstGeom>
          <a:noFill/>
        </p:spPr>
        <p:txBody>
          <a:bodyPr>
            <a:spAutoFit/>
          </a:bodyPr>
          <a:lstStyle/>
          <a:p>
            <a:pPr algn="just" defTabSz="1218804" fontAlgn="auto">
              <a:lnSpc>
                <a:spcPct val="130000"/>
              </a:lnSpc>
              <a:spcBef>
                <a:spcPts val="0"/>
              </a:spcBef>
              <a:spcAft>
                <a:spcPts val="0"/>
              </a:spcAft>
              <a:buFontTx/>
              <a:buNone/>
              <a:defRPr/>
            </a:pPr>
            <a:r>
              <a:rPr lang="zh-CN" altLang="en-US" sz="1599" kern="0" dirty="0">
                <a:solidFill>
                  <a:srgbClr val="FFFFFF">
                    <a:lumMod val="50000"/>
                  </a:srgbClr>
                </a:solidFill>
                <a:latin typeface="微软雅黑" pitchFamily="34" charset="-122"/>
                <a:ea typeface="微软雅黑" pitchFamily="34" charset="-122"/>
              </a:rPr>
              <a:t>您的内容打在这里，或者通过复制您的文本后，在此框中选择粘贴，并选择只保留</a:t>
            </a:r>
            <a:r>
              <a:rPr lang="zh-CN" altLang="en-US" sz="1599" kern="0">
                <a:solidFill>
                  <a:srgbClr val="FFFFFF">
                    <a:lumMod val="50000"/>
                  </a:srgbClr>
                </a:solidFill>
                <a:latin typeface="微软雅黑" pitchFamily="34" charset="-122"/>
                <a:ea typeface="微软雅黑" pitchFamily="34" charset="-122"/>
              </a:rPr>
              <a:t>文字。</a:t>
            </a:r>
          </a:p>
        </p:txBody>
      </p:sp>
      <p:sp>
        <p:nvSpPr>
          <p:cNvPr id="43" name="TextBox 42"/>
          <p:cNvSpPr txBox="1"/>
          <p:nvPr/>
        </p:nvSpPr>
        <p:spPr>
          <a:xfrm>
            <a:off x="1263650" y="4225925"/>
            <a:ext cx="2365375" cy="542925"/>
          </a:xfrm>
          <a:prstGeom prst="rect">
            <a:avLst/>
          </a:prstGeom>
          <a:noFill/>
        </p:spPr>
        <p:txBody>
          <a:bodyPr tIns="0" bIns="0">
            <a:spAutoFit/>
          </a:bodyPr>
          <a:lstStyle/>
          <a:p>
            <a:pPr defTabSz="1218804" fontAlgn="auto">
              <a:lnSpc>
                <a:spcPct val="150000"/>
              </a:lnSpc>
              <a:spcBef>
                <a:spcPts val="0"/>
              </a:spcBef>
              <a:spcAft>
                <a:spcPts val="0"/>
              </a:spcAft>
              <a:buFontTx/>
              <a:buNone/>
              <a:defRPr/>
            </a:pPr>
            <a:r>
              <a:rPr lang="zh-CN" altLang="en-US" sz="2666" kern="0" dirty="0">
                <a:solidFill>
                  <a:schemeClr val="accent1">
                    <a:lumMod val="75000"/>
                  </a:schemeClr>
                </a:solidFill>
                <a:latin typeface="微软雅黑" pitchFamily="34" charset="-122"/>
                <a:ea typeface="微软雅黑" pitchFamily="34" charset="-122"/>
                <a:cs typeface="华文黑体" pitchFamily="2" charset="-122"/>
              </a:rPr>
              <a:t>点击添加标题</a:t>
            </a:r>
          </a:p>
        </p:txBody>
      </p:sp>
      <p:sp>
        <p:nvSpPr>
          <p:cNvPr id="44" name="TextBox 43"/>
          <p:cNvSpPr txBox="1"/>
          <p:nvPr/>
        </p:nvSpPr>
        <p:spPr>
          <a:xfrm>
            <a:off x="8599488" y="4841875"/>
            <a:ext cx="2974975" cy="1050925"/>
          </a:xfrm>
          <a:prstGeom prst="rect">
            <a:avLst/>
          </a:prstGeom>
          <a:noFill/>
        </p:spPr>
        <p:txBody>
          <a:bodyPr>
            <a:spAutoFit/>
          </a:bodyPr>
          <a:lstStyle/>
          <a:p>
            <a:pPr algn="just" defTabSz="1218804" fontAlgn="auto">
              <a:lnSpc>
                <a:spcPct val="130000"/>
              </a:lnSpc>
              <a:spcBef>
                <a:spcPts val="0"/>
              </a:spcBef>
              <a:spcAft>
                <a:spcPts val="0"/>
              </a:spcAft>
              <a:buFontTx/>
              <a:buNone/>
              <a:defRPr/>
            </a:pPr>
            <a:r>
              <a:rPr lang="zh-CN" altLang="en-US" sz="1599" kern="0" dirty="0">
                <a:solidFill>
                  <a:srgbClr val="FFFFFF">
                    <a:lumMod val="50000"/>
                  </a:srgbClr>
                </a:solidFill>
                <a:latin typeface="微软雅黑" pitchFamily="34" charset="-122"/>
                <a:ea typeface="微软雅黑" pitchFamily="34" charset="-122"/>
              </a:rPr>
              <a:t>您的内容打在这里，或者通过复制您的文本后，在此框中选择粘贴，并选择只保留文字。</a:t>
            </a:r>
          </a:p>
        </p:txBody>
      </p:sp>
      <p:sp>
        <p:nvSpPr>
          <p:cNvPr id="45" name="TextBox 44"/>
          <p:cNvSpPr txBox="1"/>
          <p:nvPr/>
        </p:nvSpPr>
        <p:spPr>
          <a:xfrm>
            <a:off x="8577263" y="4225925"/>
            <a:ext cx="2365375" cy="542925"/>
          </a:xfrm>
          <a:prstGeom prst="rect">
            <a:avLst/>
          </a:prstGeom>
          <a:noFill/>
        </p:spPr>
        <p:txBody>
          <a:bodyPr tIns="0" bIns="0">
            <a:spAutoFit/>
          </a:bodyPr>
          <a:lstStyle/>
          <a:p>
            <a:pPr defTabSz="1218804" fontAlgn="auto">
              <a:lnSpc>
                <a:spcPct val="150000"/>
              </a:lnSpc>
              <a:spcBef>
                <a:spcPts val="0"/>
              </a:spcBef>
              <a:spcAft>
                <a:spcPts val="0"/>
              </a:spcAft>
              <a:buFontTx/>
              <a:buNone/>
              <a:defRPr/>
            </a:pPr>
            <a:r>
              <a:rPr lang="zh-CN" altLang="en-US" sz="2666" kern="0" dirty="0">
                <a:solidFill>
                  <a:schemeClr val="accent1">
                    <a:lumMod val="75000"/>
                  </a:schemeClr>
                </a:solidFill>
                <a:latin typeface="微软雅黑" pitchFamily="34" charset="-122"/>
                <a:ea typeface="微软雅黑" pitchFamily="34" charset="-122"/>
                <a:cs typeface="华文黑体" pitchFamily="2" charset="-122"/>
              </a:rPr>
              <a:t>点击添加标题</a:t>
            </a:r>
          </a:p>
        </p:txBody>
      </p:sp>
      <p:sp>
        <p:nvSpPr>
          <p:cNvPr id="61458"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9" presetClass="entr" presetSubtype="0" decel="100000" fill="hold" grpId="0" nodeType="after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 calcmode="lin" valueType="num">
                                      <p:cBhvr>
                                        <p:cTn id="9" dur="500" fill="hold"/>
                                        <p:tgtEl>
                                          <p:spTgt spid="30"/>
                                        </p:tgtEl>
                                        <p:attrNameLst>
                                          <p:attrName>style.rotation</p:attrName>
                                        </p:attrNameLst>
                                      </p:cBhvr>
                                      <p:tavLst>
                                        <p:tav tm="0">
                                          <p:val>
                                            <p:fltVal val="360"/>
                                          </p:val>
                                        </p:tav>
                                        <p:tav tm="100000">
                                          <p:val>
                                            <p:fltVal val="0"/>
                                          </p:val>
                                        </p:tav>
                                      </p:tavLst>
                                    </p:anim>
                                    <p:animEffect transition="in" filter="fade">
                                      <p:cBhvr>
                                        <p:cTn id="10" dur="500"/>
                                        <p:tgtEl>
                                          <p:spTgt spid="30"/>
                                        </p:tgtEl>
                                      </p:cBhvr>
                                    </p:animEffect>
                                  </p:childTnLst>
                                </p:cTn>
                              </p:par>
                              <p:par>
                                <p:cTn id="11" presetID="49" presetClass="entr" presetSubtype="0" decel="100000" fill="hold" grpId="0" nodeType="withEffect">
                                  <p:stCondLst>
                                    <p:cond delay="200"/>
                                  </p:stCondLst>
                                  <p:childTnLst>
                                    <p:set>
                                      <p:cBhvr>
                                        <p:cTn id="12" dur="1" fill="hold">
                                          <p:stCondLst>
                                            <p:cond delay="0"/>
                                          </p:stCondLst>
                                        </p:cTn>
                                        <p:tgtEl>
                                          <p:spTgt spid="31"/>
                                        </p:tgtEl>
                                        <p:attrNameLst>
                                          <p:attrName>style.visibility</p:attrName>
                                        </p:attrNameLst>
                                      </p:cBhvr>
                                      <p:to>
                                        <p:strVal val="visible"/>
                                      </p:to>
                                    </p:set>
                                    <p:anim calcmode="lin" valueType="num">
                                      <p:cBhvr>
                                        <p:cTn id="13" dur="500" fill="hold"/>
                                        <p:tgtEl>
                                          <p:spTgt spid="31"/>
                                        </p:tgtEl>
                                        <p:attrNameLst>
                                          <p:attrName>ppt_w</p:attrName>
                                        </p:attrNameLst>
                                      </p:cBhvr>
                                      <p:tavLst>
                                        <p:tav tm="0">
                                          <p:val>
                                            <p:fltVal val="0"/>
                                          </p:val>
                                        </p:tav>
                                        <p:tav tm="100000">
                                          <p:val>
                                            <p:strVal val="#ppt_w"/>
                                          </p:val>
                                        </p:tav>
                                      </p:tavLst>
                                    </p:anim>
                                    <p:anim calcmode="lin" valueType="num">
                                      <p:cBhvr>
                                        <p:cTn id="14" dur="500" fill="hold"/>
                                        <p:tgtEl>
                                          <p:spTgt spid="31"/>
                                        </p:tgtEl>
                                        <p:attrNameLst>
                                          <p:attrName>ppt_h</p:attrName>
                                        </p:attrNameLst>
                                      </p:cBhvr>
                                      <p:tavLst>
                                        <p:tav tm="0">
                                          <p:val>
                                            <p:fltVal val="0"/>
                                          </p:val>
                                        </p:tav>
                                        <p:tav tm="100000">
                                          <p:val>
                                            <p:strVal val="#ppt_h"/>
                                          </p:val>
                                        </p:tav>
                                      </p:tavLst>
                                    </p:anim>
                                    <p:anim calcmode="lin" valueType="num">
                                      <p:cBhvr>
                                        <p:cTn id="15" dur="500" fill="hold"/>
                                        <p:tgtEl>
                                          <p:spTgt spid="31"/>
                                        </p:tgtEl>
                                        <p:attrNameLst>
                                          <p:attrName>style.rotation</p:attrName>
                                        </p:attrNameLst>
                                      </p:cBhvr>
                                      <p:tavLst>
                                        <p:tav tm="0">
                                          <p:val>
                                            <p:fltVal val="360"/>
                                          </p:val>
                                        </p:tav>
                                        <p:tav tm="100000">
                                          <p:val>
                                            <p:fltVal val="0"/>
                                          </p:val>
                                        </p:tav>
                                      </p:tavLst>
                                    </p:anim>
                                    <p:animEffect transition="in" filter="fade">
                                      <p:cBhvr>
                                        <p:cTn id="16" dur="500"/>
                                        <p:tgtEl>
                                          <p:spTgt spid="31"/>
                                        </p:tgtEl>
                                      </p:cBhvr>
                                    </p:animEffect>
                                  </p:childTnLst>
                                </p:cTn>
                              </p:par>
                              <p:par>
                                <p:cTn id="17" presetID="49" presetClass="entr" presetSubtype="0" decel="100000" fill="hold" grpId="0" nodeType="withEffect">
                                  <p:stCondLst>
                                    <p:cond delay="400"/>
                                  </p:stCondLst>
                                  <p:childTnLst>
                                    <p:set>
                                      <p:cBhvr>
                                        <p:cTn id="18" dur="1" fill="hold">
                                          <p:stCondLst>
                                            <p:cond delay="0"/>
                                          </p:stCondLst>
                                        </p:cTn>
                                        <p:tgtEl>
                                          <p:spTgt spid="32"/>
                                        </p:tgtEl>
                                        <p:attrNameLst>
                                          <p:attrName>style.visibility</p:attrName>
                                        </p:attrNameLst>
                                      </p:cBhvr>
                                      <p:to>
                                        <p:strVal val="visible"/>
                                      </p:to>
                                    </p:set>
                                    <p:anim calcmode="lin" valueType="num">
                                      <p:cBhvr>
                                        <p:cTn id="19" dur="500" fill="hold"/>
                                        <p:tgtEl>
                                          <p:spTgt spid="32"/>
                                        </p:tgtEl>
                                        <p:attrNameLst>
                                          <p:attrName>ppt_w</p:attrName>
                                        </p:attrNameLst>
                                      </p:cBhvr>
                                      <p:tavLst>
                                        <p:tav tm="0">
                                          <p:val>
                                            <p:fltVal val="0"/>
                                          </p:val>
                                        </p:tav>
                                        <p:tav tm="100000">
                                          <p:val>
                                            <p:strVal val="#ppt_w"/>
                                          </p:val>
                                        </p:tav>
                                      </p:tavLst>
                                    </p:anim>
                                    <p:anim calcmode="lin" valueType="num">
                                      <p:cBhvr>
                                        <p:cTn id="20" dur="500" fill="hold"/>
                                        <p:tgtEl>
                                          <p:spTgt spid="32"/>
                                        </p:tgtEl>
                                        <p:attrNameLst>
                                          <p:attrName>ppt_h</p:attrName>
                                        </p:attrNameLst>
                                      </p:cBhvr>
                                      <p:tavLst>
                                        <p:tav tm="0">
                                          <p:val>
                                            <p:fltVal val="0"/>
                                          </p:val>
                                        </p:tav>
                                        <p:tav tm="100000">
                                          <p:val>
                                            <p:strVal val="#ppt_h"/>
                                          </p:val>
                                        </p:tav>
                                      </p:tavLst>
                                    </p:anim>
                                    <p:anim calcmode="lin" valueType="num">
                                      <p:cBhvr>
                                        <p:cTn id="21" dur="500" fill="hold"/>
                                        <p:tgtEl>
                                          <p:spTgt spid="32"/>
                                        </p:tgtEl>
                                        <p:attrNameLst>
                                          <p:attrName>style.rotation</p:attrName>
                                        </p:attrNameLst>
                                      </p:cBhvr>
                                      <p:tavLst>
                                        <p:tav tm="0">
                                          <p:val>
                                            <p:fltVal val="360"/>
                                          </p:val>
                                        </p:tav>
                                        <p:tav tm="100000">
                                          <p:val>
                                            <p:fltVal val="0"/>
                                          </p:val>
                                        </p:tav>
                                      </p:tavLst>
                                    </p:anim>
                                    <p:animEffect transition="in" filter="fade">
                                      <p:cBhvr>
                                        <p:cTn id="22" dur="500"/>
                                        <p:tgtEl>
                                          <p:spTgt spid="32"/>
                                        </p:tgtEl>
                                      </p:cBhvr>
                                    </p:animEffect>
                                  </p:childTnLst>
                                </p:cTn>
                              </p:par>
                              <p:par>
                                <p:cTn id="23" presetID="49" presetClass="entr" presetSubtype="0" decel="100000" fill="hold" grpId="0" nodeType="withEffect">
                                  <p:stCondLst>
                                    <p:cond delay="600"/>
                                  </p:stCondLst>
                                  <p:childTnLst>
                                    <p:set>
                                      <p:cBhvr>
                                        <p:cTn id="24" dur="1" fill="hold">
                                          <p:stCondLst>
                                            <p:cond delay="0"/>
                                          </p:stCondLst>
                                        </p:cTn>
                                        <p:tgtEl>
                                          <p:spTgt spid="33"/>
                                        </p:tgtEl>
                                        <p:attrNameLst>
                                          <p:attrName>style.visibility</p:attrName>
                                        </p:attrNameLst>
                                      </p:cBhvr>
                                      <p:to>
                                        <p:strVal val="visible"/>
                                      </p:to>
                                    </p:set>
                                    <p:anim calcmode="lin" valueType="num">
                                      <p:cBhvr>
                                        <p:cTn id="25" dur="500" fill="hold"/>
                                        <p:tgtEl>
                                          <p:spTgt spid="33"/>
                                        </p:tgtEl>
                                        <p:attrNameLst>
                                          <p:attrName>ppt_w</p:attrName>
                                        </p:attrNameLst>
                                      </p:cBhvr>
                                      <p:tavLst>
                                        <p:tav tm="0">
                                          <p:val>
                                            <p:fltVal val="0"/>
                                          </p:val>
                                        </p:tav>
                                        <p:tav tm="100000">
                                          <p:val>
                                            <p:strVal val="#ppt_w"/>
                                          </p:val>
                                        </p:tav>
                                      </p:tavLst>
                                    </p:anim>
                                    <p:anim calcmode="lin" valueType="num">
                                      <p:cBhvr>
                                        <p:cTn id="26" dur="500" fill="hold"/>
                                        <p:tgtEl>
                                          <p:spTgt spid="33"/>
                                        </p:tgtEl>
                                        <p:attrNameLst>
                                          <p:attrName>ppt_h</p:attrName>
                                        </p:attrNameLst>
                                      </p:cBhvr>
                                      <p:tavLst>
                                        <p:tav tm="0">
                                          <p:val>
                                            <p:fltVal val="0"/>
                                          </p:val>
                                        </p:tav>
                                        <p:tav tm="100000">
                                          <p:val>
                                            <p:strVal val="#ppt_h"/>
                                          </p:val>
                                        </p:tav>
                                      </p:tavLst>
                                    </p:anim>
                                    <p:anim calcmode="lin" valueType="num">
                                      <p:cBhvr>
                                        <p:cTn id="27" dur="500" fill="hold"/>
                                        <p:tgtEl>
                                          <p:spTgt spid="33"/>
                                        </p:tgtEl>
                                        <p:attrNameLst>
                                          <p:attrName>style.rotation</p:attrName>
                                        </p:attrNameLst>
                                      </p:cBhvr>
                                      <p:tavLst>
                                        <p:tav tm="0">
                                          <p:val>
                                            <p:fltVal val="360"/>
                                          </p:val>
                                        </p:tav>
                                        <p:tav tm="100000">
                                          <p:val>
                                            <p:fltVal val="0"/>
                                          </p:val>
                                        </p:tav>
                                      </p:tavLst>
                                    </p:anim>
                                    <p:animEffect transition="in" filter="fade">
                                      <p:cBhvr>
                                        <p:cTn id="28" dur="500"/>
                                        <p:tgtEl>
                                          <p:spTgt spid="33"/>
                                        </p:tgtEl>
                                      </p:cBhvr>
                                    </p:animEffect>
                                  </p:childTnLst>
                                </p:cTn>
                              </p:par>
                            </p:childTnLst>
                          </p:cTn>
                        </p:par>
                        <p:par>
                          <p:cTn id="29" fill="hold" nodeType="afterGroup">
                            <p:stCondLst>
                              <p:cond delay="1100"/>
                            </p:stCondLst>
                            <p:childTnLst>
                              <p:par>
                                <p:cTn id="30" presetID="23" presetClass="entr" presetSubtype="16" fill="hold" grpId="0" nodeType="afterEffect">
                                  <p:stCondLst>
                                    <p:cond delay="0"/>
                                  </p:stCondLst>
                                  <p:childTnLst>
                                    <p:set>
                                      <p:cBhvr>
                                        <p:cTn id="31" dur="1" fill="hold">
                                          <p:stCondLst>
                                            <p:cond delay="0"/>
                                          </p:stCondLst>
                                        </p:cTn>
                                        <p:tgtEl>
                                          <p:spTgt spid="34"/>
                                        </p:tgtEl>
                                        <p:attrNameLst>
                                          <p:attrName>style.visibility</p:attrName>
                                        </p:attrNameLst>
                                      </p:cBhvr>
                                      <p:to>
                                        <p:strVal val="visible"/>
                                      </p:to>
                                    </p:set>
                                    <p:anim calcmode="lin" valueType="num">
                                      <p:cBhvr>
                                        <p:cTn id="32" dur="500" fill="hold"/>
                                        <p:tgtEl>
                                          <p:spTgt spid="34"/>
                                        </p:tgtEl>
                                        <p:attrNameLst>
                                          <p:attrName>ppt_w</p:attrName>
                                        </p:attrNameLst>
                                      </p:cBhvr>
                                      <p:tavLst>
                                        <p:tav tm="0">
                                          <p:val>
                                            <p:fltVal val="0"/>
                                          </p:val>
                                        </p:tav>
                                        <p:tav tm="100000">
                                          <p:val>
                                            <p:strVal val="#ppt_w"/>
                                          </p:val>
                                        </p:tav>
                                      </p:tavLst>
                                    </p:anim>
                                    <p:anim calcmode="lin" valueType="num">
                                      <p:cBhvr>
                                        <p:cTn id="33" dur="500" fill="hold"/>
                                        <p:tgtEl>
                                          <p:spTgt spid="34"/>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0"/>
                                  </p:stCondLst>
                                  <p:childTnLst>
                                    <p:set>
                                      <p:cBhvr>
                                        <p:cTn id="35" dur="1" fill="hold">
                                          <p:stCondLst>
                                            <p:cond delay="0"/>
                                          </p:stCondLst>
                                        </p:cTn>
                                        <p:tgtEl>
                                          <p:spTgt spid="35"/>
                                        </p:tgtEl>
                                        <p:attrNameLst>
                                          <p:attrName>style.visibility</p:attrName>
                                        </p:attrNameLst>
                                      </p:cBhvr>
                                      <p:to>
                                        <p:strVal val="visible"/>
                                      </p:to>
                                    </p:set>
                                    <p:anim calcmode="lin" valueType="num">
                                      <p:cBhvr>
                                        <p:cTn id="36" dur="500" fill="hold"/>
                                        <p:tgtEl>
                                          <p:spTgt spid="35"/>
                                        </p:tgtEl>
                                        <p:attrNameLst>
                                          <p:attrName>ppt_w</p:attrName>
                                        </p:attrNameLst>
                                      </p:cBhvr>
                                      <p:tavLst>
                                        <p:tav tm="0">
                                          <p:val>
                                            <p:fltVal val="0"/>
                                          </p:val>
                                        </p:tav>
                                        <p:tav tm="100000">
                                          <p:val>
                                            <p:strVal val="#ppt_w"/>
                                          </p:val>
                                        </p:tav>
                                      </p:tavLst>
                                    </p:anim>
                                    <p:anim calcmode="lin" valueType="num">
                                      <p:cBhvr>
                                        <p:cTn id="37" dur="500" fill="hold"/>
                                        <p:tgtEl>
                                          <p:spTgt spid="35"/>
                                        </p:tgtEl>
                                        <p:attrNameLst>
                                          <p:attrName>ppt_h</p:attrName>
                                        </p:attrNameLst>
                                      </p:cBhvr>
                                      <p:tavLst>
                                        <p:tav tm="0">
                                          <p:val>
                                            <p:fltVal val="0"/>
                                          </p:val>
                                        </p:tav>
                                        <p:tav tm="100000">
                                          <p:val>
                                            <p:strVal val="#ppt_h"/>
                                          </p:val>
                                        </p:tav>
                                      </p:tavLst>
                                    </p:anim>
                                  </p:childTnLst>
                                </p:cTn>
                              </p:par>
                              <p:par>
                                <p:cTn id="38" presetID="23" presetClass="entr" presetSubtype="16" fill="hold" grpId="0" nodeType="withEffect">
                                  <p:stCondLst>
                                    <p:cond delay="0"/>
                                  </p:stCondLst>
                                  <p:childTnLst>
                                    <p:set>
                                      <p:cBhvr>
                                        <p:cTn id="39" dur="1" fill="hold">
                                          <p:stCondLst>
                                            <p:cond delay="0"/>
                                          </p:stCondLst>
                                        </p:cTn>
                                        <p:tgtEl>
                                          <p:spTgt spid="36"/>
                                        </p:tgtEl>
                                        <p:attrNameLst>
                                          <p:attrName>style.visibility</p:attrName>
                                        </p:attrNameLst>
                                      </p:cBhvr>
                                      <p:to>
                                        <p:strVal val="visible"/>
                                      </p:to>
                                    </p:set>
                                    <p:anim calcmode="lin" valueType="num">
                                      <p:cBhvr>
                                        <p:cTn id="40" dur="500" fill="hold"/>
                                        <p:tgtEl>
                                          <p:spTgt spid="36"/>
                                        </p:tgtEl>
                                        <p:attrNameLst>
                                          <p:attrName>ppt_w</p:attrName>
                                        </p:attrNameLst>
                                      </p:cBhvr>
                                      <p:tavLst>
                                        <p:tav tm="0">
                                          <p:val>
                                            <p:fltVal val="0"/>
                                          </p:val>
                                        </p:tav>
                                        <p:tav tm="100000">
                                          <p:val>
                                            <p:strVal val="#ppt_w"/>
                                          </p:val>
                                        </p:tav>
                                      </p:tavLst>
                                    </p:anim>
                                    <p:anim calcmode="lin" valueType="num">
                                      <p:cBhvr>
                                        <p:cTn id="41" dur="500" fill="hold"/>
                                        <p:tgtEl>
                                          <p:spTgt spid="36"/>
                                        </p:tgtEl>
                                        <p:attrNameLst>
                                          <p:attrName>ppt_h</p:attrName>
                                        </p:attrNameLst>
                                      </p:cBhvr>
                                      <p:tavLst>
                                        <p:tav tm="0">
                                          <p:val>
                                            <p:fltVal val="0"/>
                                          </p:val>
                                        </p:tav>
                                        <p:tav tm="100000">
                                          <p:val>
                                            <p:strVal val="#ppt_h"/>
                                          </p:val>
                                        </p:tav>
                                      </p:tavLst>
                                    </p:anim>
                                  </p:childTnLst>
                                </p:cTn>
                              </p:par>
                              <p:par>
                                <p:cTn id="42" presetID="23" presetClass="entr" presetSubtype="16" fill="hold" grpId="0" nodeType="withEffect">
                                  <p:stCondLst>
                                    <p:cond delay="0"/>
                                  </p:stCondLst>
                                  <p:childTnLst>
                                    <p:set>
                                      <p:cBhvr>
                                        <p:cTn id="43" dur="1" fill="hold">
                                          <p:stCondLst>
                                            <p:cond delay="0"/>
                                          </p:stCondLst>
                                        </p:cTn>
                                        <p:tgtEl>
                                          <p:spTgt spid="37"/>
                                        </p:tgtEl>
                                        <p:attrNameLst>
                                          <p:attrName>style.visibility</p:attrName>
                                        </p:attrNameLst>
                                      </p:cBhvr>
                                      <p:to>
                                        <p:strVal val="visible"/>
                                      </p:to>
                                    </p:set>
                                    <p:anim calcmode="lin" valueType="num">
                                      <p:cBhvr>
                                        <p:cTn id="44" dur="500" fill="hold"/>
                                        <p:tgtEl>
                                          <p:spTgt spid="37"/>
                                        </p:tgtEl>
                                        <p:attrNameLst>
                                          <p:attrName>ppt_w</p:attrName>
                                        </p:attrNameLst>
                                      </p:cBhvr>
                                      <p:tavLst>
                                        <p:tav tm="0">
                                          <p:val>
                                            <p:fltVal val="0"/>
                                          </p:val>
                                        </p:tav>
                                        <p:tav tm="100000">
                                          <p:val>
                                            <p:strVal val="#ppt_w"/>
                                          </p:val>
                                        </p:tav>
                                      </p:tavLst>
                                    </p:anim>
                                    <p:anim calcmode="lin" valueType="num">
                                      <p:cBhvr>
                                        <p:cTn id="45" dur="500" fill="hold"/>
                                        <p:tgtEl>
                                          <p:spTgt spid="37"/>
                                        </p:tgtEl>
                                        <p:attrNameLst>
                                          <p:attrName>ppt_h</p:attrName>
                                        </p:attrNameLst>
                                      </p:cBhvr>
                                      <p:tavLst>
                                        <p:tav tm="0">
                                          <p:val>
                                            <p:fltVal val="0"/>
                                          </p:val>
                                        </p:tav>
                                        <p:tav tm="100000">
                                          <p:val>
                                            <p:strVal val="#ppt_h"/>
                                          </p:val>
                                        </p:tav>
                                      </p:tavLst>
                                    </p:anim>
                                  </p:childTnLst>
                                </p:cTn>
                              </p:par>
                            </p:childTnLst>
                          </p:cTn>
                        </p:par>
                        <p:par>
                          <p:cTn id="46" fill="hold" nodeType="afterGroup">
                            <p:stCondLst>
                              <p:cond delay="1600"/>
                            </p:stCondLst>
                            <p:childTnLst>
                              <p:par>
                                <p:cTn id="47" presetID="12" presetClass="entr" presetSubtype="2" fill="hold" grpId="0" nodeType="afterEffect">
                                  <p:stCondLst>
                                    <p:cond delay="0"/>
                                  </p:stCondLst>
                                  <p:childTnLst>
                                    <p:set>
                                      <p:cBhvr>
                                        <p:cTn id="48" dur="1" fill="hold">
                                          <p:stCondLst>
                                            <p:cond delay="0"/>
                                          </p:stCondLst>
                                        </p:cTn>
                                        <p:tgtEl>
                                          <p:spTgt spid="39"/>
                                        </p:tgtEl>
                                        <p:attrNameLst>
                                          <p:attrName>style.visibility</p:attrName>
                                        </p:attrNameLst>
                                      </p:cBhvr>
                                      <p:to>
                                        <p:strVal val="visible"/>
                                      </p:to>
                                    </p:set>
                                    <p:anim calcmode="lin" valueType="num">
                                      <p:cBhvr additive="base">
                                        <p:cTn id="49" dur="500"/>
                                        <p:tgtEl>
                                          <p:spTgt spid="39"/>
                                        </p:tgtEl>
                                        <p:attrNameLst>
                                          <p:attrName>ppt_x</p:attrName>
                                        </p:attrNameLst>
                                      </p:cBhvr>
                                      <p:tavLst>
                                        <p:tav tm="0">
                                          <p:val>
                                            <p:strVal val="#ppt_x+#ppt_w*1.125000"/>
                                          </p:val>
                                        </p:tav>
                                        <p:tav tm="100000">
                                          <p:val>
                                            <p:strVal val="#ppt_x"/>
                                          </p:val>
                                        </p:tav>
                                      </p:tavLst>
                                    </p:anim>
                                    <p:animEffect transition="in" filter="wipe(left)">
                                      <p:cBhvr>
                                        <p:cTn id="50" dur="500"/>
                                        <p:tgtEl>
                                          <p:spTgt spid="39"/>
                                        </p:tgtEl>
                                      </p:cBhvr>
                                    </p:animEffect>
                                  </p:childTnLst>
                                </p:cTn>
                              </p:par>
                              <p:par>
                                <p:cTn id="51" presetID="12" presetClass="entr" presetSubtype="2"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anim calcmode="lin" valueType="num">
                                      <p:cBhvr additive="base">
                                        <p:cTn id="53" dur="500"/>
                                        <p:tgtEl>
                                          <p:spTgt spid="38"/>
                                        </p:tgtEl>
                                        <p:attrNameLst>
                                          <p:attrName>ppt_x</p:attrName>
                                        </p:attrNameLst>
                                      </p:cBhvr>
                                      <p:tavLst>
                                        <p:tav tm="0">
                                          <p:val>
                                            <p:strVal val="#ppt_x+#ppt_w*1.125000"/>
                                          </p:val>
                                        </p:tav>
                                        <p:tav tm="100000">
                                          <p:val>
                                            <p:strVal val="#ppt_x"/>
                                          </p:val>
                                        </p:tav>
                                      </p:tavLst>
                                    </p:anim>
                                    <p:animEffect transition="in" filter="wipe(left)">
                                      <p:cBhvr>
                                        <p:cTn id="54" dur="500"/>
                                        <p:tgtEl>
                                          <p:spTgt spid="38"/>
                                        </p:tgtEl>
                                      </p:cBhvr>
                                    </p:animEffect>
                                  </p:childTnLst>
                                </p:cTn>
                              </p:par>
                              <p:par>
                                <p:cTn id="55" presetID="12" presetClass="entr" presetSubtype="8" fill="hold" grpId="0" nodeType="withEffect">
                                  <p:stCondLst>
                                    <p:cond delay="0"/>
                                  </p:stCondLst>
                                  <p:childTnLst>
                                    <p:set>
                                      <p:cBhvr>
                                        <p:cTn id="56" dur="1" fill="hold">
                                          <p:stCondLst>
                                            <p:cond delay="0"/>
                                          </p:stCondLst>
                                        </p:cTn>
                                        <p:tgtEl>
                                          <p:spTgt spid="41"/>
                                        </p:tgtEl>
                                        <p:attrNameLst>
                                          <p:attrName>style.visibility</p:attrName>
                                        </p:attrNameLst>
                                      </p:cBhvr>
                                      <p:to>
                                        <p:strVal val="visible"/>
                                      </p:to>
                                    </p:set>
                                    <p:anim calcmode="lin" valueType="num">
                                      <p:cBhvr additive="base">
                                        <p:cTn id="57" dur="500"/>
                                        <p:tgtEl>
                                          <p:spTgt spid="41"/>
                                        </p:tgtEl>
                                        <p:attrNameLst>
                                          <p:attrName>ppt_x</p:attrName>
                                        </p:attrNameLst>
                                      </p:cBhvr>
                                      <p:tavLst>
                                        <p:tav tm="0">
                                          <p:val>
                                            <p:strVal val="#ppt_x-#ppt_w*1.125000"/>
                                          </p:val>
                                        </p:tav>
                                        <p:tav tm="100000">
                                          <p:val>
                                            <p:strVal val="#ppt_x"/>
                                          </p:val>
                                        </p:tav>
                                      </p:tavLst>
                                    </p:anim>
                                    <p:animEffect transition="in" filter="wipe(right)">
                                      <p:cBhvr>
                                        <p:cTn id="58" dur="500"/>
                                        <p:tgtEl>
                                          <p:spTgt spid="41"/>
                                        </p:tgtEl>
                                      </p:cBhvr>
                                    </p:animEffect>
                                  </p:childTnLst>
                                </p:cTn>
                              </p:par>
                              <p:par>
                                <p:cTn id="59" presetID="12" presetClass="entr" presetSubtype="8" fill="hold" grpId="0" nodeType="withEffect">
                                  <p:stCondLst>
                                    <p:cond delay="0"/>
                                  </p:stCondLst>
                                  <p:childTnLst>
                                    <p:set>
                                      <p:cBhvr>
                                        <p:cTn id="60" dur="1" fill="hold">
                                          <p:stCondLst>
                                            <p:cond delay="0"/>
                                          </p:stCondLst>
                                        </p:cTn>
                                        <p:tgtEl>
                                          <p:spTgt spid="40"/>
                                        </p:tgtEl>
                                        <p:attrNameLst>
                                          <p:attrName>style.visibility</p:attrName>
                                        </p:attrNameLst>
                                      </p:cBhvr>
                                      <p:to>
                                        <p:strVal val="visible"/>
                                      </p:to>
                                    </p:set>
                                    <p:anim calcmode="lin" valueType="num">
                                      <p:cBhvr additive="base">
                                        <p:cTn id="61" dur="500"/>
                                        <p:tgtEl>
                                          <p:spTgt spid="40"/>
                                        </p:tgtEl>
                                        <p:attrNameLst>
                                          <p:attrName>ppt_x</p:attrName>
                                        </p:attrNameLst>
                                      </p:cBhvr>
                                      <p:tavLst>
                                        <p:tav tm="0">
                                          <p:val>
                                            <p:strVal val="#ppt_x-#ppt_w*1.125000"/>
                                          </p:val>
                                        </p:tav>
                                        <p:tav tm="100000">
                                          <p:val>
                                            <p:strVal val="#ppt_x"/>
                                          </p:val>
                                        </p:tav>
                                      </p:tavLst>
                                    </p:anim>
                                    <p:animEffect transition="in" filter="wipe(right)">
                                      <p:cBhvr>
                                        <p:cTn id="62" dur="500"/>
                                        <p:tgtEl>
                                          <p:spTgt spid="40"/>
                                        </p:tgtEl>
                                      </p:cBhvr>
                                    </p:animEffect>
                                  </p:childTnLst>
                                </p:cTn>
                              </p:par>
                              <p:par>
                                <p:cTn id="63" presetID="12" presetClass="entr" presetSubtype="2" fill="hold" grpId="0" nodeType="withEffect">
                                  <p:stCondLst>
                                    <p:cond delay="0"/>
                                  </p:stCondLst>
                                  <p:childTnLst>
                                    <p:set>
                                      <p:cBhvr>
                                        <p:cTn id="64" dur="1" fill="hold">
                                          <p:stCondLst>
                                            <p:cond delay="0"/>
                                          </p:stCondLst>
                                        </p:cTn>
                                        <p:tgtEl>
                                          <p:spTgt spid="43"/>
                                        </p:tgtEl>
                                        <p:attrNameLst>
                                          <p:attrName>style.visibility</p:attrName>
                                        </p:attrNameLst>
                                      </p:cBhvr>
                                      <p:to>
                                        <p:strVal val="visible"/>
                                      </p:to>
                                    </p:set>
                                    <p:anim calcmode="lin" valueType="num">
                                      <p:cBhvr additive="base">
                                        <p:cTn id="65" dur="500"/>
                                        <p:tgtEl>
                                          <p:spTgt spid="43"/>
                                        </p:tgtEl>
                                        <p:attrNameLst>
                                          <p:attrName>ppt_x</p:attrName>
                                        </p:attrNameLst>
                                      </p:cBhvr>
                                      <p:tavLst>
                                        <p:tav tm="0">
                                          <p:val>
                                            <p:strVal val="#ppt_x+#ppt_w*1.125000"/>
                                          </p:val>
                                        </p:tav>
                                        <p:tav tm="100000">
                                          <p:val>
                                            <p:strVal val="#ppt_x"/>
                                          </p:val>
                                        </p:tav>
                                      </p:tavLst>
                                    </p:anim>
                                    <p:animEffect transition="in" filter="wipe(left)">
                                      <p:cBhvr>
                                        <p:cTn id="66" dur="500"/>
                                        <p:tgtEl>
                                          <p:spTgt spid="43"/>
                                        </p:tgtEl>
                                      </p:cBhvr>
                                    </p:animEffect>
                                  </p:childTnLst>
                                </p:cTn>
                              </p:par>
                              <p:par>
                                <p:cTn id="67" presetID="12" presetClass="entr" presetSubtype="2" fill="hold" grpId="0" nodeType="withEffect">
                                  <p:stCondLst>
                                    <p:cond delay="0"/>
                                  </p:stCondLst>
                                  <p:childTnLst>
                                    <p:set>
                                      <p:cBhvr>
                                        <p:cTn id="68" dur="1" fill="hold">
                                          <p:stCondLst>
                                            <p:cond delay="0"/>
                                          </p:stCondLst>
                                        </p:cTn>
                                        <p:tgtEl>
                                          <p:spTgt spid="42"/>
                                        </p:tgtEl>
                                        <p:attrNameLst>
                                          <p:attrName>style.visibility</p:attrName>
                                        </p:attrNameLst>
                                      </p:cBhvr>
                                      <p:to>
                                        <p:strVal val="visible"/>
                                      </p:to>
                                    </p:set>
                                    <p:anim calcmode="lin" valueType="num">
                                      <p:cBhvr additive="base">
                                        <p:cTn id="69" dur="500"/>
                                        <p:tgtEl>
                                          <p:spTgt spid="42"/>
                                        </p:tgtEl>
                                        <p:attrNameLst>
                                          <p:attrName>ppt_x</p:attrName>
                                        </p:attrNameLst>
                                      </p:cBhvr>
                                      <p:tavLst>
                                        <p:tav tm="0">
                                          <p:val>
                                            <p:strVal val="#ppt_x+#ppt_w*1.125000"/>
                                          </p:val>
                                        </p:tav>
                                        <p:tav tm="100000">
                                          <p:val>
                                            <p:strVal val="#ppt_x"/>
                                          </p:val>
                                        </p:tav>
                                      </p:tavLst>
                                    </p:anim>
                                    <p:animEffect transition="in" filter="wipe(left)">
                                      <p:cBhvr>
                                        <p:cTn id="70" dur="500"/>
                                        <p:tgtEl>
                                          <p:spTgt spid="42"/>
                                        </p:tgtEl>
                                      </p:cBhvr>
                                    </p:animEffect>
                                  </p:childTnLst>
                                </p:cTn>
                              </p:par>
                              <p:par>
                                <p:cTn id="71" presetID="12" presetClass="entr" presetSubtype="8" fill="hold" grpId="0" nodeType="withEffect">
                                  <p:stCondLst>
                                    <p:cond delay="0"/>
                                  </p:stCondLst>
                                  <p:childTnLst>
                                    <p:set>
                                      <p:cBhvr>
                                        <p:cTn id="72" dur="1" fill="hold">
                                          <p:stCondLst>
                                            <p:cond delay="0"/>
                                          </p:stCondLst>
                                        </p:cTn>
                                        <p:tgtEl>
                                          <p:spTgt spid="45"/>
                                        </p:tgtEl>
                                        <p:attrNameLst>
                                          <p:attrName>style.visibility</p:attrName>
                                        </p:attrNameLst>
                                      </p:cBhvr>
                                      <p:to>
                                        <p:strVal val="visible"/>
                                      </p:to>
                                    </p:set>
                                    <p:anim calcmode="lin" valueType="num">
                                      <p:cBhvr additive="base">
                                        <p:cTn id="73" dur="500"/>
                                        <p:tgtEl>
                                          <p:spTgt spid="45"/>
                                        </p:tgtEl>
                                        <p:attrNameLst>
                                          <p:attrName>ppt_x</p:attrName>
                                        </p:attrNameLst>
                                      </p:cBhvr>
                                      <p:tavLst>
                                        <p:tav tm="0">
                                          <p:val>
                                            <p:strVal val="#ppt_x-#ppt_w*1.125000"/>
                                          </p:val>
                                        </p:tav>
                                        <p:tav tm="100000">
                                          <p:val>
                                            <p:strVal val="#ppt_x"/>
                                          </p:val>
                                        </p:tav>
                                      </p:tavLst>
                                    </p:anim>
                                    <p:animEffect transition="in" filter="wipe(right)">
                                      <p:cBhvr>
                                        <p:cTn id="74" dur="500"/>
                                        <p:tgtEl>
                                          <p:spTgt spid="45"/>
                                        </p:tgtEl>
                                      </p:cBhvr>
                                    </p:animEffect>
                                  </p:childTnLst>
                                </p:cTn>
                              </p:par>
                              <p:par>
                                <p:cTn id="75" presetID="12" presetClass="entr" presetSubtype="8" fill="hold" grpId="0" nodeType="withEffect">
                                  <p:stCondLst>
                                    <p:cond delay="0"/>
                                  </p:stCondLst>
                                  <p:childTnLst>
                                    <p:set>
                                      <p:cBhvr>
                                        <p:cTn id="76" dur="1" fill="hold">
                                          <p:stCondLst>
                                            <p:cond delay="0"/>
                                          </p:stCondLst>
                                        </p:cTn>
                                        <p:tgtEl>
                                          <p:spTgt spid="44"/>
                                        </p:tgtEl>
                                        <p:attrNameLst>
                                          <p:attrName>style.visibility</p:attrName>
                                        </p:attrNameLst>
                                      </p:cBhvr>
                                      <p:to>
                                        <p:strVal val="visible"/>
                                      </p:to>
                                    </p:set>
                                    <p:anim calcmode="lin" valueType="num">
                                      <p:cBhvr additive="base">
                                        <p:cTn id="77" dur="500"/>
                                        <p:tgtEl>
                                          <p:spTgt spid="44"/>
                                        </p:tgtEl>
                                        <p:attrNameLst>
                                          <p:attrName>ppt_x</p:attrName>
                                        </p:attrNameLst>
                                      </p:cBhvr>
                                      <p:tavLst>
                                        <p:tav tm="0">
                                          <p:val>
                                            <p:strVal val="#ppt_x-#ppt_w*1.125000"/>
                                          </p:val>
                                        </p:tav>
                                        <p:tav tm="100000">
                                          <p:val>
                                            <p:strVal val="#ppt_x"/>
                                          </p:val>
                                        </p:tav>
                                      </p:tavLst>
                                    </p:anim>
                                    <p:animEffect transition="in" filter="wipe(right)">
                                      <p:cBhvr>
                                        <p:cTn id="7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1" grpId="0" animBg="1"/>
      <p:bldP spid="32" grpId="0" animBg="1"/>
      <p:bldP spid="33" grpId="0" animBg="1"/>
      <p:bldP spid="34" grpId="0" animBg="1"/>
      <p:bldP spid="35" grpId="0" animBg="1"/>
      <p:bldP spid="36" grpId="0" animBg="1"/>
      <p:bldP spid="37" grpId="0" animBg="1"/>
      <p:bldP spid="38" grpId="0"/>
      <p:bldP spid="39" grpId="0"/>
      <p:bldP spid="40" grpId="0"/>
      <p:bldP spid="41" grpId="0"/>
      <p:bldP spid="42" grpId="0"/>
      <p:bldP spid="43" grpId="0"/>
      <p:bldP spid="44" grpId="0"/>
      <p:bldP spid="4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a:grpSpLocks/>
          </p:cNvGrpSpPr>
          <p:nvPr/>
        </p:nvGrpSpPr>
        <p:grpSpPr bwMode="auto">
          <a:xfrm>
            <a:off x="5768975" y="1639888"/>
            <a:ext cx="585788" cy="534987"/>
            <a:chOff x="1664461" y="2235200"/>
            <a:chExt cx="585415" cy="536007"/>
          </a:xfrm>
        </p:grpSpPr>
        <p:sp>
          <p:nvSpPr>
            <p:cNvPr id="3" name="椭圆 2"/>
            <p:cNvSpPr/>
            <p:nvPr/>
          </p:nvSpPr>
          <p:spPr>
            <a:xfrm>
              <a:off x="1677153" y="2235200"/>
              <a:ext cx="533060" cy="532826"/>
            </a:xfrm>
            <a:prstGeom prst="ellipse">
              <a:avLst/>
            </a:prstGeom>
            <a:solidFill>
              <a:srgbClr val="01569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buFontTx/>
                <a:buNone/>
                <a:defRPr/>
              </a:pPr>
              <a:endParaRPr lang="zh-CN" altLang="en-US" sz="2400" dirty="0">
                <a:solidFill>
                  <a:srgbClr val="2A2A2A">
                    <a:lumMod val="75000"/>
                  </a:srgbClr>
                </a:solidFill>
                <a:latin typeface="Arial" panose="020B0604020202020204" pitchFamily="34" charset="0"/>
                <a:cs typeface="Arial" panose="020B0604020202020204" pitchFamily="34" charset="0"/>
              </a:endParaRPr>
            </a:p>
          </p:txBody>
        </p:sp>
        <p:sp>
          <p:nvSpPr>
            <p:cNvPr id="62480" name="矩形 3"/>
            <p:cNvSpPr>
              <a:spLocks noChangeArrowheads="1"/>
            </p:cNvSpPr>
            <p:nvPr/>
          </p:nvSpPr>
          <p:spPr bwMode="auto">
            <a:xfrm>
              <a:off x="1664461" y="2247987"/>
              <a:ext cx="58541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ctr" hangingPunct="1">
                <a:buFontTx/>
                <a:buNone/>
              </a:pPr>
              <a:r>
                <a:rPr lang="en-US" altLang="zh-CN" sz="2800">
                  <a:solidFill>
                    <a:srgbClr val="F2F2F2"/>
                  </a:solidFill>
                  <a:cs typeface="Arial" panose="020B0604020202020204" pitchFamily="34" charset="0"/>
                </a:rPr>
                <a:t>01</a:t>
              </a:r>
              <a:endParaRPr lang="zh-CN" altLang="en-US" sz="2800">
                <a:solidFill>
                  <a:srgbClr val="F2F2F2"/>
                </a:solidFill>
                <a:cs typeface="Arial" panose="020B0604020202020204" pitchFamily="34" charset="0"/>
              </a:endParaRPr>
            </a:p>
          </p:txBody>
        </p:sp>
      </p:grpSp>
      <p:grpSp>
        <p:nvGrpSpPr>
          <p:cNvPr id="5" name="组合 4"/>
          <p:cNvGrpSpPr>
            <a:grpSpLocks/>
          </p:cNvGrpSpPr>
          <p:nvPr/>
        </p:nvGrpSpPr>
        <p:grpSpPr bwMode="auto">
          <a:xfrm>
            <a:off x="5797550" y="5670550"/>
            <a:ext cx="533400" cy="533400"/>
            <a:chOff x="6588983" y="2230703"/>
            <a:chExt cx="533400" cy="533400"/>
          </a:xfrm>
        </p:grpSpPr>
        <p:sp>
          <p:nvSpPr>
            <p:cNvPr id="6" name="椭圆 5"/>
            <p:cNvSpPr/>
            <p:nvPr/>
          </p:nvSpPr>
          <p:spPr>
            <a:xfrm>
              <a:off x="6588983" y="2230703"/>
              <a:ext cx="533400" cy="53340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ctr">
                <a:spcBef>
                  <a:spcPts val="0"/>
                </a:spcBef>
                <a:spcAft>
                  <a:spcPts val="0"/>
                </a:spcAft>
                <a:buFontTx/>
                <a:buNone/>
                <a:defRPr/>
              </a:pPr>
              <a:endParaRPr lang="zh-CN" altLang="en-US" sz="2400" dirty="0">
                <a:solidFill>
                  <a:srgbClr val="FFFFFF"/>
                </a:solidFill>
                <a:latin typeface="Arial" panose="020B0604020202020204" pitchFamily="34" charset="0"/>
                <a:cs typeface="Arial" panose="020B0604020202020204" pitchFamily="34" charset="0"/>
              </a:endParaRPr>
            </a:p>
          </p:txBody>
        </p:sp>
        <p:sp>
          <p:nvSpPr>
            <p:cNvPr id="62478" name="矩形 6"/>
            <p:cNvSpPr>
              <a:spLocks noChangeArrowheads="1"/>
            </p:cNvSpPr>
            <p:nvPr/>
          </p:nvSpPr>
          <p:spPr bwMode="auto">
            <a:xfrm>
              <a:off x="6602998" y="2248039"/>
              <a:ext cx="51719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fontAlgn="ctr" hangingPunct="1">
                <a:lnSpc>
                  <a:spcPct val="120000"/>
                </a:lnSpc>
                <a:buFontTx/>
                <a:buNone/>
              </a:pPr>
              <a:r>
                <a:rPr lang="en-US" altLang="zh-CN" sz="2000">
                  <a:solidFill>
                    <a:srgbClr val="FFFFFF"/>
                  </a:solidFill>
                  <a:cs typeface="Arial" panose="020B0604020202020204" pitchFamily="34" charset="0"/>
                </a:rPr>
                <a:t>02</a:t>
              </a:r>
              <a:endParaRPr lang="zh-CN" altLang="en-US" sz="2000">
                <a:solidFill>
                  <a:srgbClr val="FFFFFF"/>
                </a:solidFill>
                <a:cs typeface="Arial" panose="020B0604020202020204" pitchFamily="34" charset="0"/>
              </a:endParaRPr>
            </a:p>
          </p:txBody>
        </p:sp>
      </p:grpSp>
      <p:sp>
        <p:nvSpPr>
          <p:cNvPr id="9" name="矩形 8"/>
          <p:cNvSpPr/>
          <p:nvPr/>
        </p:nvSpPr>
        <p:spPr>
          <a:xfrm rot="16200000" flipH="1">
            <a:off x="3536157" y="456406"/>
            <a:ext cx="533400" cy="290036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10" name="矩形 9"/>
          <p:cNvSpPr>
            <a:spLocks noChangeArrowheads="1"/>
          </p:cNvSpPr>
          <p:nvPr/>
        </p:nvSpPr>
        <p:spPr bwMode="auto">
          <a:xfrm>
            <a:off x="2886075" y="1662113"/>
            <a:ext cx="203041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r" eaLnBrk="1" hangingPunct="1">
              <a:buFontTx/>
              <a:buNone/>
            </a:pPr>
            <a:r>
              <a:rPr lang="zh-CN" altLang="en-US" sz="2400" b="1">
                <a:solidFill>
                  <a:srgbClr val="FFFFFF"/>
                </a:solidFill>
                <a:latin typeface="微软雅黑" panose="020B0503020204020204" pitchFamily="34" charset="-122"/>
                <a:ea typeface="微软雅黑" panose="020B0503020204020204" pitchFamily="34" charset="-122"/>
              </a:rPr>
              <a:t>添加项目名称</a:t>
            </a:r>
            <a:endParaRPr lang="en-US" altLang="zh-CN" sz="2400" b="1">
              <a:solidFill>
                <a:srgbClr val="FFFFFF"/>
              </a:solidFill>
              <a:latin typeface="微软雅黑" panose="020B0503020204020204" pitchFamily="34" charset="-122"/>
              <a:ea typeface="微软雅黑" panose="020B0503020204020204" pitchFamily="34" charset="-122"/>
            </a:endParaRPr>
          </a:p>
        </p:txBody>
      </p:sp>
      <p:sp>
        <p:nvSpPr>
          <p:cNvPr id="11" name="矩形 47"/>
          <p:cNvSpPr>
            <a:spLocks noChangeArrowheads="1"/>
          </p:cNvSpPr>
          <p:nvPr/>
        </p:nvSpPr>
        <p:spPr bwMode="auto">
          <a:xfrm>
            <a:off x="1435100" y="4973638"/>
            <a:ext cx="3846513" cy="757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1200">
                <a:solidFill>
                  <a:srgbClr val="7F7F7F"/>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在此录入上述图表的描述说明，在此录入上述图表的描述说明，在此录入上述图表的描述说明，在此录入上述图表的描述说明。</a:t>
            </a:r>
          </a:p>
        </p:txBody>
      </p:sp>
      <p:sp>
        <p:nvSpPr>
          <p:cNvPr id="8" name="矩形 7"/>
          <p:cNvSpPr/>
          <p:nvPr/>
        </p:nvSpPr>
        <p:spPr>
          <a:xfrm>
            <a:off x="1514475" y="2382838"/>
            <a:ext cx="3694113" cy="2392362"/>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solidFill>
              <a:srgbClr val="015696"/>
            </a:solid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15" name="矩形 14"/>
          <p:cNvSpPr/>
          <p:nvPr/>
        </p:nvSpPr>
        <p:spPr>
          <a:xfrm>
            <a:off x="6908800" y="3044825"/>
            <a:ext cx="3692525" cy="2393950"/>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solidFill>
              <a:srgbClr val="B01319"/>
            </a:solid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16" name="矩形 47"/>
          <p:cNvSpPr>
            <a:spLocks noChangeArrowheads="1"/>
          </p:cNvSpPr>
          <p:nvPr/>
        </p:nvSpPr>
        <p:spPr bwMode="auto">
          <a:xfrm>
            <a:off x="6838950" y="2146300"/>
            <a:ext cx="3762375" cy="757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31" tIns="45716" rIns="91431" bIns="4571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1200">
                <a:solidFill>
                  <a:srgbClr val="7F7F7F"/>
                </a:solidFill>
                <a:latin typeface="微软雅黑" panose="020B0503020204020204" pitchFamily="34" charset="-122"/>
                <a:ea typeface="微软雅黑" panose="020B0503020204020204" pitchFamily="34" charset="-122"/>
                <a:sym typeface="微软雅黑" panose="020B0503020204020204" pitchFamily="34" charset="-122"/>
              </a:rPr>
              <a:t>在此录入上述图表的描述说明，在此录入上述图表的描述说明，在此录入上述图表的描述说明，在此录入上述图表的描述说明。</a:t>
            </a:r>
          </a:p>
        </p:txBody>
      </p:sp>
      <p:sp>
        <p:nvSpPr>
          <p:cNvPr id="17" name="矩形 16"/>
          <p:cNvSpPr/>
          <p:nvPr/>
        </p:nvSpPr>
        <p:spPr>
          <a:xfrm rot="16200000" flipH="1">
            <a:off x="8106569" y="4491832"/>
            <a:ext cx="533400" cy="29003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91435" tIns="45716" rIns="91435" bIns="45716" anchor="ctr"/>
          <a:lstStyle/>
          <a:p>
            <a:pPr algn="ctr" fontAlgn="auto">
              <a:spcBef>
                <a:spcPts val="0"/>
              </a:spcBef>
              <a:spcAft>
                <a:spcPts val="0"/>
              </a:spcAft>
              <a:buFontTx/>
              <a:buNone/>
              <a:defRPr/>
            </a:pPr>
            <a:endParaRPr lang="zh-CN" altLang="en-US" sz="2400">
              <a:solidFill>
                <a:srgbClr val="FFFFFF"/>
              </a:solidFill>
            </a:endParaRPr>
          </a:p>
        </p:txBody>
      </p:sp>
      <p:sp>
        <p:nvSpPr>
          <p:cNvPr id="13" name="矩形 12"/>
          <p:cNvSpPr>
            <a:spLocks noChangeArrowheads="1"/>
          </p:cNvSpPr>
          <p:nvPr/>
        </p:nvSpPr>
        <p:spPr bwMode="auto">
          <a:xfrm>
            <a:off x="7358063" y="5688013"/>
            <a:ext cx="2030412"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1431" tIns="45716" rIns="91431" bIns="45716">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buFontTx/>
              <a:buNone/>
            </a:pPr>
            <a:r>
              <a:rPr lang="zh-CN" altLang="en-US" sz="2400" b="1">
                <a:solidFill>
                  <a:srgbClr val="FFFFFF"/>
                </a:solidFill>
                <a:latin typeface="微软雅黑" panose="020B0503020204020204" pitchFamily="34" charset="-122"/>
                <a:ea typeface="微软雅黑" panose="020B0503020204020204" pitchFamily="34" charset="-122"/>
              </a:rPr>
              <a:t>添加项目标题</a:t>
            </a:r>
            <a:endParaRPr lang="en-US" altLang="zh-CN" sz="2400" b="1">
              <a:solidFill>
                <a:srgbClr val="FFFFFF"/>
              </a:solidFill>
              <a:latin typeface="微软雅黑" panose="020B0503020204020204" pitchFamily="34" charset="-122"/>
              <a:ea typeface="微软雅黑" panose="020B0503020204020204" pitchFamily="34" charset="-122"/>
            </a:endParaRPr>
          </a:p>
        </p:txBody>
      </p:sp>
      <p:sp>
        <p:nvSpPr>
          <p:cNvPr id="62476"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500"/>
                                  </p:stCondLst>
                                  <p:childTnLst>
                                    <p:set>
                                      <p:cBhvr>
                                        <p:cTn id="6" dur="1" fill="hold">
                                          <p:stCondLst>
                                            <p:cond delay="0"/>
                                          </p:stCondLst>
                                        </p:cTn>
                                        <p:tgtEl>
                                          <p:spTgt spid="2"/>
                                        </p:tgtEl>
                                        <p:attrNameLst>
                                          <p:attrName>style.visibility</p:attrName>
                                        </p:attrNameLst>
                                      </p:cBhvr>
                                      <p:to>
                                        <p:strVal val="visible"/>
                                      </p:to>
                                    </p:set>
                                    <p:anim calcmode="lin" valueType="num">
                                      <p:cBhvr>
                                        <p:cTn id="7" dur="400" fill="hold"/>
                                        <p:tgtEl>
                                          <p:spTgt spid="2"/>
                                        </p:tgtEl>
                                        <p:attrNameLst>
                                          <p:attrName>ppt_w</p:attrName>
                                        </p:attrNameLst>
                                      </p:cBhvr>
                                      <p:tavLst>
                                        <p:tav tm="0">
                                          <p:val>
                                            <p:fltVal val="0"/>
                                          </p:val>
                                        </p:tav>
                                        <p:tav tm="100000">
                                          <p:val>
                                            <p:strVal val="#ppt_w"/>
                                          </p:val>
                                        </p:tav>
                                      </p:tavLst>
                                    </p:anim>
                                    <p:anim calcmode="lin" valueType="num">
                                      <p:cBhvr>
                                        <p:cTn id="8" dur="400" fill="hold"/>
                                        <p:tgtEl>
                                          <p:spTgt spid="2"/>
                                        </p:tgtEl>
                                        <p:attrNameLst>
                                          <p:attrName>ppt_h</p:attrName>
                                        </p:attrNameLst>
                                      </p:cBhvr>
                                      <p:tavLst>
                                        <p:tav tm="0">
                                          <p:val>
                                            <p:fltVal val="0"/>
                                          </p:val>
                                        </p:tav>
                                        <p:tav tm="100000">
                                          <p:val>
                                            <p:strVal val="#ppt_h"/>
                                          </p:val>
                                        </p:tav>
                                      </p:tavLst>
                                    </p:anim>
                                    <p:animEffect transition="in" filter="fade">
                                      <p:cBhvr>
                                        <p:cTn id="9" dur="400"/>
                                        <p:tgtEl>
                                          <p:spTgt spid="2"/>
                                        </p:tgtEl>
                                      </p:cBhvr>
                                    </p:animEffect>
                                  </p:childTnLst>
                                </p:cTn>
                              </p:par>
                              <p:par>
                                <p:cTn id="10" presetID="53" presetClass="entr" presetSubtype="16" fill="hold" nodeType="withEffect">
                                  <p:stCondLst>
                                    <p:cond delay="500"/>
                                  </p:stCondLst>
                                  <p:childTnLst>
                                    <p:set>
                                      <p:cBhvr>
                                        <p:cTn id="11" dur="1" fill="hold">
                                          <p:stCondLst>
                                            <p:cond delay="0"/>
                                          </p:stCondLst>
                                        </p:cTn>
                                        <p:tgtEl>
                                          <p:spTgt spid="5"/>
                                        </p:tgtEl>
                                        <p:attrNameLst>
                                          <p:attrName>style.visibility</p:attrName>
                                        </p:attrNameLst>
                                      </p:cBhvr>
                                      <p:to>
                                        <p:strVal val="visible"/>
                                      </p:to>
                                    </p:set>
                                    <p:anim calcmode="lin" valueType="num">
                                      <p:cBhvr>
                                        <p:cTn id="12" dur="400" fill="hold"/>
                                        <p:tgtEl>
                                          <p:spTgt spid="5"/>
                                        </p:tgtEl>
                                        <p:attrNameLst>
                                          <p:attrName>ppt_w</p:attrName>
                                        </p:attrNameLst>
                                      </p:cBhvr>
                                      <p:tavLst>
                                        <p:tav tm="0">
                                          <p:val>
                                            <p:fltVal val="0"/>
                                          </p:val>
                                        </p:tav>
                                        <p:tav tm="100000">
                                          <p:val>
                                            <p:strVal val="#ppt_w"/>
                                          </p:val>
                                        </p:tav>
                                      </p:tavLst>
                                    </p:anim>
                                    <p:anim calcmode="lin" valueType="num">
                                      <p:cBhvr>
                                        <p:cTn id="13" dur="400" fill="hold"/>
                                        <p:tgtEl>
                                          <p:spTgt spid="5"/>
                                        </p:tgtEl>
                                        <p:attrNameLst>
                                          <p:attrName>ppt_h</p:attrName>
                                        </p:attrNameLst>
                                      </p:cBhvr>
                                      <p:tavLst>
                                        <p:tav tm="0">
                                          <p:val>
                                            <p:fltVal val="0"/>
                                          </p:val>
                                        </p:tav>
                                        <p:tav tm="100000">
                                          <p:val>
                                            <p:strVal val="#ppt_h"/>
                                          </p:val>
                                        </p:tav>
                                      </p:tavLst>
                                    </p:anim>
                                    <p:animEffect transition="in" filter="fade">
                                      <p:cBhvr>
                                        <p:cTn id="14" dur="400"/>
                                        <p:tgtEl>
                                          <p:spTgt spid="5"/>
                                        </p:tgtEl>
                                      </p:cBhvr>
                                    </p:animEffect>
                                  </p:childTnLst>
                                </p:cTn>
                              </p:par>
                              <p:par>
                                <p:cTn id="15" presetID="2" presetClass="entr" presetSubtype="2" fill="hold" grpId="0" nodeType="withEffect">
                                  <p:stCondLst>
                                    <p:cond delay="850"/>
                                  </p:stCondLst>
                                  <p:childTnLst>
                                    <p:set>
                                      <p:cBhvr>
                                        <p:cTn id="16" dur="1" fill="hold">
                                          <p:stCondLst>
                                            <p:cond delay="0"/>
                                          </p:stCondLst>
                                        </p:cTn>
                                        <p:tgtEl>
                                          <p:spTgt spid="9"/>
                                        </p:tgtEl>
                                        <p:attrNameLst>
                                          <p:attrName>style.visibility</p:attrName>
                                        </p:attrNameLst>
                                      </p:cBhvr>
                                      <p:to>
                                        <p:strVal val="visible"/>
                                      </p:to>
                                    </p:set>
                                    <p:anim calcmode="lin" valueType="num">
                                      <p:cBhvr additive="base">
                                        <p:cTn id="17" dur="500" fill="hold"/>
                                        <p:tgtEl>
                                          <p:spTgt spid="9"/>
                                        </p:tgtEl>
                                        <p:attrNameLst>
                                          <p:attrName>ppt_x</p:attrName>
                                        </p:attrNameLst>
                                      </p:cBhvr>
                                      <p:tavLst>
                                        <p:tav tm="0">
                                          <p:val>
                                            <p:strVal val="1+#ppt_w/2"/>
                                          </p:val>
                                        </p:tav>
                                        <p:tav tm="100000">
                                          <p:val>
                                            <p:strVal val="#ppt_x"/>
                                          </p:val>
                                        </p:tav>
                                      </p:tavLst>
                                    </p:anim>
                                    <p:anim calcmode="lin" valueType="num">
                                      <p:cBhvr additive="base">
                                        <p:cTn id="18" dur="500" fill="hold"/>
                                        <p:tgtEl>
                                          <p:spTgt spid="9"/>
                                        </p:tgtEl>
                                        <p:attrNameLst>
                                          <p:attrName>ppt_y</p:attrName>
                                        </p:attrNameLst>
                                      </p:cBhvr>
                                      <p:tavLst>
                                        <p:tav tm="0">
                                          <p:val>
                                            <p:strVal val="#ppt_y"/>
                                          </p:val>
                                        </p:tav>
                                        <p:tav tm="100000">
                                          <p:val>
                                            <p:strVal val="#ppt_y"/>
                                          </p:val>
                                        </p:tav>
                                      </p:tavLst>
                                    </p:anim>
                                  </p:childTnLst>
                                </p:cTn>
                              </p:par>
                              <p:par>
                                <p:cTn id="19" presetID="2" presetClass="entr" presetSubtype="8" fill="hold" grpId="0" nodeType="withEffect">
                                  <p:stCondLst>
                                    <p:cond delay="850"/>
                                  </p:stCondLst>
                                  <p:childTnLst>
                                    <p:set>
                                      <p:cBhvr>
                                        <p:cTn id="20" dur="1" fill="hold">
                                          <p:stCondLst>
                                            <p:cond delay="0"/>
                                          </p:stCondLst>
                                        </p:cTn>
                                        <p:tgtEl>
                                          <p:spTgt spid="17"/>
                                        </p:tgtEl>
                                        <p:attrNameLst>
                                          <p:attrName>style.visibility</p:attrName>
                                        </p:attrNameLst>
                                      </p:cBhvr>
                                      <p:to>
                                        <p:strVal val="visible"/>
                                      </p:to>
                                    </p:set>
                                    <p:anim calcmode="lin" valueType="num">
                                      <p:cBhvr additive="base">
                                        <p:cTn id="21" dur="500" fill="hold"/>
                                        <p:tgtEl>
                                          <p:spTgt spid="17"/>
                                        </p:tgtEl>
                                        <p:attrNameLst>
                                          <p:attrName>ppt_x</p:attrName>
                                        </p:attrNameLst>
                                      </p:cBhvr>
                                      <p:tavLst>
                                        <p:tav tm="0">
                                          <p:val>
                                            <p:strVal val="0-#ppt_w/2"/>
                                          </p:val>
                                        </p:tav>
                                        <p:tav tm="100000">
                                          <p:val>
                                            <p:strVal val="#ppt_x"/>
                                          </p:val>
                                        </p:tav>
                                      </p:tavLst>
                                    </p:anim>
                                    <p:anim calcmode="lin" valueType="num">
                                      <p:cBhvr additive="base">
                                        <p:cTn id="22" dur="500" fill="hold"/>
                                        <p:tgtEl>
                                          <p:spTgt spid="17"/>
                                        </p:tgtEl>
                                        <p:attrNameLst>
                                          <p:attrName>ppt_y</p:attrName>
                                        </p:attrNameLst>
                                      </p:cBhvr>
                                      <p:tavLst>
                                        <p:tav tm="0">
                                          <p:val>
                                            <p:strVal val="#ppt_y"/>
                                          </p:val>
                                        </p:tav>
                                        <p:tav tm="100000">
                                          <p:val>
                                            <p:strVal val="#ppt_y"/>
                                          </p:val>
                                        </p:tav>
                                      </p:tavLst>
                                    </p:anim>
                                  </p:childTnLst>
                                </p:cTn>
                              </p:par>
                              <p:par>
                                <p:cTn id="23" presetID="14" presetClass="entr" presetSubtype="10" fill="hold" grpId="0" nodeType="withEffect">
                                  <p:stCondLst>
                                    <p:cond delay="2000"/>
                                  </p:stCondLst>
                                  <p:childTnLst>
                                    <p:set>
                                      <p:cBhvr>
                                        <p:cTn id="24" dur="1" fill="hold">
                                          <p:stCondLst>
                                            <p:cond delay="0"/>
                                          </p:stCondLst>
                                        </p:cTn>
                                        <p:tgtEl>
                                          <p:spTgt spid="10"/>
                                        </p:tgtEl>
                                        <p:attrNameLst>
                                          <p:attrName>style.visibility</p:attrName>
                                        </p:attrNameLst>
                                      </p:cBhvr>
                                      <p:to>
                                        <p:strVal val="visible"/>
                                      </p:to>
                                    </p:set>
                                    <p:animEffect transition="in" filter="randombar(horizontal)">
                                      <p:cBhvr>
                                        <p:cTn id="25" dur="400"/>
                                        <p:tgtEl>
                                          <p:spTgt spid="10"/>
                                        </p:tgtEl>
                                      </p:cBhvr>
                                    </p:animEffect>
                                  </p:childTnLst>
                                </p:cTn>
                              </p:par>
                              <p:par>
                                <p:cTn id="26" presetID="14" presetClass="entr" presetSubtype="10" fill="hold" grpId="0" nodeType="withEffect">
                                  <p:stCondLst>
                                    <p:cond delay="2000"/>
                                  </p:stCondLst>
                                  <p:childTnLst>
                                    <p:set>
                                      <p:cBhvr>
                                        <p:cTn id="27" dur="1" fill="hold">
                                          <p:stCondLst>
                                            <p:cond delay="0"/>
                                          </p:stCondLst>
                                        </p:cTn>
                                        <p:tgtEl>
                                          <p:spTgt spid="13"/>
                                        </p:tgtEl>
                                        <p:attrNameLst>
                                          <p:attrName>style.visibility</p:attrName>
                                        </p:attrNameLst>
                                      </p:cBhvr>
                                      <p:to>
                                        <p:strVal val="visible"/>
                                      </p:to>
                                    </p:set>
                                    <p:animEffect transition="in" filter="randombar(horizontal)">
                                      <p:cBhvr>
                                        <p:cTn id="28" dur="400"/>
                                        <p:tgtEl>
                                          <p:spTgt spid="13"/>
                                        </p:tgtEl>
                                      </p:cBhvr>
                                    </p:animEffect>
                                  </p:childTnLst>
                                </p:cTn>
                              </p:par>
                            </p:childTnLst>
                          </p:cTn>
                        </p:par>
                        <p:par>
                          <p:cTn id="29" fill="hold" nodeType="afterGroup">
                            <p:stCondLst>
                              <p:cond delay="2400"/>
                            </p:stCondLst>
                            <p:childTnLst>
                              <p:par>
                                <p:cTn id="30" presetID="2" presetClass="entr" presetSubtype="4"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additive="base">
                                        <p:cTn id="32" dur="500" fill="hold"/>
                                        <p:tgtEl>
                                          <p:spTgt spid="11"/>
                                        </p:tgtEl>
                                        <p:attrNameLst>
                                          <p:attrName>ppt_x</p:attrName>
                                        </p:attrNameLst>
                                      </p:cBhvr>
                                      <p:tavLst>
                                        <p:tav tm="0">
                                          <p:val>
                                            <p:strVal val="#ppt_x"/>
                                          </p:val>
                                        </p:tav>
                                        <p:tav tm="100000">
                                          <p:val>
                                            <p:strVal val="#ppt_x"/>
                                          </p:val>
                                        </p:tav>
                                      </p:tavLst>
                                    </p:anim>
                                    <p:anim calcmode="lin" valueType="num">
                                      <p:cBhvr additive="base">
                                        <p:cTn id="33" dur="500" fill="hold"/>
                                        <p:tgtEl>
                                          <p:spTgt spid="11"/>
                                        </p:tgtEl>
                                        <p:attrNameLst>
                                          <p:attrName>ppt_y</p:attrName>
                                        </p:attrNameLst>
                                      </p:cBhvr>
                                      <p:tavLst>
                                        <p:tav tm="0">
                                          <p:val>
                                            <p:strVal val="1+#ppt_h/2"/>
                                          </p:val>
                                        </p:tav>
                                        <p:tav tm="100000">
                                          <p:val>
                                            <p:strVal val="#ppt_y"/>
                                          </p:val>
                                        </p:tav>
                                      </p:tavLst>
                                    </p:anim>
                                  </p:childTnLst>
                                </p:cTn>
                              </p:par>
                              <p:par>
                                <p:cTn id="34" presetID="2" presetClass="entr" presetSubtype="4" fill="hold" grpId="0" nodeType="withEffect">
                                  <p:stCondLst>
                                    <p:cond delay="0"/>
                                  </p:stCondLst>
                                  <p:childTnLst>
                                    <p:set>
                                      <p:cBhvr>
                                        <p:cTn id="35" dur="1" fill="hold">
                                          <p:stCondLst>
                                            <p:cond delay="0"/>
                                          </p:stCondLst>
                                        </p:cTn>
                                        <p:tgtEl>
                                          <p:spTgt spid="8"/>
                                        </p:tgtEl>
                                        <p:attrNameLst>
                                          <p:attrName>style.visibility</p:attrName>
                                        </p:attrNameLst>
                                      </p:cBhvr>
                                      <p:to>
                                        <p:strVal val="visible"/>
                                      </p:to>
                                    </p:set>
                                    <p:anim calcmode="lin" valueType="num">
                                      <p:cBhvr additive="base">
                                        <p:cTn id="36" dur="500" fill="hold"/>
                                        <p:tgtEl>
                                          <p:spTgt spid="8"/>
                                        </p:tgtEl>
                                        <p:attrNameLst>
                                          <p:attrName>ppt_x</p:attrName>
                                        </p:attrNameLst>
                                      </p:cBhvr>
                                      <p:tavLst>
                                        <p:tav tm="0">
                                          <p:val>
                                            <p:strVal val="#ppt_x"/>
                                          </p:val>
                                        </p:tav>
                                        <p:tav tm="100000">
                                          <p:val>
                                            <p:strVal val="#ppt_x"/>
                                          </p:val>
                                        </p:tav>
                                      </p:tavLst>
                                    </p:anim>
                                    <p:anim calcmode="lin" valueType="num">
                                      <p:cBhvr additive="base">
                                        <p:cTn id="37" dur="500" fill="hold"/>
                                        <p:tgtEl>
                                          <p:spTgt spid="8"/>
                                        </p:tgtEl>
                                        <p:attrNameLst>
                                          <p:attrName>ppt_y</p:attrName>
                                        </p:attrNameLst>
                                      </p:cBhvr>
                                      <p:tavLst>
                                        <p:tav tm="0">
                                          <p:val>
                                            <p:strVal val="1+#ppt_h/2"/>
                                          </p:val>
                                        </p:tav>
                                        <p:tav tm="100000">
                                          <p:val>
                                            <p:strVal val="#ppt_y"/>
                                          </p:val>
                                        </p:tav>
                                      </p:tavLst>
                                    </p:anim>
                                  </p:childTnLst>
                                </p:cTn>
                              </p:par>
                              <p:par>
                                <p:cTn id="38" presetID="2" presetClass="entr" presetSubtype="1"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 calcmode="lin" valueType="num">
                                      <p:cBhvr additive="base">
                                        <p:cTn id="40" dur="500" fill="hold"/>
                                        <p:tgtEl>
                                          <p:spTgt spid="15"/>
                                        </p:tgtEl>
                                        <p:attrNameLst>
                                          <p:attrName>ppt_x</p:attrName>
                                        </p:attrNameLst>
                                      </p:cBhvr>
                                      <p:tavLst>
                                        <p:tav tm="0">
                                          <p:val>
                                            <p:strVal val="#ppt_x"/>
                                          </p:val>
                                        </p:tav>
                                        <p:tav tm="100000">
                                          <p:val>
                                            <p:strVal val="#ppt_x"/>
                                          </p:val>
                                        </p:tav>
                                      </p:tavLst>
                                    </p:anim>
                                    <p:anim calcmode="lin" valueType="num">
                                      <p:cBhvr additive="base">
                                        <p:cTn id="41" dur="500" fill="hold"/>
                                        <p:tgtEl>
                                          <p:spTgt spid="15"/>
                                        </p:tgtEl>
                                        <p:attrNameLst>
                                          <p:attrName>ppt_y</p:attrName>
                                        </p:attrNameLst>
                                      </p:cBhvr>
                                      <p:tavLst>
                                        <p:tav tm="0">
                                          <p:val>
                                            <p:strVal val="0-#ppt_h/2"/>
                                          </p:val>
                                        </p:tav>
                                        <p:tav tm="100000">
                                          <p:val>
                                            <p:strVal val="#ppt_y"/>
                                          </p:val>
                                        </p:tav>
                                      </p:tavLst>
                                    </p:anim>
                                  </p:childTnLst>
                                </p:cTn>
                              </p:par>
                              <p:par>
                                <p:cTn id="42" presetID="2" presetClass="entr" presetSubtype="1"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 calcmode="lin" valueType="num">
                                      <p:cBhvr additive="base">
                                        <p:cTn id="44" dur="500" fill="hold"/>
                                        <p:tgtEl>
                                          <p:spTgt spid="16"/>
                                        </p:tgtEl>
                                        <p:attrNameLst>
                                          <p:attrName>ppt_x</p:attrName>
                                        </p:attrNameLst>
                                      </p:cBhvr>
                                      <p:tavLst>
                                        <p:tav tm="0">
                                          <p:val>
                                            <p:strVal val="#ppt_x"/>
                                          </p:val>
                                        </p:tav>
                                        <p:tav tm="100000">
                                          <p:val>
                                            <p:strVal val="#ppt_x"/>
                                          </p:val>
                                        </p:tav>
                                      </p:tavLst>
                                    </p:anim>
                                    <p:anim calcmode="lin" valueType="num">
                                      <p:cBhvr additive="base">
                                        <p:cTn id="45" dur="500" fill="hold"/>
                                        <p:tgtEl>
                                          <p:spTgt spid="16"/>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p:bldP spid="11" grpId="0"/>
      <p:bldP spid="8" grpId="0" animBg="1"/>
      <p:bldP spid="15" grpId="0" animBg="1"/>
      <p:bldP spid="16" grpId="0"/>
      <p:bldP spid="17" grpId="0" animBg="1"/>
      <p:bldP spid="1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2"/>
          <p:cNvSpPr>
            <a:spLocks noChangeArrowheads="1"/>
          </p:cNvSpPr>
          <p:nvPr/>
        </p:nvSpPr>
        <p:spPr bwMode="auto">
          <a:xfrm>
            <a:off x="9961563" y="3938588"/>
            <a:ext cx="923925" cy="2260600"/>
          </a:xfrm>
          <a:prstGeom prst="rect">
            <a:avLst/>
          </a:prstGeom>
          <a:solidFill>
            <a:schemeClr val="accent1">
              <a:lumMod val="50000"/>
            </a:schemeClr>
          </a:solidFill>
          <a:ln>
            <a:noFill/>
          </a:ln>
        </p:spPr>
        <p:txBody>
          <a:bodyPr lIns="121912" tIns="60956" rIns="121912" bIns="60956" anchor="ct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ctr" fontAlgn="auto">
              <a:spcBef>
                <a:spcPct val="0"/>
              </a:spcBef>
              <a:spcAft>
                <a:spcPts val="0"/>
              </a:spcAft>
              <a:buFont typeface="Arial" charset="0"/>
              <a:buNone/>
              <a:defRPr/>
            </a:pPr>
            <a:endParaRPr lang="zh-CN" altLang="zh-CN" sz="2400">
              <a:solidFill>
                <a:schemeClr val="accent1">
                  <a:lumMod val="75000"/>
                </a:schemeClr>
              </a:solidFill>
              <a:sym typeface="微软雅黑" pitchFamily="34" charset="-122"/>
            </a:endParaRPr>
          </a:p>
        </p:txBody>
      </p:sp>
      <p:sp>
        <p:nvSpPr>
          <p:cNvPr id="42" name="矩形 37"/>
          <p:cNvSpPr>
            <a:spLocks noChangeArrowheads="1"/>
          </p:cNvSpPr>
          <p:nvPr/>
        </p:nvSpPr>
        <p:spPr bwMode="auto">
          <a:xfrm>
            <a:off x="5172075" y="3938588"/>
            <a:ext cx="4667250" cy="22606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12" tIns="60956" rIns="121912" bIns="60956"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3" name="矩形 46"/>
          <p:cNvSpPr>
            <a:spLocks noChangeAspect="1" noChangeArrowheads="1"/>
          </p:cNvSpPr>
          <p:nvPr/>
        </p:nvSpPr>
        <p:spPr bwMode="auto">
          <a:xfrm>
            <a:off x="1662113" y="3938588"/>
            <a:ext cx="3389312" cy="2260600"/>
          </a:xfrm>
          <a:prstGeom prst="rect">
            <a:avLst/>
          </a:prstGeom>
          <a:blipFill dpi="0" rotWithShape="1">
            <a:blip r:embed="rId3" cstate="print">
              <a:extLst>
                <a:ext uri="{28A0092B-C50C-407E-A947-70E740481C1C}">
                  <a14:useLocalDpi xmlns:a14="http://schemas.microsoft.com/office/drawing/2010/main" val="0"/>
                </a:ext>
              </a:extLst>
            </a:blip>
            <a:srcRect/>
            <a:stretch>
              <a:fillRect/>
            </a:stretch>
          </a:blipFill>
          <a:ln>
            <a:noFill/>
          </a:ln>
        </p:spPr>
        <p:txBody>
          <a:bodyPr lIns="121912" tIns="60956" rIns="121912" bIns="60956"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 name="矩形 47"/>
          <p:cNvSpPr>
            <a:spLocks noChangeAspect="1" noChangeArrowheads="1"/>
          </p:cNvSpPr>
          <p:nvPr/>
        </p:nvSpPr>
        <p:spPr bwMode="auto">
          <a:xfrm>
            <a:off x="4016375" y="1587500"/>
            <a:ext cx="3386138" cy="2257425"/>
          </a:xfrm>
          <a:prstGeom prst="rect">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txBody>
          <a:bodyPr lIns="121912" tIns="60956" rIns="121912" bIns="60956"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5" name="矩形 1"/>
          <p:cNvSpPr>
            <a:spLocks noChangeArrowheads="1"/>
          </p:cNvSpPr>
          <p:nvPr/>
        </p:nvSpPr>
        <p:spPr bwMode="auto">
          <a:xfrm>
            <a:off x="1662113" y="1584325"/>
            <a:ext cx="2260600" cy="2260600"/>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21912" tIns="60956" rIns="121912" bIns="60956"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FF8607"/>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6" name="矩形 59"/>
          <p:cNvSpPr>
            <a:spLocks noChangeAspect="1" noChangeArrowheads="1"/>
          </p:cNvSpPr>
          <p:nvPr/>
        </p:nvSpPr>
        <p:spPr bwMode="auto">
          <a:xfrm>
            <a:off x="7496175" y="1584325"/>
            <a:ext cx="3389313" cy="2260600"/>
          </a:xfrm>
          <a:prstGeom prst="rect">
            <a:avLst/>
          </a:prstGeom>
          <a:blipFill dpi="0" rotWithShape="1">
            <a:blip r:embed="rId5" cstate="print">
              <a:extLst>
                <a:ext uri="{28A0092B-C50C-407E-A947-70E740481C1C}">
                  <a14:useLocalDpi xmlns:a14="http://schemas.microsoft.com/office/drawing/2010/main" val="0"/>
                </a:ext>
              </a:extLst>
            </a:blip>
            <a:srcRect/>
            <a:stretch>
              <a:fillRect/>
            </a:stretch>
          </a:blipFill>
          <a:ln>
            <a:noFill/>
          </a:ln>
        </p:spPr>
        <p:txBody>
          <a:bodyPr lIns="121912" tIns="60956" rIns="121912" bIns="60956"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sz="2400">
              <a:solidFill>
                <a:srgbClr val="FFFFFF"/>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7" name="矩形 56"/>
          <p:cNvSpPr>
            <a:spLocks noChangeArrowheads="1"/>
          </p:cNvSpPr>
          <p:nvPr/>
        </p:nvSpPr>
        <p:spPr bwMode="auto">
          <a:xfrm>
            <a:off x="1662113" y="1681163"/>
            <a:ext cx="2152650" cy="41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2" tIns="60956" rIns="121912" bIns="609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fontAlgn="auto">
              <a:spcBef>
                <a:spcPct val="0"/>
              </a:spcBef>
              <a:spcAft>
                <a:spcPts val="0"/>
              </a:spcAft>
              <a:buFont typeface="Arial" charset="0"/>
              <a:buNone/>
              <a:defRPr/>
            </a:pPr>
            <a:r>
              <a:rPr lang="zh-CN" altLang="en-US" sz="1867" b="1" dirty="0">
                <a:solidFill>
                  <a:srgbClr val="FFFFFF"/>
                </a:solidFill>
                <a:sym typeface="微软雅黑" pitchFamily="34" charset="-122"/>
              </a:rPr>
              <a:t>添加主题</a:t>
            </a:r>
            <a:endParaRPr lang="zh-CN" altLang="en-US" sz="2667" dirty="0">
              <a:solidFill>
                <a:srgbClr val="FFFFFF"/>
              </a:solidFill>
              <a:latin typeface="Arial" charset="0"/>
              <a:ea typeface="宋体" pitchFamily="2" charset="-122"/>
            </a:endParaRPr>
          </a:p>
        </p:txBody>
      </p:sp>
      <p:sp>
        <p:nvSpPr>
          <p:cNvPr id="48" name="矩形 57"/>
          <p:cNvSpPr>
            <a:spLocks noChangeArrowheads="1"/>
          </p:cNvSpPr>
          <p:nvPr/>
        </p:nvSpPr>
        <p:spPr bwMode="auto">
          <a:xfrm>
            <a:off x="1795463" y="2163763"/>
            <a:ext cx="2152650" cy="66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2" tIns="60956" rIns="121912" bIns="609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algn="r" fontAlgn="auto">
              <a:lnSpc>
                <a:spcPts val="2133"/>
              </a:lnSpc>
              <a:spcBef>
                <a:spcPct val="0"/>
              </a:spcBef>
              <a:spcAft>
                <a:spcPts val="0"/>
              </a:spcAft>
              <a:buFont typeface="Arial" charset="0"/>
              <a:buNone/>
              <a:defRPr/>
            </a:pPr>
            <a:r>
              <a:rPr lang="zh-CN" altLang="en-US" sz="1467" dirty="0">
                <a:solidFill>
                  <a:srgbClr val="FFFFFF">
                    <a:lumMod val="95000"/>
                  </a:srgbClr>
                </a:solidFill>
                <a:sym typeface="微软雅黑" pitchFamily="34" charset="-122"/>
              </a:rPr>
              <a:t>文字描述，总结概括，内容大纲。</a:t>
            </a:r>
            <a:r>
              <a:rPr lang="en-US" altLang="zh-CN" sz="1467" dirty="0">
                <a:solidFill>
                  <a:srgbClr val="FFFFFF">
                    <a:lumMod val="95000"/>
                  </a:srgbClr>
                </a:solidFill>
                <a:sym typeface="微软雅黑" pitchFamily="34" charset="-122"/>
              </a:rPr>
              <a:t> </a:t>
            </a:r>
            <a:endParaRPr lang="zh-CN" altLang="en-US" sz="1467" dirty="0">
              <a:solidFill>
                <a:srgbClr val="FFFFFF">
                  <a:lumMod val="95000"/>
                </a:srgbClr>
              </a:solidFill>
              <a:sym typeface="微软雅黑" pitchFamily="34" charset="-122"/>
            </a:endParaRPr>
          </a:p>
        </p:txBody>
      </p:sp>
      <p:sp>
        <p:nvSpPr>
          <p:cNvPr id="49" name="矩形 44"/>
          <p:cNvSpPr>
            <a:spLocks noChangeArrowheads="1"/>
          </p:cNvSpPr>
          <p:nvPr/>
        </p:nvSpPr>
        <p:spPr bwMode="auto">
          <a:xfrm>
            <a:off x="5302250" y="4079875"/>
            <a:ext cx="3098800" cy="411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2" tIns="60956" rIns="121912" bIns="609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spcBef>
                <a:spcPct val="0"/>
              </a:spcBef>
              <a:spcAft>
                <a:spcPts val="0"/>
              </a:spcAft>
              <a:buFont typeface="Arial" charset="0"/>
              <a:buNone/>
              <a:defRPr/>
            </a:pPr>
            <a:r>
              <a:rPr lang="zh-CN" altLang="en-US" sz="1867" b="1" dirty="0">
                <a:solidFill>
                  <a:srgbClr val="FFFFFF"/>
                </a:solidFill>
                <a:sym typeface="微软雅黑" pitchFamily="34" charset="-122"/>
              </a:rPr>
              <a:t>添加主题</a:t>
            </a:r>
            <a:endParaRPr lang="zh-CN" altLang="en-US" sz="2667" dirty="0">
              <a:solidFill>
                <a:srgbClr val="FFFFFF"/>
              </a:solidFill>
              <a:latin typeface="Arial" charset="0"/>
              <a:ea typeface="宋体" pitchFamily="2" charset="-122"/>
            </a:endParaRPr>
          </a:p>
        </p:txBody>
      </p:sp>
      <p:sp>
        <p:nvSpPr>
          <p:cNvPr id="50" name="矩形 45"/>
          <p:cNvSpPr>
            <a:spLocks noChangeArrowheads="1"/>
          </p:cNvSpPr>
          <p:nvPr/>
        </p:nvSpPr>
        <p:spPr bwMode="auto">
          <a:xfrm>
            <a:off x="5302250" y="4483100"/>
            <a:ext cx="4281488"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21912" tIns="60956" rIns="121912" bIns="60956">
            <a:spAutoFit/>
          </a:bodyPr>
          <a:lstStyle>
            <a:lvl1pPr>
              <a:spcBef>
                <a:spcPct val="20000"/>
              </a:spcBef>
              <a:buFont typeface="Arial" charset="0"/>
              <a:buChar char="•"/>
              <a:defRPr sz="3200">
                <a:solidFill>
                  <a:schemeClr val="tx1"/>
                </a:solidFill>
                <a:latin typeface="微软雅黑" pitchFamily="34" charset="-122"/>
                <a:ea typeface="微软雅黑" pitchFamily="34" charset="-122"/>
                <a:sym typeface="Calibri" pitchFamily="34" charset="0"/>
              </a:defRPr>
            </a:lvl1pPr>
            <a:lvl2pPr marL="742950" indent="-285750">
              <a:spcBef>
                <a:spcPct val="20000"/>
              </a:spcBef>
              <a:buFont typeface="Arial" charset="0"/>
              <a:buChar char="–"/>
              <a:defRPr sz="2800">
                <a:solidFill>
                  <a:schemeClr val="tx1"/>
                </a:solidFill>
                <a:latin typeface="微软雅黑" pitchFamily="34" charset="-122"/>
                <a:ea typeface="微软雅黑" pitchFamily="34" charset="-122"/>
                <a:sym typeface="Calibri" pitchFamily="34" charset="0"/>
              </a:defRPr>
            </a:lvl2pPr>
            <a:lvl3pPr marL="1143000" indent="-228600">
              <a:spcBef>
                <a:spcPct val="20000"/>
              </a:spcBef>
              <a:buFont typeface="Arial" charset="0"/>
              <a:buChar char="•"/>
              <a:defRPr sz="2400">
                <a:solidFill>
                  <a:schemeClr val="tx1"/>
                </a:solidFill>
                <a:latin typeface="微软雅黑" pitchFamily="34" charset="-122"/>
                <a:ea typeface="微软雅黑" pitchFamily="34" charset="-122"/>
                <a:sym typeface="Calibri" pitchFamily="34" charset="0"/>
              </a:defRPr>
            </a:lvl3pPr>
            <a:lvl4pPr marL="16002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4pPr>
            <a:lvl5pPr marL="2057400" indent="-228600">
              <a:spcBef>
                <a:spcPct val="20000"/>
              </a:spcBef>
              <a:buFont typeface="Arial" charset="0"/>
              <a:buChar char="»"/>
              <a:defRPr sz="2000">
                <a:solidFill>
                  <a:schemeClr val="tx1"/>
                </a:solidFill>
                <a:latin typeface="微软雅黑" pitchFamily="34" charset="-122"/>
                <a:ea typeface="微软雅黑" pitchFamily="34" charset="-122"/>
                <a:sym typeface="Calibri" pitchFamily="34" charset="0"/>
              </a:defRPr>
            </a:lvl5pPr>
            <a:lvl6pPr marL="25146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6pPr>
            <a:lvl7pPr marL="29718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7pPr>
            <a:lvl8pPr marL="34290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8pPr>
            <a:lvl9pPr marL="3886200" indent="-228600" eaLnBrk="0" fontAlgn="base" hangingPunct="0">
              <a:spcBef>
                <a:spcPct val="20000"/>
              </a:spcBef>
              <a:spcAft>
                <a:spcPct val="0"/>
              </a:spcAft>
              <a:buFont typeface="Arial" charset="0"/>
              <a:buChar char="»"/>
              <a:defRPr sz="2000">
                <a:solidFill>
                  <a:schemeClr val="tx1"/>
                </a:solidFill>
                <a:latin typeface="微软雅黑" pitchFamily="34" charset="-122"/>
                <a:ea typeface="微软雅黑" pitchFamily="34" charset="-122"/>
                <a:sym typeface="Calibri" pitchFamily="34" charset="0"/>
              </a:defRPr>
            </a:lvl9pPr>
          </a:lstStyle>
          <a:p>
            <a:pPr fontAlgn="auto">
              <a:spcBef>
                <a:spcPct val="0"/>
              </a:spcBef>
              <a:spcAft>
                <a:spcPts val="0"/>
              </a:spcAft>
              <a:buFont typeface="Arial" charset="0"/>
              <a:buNone/>
              <a:defRPr/>
            </a:pPr>
            <a:r>
              <a:rPr lang="zh-CN" altLang="en-US" sz="1467" dirty="0">
                <a:solidFill>
                  <a:srgbClr val="FFFFFF"/>
                </a:solidFill>
              </a:rPr>
              <a:t>在此录入上述图表的综合分析说明，在此录入上述图表的综合分析说明，在此录入上述图表的综合分析说明。 </a:t>
            </a:r>
          </a:p>
        </p:txBody>
      </p:sp>
      <p:sp>
        <p:nvSpPr>
          <p:cNvPr id="63500" name="TextBox 88"/>
          <p:cNvSpPr txBox="1">
            <a:spLocks noChangeArrowheads="1"/>
          </p:cNvSpPr>
          <p:nvPr/>
        </p:nvSpPr>
        <p:spPr bwMode="auto">
          <a:xfrm>
            <a:off x="1987550" y="54133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成功作品展示</a:t>
            </a:r>
          </a:p>
        </p:txBody>
      </p:sp>
    </p:spTree>
  </p:cSld>
  <p:clrMapOvr>
    <a:masterClrMapping/>
  </p:clrMapOvr>
  <p:transition spd="slow" advTm="0">
    <p:fade/>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8" fill="hold" grpId="0"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0-#ppt_w/2"/>
                                          </p:val>
                                        </p:tav>
                                        <p:tav tm="100000">
                                          <p:val>
                                            <p:strVal val="#ppt_x"/>
                                          </p:val>
                                        </p:tav>
                                      </p:tavLst>
                                    </p:anim>
                                    <p:anim calcmode="lin" valueType="num">
                                      <p:cBhvr additive="base">
                                        <p:cTn id="8" dur="500" fill="hold"/>
                                        <p:tgtEl>
                                          <p:spTgt spid="45"/>
                                        </p:tgtEl>
                                        <p:attrNameLst>
                                          <p:attrName>ppt_y</p:attrName>
                                        </p:attrNameLst>
                                      </p:cBhvr>
                                      <p:tavLst>
                                        <p:tav tm="0">
                                          <p:val>
                                            <p:strVal val="#ppt_y"/>
                                          </p:val>
                                        </p:tav>
                                        <p:tav tm="100000">
                                          <p:val>
                                            <p:strVal val="#ppt_y"/>
                                          </p:val>
                                        </p:tav>
                                      </p:tavLst>
                                    </p:anim>
                                  </p:childTnLst>
                                </p:cTn>
                              </p:par>
                            </p:childTnLst>
                          </p:cTn>
                        </p:par>
                        <p:par>
                          <p:cTn id="9" fill="hold" nodeType="afterGroup">
                            <p:stCondLst>
                              <p:cond delay="500"/>
                            </p:stCondLst>
                            <p:childTnLst>
                              <p:par>
                                <p:cTn id="10" presetID="2" presetClass="entr" presetSubtype="8" fill="hold" grpId="0" nodeType="afterEffect">
                                  <p:stCondLst>
                                    <p:cond delay="0"/>
                                  </p:stCondLst>
                                  <p:childTnLst>
                                    <p:set>
                                      <p:cBhvr>
                                        <p:cTn id="11" dur="1" fill="hold">
                                          <p:stCondLst>
                                            <p:cond delay="0"/>
                                          </p:stCondLst>
                                        </p:cTn>
                                        <p:tgtEl>
                                          <p:spTgt spid="44"/>
                                        </p:tgtEl>
                                        <p:attrNameLst>
                                          <p:attrName>style.visibility</p:attrName>
                                        </p:attrNameLst>
                                      </p:cBhvr>
                                      <p:to>
                                        <p:strVal val="visible"/>
                                      </p:to>
                                    </p:set>
                                    <p:anim calcmode="lin" valueType="num">
                                      <p:cBhvr additive="base">
                                        <p:cTn id="12" dur="500" fill="hold"/>
                                        <p:tgtEl>
                                          <p:spTgt spid="44"/>
                                        </p:tgtEl>
                                        <p:attrNameLst>
                                          <p:attrName>ppt_x</p:attrName>
                                        </p:attrNameLst>
                                      </p:cBhvr>
                                      <p:tavLst>
                                        <p:tav tm="0">
                                          <p:val>
                                            <p:strVal val="0-#ppt_w/2"/>
                                          </p:val>
                                        </p:tav>
                                        <p:tav tm="100000">
                                          <p:val>
                                            <p:strVal val="#ppt_x"/>
                                          </p:val>
                                        </p:tav>
                                      </p:tavLst>
                                    </p:anim>
                                    <p:anim calcmode="lin" valueType="num">
                                      <p:cBhvr additive="base">
                                        <p:cTn id="13" dur="500" fill="hold"/>
                                        <p:tgtEl>
                                          <p:spTgt spid="44"/>
                                        </p:tgtEl>
                                        <p:attrNameLst>
                                          <p:attrName>ppt_y</p:attrName>
                                        </p:attrNameLst>
                                      </p:cBhvr>
                                      <p:tavLst>
                                        <p:tav tm="0">
                                          <p:val>
                                            <p:strVal val="#ppt_y"/>
                                          </p:val>
                                        </p:tav>
                                        <p:tav tm="100000">
                                          <p:val>
                                            <p:strVal val="#ppt_y"/>
                                          </p:val>
                                        </p:tav>
                                      </p:tavLst>
                                    </p:anim>
                                  </p:childTnLst>
                                </p:cTn>
                              </p:par>
                            </p:childTnLst>
                          </p:cTn>
                        </p:par>
                        <p:par>
                          <p:cTn id="14" fill="hold" nodeType="afterGroup">
                            <p:stCondLst>
                              <p:cond delay="1000"/>
                            </p:stCondLst>
                            <p:childTnLst>
                              <p:par>
                                <p:cTn id="15" presetID="2" presetClass="entr" presetSubtype="2" fill="hold" grpId="0" nodeType="afterEffect">
                                  <p:stCondLst>
                                    <p:cond delay="0"/>
                                  </p:stCondLst>
                                  <p:childTnLst>
                                    <p:set>
                                      <p:cBhvr>
                                        <p:cTn id="16" dur="1" fill="hold">
                                          <p:stCondLst>
                                            <p:cond delay="0"/>
                                          </p:stCondLst>
                                        </p:cTn>
                                        <p:tgtEl>
                                          <p:spTgt spid="46"/>
                                        </p:tgtEl>
                                        <p:attrNameLst>
                                          <p:attrName>style.visibility</p:attrName>
                                        </p:attrNameLst>
                                      </p:cBhvr>
                                      <p:to>
                                        <p:strVal val="visible"/>
                                      </p:to>
                                    </p:set>
                                    <p:anim calcmode="lin" valueType="num">
                                      <p:cBhvr additive="base">
                                        <p:cTn id="17" dur="500" fill="hold"/>
                                        <p:tgtEl>
                                          <p:spTgt spid="46"/>
                                        </p:tgtEl>
                                        <p:attrNameLst>
                                          <p:attrName>ppt_x</p:attrName>
                                        </p:attrNameLst>
                                      </p:cBhvr>
                                      <p:tavLst>
                                        <p:tav tm="0">
                                          <p:val>
                                            <p:strVal val="1+#ppt_w/2"/>
                                          </p:val>
                                        </p:tav>
                                        <p:tav tm="100000">
                                          <p:val>
                                            <p:strVal val="#ppt_x"/>
                                          </p:val>
                                        </p:tav>
                                      </p:tavLst>
                                    </p:anim>
                                    <p:anim calcmode="lin" valueType="num">
                                      <p:cBhvr additive="base">
                                        <p:cTn id="18" dur="500" fill="hold"/>
                                        <p:tgtEl>
                                          <p:spTgt spid="46"/>
                                        </p:tgtEl>
                                        <p:attrNameLst>
                                          <p:attrName>ppt_y</p:attrName>
                                        </p:attrNameLst>
                                      </p:cBhvr>
                                      <p:tavLst>
                                        <p:tav tm="0">
                                          <p:val>
                                            <p:strVal val="#ppt_y"/>
                                          </p:val>
                                        </p:tav>
                                        <p:tav tm="100000">
                                          <p:val>
                                            <p:strVal val="#ppt_y"/>
                                          </p:val>
                                        </p:tav>
                                      </p:tavLst>
                                    </p:anim>
                                  </p:childTnLst>
                                </p:cTn>
                              </p:par>
                            </p:childTnLst>
                          </p:cTn>
                        </p:par>
                        <p:par>
                          <p:cTn id="19" fill="hold" nodeType="afterGroup">
                            <p:stCondLst>
                              <p:cond delay="1500"/>
                            </p:stCondLst>
                            <p:childTnLst>
                              <p:par>
                                <p:cTn id="20" presetID="2" presetClass="entr" presetSubtype="8"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 calcmode="lin" valueType="num">
                                      <p:cBhvr additive="base">
                                        <p:cTn id="22" dur="500" fill="hold"/>
                                        <p:tgtEl>
                                          <p:spTgt spid="43"/>
                                        </p:tgtEl>
                                        <p:attrNameLst>
                                          <p:attrName>ppt_x</p:attrName>
                                        </p:attrNameLst>
                                      </p:cBhvr>
                                      <p:tavLst>
                                        <p:tav tm="0">
                                          <p:val>
                                            <p:strVal val="0-#ppt_w/2"/>
                                          </p:val>
                                        </p:tav>
                                        <p:tav tm="100000">
                                          <p:val>
                                            <p:strVal val="#ppt_x"/>
                                          </p:val>
                                        </p:tav>
                                      </p:tavLst>
                                    </p:anim>
                                    <p:anim calcmode="lin" valueType="num">
                                      <p:cBhvr additive="base">
                                        <p:cTn id="23" dur="500" fill="hold"/>
                                        <p:tgtEl>
                                          <p:spTgt spid="43"/>
                                        </p:tgtEl>
                                        <p:attrNameLst>
                                          <p:attrName>ppt_y</p:attrName>
                                        </p:attrNameLst>
                                      </p:cBhvr>
                                      <p:tavLst>
                                        <p:tav tm="0">
                                          <p:val>
                                            <p:strVal val="#ppt_y"/>
                                          </p:val>
                                        </p:tav>
                                        <p:tav tm="100000">
                                          <p:val>
                                            <p:strVal val="#ppt_y"/>
                                          </p:val>
                                        </p:tav>
                                      </p:tavLst>
                                    </p:anim>
                                  </p:childTnLst>
                                </p:cTn>
                              </p:par>
                            </p:childTnLst>
                          </p:cTn>
                        </p:par>
                        <p:par>
                          <p:cTn id="24" fill="hold" nodeType="afterGroup">
                            <p:stCondLst>
                              <p:cond delay="2000"/>
                            </p:stCondLst>
                            <p:childTnLst>
                              <p:par>
                                <p:cTn id="25" presetID="2" presetClass="entr" presetSubtype="2" fill="hold" grpId="0" nodeType="afterEffect">
                                  <p:stCondLst>
                                    <p:cond delay="0"/>
                                  </p:stCondLst>
                                  <p:childTnLst>
                                    <p:set>
                                      <p:cBhvr>
                                        <p:cTn id="26" dur="1" fill="hold">
                                          <p:stCondLst>
                                            <p:cond delay="0"/>
                                          </p:stCondLst>
                                        </p:cTn>
                                        <p:tgtEl>
                                          <p:spTgt spid="42"/>
                                        </p:tgtEl>
                                        <p:attrNameLst>
                                          <p:attrName>style.visibility</p:attrName>
                                        </p:attrNameLst>
                                      </p:cBhvr>
                                      <p:to>
                                        <p:strVal val="visible"/>
                                      </p:to>
                                    </p:set>
                                    <p:anim calcmode="lin" valueType="num">
                                      <p:cBhvr additive="base">
                                        <p:cTn id="27" dur="500" fill="hold"/>
                                        <p:tgtEl>
                                          <p:spTgt spid="42"/>
                                        </p:tgtEl>
                                        <p:attrNameLst>
                                          <p:attrName>ppt_x</p:attrName>
                                        </p:attrNameLst>
                                      </p:cBhvr>
                                      <p:tavLst>
                                        <p:tav tm="0">
                                          <p:val>
                                            <p:strVal val="1+#ppt_w/2"/>
                                          </p:val>
                                        </p:tav>
                                        <p:tav tm="100000">
                                          <p:val>
                                            <p:strVal val="#ppt_x"/>
                                          </p:val>
                                        </p:tav>
                                      </p:tavLst>
                                    </p:anim>
                                    <p:anim calcmode="lin" valueType="num">
                                      <p:cBhvr additive="base">
                                        <p:cTn id="28" dur="500" fill="hold"/>
                                        <p:tgtEl>
                                          <p:spTgt spid="42"/>
                                        </p:tgtEl>
                                        <p:attrNameLst>
                                          <p:attrName>ppt_y</p:attrName>
                                        </p:attrNameLst>
                                      </p:cBhvr>
                                      <p:tavLst>
                                        <p:tav tm="0">
                                          <p:val>
                                            <p:strVal val="#ppt_y"/>
                                          </p:val>
                                        </p:tav>
                                        <p:tav tm="100000">
                                          <p:val>
                                            <p:strVal val="#ppt_y"/>
                                          </p:val>
                                        </p:tav>
                                      </p:tavLst>
                                    </p:anim>
                                  </p:childTnLst>
                                </p:cTn>
                              </p:par>
                            </p:childTnLst>
                          </p:cTn>
                        </p:par>
                        <p:par>
                          <p:cTn id="29" fill="hold" nodeType="afterGroup">
                            <p:stCondLst>
                              <p:cond delay="2500"/>
                            </p:stCondLst>
                            <p:childTnLst>
                              <p:par>
                                <p:cTn id="30" presetID="2" presetClass="entr" presetSubtype="2" fill="hold" grpId="0" nodeType="afterEffect">
                                  <p:stCondLst>
                                    <p:cond delay="0"/>
                                  </p:stCondLst>
                                  <p:childTnLst>
                                    <p:set>
                                      <p:cBhvr>
                                        <p:cTn id="31" dur="1" fill="hold">
                                          <p:stCondLst>
                                            <p:cond delay="0"/>
                                          </p:stCondLst>
                                        </p:cTn>
                                        <p:tgtEl>
                                          <p:spTgt spid="41"/>
                                        </p:tgtEl>
                                        <p:attrNameLst>
                                          <p:attrName>style.visibility</p:attrName>
                                        </p:attrNameLst>
                                      </p:cBhvr>
                                      <p:to>
                                        <p:strVal val="visible"/>
                                      </p:to>
                                    </p:set>
                                    <p:anim calcmode="lin" valueType="num">
                                      <p:cBhvr additive="base">
                                        <p:cTn id="32" dur="500" fill="hold"/>
                                        <p:tgtEl>
                                          <p:spTgt spid="41"/>
                                        </p:tgtEl>
                                        <p:attrNameLst>
                                          <p:attrName>ppt_x</p:attrName>
                                        </p:attrNameLst>
                                      </p:cBhvr>
                                      <p:tavLst>
                                        <p:tav tm="0">
                                          <p:val>
                                            <p:strVal val="1+#ppt_w/2"/>
                                          </p:val>
                                        </p:tav>
                                        <p:tav tm="100000">
                                          <p:val>
                                            <p:strVal val="#ppt_x"/>
                                          </p:val>
                                        </p:tav>
                                      </p:tavLst>
                                    </p:anim>
                                    <p:anim calcmode="lin" valueType="num">
                                      <p:cBhvr additive="base">
                                        <p:cTn id="33" dur="500" fill="hold"/>
                                        <p:tgtEl>
                                          <p:spTgt spid="41"/>
                                        </p:tgtEl>
                                        <p:attrNameLst>
                                          <p:attrName>ppt_y</p:attrName>
                                        </p:attrNameLst>
                                      </p:cBhvr>
                                      <p:tavLst>
                                        <p:tav tm="0">
                                          <p:val>
                                            <p:strVal val="#ppt_y"/>
                                          </p:val>
                                        </p:tav>
                                        <p:tav tm="100000">
                                          <p:val>
                                            <p:strVal val="#ppt_y"/>
                                          </p:val>
                                        </p:tav>
                                      </p:tavLst>
                                    </p:anim>
                                  </p:childTnLst>
                                </p:cTn>
                              </p:par>
                            </p:childTnLst>
                          </p:cTn>
                        </p:par>
                        <p:par>
                          <p:cTn id="34" fill="hold" nodeType="afterGroup">
                            <p:stCondLst>
                              <p:cond delay="3000"/>
                            </p:stCondLst>
                            <p:childTnLst>
                              <p:par>
                                <p:cTn id="35" presetID="22" presetClass="entr" presetSubtype="1" fill="hold" grpId="0" nodeType="afterEffect">
                                  <p:stCondLst>
                                    <p:cond delay="0"/>
                                  </p:stCondLst>
                                  <p:childTnLst>
                                    <p:set>
                                      <p:cBhvr>
                                        <p:cTn id="36" dur="1" fill="hold">
                                          <p:stCondLst>
                                            <p:cond delay="0"/>
                                          </p:stCondLst>
                                        </p:cTn>
                                        <p:tgtEl>
                                          <p:spTgt spid="47"/>
                                        </p:tgtEl>
                                        <p:attrNameLst>
                                          <p:attrName>style.visibility</p:attrName>
                                        </p:attrNameLst>
                                      </p:cBhvr>
                                      <p:to>
                                        <p:strVal val="visible"/>
                                      </p:to>
                                    </p:set>
                                    <p:animEffect transition="in" filter="wipe(up)">
                                      <p:cBhvr>
                                        <p:cTn id="37" dur="500"/>
                                        <p:tgtEl>
                                          <p:spTgt spid="47"/>
                                        </p:tgtEl>
                                      </p:cBhvr>
                                    </p:animEffect>
                                  </p:childTnLst>
                                </p:cTn>
                              </p:par>
                            </p:childTnLst>
                          </p:cTn>
                        </p:par>
                        <p:par>
                          <p:cTn id="38" fill="hold" nodeType="afterGroup">
                            <p:stCondLst>
                              <p:cond delay="3500"/>
                            </p:stCondLst>
                            <p:childTnLst>
                              <p:par>
                                <p:cTn id="39" presetID="22" presetClass="entr" presetSubtype="1" fill="hold" grpId="0" nodeType="afterEffect">
                                  <p:stCondLst>
                                    <p:cond delay="0"/>
                                  </p:stCondLst>
                                  <p:childTnLst>
                                    <p:set>
                                      <p:cBhvr>
                                        <p:cTn id="40" dur="1" fill="hold">
                                          <p:stCondLst>
                                            <p:cond delay="0"/>
                                          </p:stCondLst>
                                        </p:cTn>
                                        <p:tgtEl>
                                          <p:spTgt spid="48"/>
                                        </p:tgtEl>
                                        <p:attrNameLst>
                                          <p:attrName>style.visibility</p:attrName>
                                        </p:attrNameLst>
                                      </p:cBhvr>
                                      <p:to>
                                        <p:strVal val="visible"/>
                                      </p:to>
                                    </p:set>
                                    <p:animEffect transition="in" filter="wipe(up)">
                                      <p:cBhvr>
                                        <p:cTn id="41" dur="500"/>
                                        <p:tgtEl>
                                          <p:spTgt spid="48"/>
                                        </p:tgtEl>
                                      </p:cBhvr>
                                    </p:animEffect>
                                  </p:childTnLst>
                                </p:cTn>
                              </p:par>
                            </p:childTnLst>
                          </p:cTn>
                        </p:par>
                        <p:par>
                          <p:cTn id="42" fill="hold" nodeType="afterGroup">
                            <p:stCondLst>
                              <p:cond delay="4000"/>
                            </p:stCondLst>
                            <p:childTnLst>
                              <p:par>
                                <p:cTn id="43" presetID="22" presetClass="entr" presetSubtype="1" fill="hold" grpId="0" nodeType="afterEffect">
                                  <p:stCondLst>
                                    <p:cond delay="0"/>
                                  </p:stCondLst>
                                  <p:childTnLst>
                                    <p:set>
                                      <p:cBhvr>
                                        <p:cTn id="44" dur="1" fill="hold">
                                          <p:stCondLst>
                                            <p:cond delay="0"/>
                                          </p:stCondLst>
                                        </p:cTn>
                                        <p:tgtEl>
                                          <p:spTgt spid="49"/>
                                        </p:tgtEl>
                                        <p:attrNameLst>
                                          <p:attrName>style.visibility</p:attrName>
                                        </p:attrNameLst>
                                      </p:cBhvr>
                                      <p:to>
                                        <p:strVal val="visible"/>
                                      </p:to>
                                    </p:set>
                                    <p:animEffect transition="in" filter="wipe(up)">
                                      <p:cBhvr>
                                        <p:cTn id="45" dur="500"/>
                                        <p:tgtEl>
                                          <p:spTgt spid="49"/>
                                        </p:tgtEl>
                                      </p:cBhvr>
                                    </p:animEffect>
                                  </p:childTnLst>
                                </p:cTn>
                              </p:par>
                            </p:childTnLst>
                          </p:cTn>
                        </p:par>
                        <p:par>
                          <p:cTn id="46" fill="hold" nodeType="afterGroup">
                            <p:stCondLst>
                              <p:cond delay="4500"/>
                            </p:stCondLst>
                            <p:childTnLst>
                              <p:par>
                                <p:cTn id="47" presetID="22" presetClass="entr" presetSubtype="1" fill="hold" grpId="0" nodeType="afterEffect">
                                  <p:stCondLst>
                                    <p:cond delay="0"/>
                                  </p:stCondLst>
                                  <p:childTnLst>
                                    <p:set>
                                      <p:cBhvr>
                                        <p:cTn id="48" dur="1" fill="hold">
                                          <p:stCondLst>
                                            <p:cond delay="0"/>
                                          </p:stCondLst>
                                        </p:cTn>
                                        <p:tgtEl>
                                          <p:spTgt spid="50"/>
                                        </p:tgtEl>
                                        <p:attrNameLst>
                                          <p:attrName>style.visibility</p:attrName>
                                        </p:attrNameLst>
                                      </p:cBhvr>
                                      <p:to>
                                        <p:strVal val="visible"/>
                                      </p:to>
                                    </p:set>
                                    <p:animEffect transition="in" filter="wipe(up)">
                                      <p:cBhvr>
                                        <p:cTn id="49"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animBg="1"/>
      <p:bldP spid="43" grpId="0" animBg="1"/>
      <p:bldP spid="44" grpId="0" animBg="1"/>
      <p:bldP spid="45" grpId="0" animBg="1"/>
      <p:bldP spid="46" grpId="0" animBg="1"/>
      <p:bldP spid="47" grpId="0"/>
      <p:bldP spid="48" grpId="0"/>
      <p:bldP spid="49" grpId="0"/>
      <p:bldP spid="5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文本框 2"/>
          <p:cNvSpPr>
            <a:spLocks noChangeArrowheads="1"/>
          </p:cNvSpPr>
          <p:nvPr/>
        </p:nvSpPr>
        <p:spPr bwMode="auto">
          <a:xfrm>
            <a:off x="5499100" y="887413"/>
            <a:ext cx="3070071" cy="24006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0" dirty="0">
                <a:solidFill>
                  <a:srgbClr val="393939"/>
                </a:solidFill>
                <a:latin typeface="方正姚体" panose="02010601030101010101" pitchFamily="2" charset="-122"/>
                <a:ea typeface="方正姚体" panose="02010601030101010101" pitchFamily="2" charset="-122"/>
                <a:sym typeface="方正姚体" panose="02010601030101010101" pitchFamily="2" charset="-122"/>
              </a:rPr>
              <a:t>041</a:t>
            </a:r>
            <a:endParaRPr lang="zh-CN" altLang="en-US" sz="15000" dirty="0">
              <a:solidFill>
                <a:srgbClr val="393939"/>
              </a:solidFill>
              <a:latin typeface="方正姚体" panose="02010601030101010101" pitchFamily="2" charset="-122"/>
              <a:ea typeface="方正姚体" panose="02010601030101010101" pitchFamily="2" charset="-122"/>
              <a:sym typeface="方正姚体" panose="02010601030101010101" pitchFamily="2" charset="-122"/>
            </a:endParaRPr>
          </a:p>
        </p:txBody>
      </p:sp>
      <p:sp>
        <p:nvSpPr>
          <p:cNvPr id="10" name="矩形 136"/>
          <p:cNvSpPr>
            <a:spLocks noChangeArrowheads="1"/>
          </p:cNvSpPr>
          <p:nvPr/>
        </p:nvSpPr>
        <p:spPr bwMode="auto">
          <a:xfrm>
            <a:off x="3433763" y="3463925"/>
            <a:ext cx="5262979" cy="11079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zh-CN" altLang="en-US" sz="6600" dirty="0">
                <a:solidFill>
                  <a:srgbClr val="1557AE"/>
                </a:solidFill>
                <a:latin typeface="微软雅黑" pitchFamily="34" charset="-122"/>
                <a:ea typeface="微软雅黑" pitchFamily="34" charset="-122"/>
                <a:sym typeface="微软雅黑" pitchFamily="34" charset="-122"/>
              </a:rPr>
              <a:t>明年工作计划</a:t>
            </a:r>
          </a:p>
        </p:txBody>
      </p:sp>
      <p:sp>
        <p:nvSpPr>
          <p:cNvPr id="12" name="TextBox 11"/>
          <p:cNvSpPr txBox="1"/>
          <p:nvPr/>
        </p:nvSpPr>
        <p:spPr>
          <a:xfrm>
            <a:off x="3598863"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3" name="TextBox 12"/>
          <p:cNvSpPr txBox="1"/>
          <p:nvPr/>
        </p:nvSpPr>
        <p:spPr>
          <a:xfrm>
            <a:off x="6269038" y="487997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4" name="TextBox 11"/>
          <p:cNvSpPr txBox="1"/>
          <p:nvPr/>
        </p:nvSpPr>
        <p:spPr>
          <a:xfrm>
            <a:off x="3598863"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sp>
        <p:nvSpPr>
          <p:cNvPr id="15" name="TextBox 11"/>
          <p:cNvSpPr txBox="1"/>
          <p:nvPr/>
        </p:nvSpPr>
        <p:spPr>
          <a:xfrm>
            <a:off x="6269038" y="5254625"/>
            <a:ext cx="2101850" cy="354013"/>
          </a:xfrm>
          <a:prstGeom prst="rect">
            <a:avLst/>
          </a:prstGeom>
          <a:noFill/>
        </p:spPr>
        <p:txBody>
          <a:bodyPr wrap="none" lIns="91366" tIns="45682" rIns="91366" bIns="45682">
            <a:spAutoFit/>
          </a:bodyPr>
          <a:lstStyle/>
          <a:p>
            <a:pPr marL="171313" lvl="1" indent="-171313">
              <a:buFont typeface="Arial" panose="020B0604020202020204" pitchFamily="34" charset="0"/>
              <a:buChar char="•"/>
              <a:defRPr/>
            </a:pPr>
            <a:r>
              <a:rPr lang="zh-CN" altLang="en-US" sz="1700" dirty="0">
                <a:solidFill>
                  <a:srgbClr val="393939">
                    <a:lumMod val="85000"/>
                    <a:lumOff val="15000"/>
                  </a:srgbClr>
                </a:solidFill>
                <a:ea typeface="微软雅黑" panose="020B0503020204020204" pitchFamily="34" charset="-122"/>
                <a:cs typeface="+mn-ea"/>
                <a:sym typeface="Arial" panose="020B0604020202020204" pitchFamily="34" charset="0"/>
              </a:rPr>
              <a:t>添加相关标题文字</a:t>
            </a:r>
            <a:endParaRPr lang="en-US" altLang="zh-CN" sz="1700" dirty="0">
              <a:solidFill>
                <a:srgbClr val="393939">
                  <a:lumMod val="85000"/>
                  <a:lumOff val="15000"/>
                </a:srgbClr>
              </a:solidFill>
              <a:ea typeface="微软雅黑" panose="020B0503020204020204" pitchFamily="34" charset="-122"/>
              <a:sym typeface="Arial" panose="020B0604020202020204" pitchFamily="34" charset="0"/>
            </a:endParaRPr>
          </a:p>
        </p:txBody>
      </p:sp>
      <p:cxnSp>
        <p:nvCxnSpPr>
          <p:cNvPr id="17" name="直接连接符 16"/>
          <p:cNvCxnSpPr/>
          <p:nvPr/>
        </p:nvCxnSpPr>
        <p:spPr bwMode="auto">
          <a:xfrm>
            <a:off x="3475038" y="4587875"/>
            <a:ext cx="5110162" cy="0"/>
          </a:xfrm>
          <a:prstGeom prst="line">
            <a:avLst/>
          </a:prstGeom>
          <a:solidFill>
            <a:schemeClr val="accent1"/>
          </a:solidFill>
          <a:ln w="19050" cap="flat" cmpd="sng" algn="ctr">
            <a:solidFill>
              <a:schemeClr val="tx2">
                <a:lumMod val="75000"/>
              </a:schemeClr>
            </a:solidFill>
            <a:prstDash val="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pSp>
        <p:nvGrpSpPr>
          <p:cNvPr id="45065" name="组合 126"/>
          <p:cNvGrpSpPr>
            <a:grpSpLocks/>
          </p:cNvGrpSpPr>
          <p:nvPr/>
        </p:nvGrpSpPr>
        <p:grpSpPr bwMode="auto">
          <a:xfrm rot="10800000" flipH="1">
            <a:off x="3922713" y="1065213"/>
            <a:ext cx="4238625" cy="2174875"/>
            <a:chOff x="-152726" y="0"/>
            <a:chExt cx="5865488" cy="1257300"/>
          </a:xfrm>
        </p:grpSpPr>
        <p:sp>
          <p:nvSpPr>
            <p:cNvPr id="21" name="矩形 127"/>
            <p:cNvSpPr>
              <a:spLocks noChangeArrowheads="1"/>
            </p:cNvSpPr>
            <p:nvPr/>
          </p:nvSpPr>
          <p:spPr bwMode="auto">
            <a:xfrm>
              <a:off x="-152726" y="918"/>
              <a:ext cx="364671" cy="1257300"/>
            </a:xfrm>
            <a:prstGeom prst="rect">
              <a:avLst/>
            </a:prstGeom>
            <a:solidFill>
              <a:schemeClr val="tx2">
                <a:lumMod val="40000"/>
                <a:lumOff val="6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2" name="矩形 128"/>
            <p:cNvSpPr>
              <a:spLocks noChangeArrowheads="1"/>
            </p:cNvSpPr>
            <p:nvPr/>
          </p:nvSpPr>
          <p:spPr bwMode="auto">
            <a:xfrm>
              <a:off x="359131" y="918"/>
              <a:ext cx="579958" cy="12573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3" name="矩形 129"/>
            <p:cNvSpPr>
              <a:spLocks noChangeArrowheads="1"/>
            </p:cNvSpPr>
            <p:nvPr/>
          </p:nvSpPr>
          <p:spPr bwMode="auto">
            <a:xfrm>
              <a:off x="1128015" y="0"/>
              <a:ext cx="681012" cy="1257300"/>
            </a:xfrm>
            <a:prstGeom prst="rect">
              <a:avLst/>
            </a:prstGeom>
            <a:solidFill>
              <a:srgbClr val="1557A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24" name="矩形 130"/>
            <p:cNvSpPr>
              <a:spLocks noChangeArrowheads="1"/>
            </p:cNvSpPr>
            <p:nvPr/>
          </p:nvSpPr>
          <p:spPr bwMode="auto">
            <a:xfrm>
              <a:off x="4877973" y="0"/>
              <a:ext cx="832591" cy="1257300"/>
            </a:xfrm>
            <a:prstGeom prst="rect">
              <a:avLst/>
            </a:prstGeom>
            <a:solidFill>
              <a:srgbClr val="1557AE"/>
            </a:solidFill>
            <a:ln w="12700" cmpd="sng">
              <a:solidFill>
                <a:srgbClr val="6C5B7B"/>
              </a:solidFill>
              <a:miter lim="800000"/>
              <a:headEnd/>
              <a:tailEnd/>
            </a:ln>
          </p:spPr>
          <p:txBody>
            <a:bodyPr anchor="ctr"/>
            <a:lstStyle/>
            <a:p>
              <a:pPr algn="ctr">
                <a:defRPr/>
              </a:pPr>
              <a:endParaRPr lang="zh-CN" altLang="en-US">
                <a:solidFill>
                  <a:srgbClr val="FFFFFF"/>
                </a:solidFill>
                <a:latin typeface="宋体" pitchFamily="2" charset="-122"/>
                <a:sym typeface="宋体" pitchFamily="2" charset="-122"/>
              </a:endParaRPr>
            </a:p>
          </p:txBody>
        </p:sp>
      </p:grpSp>
    </p:spTree>
    <p:extLst>
      <p:ext uri="{BB962C8B-B14F-4D97-AF65-F5344CB8AC3E}">
        <p14:creationId xmlns:p14="http://schemas.microsoft.com/office/powerpoint/2010/main" val="397373143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advTm="0">
        <p15:prstTrans prst="origami"/>
      </p:transition>
    </mc:Choice>
    <mc:Fallback xmlns="">
      <p:transition spd="slow" advTm="0">
        <p:fade/>
      </p:transition>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4" fill="hold" nodeType="clickEffect">
                                  <p:stCondLst>
                                    <p:cond delay="0"/>
                                  </p:stCondLst>
                                  <p:childTnLst>
                                    <p:set>
                                      <p:cBhvr>
                                        <p:cTn id="6" dur="1" fill="hold">
                                          <p:stCondLst>
                                            <p:cond delay="0"/>
                                          </p:stCondLst>
                                        </p:cTn>
                                        <p:tgtEl>
                                          <p:spTgt spid="45065"/>
                                        </p:tgtEl>
                                        <p:attrNameLst>
                                          <p:attrName>style.visibility</p:attrName>
                                        </p:attrNameLst>
                                      </p:cBhvr>
                                      <p:to>
                                        <p:strVal val="visible"/>
                                      </p:to>
                                    </p:set>
                                    <p:animEffect transition="in" filter="wipe(down)">
                                      <p:cBhvr>
                                        <p:cTn id="7" dur="500"/>
                                        <p:tgtEl>
                                          <p:spTgt spid="4506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5058"/>
                                        </p:tgtEl>
                                        <p:attrNameLst>
                                          <p:attrName>style.visibility</p:attrName>
                                        </p:attrNameLst>
                                      </p:cBhvr>
                                      <p:to>
                                        <p:strVal val="visible"/>
                                      </p:to>
                                    </p:set>
                                    <p:animEffect transition="in" filter="fade">
                                      <p:cBhvr>
                                        <p:cTn id="12" dur="500"/>
                                        <p:tgtEl>
                                          <p:spTgt spid="45058"/>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iterate type="lt">
                                    <p:tmPct val="20000"/>
                                  </p:iterate>
                                  <p:childTnLst>
                                    <p:set>
                                      <p:cBhvr>
                                        <p:cTn id="16" dur="1" fill="hold">
                                          <p:stCondLst>
                                            <p:cond delay="0"/>
                                          </p:stCondLst>
                                        </p:cTn>
                                        <p:tgtEl>
                                          <p:spTgt spid="10"/>
                                        </p:tgtEl>
                                        <p:attrNameLst>
                                          <p:attrName>style.visibility</p:attrName>
                                        </p:attrNameLst>
                                      </p:cBhvr>
                                      <p:to>
                                        <p:strVal val="visible"/>
                                      </p:to>
                                    </p:set>
                                    <p:animEffect transition="in" filter="fade">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wipe(left)">
                                      <p:cBhvr>
                                        <p:cTn id="22" dur="500"/>
                                        <p:tgtEl>
                                          <p:spTgt spid="17"/>
                                        </p:tgtEl>
                                      </p:cBhvr>
                                    </p:animEffect>
                                  </p:childTnLst>
                                </p:cTn>
                              </p:par>
                            </p:childTnLst>
                          </p:cTn>
                        </p:par>
                        <p:par>
                          <p:cTn id="23" fill="hold">
                            <p:stCondLst>
                              <p:cond delay="500"/>
                            </p:stCondLst>
                            <p:childTnLst>
                              <p:par>
                                <p:cTn id="24" presetID="12" presetClass="entr" presetSubtype="8" fill="hold" grpId="0" nodeType="afterEffect">
                                  <p:stCondLst>
                                    <p:cond delay="0"/>
                                  </p:stCondLst>
                                  <p:childTnLst>
                                    <p:set>
                                      <p:cBhvr>
                                        <p:cTn id="25" dur="1" fill="hold">
                                          <p:stCondLst>
                                            <p:cond delay="0"/>
                                          </p:stCondLst>
                                        </p:cTn>
                                        <p:tgtEl>
                                          <p:spTgt spid="12"/>
                                        </p:tgtEl>
                                        <p:attrNameLst>
                                          <p:attrName>style.visibility</p:attrName>
                                        </p:attrNameLst>
                                      </p:cBhvr>
                                      <p:to>
                                        <p:strVal val="visible"/>
                                      </p:to>
                                    </p:set>
                                    <p:anim calcmode="lin" valueType="num">
                                      <p:cBhvr additive="base">
                                        <p:cTn id="26" dur="500"/>
                                        <p:tgtEl>
                                          <p:spTgt spid="12"/>
                                        </p:tgtEl>
                                        <p:attrNameLst>
                                          <p:attrName>ppt_x</p:attrName>
                                        </p:attrNameLst>
                                      </p:cBhvr>
                                      <p:tavLst>
                                        <p:tav tm="0">
                                          <p:val>
                                            <p:strVal val="#ppt_x-#ppt_w*1.125000"/>
                                          </p:val>
                                        </p:tav>
                                        <p:tav tm="100000">
                                          <p:val>
                                            <p:strVal val="#ppt_x"/>
                                          </p:val>
                                        </p:tav>
                                      </p:tavLst>
                                    </p:anim>
                                    <p:animEffect transition="in" filter="wipe(right)">
                                      <p:cBhvr>
                                        <p:cTn id="27" dur="500"/>
                                        <p:tgtEl>
                                          <p:spTgt spid="12"/>
                                        </p:tgtEl>
                                      </p:cBhvr>
                                    </p:animEffect>
                                  </p:childTnLst>
                                </p:cTn>
                              </p:par>
                            </p:childTnLst>
                          </p:cTn>
                        </p:par>
                        <p:par>
                          <p:cTn id="28" fill="hold">
                            <p:stCondLst>
                              <p:cond delay="1000"/>
                            </p:stCondLst>
                            <p:childTnLst>
                              <p:par>
                                <p:cTn id="29" presetID="12" presetClass="entr" presetSubtype="8"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p:tgtEl>
                                          <p:spTgt spid="13"/>
                                        </p:tgtEl>
                                        <p:attrNameLst>
                                          <p:attrName>ppt_x</p:attrName>
                                        </p:attrNameLst>
                                      </p:cBhvr>
                                      <p:tavLst>
                                        <p:tav tm="0">
                                          <p:val>
                                            <p:strVal val="#ppt_x-#ppt_w*1.125000"/>
                                          </p:val>
                                        </p:tav>
                                        <p:tav tm="100000">
                                          <p:val>
                                            <p:strVal val="#ppt_x"/>
                                          </p:val>
                                        </p:tav>
                                      </p:tavLst>
                                    </p:anim>
                                    <p:animEffect transition="in" filter="wipe(right)">
                                      <p:cBhvr>
                                        <p:cTn id="32" dur="500"/>
                                        <p:tgtEl>
                                          <p:spTgt spid="13"/>
                                        </p:tgtEl>
                                      </p:cBhvr>
                                    </p:animEffect>
                                  </p:childTnLst>
                                </p:cTn>
                              </p:par>
                            </p:childTnLst>
                          </p:cTn>
                        </p:par>
                        <p:par>
                          <p:cTn id="33" fill="hold">
                            <p:stCondLst>
                              <p:cond delay="1500"/>
                            </p:stCondLst>
                            <p:childTnLst>
                              <p:par>
                                <p:cTn id="34" presetID="12" presetClass="entr" presetSubtype="8"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additive="base">
                                        <p:cTn id="36" dur="500"/>
                                        <p:tgtEl>
                                          <p:spTgt spid="14"/>
                                        </p:tgtEl>
                                        <p:attrNameLst>
                                          <p:attrName>ppt_x</p:attrName>
                                        </p:attrNameLst>
                                      </p:cBhvr>
                                      <p:tavLst>
                                        <p:tav tm="0">
                                          <p:val>
                                            <p:strVal val="#ppt_x-#ppt_w*1.125000"/>
                                          </p:val>
                                        </p:tav>
                                        <p:tav tm="100000">
                                          <p:val>
                                            <p:strVal val="#ppt_x"/>
                                          </p:val>
                                        </p:tav>
                                      </p:tavLst>
                                    </p:anim>
                                    <p:animEffect transition="in" filter="wipe(right)">
                                      <p:cBhvr>
                                        <p:cTn id="37" dur="500"/>
                                        <p:tgtEl>
                                          <p:spTgt spid="14"/>
                                        </p:tgtEl>
                                      </p:cBhvr>
                                    </p:animEffect>
                                  </p:childTnLst>
                                </p:cTn>
                              </p:par>
                            </p:childTnLst>
                          </p:cTn>
                        </p:par>
                        <p:par>
                          <p:cTn id="38" fill="hold">
                            <p:stCondLst>
                              <p:cond delay="2000"/>
                            </p:stCondLst>
                            <p:childTnLst>
                              <p:par>
                                <p:cTn id="39" presetID="12" presetClass="entr" presetSubtype="8" fill="hold" grpId="0" nodeType="afterEffect">
                                  <p:stCondLst>
                                    <p:cond delay="0"/>
                                  </p:stCondLst>
                                  <p:childTnLst>
                                    <p:set>
                                      <p:cBhvr>
                                        <p:cTn id="40" dur="1" fill="hold">
                                          <p:stCondLst>
                                            <p:cond delay="0"/>
                                          </p:stCondLst>
                                        </p:cTn>
                                        <p:tgtEl>
                                          <p:spTgt spid="15"/>
                                        </p:tgtEl>
                                        <p:attrNameLst>
                                          <p:attrName>style.visibility</p:attrName>
                                        </p:attrNameLst>
                                      </p:cBhvr>
                                      <p:to>
                                        <p:strVal val="visible"/>
                                      </p:to>
                                    </p:set>
                                    <p:anim calcmode="lin" valueType="num">
                                      <p:cBhvr additive="base">
                                        <p:cTn id="41" dur="500"/>
                                        <p:tgtEl>
                                          <p:spTgt spid="15"/>
                                        </p:tgtEl>
                                        <p:attrNameLst>
                                          <p:attrName>ppt_x</p:attrName>
                                        </p:attrNameLst>
                                      </p:cBhvr>
                                      <p:tavLst>
                                        <p:tav tm="0">
                                          <p:val>
                                            <p:strVal val="#ppt_x-#ppt_w*1.125000"/>
                                          </p:val>
                                        </p:tav>
                                        <p:tav tm="100000">
                                          <p:val>
                                            <p:strVal val="#ppt_x"/>
                                          </p:val>
                                        </p:tav>
                                      </p:tavLst>
                                    </p:anim>
                                    <p:animEffect transition="in" filter="wipe(right)">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8" grpId="0"/>
      <p:bldP spid="10" grpId="0"/>
      <p:bldP spid="12" grpId="0"/>
      <p:bldP spid="13" grpId="0"/>
      <p:bldP spid="14" grpId="0"/>
      <p:bldP spid="1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reeform 6"/>
          <p:cNvSpPr>
            <a:spLocks/>
          </p:cNvSpPr>
          <p:nvPr/>
        </p:nvSpPr>
        <p:spPr bwMode="auto">
          <a:xfrm>
            <a:off x="1119188" y="1647825"/>
            <a:ext cx="10110787" cy="685800"/>
          </a:xfrm>
          <a:custGeom>
            <a:avLst/>
            <a:gdLst>
              <a:gd name="T0" fmla="*/ 75 w 12630"/>
              <a:gd name="T1" fmla="*/ 0 h 856"/>
              <a:gd name="T2" fmla="*/ 12555 w 12630"/>
              <a:gd name="T3" fmla="*/ 0 h 856"/>
              <a:gd name="T4" fmla="*/ 12630 w 12630"/>
              <a:gd name="T5" fmla="*/ 94 h 856"/>
              <a:gd name="T6" fmla="*/ 12630 w 12630"/>
              <a:gd name="T7" fmla="*/ 763 h 856"/>
              <a:gd name="T8" fmla="*/ 12555 w 12630"/>
              <a:gd name="T9" fmla="*/ 856 h 856"/>
              <a:gd name="T10" fmla="*/ 75 w 12630"/>
              <a:gd name="T11" fmla="*/ 856 h 856"/>
              <a:gd name="T12" fmla="*/ 0 w 12630"/>
              <a:gd name="T13" fmla="*/ 763 h 856"/>
              <a:gd name="T14" fmla="*/ 0 w 12630"/>
              <a:gd name="T15" fmla="*/ 94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3"/>
                  <a:pt x="12630" y="94"/>
                </a:cubicBezTo>
                <a:lnTo>
                  <a:pt x="12630" y="763"/>
                </a:lnTo>
                <a:cubicBezTo>
                  <a:pt x="12630" y="814"/>
                  <a:pt x="12597" y="856"/>
                  <a:pt x="12555" y="856"/>
                </a:cubicBezTo>
                <a:lnTo>
                  <a:pt x="75" y="856"/>
                </a:lnTo>
                <a:cubicBezTo>
                  <a:pt x="34" y="856"/>
                  <a:pt x="0" y="814"/>
                  <a:pt x="0" y="763"/>
                </a:cubicBezTo>
                <a:lnTo>
                  <a:pt x="0" y="94"/>
                </a:lnTo>
                <a:cubicBezTo>
                  <a:pt x="0" y="43"/>
                  <a:pt x="34" y="0"/>
                  <a:pt x="75" y="0"/>
                </a:cubicBezTo>
                <a:close/>
              </a:path>
            </a:pathLst>
          </a:custGeom>
          <a:solidFill>
            <a:schemeClr val="bg1">
              <a:lumMod val="85000"/>
            </a:schemeClr>
          </a:solidFill>
          <a:ln w="10" cap="flat">
            <a:solidFill>
              <a:srgbClr val="484849">
                <a:lumMod val="40000"/>
                <a:lumOff val="60000"/>
              </a:srgbClr>
            </a:solidFill>
            <a:prstDash val="solid"/>
            <a:miter lim="800000"/>
            <a:headEnd/>
            <a:tailEnd/>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2" name="Freeform 7"/>
          <p:cNvSpPr>
            <a:spLocks/>
          </p:cNvSpPr>
          <p:nvPr/>
        </p:nvSpPr>
        <p:spPr bwMode="auto">
          <a:xfrm>
            <a:off x="1119188" y="2955925"/>
            <a:ext cx="10110787" cy="685800"/>
          </a:xfrm>
          <a:custGeom>
            <a:avLst/>
            <a:gdLst>
              <a:gd name="T0" fmla="*/ 75 w 12630"/>
              <a:gd name="T1" fmla="*/ 0 h 856"/>
              <a:gd name="T2" fmla="*/ 12555 w 12630"/>
              <a:gd name="T3" fmla="*/ 0 h 856"/>
              <a:gd name="T4" fmla="*/ 12630 w 12630"/>
              <a:gd name="T5" fmla="*/ 94 h 856"/>
              <a:gd name="T6" fmla="*/ 12630 w 12630"/>
              <a:gd name="T7" fmla="*/ 763 h 856"/>
              <a:gd name="T8" fmla="*/ 12555 w 12630"/>
              <a:gd name="T9" fmla="*/ 856 h 856"/>
              <a:gd name="T10" fmla="*/ 75 w 12630"/>
              <a:gd name="T11" fmla="*/ 856 h 856"/>
              <a:gd name="T12" fmla="*/ 0 w 12630"/>
              <a:gd name="T13" fmla="*/ 763 h 856"/>
              <a:gd name="T14" fmla="*/ 0 w 12630"/>
              <a:gd name="T15" fmla="*/ 94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2"/>
                  <a:pt x="12630" y="94"/>
                </a:cubicBezTo>
                <a:lnTo>
                  <a:pt x="12630" y="763"/>
                </a:lnTo>
                <a:cubicBezTo>
                  <a:pt x="12630" y="814"/>
                  <a:pt x="12597" y="856"/>
                  <a:pt x="12555" y="856"/>
                </a:cubicBezTo>
                <a:lnTo>
                  <a:pt x="75" y="856"/>
                </a:lnTo>
                <a:cubicBezTo>
                  <a:pt x="34" y="856"/>
                  <a:pt x="0" y="814"/>
                  <a:pt x="0" y="763"/>
                </a:cubicBezTo>
                <a:lnTo>
                  <a:pt x="0" y="94"/>
                </a:lnTo>
                <a:cubicBezTo>
                  <a:pt x="0" y="42"/>
                  <a:pt x="34" y="0"/>
                  <a:pt x="75" y="0"/>
                </a:cubicBezTo>
                <a:close/>
              </a:path>
            </a:pathLst>
          </a:custGeom>
          <a:solidFill>
            <a:schemeClr val="bg1">
              <a:lumMod val="85000"/>
            </a:schemeClr>
          </a:solidFill>
          <a:ln w="10" cap="flat">
            <a:solidFill>
              <a:srgbClr val="484849">
                <a:lumMod val="40000"/>
                <a:lumOff val="60000"/>
              </a:srgbClr>
            </a:solidFill>
            <a:prstDash val="solid"/>
            <a:miter lim="800000"/>
            <a:headEnd/>
            <a:tailEnd/>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3" name="Freeform 8"/>
          <p:cNvSpPr>
            <a:spLocks/>
          </p:cNvSpPr>
          <p:nvPr/>
        </p:nvSpPr>
        <p:spPr bwMode="auto">
          <a:xfrm>
            <a:off x="1119188" y="4208463"/>
            <a:ext cx="10110787" cy="685800"/>
          </a:xfrm>
          <a:custGeom>
            <a:avLst/>
            <a:gdLst>
              <a:gd name="T0" fmla="*/ 75 w 12630"/>
              <a:gd name="T1" fmla="*/ 0 h 856"/>
              <a:gd name="T2" fmla="*/ 12555 w 12630"/>
              <a:gd name="T3" fmla="*/ 0 h 856"/>
              <a:gd name="T4" fmla="*/ 12630 w 12630"/>
              <a:gd name="T5" fmla="*/ 93 h 856"/>
              <a:gd name="T6" fmla="*/ 12630 w 12630"/>
              <a:gd name="T7" fmla="*/ 762 h 856"/>
              <a:gd name="T8" fmla="*/ 12555 w 12630"/>
              <a:gd name="T9" fmla="*/ 856 h 856"/>
              <a:gd name="T10" fmla="*/ 75 w 12630"/>
              <a:gd name="T11" fmla="*/ 856 h 856"/>
              <a:gd name="T12" fmla="*/ 0 w 12630"/>
              <a:gd name="T13" fmla="*/ 762 h 856"/>
              <a:gd name="T14" fmla="*/ 0 w 12630"/>
              <a:gd name="T15" fmla="*/ 93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2"/>
                  <a:pt x="12630" y="93"/>
                </a:cubicBezTo>
                <a:lnTo>
                  <a:pt x="12630" y="762"/>
                </a:lnTo>
                <a:cubicBezTo>
                  <a:pt x="12630" y="814"/>
                  <a:pt x="12597" y="856"/>
                  <a:pt x="12555" y="856"/>
                </a:cubicBezTo>
                <a:lnTo>
                  <a:pt x="75" y="856"/>
                </a:lnTo>
                <a:cubicBezTo>
                  <a:pt x="34" y="856"/>
                  <a:pt x="0" y="814"/>
                  <a:pt x="0" y="762"/>
                </a:cubicBezTo>
                <a:lnTo>
                  <a:pt x="0" y="93"/>
                </a:lnTo>
                <a:cubicBezTo>
                  <a:pt x="0" y="42"/>
                  <a:pt x="34" y="0"/>
                  <a:pt x="75" y="0"/>
                </a:cubicBezTo>
                <a:close/>
              </a:path>
            </a:pathLst>
          </a:custGeom>
          <a:solidFill>
            <a:schemeClr val="bg1">
              <a:lumMod val="85000"/>
            </a:schemeClr>
          </a:solidFill>
          <a:ln w="10" cap="flat">
            <a:solidFill>
              <a:srgbClr val="484849">
                <a:lumMod val="40000"/>
                <a:lumOff val="60000"/>
              </a:srgbClr>
            </a:solidFill>
            <a:prstDash val="solid"/>
            <a:miter lim="800000"/>
            <a:headEnd/>
            <a:tailEnd/>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4" name="Freeform 9"/>
          <p:cNvSpPr>
            <a:spLocks/>
          </p:cNvSpPr>
          <p:nvPr/>
        </p:nvSpPr>
        <p:spPr bwMode="auto">
          <a:xfrm>
            <a:off x="1119188" y="5430838"/>
            <a:ext cx="10110787" cy="685800"/>
          </a:xfrm>
          <a:custGeom>
            <a:avLst/>
            <a:gdLst>
              <a:gd name="T0" fmla="*/ 75 w 12630"/>
              <a:gd name="T1" fmla="*/ 0 h 856"/>
              <a:gd name="T2" fmla="*/ 12555 w 12630"/>
              <a:gd name="T3" fmla="*/ 0 h 856"/>
              <a:gd name="T4" fmla="*/ 12630 w 12630"/>
              <a:gd name="T5" fmla="*/ 93 h 856"/>
              <a:gd name="T6" fmla="*/ 12630 w 12630"/>
              <a:gd name="T7" fmla="*/ 762 h 856"/>
              <a:gd name="T8" fmla="*/ 12555 w 12630"/>
              <a:gd name="T9" fmla="*/ 856 h 856"/>
              <a:gd name="T10" fmla="*/ 75 w 12630"/>
              <a:gd name="T11" fmla="*/ 856 h 856"/>
              <a:gd name="T12" fmla="*/ 0 w 12630"/>
              <a:gd name="T13" fmla="*/ 762 h 856"/>
              <a:gd name="T14" fmla="*/ 0 w 12630"/>
              <a:gd name="T15" fmla="*/ 93 h 856"/>
              <a:gd name="T16" fmla="*/ 75 w 12630"/>
              <a:gd name="T17" fmla="*/ 0 h 8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2630" h="856">
                <a:moveTo>
                  <a:pt x="75" y="0"/>
                </a:moveTo>
                <a:lnTo>
                  <a:pt x="12555" y="0"/>
                </a:lnTo>
                <a:cubicBezTo>
                  <a:pt x="12597" y="0"/>
                  <a:pt x="12630" y="42"/>
                  <a:pt x="12630" y="93"/>
                </a:cubicBezTo>
                <a:lnTo>
                  <a:pt x="12630" y="762"/>
                </a:lnTo>
                <a:cubicBezTo>
                  <a:pt x="12630" y="814"/>
                  <a:pt x="12597" y="856"/>
                  <a:pt x="12555" y="856"/>
                </a:cubicBezTo>
                <a:lnTo>
                  <a:pt x="75" y="856"/>
                </a:lnTo>
                <a:cubicBezTo>
                  <a:pt x="34" y="856"/>
                  <a:pt x="0" y="814"/>
                  <a:pt x="0" y="762"/>
                </a:cubicBezTo>
                <a:lnTo>
                  <a:pt x="0" y="93"/>
                </a:lnTo>
                <a:cubicBezTo>
                  <a:pt x="0" y="42"/>
                  <a:pt x="34" y="0"/>
                  <a:pt x="75" y="0"/>
                </a:cubicBezTo>
                <a:close/>
              </a:path>
            </a:pathLst>
          </a:custGeom>
          <a:solidFill>
            <a:schemeClr val="bg1">
              <a:lumMod val="85000"/>
            </a:schemeClr>
          </a:solidFill>
          <a:ln w="10" cap="flat">
            <a:solidFill>
              <a:srgbClr val="484849">
                <a:lumMod val="40000"/>
                <a:lumOff val="60000"/>
              </a:srgbClr>
            </a:solidFill>
            <a:prstDash val="solid"/>
            <a:miter lim="800000"/>
            <a:headEnd/>
            <a:tailEnd/>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5" name="Freeform 10"/>
          <p:cNvSpPr>
            <a:spLocks noEditPoints="1"/>
          </p:cNvSpPr>
          <p:nvPr/>
        </p:nvSpPr>
        <p:spPr bwMode="auto">
          <a:xfrm>
            <a:off x="1830388" y="1292225"/>
            <a:ext cx="1866900" cy="1455738"/>
          </a:xfrm>
          <a:custGeom>
            <a:avLst/>
            <a:gdLst>
              <a:gd name="T0" fmla="*/ 2333 w 2333"/>
              <a:gd name="T1" fmla="*/ 0 h 1818"/>
              <a:gd name="T2" fmla="*/ 2333 w 2333"/>
              <a:gd name="T3" fmla="*/ 1364 h 1818"/>
              <a:gd name="T4" fmla="*/ 1166 w 2333"/>
              <a:gd name="T5" fmla="*/ 1818 h 1818"/>
              <a:gd name="T6" fmla="*/ 0 w 2333"/>
              <a:gd name="T7" fmla="*/ 1364 h 1818"/>
              <a:gd name="T8" fmla="*/ 0 w 2333"/>
              <a:gd name="T9" fmla="*/ 0 h 1818"/>
              <a:gd name="T10" fmla="*/ 2333 w 2333"/>
              <a:gd name="T11" fmla="*/ 0 h 1818"/>
              <a:gd name="T12" fmla="*/ 1166 w 2333"/>
              <a:gd name="T13" fmla="*/ 0 h 1818"/>
            </a:gdLst>
            <a:ahLst/>
            <a:cxnLst>
              <a:cxn ang="0">
                <a:pos x="T0" y="T1"/>
              </a:cxn>
              <a:cxn ang="0">
                <a:pos x="T2" y="T3"/>
              </a:cxn>
              <a:cxn ang="0">
                <a:pos x="T4" y="T5"/>
              </a:cxn>
              <a:cxn ang="0">
                <a:pos x="T6" y="T7"/>
              </a:cxn>
              <a:cxn ang="0">
                <a:pos x="T8" y="T9"/>
              </a:cxn>
              <a:cxn ang="0">
                <a:pos x="T10" y="T11"/>
              </a:cxn>
              <a:cxn ang="0">
                <a:pos x="T12" y="T13"/>
              </a:cxn>
            </a:cxnLst>
            <a:rect l="0" t="0" r="r" b="b"/>
            <a:pathLst>
              <a:path w="2333" h="1818">
                <a:moveTo>
                  <a:pt x="2333" y="0"/>
                </a:moveTo>
                <a:lnTo>
                  <a:pt x="2333" y="1364"/>
                </a:lnTo>
                <a:lnTo>
                  <a:pt x="1166" y="1818"/>
                </a:lnTo>
                <a:lnTo>
                  <a:pt x="0" y="1364"/>
                </a:lnTo>
                <a:lnTo>
                  <a:pt x="0" y="0"/>
                </a:lnTo>
                <a:lnTo>
                  <a:pt x="2333" y="0"/>
                </a:lnTo>
                <a:close/>
                <a:moveTo>
                  <a:pt x="1166" y="0"/>
                </a:moveTo>
              </a:path>
            </a:pathLst>
          </a:custGeom>
          <a:solidFill>
            <a:schemeClr val="accent1"/>
          </a:solidFill>
          <a:ln>
            <a:noFill/>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6" name="Freeform 11"/>
          <p:cNvSpPr>
            <a:spLocks noEditPoints="1"/>
          </p:cNvSpPr>
          <p:nvPr/>
        </p:nvSpPr>
        <p:spPr bwMode="auto">
          <a:xfrm>
            <a:off x="1830388" y="2589213"/>
            <a:ext cx="1866900" cy="1420812"/>
          </a:xfrm>
          <a:custGeom>
            <a:avLst/>
            <a:gdLst>
              <a:gd name="T0" fmla="*/ 2333 w 2333"/>
              <a:gd name="T1" fmla="*/ 0 h 1775"/>
              <a:gd name="T2" fmla="*/ 2333 w 2333"/>
              <a:gd name="T3" fmla="*/ 1331 h 1775"/>
              <a:gd name="T4" fmla="*/ 1166 w 2333"/>
              <a:gd name="T5" fmla="*/ 1775 h 1775"/>
              <a:gd name="T6" fmla="*/ 0 w 2333"/>
              <a:gd name="T7" fmla="*/ 1331 h 1775"/>
              <a:gd name="T8" fmla="*/ 0 w 2333"/>
              <a:gd name="T9" fmla="*/ 0 h 1775"/>
              <a:gd name="T10" fmla="*/ 1166 w 2333"/>
              <a:gd name="T11" fmla="*/ 444 h 1775"/>
              <a:gd name="T12" fmla="*/ 2333 w 2333"/>
              <a:gd name="T13" fmla="*/ 0 h 1775"/>
              <a:gd name="T14" fmla="*/ 1750 w 2333"/>
              <a:gd name="T15" fmla="*/ 222 h 17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3" h="1775">
                <a:moveTo>
                  <a:pt x="2333" y="0"/>
                </a:moveTo>
                <a:lnTo>
                  <a:pt x="2333" y="1331"/>
                </a:lnTo>
                <a:lnTo>
                  <a:pt x="1166" y="1775"/>
                </a:lnTo>
                <a:lnTo>
                  <a:pt x="0" y="1331"/>
                </a:lnTo>
                <a:lnTo>
                  <a:pt x="0" y="0"/>
                </a:lnTo>
                <a:lnTo>
                  <a:pt x="1166" y="444"/>
                </a:lnTo>
                <a:lnTo>
                  <a:pt x="2333" y="0"/>
                </a:lnTo>
                <a:close/>
                <a:moveTo>
                  <a:pt x="1750" y="222"/>
                </a:moveTo>
              </a:path>
            </a:pathLst>
          </a:custGeom>
          <a:solidFill>
            <a:schemeClr val="accent2"/>
          </a:solidFill>
          <a:ln>
            <a:noFill/>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7" name="Freeform 12"/>
          <p:cNvSpPr>
            <a:spLocks noEditPoints="1"/>
          </p:cNvSpPr>
          <p:nvPr/>
        </p:nvSpPr>
        <p:spPr bwMode="auto">
          <a:xfrm>
            <a:off x="1830388" y="3830638"/>
            <a:ext cx="1866900" cy="1420812"/>
          </a:xfrm>
          <a:custGeom>
            <a:avLst/>
            <a:gdLst>
              <a:gd name="T0" fmla="*/ 2333 w 2333"/>
              <a:gd name="T1" fmla="*/ 0 h 1775"/>
              <a:gd name="T2" fmla="*/ 2333 w 2333"/>
              <a:gd name="T3" fmla="*/ 1331 h 1775"/>
              <a:gd name="T4" fmla="*/ 1166 w 2333"/>
              <a:gd name="T5" fmla="*/ 1775 h 1775"/>
              <a:gd name="T6" fmla="*/ 0 w 2333"/>
              <a:gd name="T7" fmla="*/ 1331 h 1775"/>
              <a:gd name="T8" fmla="*/ 0 w 2333"/>
              <a:gd name="T9" fmla="*/ 0 h 1775"/>
              <a:gd name="T10" fmla="*/ 1166 w 2333"/>
              <a:gd name="T11" fmla="*/ 444 h 1775"/>
              <a:gd name="T12" fmla="*/ 2333 w 2333"/>
              <a:gd name="T13" fmla="*/ 0 h 1775"/>
              <a:gd name="T14" fmla="*/ 1750 w 2333"/>
              <a:gd name="T15" fmla="*/ 222 h 177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3" h="1775">
                <a:moveTo>
                  <a:pt x="2333" y="0"/>
                </a:moveTo>
                <a:lnTo>
                  <a:pt x="2333" y="1331"/>
                </a:lnTo>
                <a:lnTo>
                  <a:pt x="1166" y="1775"/>
                </a:lnTo>
                <a:lnTo>
                  <a:pt x="0" y="1331"/>
                </a:lnTo>
                <a:lnTo>
                  <a:pt x="0" y="0"/>
                </a:lnTo>
                <a:lnTo>
                  <a:pt x="1166" y="444"/>
                </a:lnTo>
                <a:lnTo>
                  <a:pt x="2333" y="0"/>
                </a:lnTo>
                <a:close/>
                <a:moveTo>
                  <a:pt x="1750" y="222"/>
                </a:moveTo>
              </a:path>
            </a:pathLst>
          </a:custGeom>
          <a:solidFill>
            <a:schemeClr val="accent1">
              <a:lumMod val="50000"/>
            </a:schemeClr>
          </a:solidFill>
          <a:ln>
            <a:noFill/>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8" name="Freeform 13"/>
          <p:cNvSpPr>
            <a:spLocks noEditPoints="1"/>
          </p:cNvSpPr>
          <p:nvPr/>
        </p:nvSpPr>
        <p:spPr bwMode="auto">
          <a:xfrm>
            <a:off x="1830388" y="5056188"/>
            <a:ext cx="1866900" cy="1419225"/>
          </a:xfrm>
          <a:custGeom>
            <a:avLst/>
            <a:gdLst>
              <a:gd name="T0" fmla="*/ 2333 w 2333"/>
              <a:gd name="T1" fmla="*/ 0 h 1774"/>
              <a:gd name="T2" fmla="*/ 2333 w 2333"/>
              <a:gd name="T3" fmla="*/ 1331 h 1774"/>
              <a:gd name="T4" fmla="*/ 1166 w 2333"/>
              <a:gd name="T5" fmla="*/ 1774 h 1774"/>
              <a:gd name="T6" fmla="*/ 0 w 2333"/>
              <a:gd name="T7" fmla="*/ 1331 h 1774"/>
              <a:gd name="T8" fmla="*/ 0 w 2333"/>
              <a:gd name="T9" fmla="*/ 0 h 1774"/>
              <a:gd name="T10" fmla="*/ 1166 w 2333"/>
              <a:gd name="T11" fmla="*/ 443 h 1774"/>
              <a:gd name="T12" fmla="*/ 2333 w 2333"/>
              <a:gd name="T13" fmla="*/ 0 h 1774"/>
              <a:gd name="T14" fmla="*/ 1750 w 2333"/>
              <a:gd name="T15" fmla="*/ 221 h 17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2333" h="1774">
                <a:moveTo>
                  <a:pt x="2333" y="0"/>
                </a:moveTo>
                <a:lnTo>
                  <a:pt x="2333" y="1331"/>
                </a:lnTo>
                <a:lnTo>
                  <a:pt x="1166" y="1774"/>
                </a:lnTo>
                <a:lnTo>
                  <a:pt x="0" y="1331"/>
                </a:lnTo>
                <a:lnTo>
                  <a:pt x="0" y="0"/>
                </a:lnTo>
                <a:lnTo>
                  <a:pt x="1166" y="443"/>
                </a:lnTo>
                <a:lnTo>
                  <a:pt x="2333" y="0"/>
                </a:lnTo>
                <a:close/>
                <a:moveTo>
                  <a:pt x="1750" y="221"/>
                </a:moveTo>
              </a:path>
            </a:pathLst>
          </a:custGeom>
          <a:solidFill>
            <a:schemeClr val="accent4"/>
          </a:solidFill>
          <a:ln>
            <a:noFill/>
          </a:ln>
        </p:spPr>
        <p:txBody>
          <a:bodyPr lIns="91400" tIns="45699" rIns="91400" bIns="45699"/>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9" name="TextBox 18"/>
          <p:cNvSpPr txBox="1"/>
          <p:nvPr/>
        </p:nvSpPr>
        <p:spPr>
          <a:xfrm>
            <a:off x="4121150" y="1668463"/>
            <a:ext cx="6910388" cy="542925"/>
          </a:xfrm>
          <a:prstGeom prst="rect">
            <a:avLst/>
          </a:prstGeom>
          <a:noFill/>
        </p:spPr>
        <p:txBody>
          <a:bodyPr lIns="91400" tIns="45699" rIns="91400" bIns="45699">
            <a:spAutoFit/>
          </a:bodyPr>
          <a:lstStyle/>
          <a:p>
            <a:pPr defTabSz="1218804" fontAlgn="auto">
              <a:spcBef>
                <a:spcPts val="0"/>
              </a:spcBef>
              <a:spcAft>
                <a:spcPts val="0"/>
              </a:spcAft>
              <a:buFontTx/>
              <a:buNone/>
              <a:defRPr/>
            </a:pPr>
            <a:r>
              <a:rPr lang="zh-CN" altLang="en-US" sz="1466" kern="0" dirty="0">
                <a:solidFill>
                  <a:srgbClr val="484849"/>
                </a:solidFill>
                <a:latin typeface="微软雅黑"/>
                <a:ea typeface="微软雅黑"/>
              </a:rPr>
              <a:t>这里可以添加主要内容这里可以添加主要内容这里可以添加主要内容这里可以添加主要内容可以添加主要内容</a:t>
            </a:r>
          </a:p>
        </p:txBody>
      </p:sp>
      <p:sp>
        <p:nvSpPr>
          <p:cNvPr id="20" name="TextBox 19"/>
          <p:cNvSpPr txBox="1"/>
          <p:nvPr/>
        </p:nvSpPr>
        <p:spPr>
          <a:xfrm>
            <a:off x="1981200" y="1600200"/>
            <a:ext cx="1565275" cy="749300"/>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zh-CN" altLang="en-US" sz="2133" kern="0" dirty="0">
                <a:solidFill>
                  <a:srgbClr val="FFFFFF"/>
                </a:solidFill>
                <a:latin typeface="微软雅黑"/>
                <a:ea typeface="微软雅黑"/>
              </a:rPr>
              <a:t>存在的问题标题</a:t>
            </a:r>
            <a:endParaRPr lang="en-US" altLang="zh-CN" sz="2133" kern="0" dirty="0">
              <a:solidFill>
                <a:srgbClr val="FFFFFF"/>
              </a:solidFill>
              <a:latin typeface="微软雅黑"/>
              <a:ea typeface="微软雅黑"/>
            </a:endParaRPr>
          </a:p>
        </p:txBody>
      </p:sp>
      <p:sp>
        <p:nvSpPr>
          <p:cNvPr id="21" name="TextBox 20"/>
          <p:cNvSpPr txBox="1"/>
          <p:nvPr/>
        </p:nvSpPr>
        <p:spPr>
          <a:xfrm>
            <a:off x="1981200" y="3022600"/>
            <a:ext cx="1565275" cy="749300"/>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zh-CN" altLang="en-US" sz="2133" kern="0" dirty="0">
                <a:solidFill>
                  <a:srgbClr val="FFFFFF"/>
                </a:solidFill>
                <a:latin typeface="微软雅黑"/>
                <a:ea typeface="微软雅黑"/>
              </a:rPr>
              <a:t>存在的问题标题</a:t>
            </a:r>
            <a:endParaRPr lang="en-US" altLang="zh-CN" sz="2133" kern="0" dirty="0">
              <a:solidFill>
                <a:srgbClr val="FFFFFF"/>
              </a:solidFill>
              <a:latin typeface="微软雅黑"/>
              <a:ea typeface="微软雅黑"/>
            </a:endParaRPr>
          </a:p>
        </p:txBody>
      </p:sp>
      <p:sp>
        <p:nvSpPr>
          <p:cNvPr id="22" name="TextBox 21"/>
          <p:cNvSpPr txBox="1"/>
          <p:nvPr/>
        </p:nvSpPr>
        <p:spPr>
          <a:xfrm>
            <a:off x="1981200" y="4383088"/>
            <a:ext cx="1565275" cy="747712"/>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zh-CN" altLang="en-US" sz="2133" kern="0" dirty="0">
                <a:solidFill>
                  <a:srgbClr val="FFFFFF"/>
                </a:solidFill>
                <a:latin typeface="微软雅黑"/>
                <a:ea typeface="微软雅黑"/>
              </a:rPr>
              <a:t>存在的问题标题</a:t>
            </a:r>
            <a:endParaRPr lang="en-US" altLang="zh-CN" sz="2133" kern="0" dirty="0">
              <a:solidFill>
                <a:srgbClr val="FFFFFF"/>
              </a:solidFill>
              <a:latin typeface="微软雅黑"/>
              <a:ea typeface="微软雅黑"/>
            </a:endParaRPr>
          </a:p>
        </p:txBody>
      </p:sp>
      <p:sp>
        <p:nvSpPr>
          <p:cNvPr id="23" name="TextBox 22"/>
          <p:cNvSpPr txBox="1"/>
          <p:nvPr/>
        </p:nvSpPr>
        <p:spPr>
          <a:xfrm>
            <a:off x="1981200" y="5461000"/>
            <a:ext cx="1565275" cy="747713"/>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zh-CN" altLang="en-US" sz="2133" kern="0" dirty="0">
                <a:solidFill>
                  <a:srgbClr val="FFFFFF"/>
                </a:solidFill>
                <a:latin typeface="微软雅黑"/>
                <a:ea typeface="微软雅黑"/>
              </a:rPr>
              <a:t>存在的问题标题</a:t>
            </a:r>
            <a:endParaRPr lang="en-US" altLang="zh-CN" sz="2133" kern="0" dirty="0">
              <a:solidFill>
                <a:srgbClr val="FFFFFF"/>
              </a:solidFill>
              <a:latin typeface="微软雅黑"/>
              <a:ea typeface="微软雅黑"/>
            </a:endParaRPr>
          </a:p>
        </p:txBody>
      </p:sp>
      <p:sp>
        <p:nvSpPr>
          <p:cNvPr id="24" name="TextBox 23"/>
          <p:cNvSpPr txBox="1"/>
          <p:nvPr/>
        </p:nvSpPr>
        <p:spPr>
          <a:xfrm>
            <a:off x="4121150" y="2992438"/>
            <a:ext cx="6910388" cy="542925"/>
          </a:xfrm>
          <a:prstGeom prst="rect">
            <a:avLst/>
          </a:prstGeom>
          <a:noFill/>
        </p:spPr>
        <p:txBody>
          <a:bodyPr lIns="91400" tIns="45699" rIns="91400" bIns="45699">
            <a:spAutoFit/>
          </a:bodyPr>
          <a:lstStyle/>
          <a:p>
            <a:pPr defTabSz="1218804" fontAlgn="auto">
              <a:spcBef>
                <a:spcPts val="0"/>
              </a:spcBef>
              <a:spcAft>
                <a:spcPts val="0"/>
              </a:spcAft>
              <a:buFontTx/>
              <a:buNone/>
              <a:defRPr/>
            </a:pPr>
            <a:r>
              <a:rPr lang="zh-CN" altLang="en-US" sz="1466" kern="0" dirty="0">
                <a:solidFill>
                  <a:srgbClr val="484849"/>
                </a:solidFill>
                <a:latin typeface="微软雅黑"/>
                <a:ea typeface="微软雅黑"/>
              </a:rPr>
              <a:t>这里可以添加主要内容这里可以添加主要内容这里可以添加主要内容这里可以添加主要内容可以添加主要内容</a:t>
            </a:r>
          </a:p>
        </p:txBody>
      </p:sp>
      <p:sp>
        <p:nvSpPr>
          <p:cNvPr id="25" name="TextBox 24"/>
          <p:cNvSpPr txBox="1"/>
          <p:nvPr/>
        </p:nvSpPr>
        <p:spPr>
          <a:xfrm>
            <a:off x="4121150" y="4248150"/>
            <a:ext cx="6910388" cy="542925"/>
          </a:xfrm>
          <a:prstGeom prst="rect">
            <a:avLst/>
          </a:prstGeom>
          <a:noFill/>
        </p:spPr>
        <p:txBody>
          <a:bodyPr lIns="91400" tIns="45699" rIns="91400" bIns="45699">
            <a:spAutoFit/>
          </a:bodyPr>
          <a:lstStyle/>
          <a:p>
            <a:pPr defTabSz="1218804" fontAlgn="auto">
              <a:spcBef>
                <a:spcPts val="0"/>
              </a:spcBef>
              <a:spcAft>
                <a:spcPts val="0"/>
              </a:spcAft>
              <a:buFontTx/>
              <a:buNone/>
              <a:defRPr/>
            </a:pPr>
            <a:r>
              <a:rPr lang="zh-CN" altLang="en-US" sz="1466" kern="0" dirty="0">
                <a:solidFill>
                  <a:srgbClr val="484849"/>
                </a:solidFill>
                <a:latin typeface="微软雅黑"/>
                <a:ea typeface="微软雅黑"/>
              </a:rPr>
              <a:t>这里可以添加主要内容这里可以添加主要内容这里可以添加主要内容这里可以添加主要内容可以添加主要内容</a:t>
            </a:r>
          </a:p>
        </p:txBody>
      </p:sp>
      <p:sp>
        <p:nvSpPr>
          <p:cNvPr id="26" name="TextBox 25"/>
          <p:cNvSpPr txBox="1"/>
          <p:nvPr/>
        </p:nvSpPr>
        <p:spPr>
          <a:xfrm>
            <a:off x="4121150" y="5448300"/>
            <a:ext cx="6910388" cy="544513"/>
          </a:xfrm>
          <a:prstGeom prst="rect">
            <a:avLst/>
          </a:prstGeom>
          <a:noFill/>
        </p:spPr>
        <p:txBody>
          <a:bodyPr lIns="91400" tIns="45699" rIns="91400" bIns="45699">
            <a:spAutoFit/>
          </a:bodyPr>
          <a:lstStyle/>
          <a:p>
            <a:pPr defTabSz="1218804" fontAlgn="auto">
              <a:spcBef>
                <a:spcPts val="0"/>
              </a:spcBef>
              <a:spcAft>
                <a:spcPts val="0"/>
              </a:spcAft>
              <a:buFontTx/>
              <a:buNone/>
              <a:defRPr/>
            </a:pPr>
            <a:r>
              <a:rPr lang="zh-CN" altLang="en-US" sz="1466" kern="0" dirty="0">
                <a:solidFill>
                  <a:srgbClr val="484849"/>
                </a:solidFill>
                <a:latin typeface="微软雅黑"/>
                <a:ea typeface="微软雅黑"/>
              </a:rPr>
              <a:t>这里可以添加主要内容这里可以添加主要内容这里可以添加主要内容这里可以添加主要内容可以添加主要内容</a:t>
            </a:r>
          </a:p>
        </p:txBody>
      </p:sp>
      <p:sp>
        <p:nvSpPr>
          <p:cNvPr id="27" name="TextBox 26"/>
          <p:cNvSpPr txBox="1"/>
          <p:nvPr/>
        </p:nvSpPr>
        <p:spPr>
          <a:xfrm>
            <a:off x="1171575" y="1652588"/>
            <a:ext cx="604838" cy="708025"/>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en-US" altLang="zh-CN" sz="3999" kern="0" dirty="0">
                <a:solidFill>
                  <a:srgbClr val="484849"/>
                </a:solidFill>
                <a:latin typeface="微软雅黑"/>
                <a:ea typeface="微软雅黑"/>
              </a:rPr>
              <a:t>1</a:t>
            </a:r>
          </a:p>
        </p:txBody>
      </p:sp>
      <p:sp>
        <p:nvSpPr>
          <p:cNvPr id="28" name="TextBox 27"/>
          <p:cNvSpPr txBox="1"/>
          <p:nvPr/>
        </p:nvSpPr>
        <p:spPr>
          <a:xfrm>
            <a:off x="1171575" y="2976563"/>
            <a:ext cx="604838" cy="708025"/>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en-US" altLang="zh-CN" sz="3999" kern="0" dirty="0">
                <a:solidFill>
                  <a:srgbClr val="484849"/>
                </a:solidFill>
                <a:latin typeface="微软雅黑"/>
                <a:ea typeface="微软雅黑"/>
              </a:rPr>
              <a:t>2</a:t>
            </a:r>
          </a:p>
        </p:txBody>
      </p:sp>
      <p:sp>
        <p:nvSpPr>
          <p:cNvPr id="29" name="TextBox 28"/>
          <p:cNvSpPr txBox="1"/>
          <p:nvPr/>
        </p:nvSpPr>
        <p:spPr>
          <a:xfrm>
            <a:off x="1171575" y="4232275"/>
            <a:ext cx="604838" cy="708025"/>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en-US" altLang="zh-CN" sz="3999" kern="0" dirty="0">
                <a:solidFill>
                  <a:srgbClr val="484849"/>
                </a:solidFill>
                <a:latin typeface="微软雅黑"/>
                <a:ea typeface="微软雅黑"/>
              </a:rPr>
              <a:t>3</a:t>
            </a:r>
          </a:p>
        </p:txBody>
      </p:sp>
      <p:sp>
        <p:nvSpPr>
          <p:cNvPr id="30" name="TextBox 29"/>
          <p:cNvSpPr txBox="1"/>
          <p:nvPr/>
        </p:nvSpPr>
        <p:spPr>
          <a:xfrm>
            <a:off x="1171575" y="5419725"/>
            <a:ext cx="604838" cy="708025"/>
          </a:xfrm>
          <a:prstGeom prst="rect">
            <a:avLst/>
          </a:prstGeom>
          <a:noFill/>
        </p:spPr>
        <p:txBody>
          <a:bodyPr lIns="91400" tIns="45699" rIns="91400" bIns="45699">
            <a:spAutoFit/>
          </a:bodyPr>
          <a:lstStyle/>
          <a:p>
            <a:pPr algn="ctr" defTabSz="1218804" fontAlgn="auto">
              <a:spcBef>
                <a:spcPts val="0"/>
              </a:spcBef>
              <a:spcAft>
                <a:spcPts val="0"/>
              </a:spcAft>
              <a:buFontTx/>
              <a:buNone/>
              <a:defRPr/>
            </a:pPr>
            <a:r>
              <a:rPr lang="en-US" altLang="zh-CN" sz="3999" kern="0" dirty="0">
                <a:solidFill>
                  <a:srgbClr val="484849"/>
                </a:solidFill>
                <a:latin typeface="微软雅黑"/>
                <a:ea typeface="微软雅黑"/>
              </a:rPr>
              <a:t>4</a:t>
            </a:r>
          </a:p>
        </p:txBody>
      </p:sp>
      <p:sp>
        <p:nvSpPr>
          <p:cNvPr id="65558" name="TextBox 122"/>
          <p:cNvSpPr txBox="1">
            <a:spLocks noChangeArrowheads="1"/>
          </p:cNvSpPr>
          <p:nvPr/>
        </p:nvSpPr>
        <p:spPr bwMode="auto">
          <a:xfrm>
            <a:off x="1958975" y="563563"/>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明年工作计划</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par>
                                <p:cTn id="8" presetID="22" presetClass="entr" presetSubtype="8" fill="hold" nodeType="withEffect">
                                  <p:stCondLst>
                                    <p:cond delay="100"/>
                                  </p:stCondLst>
                                  <p:childTnLst>
                                    <p:set>
                                      <p:cBhvr>
                                        <p:cTn id="9" dur="1" fill="hold">
                                          <p:stCondLst>
                                            <p:cond delay="0"/>
                                          </p:stCondLst>
                                        </p:cTn>
                                        <p:tgtEl>
                                          <p:spTgt spid="12"/>
                                        </p:tgtEl>
                                        <p:attrNameLst>
                                          <p:attrName>style.visibility</p:attrName>
                                        </p:attrNameLst>
                                      </p:cBhvr>
                                      <p:to>
                                        <p:strVal val="visible"/>
                                      </p:to>
                                    </p:set>
                                    <p:animEffect transition="in" filter="wipe(left)">
                                      <p:cBhvr>
                                        <p:cTn id="10" dur="500"/>
                                        <p:tgtEl>
                                          <p:spTgt spid="12"/>
                                        </p:tgtEl>
                                      </p:cBhvr>
                                    </p:animEffect>
                                  </p:childTnLst>
                                </p:cTn>
                              </p:par>
                              <p:par>
                                <p:cTn id="11" presetID="22" presetClass="entr" presetSubtype="8" fill="hold" nodeType="withEffect">
                                  <p:stCondLst>
                                    <p:cond delay="200"/>
                                  </p:stCondLst>
                                  <p:childTnLst>
                                    <p:set>
                                      <p:cBhvr>
                                        <p:cTn id="12" dur="1" fill="hold">
                                          <p:stCondLst>
                                            <p:cond delay="0"/>
                                          </p:stCondLst>
                                        </p:cTn>
                                        <p:tgtEl>
                                          <p:spTgt spid="13"/>
                                        </p:tgtEl>
                                        <p:attrNameLst>
                                          <p:attrName>style.visibility</p:attrName>
                                        </p:attrNameLst>
                                      </p:cBhvr>
                                      <p:to>
                                        <p:strVal val="visible"/>
                                      </p:to>
                                    </p:set>
                                    <p:animEffect transition="in" filter="wipe(left)">
                                      <p:cBhvr>
                                        <p:cTn id="13" dur="500"/>
                                        <p:tgtEl>
                                          <p:spTgt spid="13"/>
                                        </p:tgtEl>
                                      </p:cBhvr>
                                    </p:animEffect>
                                  </p:childTnLst>
                                </p:cTn>
                              </p:par>
                              <p:par>
                                <p:cTn id="14" presetID="22" presetClass="entr" presetSubtype="8" fill="hold" nodeType="withEffect">
                                  <p:stCondLst>
                                    <p:cond delay="30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nodeType="afterGroup">
                            <p:stCondLst>
                              <p:cond delay="800"/>
                            </p:stCondLst>
                            <p:childTnLst>
                              <p:par>
                                <p:cTn id="18" presetID="47" presetClass="entr" presetSubtype="0" fill="hold" nodeType="afterEffect">
                                  <p:stCondLst>
                                    <p:cond delay="0"/>
                                  </p:stCondLst>
                                  <p:childTnLst>
                                    <p:set>
                                      <p:cBhvr>
                                        <p:cTn id="19" dur="1" fill="hold">
                                          <p:stCondLst>
                                            <p:cond delay="0"/>
                                          </p:stCondLst>
                                        </p:cTn>
                                        <p:tgtEl>
                                          <p:spTgt spid="15"/>
                                        </p:tgtEl>
                                        <p:attrNameLst>
                                          <p:attrName>style.visibility</p:attrName>
                                        </p:attrNameLst>
                                      </p:cBhvr>
                                      <p:to>
                                        <p:strVal val="visible"/>
                                      </p:to>
                                    </p:set>
                                    <p:animEffect transition="in" filter="fade">
                                      <p:cBhvr>
                                        <p:cTn id="20" dur="1000"/>
                                        <p:tgtEl>
                                          <p:spTgt spid="15"/>
                                        </p:tgtEl>
                                      </p:cBhvr>
                                    </p:animEffect>
                                    <p:anim calcmode="lin" valueType="num">
                                      <p:cBhvr>
                                        <p:cTn id="21" dur="1000" fill="hold"/>
                                        <p:tgtEl>
                                          <p:spTgt spid="15"/>
                                        </p:tgtEl>
                                        <p:attrNameLst>
                                          <p:attrName>ppt_x</p:attrName>
                                        </p:attrNameLst>
                                      </p:cBhvr>
                                      <p:tavLst>
                                        <p:tav tm="0">
                                          <p:val>
                                            <p:strVal val="#ppt_x"/>
                                          </p:val>
                                        </p:tav>
                                        <p:tav tm="100000">
                                          <p:val>
                                            <p:strVal val="#ppt_x"/>
                                          </p:val>
                                        </p:tav>
                                      </p:tavLst>
                                    </p:anim>
                                    <p:anim calcmode="lin" valueType="num">
                                      <p:cBhvr>
                                        <p:cTn id="22" dur="1000" fill="hold"/>
                                        <p:tgtEl>
                                          <p:spTgt spid="15"/>
                                        </p:tgtEl>
                                        <p:attrNameLst>
                                          <p:attrName>ppt_y</p:attrName>
                                        </p:attrNameLst>
                                      </p:cBhvr>
                                      <p:tavLst>
                                        <p:tav tm="0">
                                          <p:val>
                                            <p:strVal val="#ppt_y-.1"/>
                                          </p:val>
                                        </p:tav>
                                        <p:tav tm="100000">
                                          <p:val>
                                            <p:strVal val="#ppt_y"/>
                                          </p:val>
                                        </p:tav>
                                      </p:tavLst>
                                    </p:anim>
                                  </p:childTnLst>
                                </p:cTn>
                              </p:par>
                              <p:par>
                                <p:cTn id="23" presetID="47"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1000"/>
                                        <p:tgtEl>
                                          <p:spTgt spid="20"/>
                                        </p:tgtEl>
                                      </p:cBhvr>
                                    </p:animEffect>
                                    <p:anim calcmode="lin" valueType="num">
                                      <p:cBhvr>
                                        <p:cTn id="26" dur="1000" fill="hold"/>
                                        <p:tgtEl>
                                          <p:spTgt spid="20"/>
                                        </p:tgtEl>
                                        <p:attrNameLst>
                                          <p:attrName>ppt_x</p:attrName>
                                        </p:attrNameLst>
                                      </p:cBhvr>
                                      <p:tavLst>
                                        <p:tav tm="0">
                                          <p:val>
                                            <p:strVal val="#ppt_x"/>
                                          </p:val>
                                        </p:tav>
                                        <p:tav tm="100000">
                                          <p:val>
                                            <p:strVal val="#ppt_x"/>
                                          </p:val>
                                        </p:tav>
                                      </p:tavLst>
                                    </p:anim>
                                    <p:anim calcmode="lin" valueType="num">
                                      <p:cBhvr>
                                        <p:cTn id="27" dur="1000" fill="hold"/>
                                        <p:tgtEl>
                                          <p:spTgt spid="20"/>
                                        </p:tgtEl>
                                        <p:attrNameLst>
                                          <p:attrName>ppt_y</p:attrName>
                                        </p:attrNameLst>
                                      </p:cBhvr>
                                      <p:tavLst>
                                        <p:tav tm="0">
                                          <p:val>
                                            <p:strVal val="#ppt_y-.1"/>
                                          </p:val>
                                        </p:tav>
                                        <p:tav tm="100000">
                                          <p:val>
                                            <p:strVal val="#ppt_y"/>
                                          </p:val>
                                        </p:tav>
                                      </p:tavLst>
                                    </p:anim>
                                  </p:childTnLst>
                                </p:cTn>
                              </p:par>
                              <p:par>
                                <p:cTn id="28" presetID="47" presetClass="entr" presetSubtype="0" fill="hold" grpId="0" nodeType="withEffect">
                                  <p:stCondLst>
                                    <p:cond delay="600"/>
                                  </p:stCondLst>
                                  <p:childTnLst>
                                    <p:set>
                                      <p:cBhvr>
                                        <p:cTn id="29" dur="1" fill="hold">
                                          <p:stCondLst>
                                            <p:cond delay="0"/>
                                          </p:stCondLst>
                                        </p:cTn>
                                        <p:tgtEl>
                                          <p:spTgt spid="21"/>
                                        </p:tgtEl>
                                        <p:attrNameLst>
                                          <p:attrName>style.visibility</p:attrName>
                                        </p:attrNameLst>
                                      </p:cBhvr>
                                      <p:to>
                                        <p:strVal val="visible"/>
                                      </p:to>
                                    </p:set>
                                    <p:animEffect transition="in" filter="fade">
                                      <p:cBhvr>
                                        <p:cTn id="30" dur="1000"/>
                                        <p:tgtEl>
                                          <p:spTgt spid="21"/>
                                        </p:tgtEl>
                                      </p:cBhvr>
                                    </p:animEffect>
                                    <p:anim calcmode="lin" valueType="num">
                                      <p:cBhvr>
                                        <p:cTn id="31" dur="1000" fill="hold"/>
                                        <p:tgtEl>
                                          <p:spTgt spid="21"/>
                                        </p:tgtEl>
                                        <p:attrNameLst>
                                          <p:attrName>ppt_x</p:attrName>
                                        </p:attrNameLst>
                                      </p:cBhvr>
                                      <p:tavLst>
                                        <p:tav tm="0">
                                          <p:val>
                                            <p:strVal val="#ppt_x"/>
                                          </p:val>
                                        </p:tav>
                                        <p:tav tm="100000">
                                          <p:val>
                                            <p:strVal val="#ppt_x"/>
                                          </p:val>
                                        </p:tav>
                                      </p:tavLst>
                                    </p:anim>
                                    <p:anim calcmode="lin" valueType="num">
                                      <p:cBhvr>
                                        <p:cTn id="32" dur="1000" fill="hold"/>
                                        <p:tgtEl>
                                          <p:spTgt spid="21"/>
                                        </p:tgtEl>
                                        <p:attrNameLst>
                                          <p:attrName>ppt_y</p:attrName>
                                        </p:attrNameLst>
                                      </p:cBhvr>
                                      <p:tavLst>
                                        <p:tav tm="0">
                                          <p:val>
                                            <p:strVal val="#ppt_y-.1"/>
                                          </p:val>
                                        </p:tav>
                                        <p:tav tm="100000">
                                          <p:val>
                                            <p:strVal val="#ppt_y"/>
                                          </p:val>
                                        </p:tav>
                                      </p:tavLst>
                                    </p:anim>
                                  </p:childTnLst>
                                </p:cTn>
                              </p:par>
                              <p:par>
                                <p:cTn id="33" presetID="47" presetClass="entr" presetSubtype="0" fill="hold" nodeType="withEffect">
                                  <p:stCondLst>
                                    <p:cond delay="600"/>
                                  </p:stCondLst>
                                  <p:childTnLst>
                                    <p:set>
                                      <p:cBhvr>
                                        <p:cTn id="34" dur="1" fill="hold">
                                          <p:stCondLst>
                                            <p:cond delay="0"/>
                                          </p:stCondLst>
                                        </p:cTn>
                                        <p:tgtEl>
                                          <p:spTgt spid="16"/>
                                        </p:tgtEl>
                                        <p:attrNameLst>
                                          <p:attrName>style.visibility</p:attrName>
                                        </p:attrNameLst>
                                      </p:cBhvr>
                                      <p:to>
                                        <p:strVal val="visible"/>
                                      </p:to>
                                    </p:set>
                                    <p:animEffect transition="in" filter="fade">
                                      <p:cBhvr>
                                        <p:cTn id="35" dur="1000"/>
                                        <p:tgtEl>
                                          <p:spTgt spid="16"/>
                                        </p:tgtEl>
                                      </p:cBhvr>
                                    </p:animEffect>
                                    <p:anim calcmode="lin" valueType="num">
                                      <p:cBhvr>
                                        <p:cTn id="36" dur="1000" fill="hold"/>
                                        <p:tgtEl>
                                          <p:spTgt spid="16"/>
                                        </p:tgtEl>
                                        <p:attrNameLst>
                                          <p:attrName>ppt_x</p:attrName>
                                        </p:attrNameLst>
                                      </p:cBhvr>
                                      <p:tavLst>
                                        <p:tav tm="0">
                                          <p:val>
                                            <p:strVal val="#ppt_x"/>
                                          </p:val>
                                        </p:tav>
                                        <p:tav tm="100000">
                                          <p:val>
                                            <p:strVal val="#ppt_x"/>
                                          </p:val>
                                        </p:tav>
                                      </p:tavLst>
                                    </p:anim>
                                    <p:anim calcmode="lin" valueType="num">
                                      <p:cBhvr>
                                        <p:cTn id="37" dur="1000" fill="hold"/>
                                        <p:tgtEl>
                                          <p:spTgt spid="16"/>
                                        </p:tgtEl>
                                        <p:attrNameLst>
                                          <p:attrName>ppt_y</p:attrName>
                                        </p:attrNameLst>
                                      </p:cBhvr>
                                      <p:tavLst>
                                        <p:tav tm="0">
                                          <p:val>
                                            <p:strVal val="#ppt_y-.1"/>
                                          </p:val>
                                        </p:tav>
                                        <p:tav tm="100000">
                                          <p:val>
                                            <p:strVal val="#ppt_y"/>
                                          </p:val>
                                        </p:tav>
                                      </p:tavLst>
                                    </p:anim>
                                  </p:childTnLst>
                                </p:cTn>
                              </p:par>
                              <p:par>
                                <p:cTn id="38" presetID="47" presetClass="entr" presetSubtype="0" fill="hold" grpId="0" nodeType="withEffect">
                                  <p:stCondLst>
                                    <p:cond delay="400"/>
                                  </p:stCondLst>
                                  <p:childTnLst>
                                    <p:set>
                                      <p:cBhvr>
                                        <p:cTn id="39" dur="1" fill="hold">
                                          <p:stCondLst>
                                            <p:cond delay="0"/>
                                          </p:stCondLst>
                                        </p:cTn>
                                        <p:tgtEl>
                                          <p:spTgt spid="22"/>
                                        </p:tgtEl>
                                        <p:attrNameLst>
                                          <p:attrName>style.visibility</p:attrName>
                                        </p:attrNameLst>
                                      </p:cBhvr>
                                      <p:to>
                                        <p:strVal val="visible"/>
                                      </p:to>
                                    </p:set>
                                    <p:animEffect transition="in" filter="fade">
                                      <p:cBhvr>
                                        <p:cTn id="40" dur="1000"/>
                                        <p:tgtEl>
                                          <p:spTgt spid="22"/>
                                        </p:tgtEl>
                                      </p:cBhvr>
                                    </p:animEffect>
                                    <p:anim calcmode="lin" valueType="num">
                                      <p:cBhvr>
                                        <p:cTn id="41" dur="1000" fill="hold"/>
                                        <p:tgtEl>
                                          <p:spTgt spid="22"/>
                                        </p:tgtEl>
                                        <p:attrNameLst>
                                          <p:attrName>ppt_x</p:attrName>
                                        </p:attrNameLst>
                                      </p:cBhvr>
                                      <p:tavLst>
                                        <p:tav tm="0">
                                          <p:val>
                                            <p:strVal val="#ppt_x"/>
                                          </p:val>
                                        </p:tav>
                                        <p:tav tm="100000">
                                          <p:val>
                                            <p:strVal val="#ppt_x"/>
                                          </p:val>
                                        </p:tav>
                                      </p:tavLst>
                                    </p:anim>
                                    <p:anim calcmode="lin" valueType="num">
                                      <p:cBhvr>
                                        <p:cTn id="42" dur="1000" fill="hold"/>
                                        <p:tgtEl>
                                          <p:spTgt spid="22"/>
                                        </p:tgtEl>
                                        <p:attrNameLst>
                                          <p:attrName>ppt_y</p:attrName>
                                        </p:attrNameLst>
                                      </p:cBhvr>
                                      <p:tavLst>
                                        <p:tav tm="0">
                                          <p:val>
                                            <p:strVal val="#ppt_y-.1"/>
                                          </p:val>
                                        </p:tav>
                                        <p:tav tm="100000">
                                          <p:val>
                                            <p:strVal val="#ppt_y"/>
                                          </p:val>
                                        </p:tav>
                                      </p:tavLst>
                                    </p:anim>
                                  </p:childTnLst>
                                </p:cTn>
                              </p:par>
                              <p:par>
                                <p:cTn id="43" presetID="47" presetClass="entr" presetSubtype="0" fill="hold" nodeType="withEffect">
                                  <p:stCondLst>
                                    <p:cond delay="40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1000"/>
                                        <p:tgtEl>
                                          <p:spTgt spid="17"/>
                                        </p:tgtEl>
                                      </p:cBhvr>
                                    </p:animEffect>
                                    <p:anim calcmode="lin" valueType="num">
                                      <p:cBhvr>
                                        <p:cTn id="46" dur="1000" fill="hold"/>
                                        <p:tgtEl>
                                          <p:spTgt spid="17"/>
                                        </p:tgtEl>
                                        <p:attrNameLst>
                                          <p:attrName>ppt_x</p:attrName>
                                        </p:attrNameLst>
                                      </p:cBhvr>
                                      <p:tavLst>
                                        <p:tav tm="0">
                                          <p:val>
                                            <p:strVal val="#ppt_x"/>
                                          </p:val>
                                        </p:tav>
                                        <p:tav tm="100000">
                                          <p:val>
                                            <p:strVal val="#ppt_x"/>
                                          </p:val>
                                        </p:tav>
                                      </p:tavLst>
                                    </p:anim>
                                    <p:anim calcmode="lin" valueType="num">
                                      <p:cBhvr>
                                        <p:cTn id="47" dur="1000" fill="hold"/>
                                        <p:tgtEl>
                                          <p:spTgt spid="17"/>
                                        </p:tgtEl>
                                        <p:attrNameLst>
                                          <p:attrName>ppt_y</p:attrName>
                                        </p:attrNameLst>
                                      </p:cBhvr>
                                      <p:tavLst>
                                        <p:tav tm="0">
                                          <p:val>
                                            <p:strVal val="#ppt_y-.1"/>
                                          </p:val>
                                        </p:tav>
                                        <p:tav tm="100000">
                                          <p:val>
                                            <p:strVal val="#ppt_y"/>
                                          </p:val>
                                        </p:tav>
                                      </p:tavLst>
                                    </p:anim>
                                  </p:childTnLst>
                                </p:cTn>
                              </p:par>
                              <p:par>
                                <p:cTn id="48" presetID="47" presetClass="entr" presetSubtype="0" fill="hold" grpId="0" nodeType="withEffect">
                                  <p:stCondLst>
                                    <p:cond delay="200"/>
                                  </p:stCondLst>
                                  <p:childTnLst>
                                    <p:set>
                                      <p:cBhvr>
                                        <p:cTn id="49" dur="1" fill="hold">
                                          <p:stCondLst>
                                            <p:cond delay="0"/>
                                          </p:stCondLst>
                                        </p:cTn>
                                        <p:tgtEl>
                                          <p:spTgt spid="23"/>
                                        </p:tgtEl>
                                        <p:attrNameLst>
                                          <p:attrName>style.visibility</p:attrName>
                                        </p:attrNameLst>
                                      </p:cBhvr>
                                      <p:to>
                                        <p:strVal val="visible"/>
                                      </p:to>
                                    </p:set>
                                    <p:animEffect transition="in" filter="fade">
                                      <p:cBhvr>
                                        <p:cTn id="50" dur="1000"/>
                                        <p:tgtEl>
                                          <p:spTgt spid="23"/>
                                        </p:tgtEl>
                                      </p:cBhvr>
                                    </p:animEffect>
                                    <p:anim calcmode="lin" valueType="num">
                                      <p:cBhvr>
                                        <p:cTn id="51" dur="1000" fill="hold"/>
                                        <p:tgtEl>
                                          <p:spTgt spid="23"/>
                                        </p:tgtEl>
                                        <p:attrNameLst>
                                          <p:attrName>ppt_x</p:attrName>
                                        </p:attrNameLst>
                                      </p:cBhvr>
                                      <p:tavLst>
                                        <p:tav tm="0">
                                          <p:val>
                                            <p:strVal val="#ppt_x"/>
                                          </p:val>
                                        </p:tav>
                                        <p:tav tm="100000">
                                          <p:val>
                                            <p:strVal val="#ppt_x"/>
                                          </p:val>
                                        </p:tav>
                                      </p:tavLst>
                                    </p:anim>
                                    <p:anim calcmode="lin" valueType="num">
                                      <p:cBhvr>
                                        <p:cTn id="52" dur="1000" fill="hold"/>
                                        <p:tgtEl>
                                          <p:spTgt spid="23"/>
                                        </p:tgtEl>
                                        <p:attrNameLst>
                                          <p:attrName>ppt_y</p:attrName>
                                        </p:attrNameLst>
                                      </p:cBhvr>
                                      <p:tavLst>
                                        <p:tav tm="0">
                                          <p:val>
                                            <p:strVal val="#ppt_y-.1"/>
                                          </p:val>
                                        </p:tav>
                                        <p:tav tm="100000">
                                          <p:val>
                                            <p:strVal val="#ppt_y"/>
                                          </p:val>
                                        </p:tav>
                                      </p:tavLst>
                                    </p:anim>
                                  </p:childTnLst>
                                </p:cTn>
                              </p:par>
                              <p:par>
                                <p:cTn id="53" presetID="47" presetClass="entr" presetSubtype="0" fill="hold" nodeType="withEffect">
                                  <p:stCondLst>
                                    <p:cond delay="20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1000"/>
                                        <p:tgtEl>
                                          <p:spTgt spid="18"/>
                                        </p:tgtEl>
                                      </p:cBhvr>
                                    </p:animEffect>
                                    <p:anim calcmode="lin" valueType="num">
                                      <p:cBhvr>
                                        <p:cTn id="56" dur="1000" fill="hold"/>
                                        <p:tgtEl>
                                          <p:spTgt spid="18"/>
                                        </p:tgtEl>
                                        <p:attrNameLst>
                                          <p:attrName>ppt_x</p:attrName>
                                        </p:attrNameLst>
                                      </p:cBhvr>
                                      <p:tavLst>
                                        <p:tav tm="0">
                                          <p:val>
                                            <p:strVal val="#ppt_x"/>
                                          </p:val>
                                        </p:tav>
                                        <p:tav tm="100000">
                                          <p:val>
                                            <p:strVal val="#ppt_x"/>
                                          </p:val>
                                        </p:tav>
                                      </p:tavLst>
                                    </p:anim>
                                    <p:anim calcmode="lin" valueType="num">
                                      <p:cBhvr>
                                        <p:cTn id="57" dur="1000" fill="hold"/>
                                        <p:tgtEl>
                                          <p:spTgt spid="18"/>
                                        </p:tgtEl>
                                        <p:attrNameLst>
                                          <p:attrName>ppt_y</p:attrName>
                                        </p:attrNameLst>
                                      </p:cBhvr>
                                      <p:tavLst>
                                        <p:tav tm="0">
                                          <p:val>
                                            <p:strVal val="#ppt_y-.1"/>
                                          </p:val>
                                        </p:tav>
                                        <p:tav tm="100000">
                                          <p:val>
                                            <p:strVal val="#ppt_y"/>
                                          </p:val>
                                        </p:tav>
                                      </p:tavLst>
                                    </p:anim>
                                  </p:childTnLst>
                                </p:cTn>
                              </p:par>
                            </p:childTnLst>
                          </p:cTn>
                        </p:par>
                        <p:par>
                          <p:cTn id="58" fill="hold" nodeType="afterGroup">
                            <p:stCondLst>
                              <p:cond delay="2400"/>
                            </p:stCondLst>
                            <p:childTnLst>
                              <p:par>
                                <p:cTn id="59" presetID="31" presetClass="entr" presetSubtype="0" fill="hold" grpId="0" nodeType="afterEffect">
                                  <p:stCondLst>
                                    <p:cond delay="0"/>
                                  </p:stCondLst>
                                  <p:childTnLst>
                                    <p:set>
                                      <p:cBhvr>
                                        <p:cTn id="60" dur="1" fill="hold">
                                          <p:stCondLst>
                                            <p:cond delay="0"/>
                                          </p:stCondLst>
                                        </p:cTn>
                                        <p:tgtEl>
                                          <p:spTgt spid="27"/>
                                        </p:tgtEl>
                                        <p:attrNameLst>
                                          <p:attrName>style.visibility</p:attrName>
                                        </p:attrNameLst>
                                      </p:cBhvr>
                                      <p:to>
                                        <p:strVal val="visible"/>
                                      </p:to>
                                    </p:set>
                                    <p:anim calcmode="lin" valueType="num">
                                      <p:cBhvr>
                                        <p:cTn id="61" dur="400" fill="hold"/>
                                        <p:tgtEl>
                                          <p:spTgt spid="27"/>
                                        </p:tgtEl>
                                        <p:attrNameLst>
                                          <p:attrName>ppt_w</p:attrName>
                                        </p:attrNameLst>
                                      </p:cBhvr>
                                      <p:tavLst>
                                        <p:tav tm="0">
                                          <p:val>
                                            <p:fltVal val="0"/>
                                          </p:val>
                                        </p:tav>
                                        <p:tav tm="100000">
                                          <p:val>
                                            <p:strVal val="#ppt_w"/>
                                          </p:val>
                                        </p:tav>
                                      </p:tavLst>
                                    </p:anim>
                                    <p:anim calcmode="lin" valueType="num">
                                      <p:cBhvr>
                                        <p:cTn id="62" dur="400" fill="hold"/>
                                        <p:tgtEl>
                                          <p:spTgt spid="27"/>
                                        </p:tgtEl>
                                        <p:attrNameLst>
                                          <p:attrName>ppt_h</p:attrName>
                                        </p:attrNameLst>
                                      </p:cBhvr>
                                      <p:tavLst>
                                        <p:tav tm="0">
                                          <p:val>
                                            <p:fltVal val="0"/>
                                          </p:val>
                                        </p:tav>
                                        <p:tav tm="100000">
                                          <p:val>
                                            <p:strVal val="#ppt_h"/>
                                          </p:val>
                                        </p:tav>
                                      </p:tavLst>
                                    </p:anim>
                                    <p:anim calcmode="lin" valueType="num">
                                      <p:cBhvr>
                                        <p:cTn id="63" dur="400" fill="hold"/>
                                        <p:tgtEl>
                                          <p:spTgt spid="27"/>
                                        </p:tgtEl>
                                        <p:attrNameLst>
                                          <p:attrName>style.rotation</p:attrName>
                                        </p:attrNameLst>
                                      </p:cBhvr>
                                      <p:tavLst>
                                        <p:tav tm="0">
                                          <p:val>
                                            <p:fltVal val="90"/>
                                          </p:val>
                                        </p:tav>
                                        <p:tav tm="100000">
                                          <p:val>
                                            <p:fltVal val="0"/>
                                          </p:val>
                                        </p:tav>
                                      </p:tavLst>
                                    </p:anim>
                                    <p:animEffect transition="in" filter="fade">
                                      <p:cBhvr>
                                        <p:cTn id="64" dur="400"/>
                                        <p:tgtEl>
                                          <p:spTgt spid="27"/>
                                        </p:tgtEl>
                                      </p:cBhvr>
                                    </p:animEffect>
                                  </p:childTnLst>
                                </p:cTn>
                              </p:par>
                            </p:childTnLst>
                          </p:cTn>
                        </p:par>
                        <p:par>
                          <p:cTn id="65" fill="hold" nodeType="afterGroup">
                            <p:stCondLst>
                              <p:cond delay="2800"/>
                            </p:stCondLst>
                            <p:childTnLst>
                              <p:par>
                                <p:cTn id="66" presetID="22" presetClass="entr" presetSubtype="8" fill="hold" grpId="0" nodeType="afterEffect">
                                  <p:stCondLst>
                                    <p:cond delay="0"/>
                                  </p:stCondLst>
                                  <p:childTnLst>
                                    <p:set>
                                      <p:cBhvr>
                                        <p:cTn id="67" dur="1" fill="hold">
                                          <p:stCondLst>
                                            <p:cond delay="0"/>
                                          </p:stCondLst>
                                        </p:cTn>
                                        <p:tgtEl>
                                          <p:spTgt spid="19"/>
                                        </p:tgtEl>
                                        <p:attrNameLst>
                                          <p:attrName>style.visibility</p:attrName>
                                        </p:attrNameLst>
                                      </p:cBhvr>
                                      <p:to>
                                        <p:strVal val="visible"/>
                                      </p:to>
                                    </p:set>
                                    <p:animEffect transition="in" filter="wipe(left)">
                                      <p:cBhvr>
                                        <p:cTn id="68" dur="500"/>
                                        <p:tgtEl>
                                          <p:spTgt spid="19"/>
                                        </p:tgtEl>
                                      </p:cBhvr>
                                    </p:animEffect>
                                  </p:childTnLst>
                                </p:cTn>
                              </p:par>
                            </p:childTnLst>
                          </p:cTn>
                        </p:par>
                        <p:par>
                          <p:cTn id="69" fill="hold" nodeType="afterGroup">
                            <p:stCondLst>
                              <p:cond delay="3300"/>
                            </p:stCondLst>
                            <p:childTnLst>
                              <p:par>
                                <p:cTn id="70" presetID="31" presetClass="entr" presetSubtype="0" fill="hold" grpId="0" nodeType="afterEffect">
                                  <p:stCondLst>
                                    <p:cond delay="0"/>
                                  </p:stCondLst>
                                  <p:childTnLst>
                                    <p:set>
                                      <p:cBhvr>
                                        <p:cTn id="71" dur="1" fill="hold">
                                          <p:stCondLst>
                                            <p:cond delay="0"/>
                                          </p:stCondLst>
                                        </p:cTn>
                                        <p:tgtEl>
                                          <p:spTgt spid="28"/>
                                        </p:tgtEl>
                                        <p:attrNameLst>
                                          <p:attrName>style.visibility</p:attrName>
                                        </p:attrNameLst>
                                      </p:cBhvr>
                                      <p:to>
                                        <p:strVal val="visible"/>
                                      </p:to>
                                    </p:set>
                                    <p:anim calcmode="lin" valueType="num">
                                      <p:cBhvr>
                                        <p:cTn id="72" dur="400" fill="hold"/>
                                        <p:tgtEl>
                                          <p:spTgt spid="28"/>
                                        </p:tgtEl>
                                        <p:attrNameLst>
                                          <p:attrName>ppt_w</p:attrName>
                                        </p:attrNameLst>
                                      </p:cBhvr>
                                      <p:tavLst>
                                        <p:tav tm="0">
                                          <p:val>
                                            <p:fltVal val="0"/>
                                          </p:val>
                                        </p:tav>
                                        <p:tav tm="100000">
                                          <p:val>
                                            <p:strVal val="#ppt_w"/>
                                          </p:val>
                                        </p:tav>
                                      </p:tavLst>
                                    </p:anim>
                                    <p:anim calcmode="lin" valueType="num">
                                      <p:cBhvr>
                                        <p:cTn id="73" dur="400" fill="hold"/>
                                        <p:tgtEl>
                                          <p:spTgt spid="28"/>
                                        </p:tgtEl>
                                        <p:attrNameLst>
                                          <p:attrName>ppt_h</p:attrName>
                                        </p:attrNameLst>
                                      </p:cBhvr>
                                      <p:tavLst>
                                        <p:tav tm="0">
                                          <p:val>
                                            <p:fltVal val="0"/>
                                          </p:val>
                                        </p:tav>
                                        <p:tav tm="100000">
                                          <p:val>
                                            <p:strVal val="#ppt_h"/>
                                          </p:val>
                                        </p:tav>
                                      </p:tavLst>
                                    </p:anim>
                                    <p:anim calcmode="lin" valueType="num">
                                      <p:cBhvr>
                                        <p:cTn id="74" dur="400" fill="hold"/>
                                        <p:tgtEl>
                                          <p:spTgt spid="28"/>
                                        </p:tgtEl>
                                        <p:attrNameLst>
                                          <p:attrName>style.rotation</p:attrName>
                                        </p:attrNameLst>
                                      </p:cBhvr>
                                      <p:tavLst>
                                        <p:tav tm="0">
                                          <p:val>
                                            <p:fltVal val="90"/>
                                          </p:val>
                                        </p:tav>
                                        <p:tav tm="100000">
                                          <p:val>
                                            <p:fltVal val="0"/>
                                          </p:val>
                                        </p:tav>
                                      </p:tavLst>
                                    </p:anim>
                                    <p:animEffect transition="in" filter="fade">
                                      <p:cBhvr>
                                        <p:cTn id="75" dur="400"/>
                                        <p:tgtEl>
                                          <p:spTgt spid="28"/>
                                        </p:tgtEl>
                                      </p:cBhvr>
                                    </p:animEffect>
                                  </p:childTnLst>
                                </p:cTn>
                              </p:par>
                            </p:childTnLst>
                          </p:cTn>
                        </p:par>
                        <p:par>
                          <p:cTn id="76" fill="hold" nodeType="afterGroup">
                            <p:stCondLst>
                              <p:cond delay="3700"/>
                            </p:stCondLst>
                            <p:childTnLst>
                              <p:par>
                                <p:cTn id="77" presetID="22" presetClass="entr" presetSubtype="8" fill="hold" grpId="0" nodeType="afterEffect">
                                  <p:stCondLst>
                                    <p:cond delay="0"/>
                                  </p:stCondLst>
                                  <p:childTnLst>
                                    <p:set>
                                      <p:cBhvr>
                                        <p:cTn id="78" dur="1" fill="hold">
                                          <p:stCondLst>
                                            <p:cond delay="0"/>
                                          </p:stCondLst>
                                        </p:cTn>
                                        <p:tgtEl>
                                          <p:spTgt spid="24"/>
                                        </p:tgtEl>
                                        <p:attrNameLst>
                                          <p:attrName>style.visibility</p:attrName>
                                        </p:attrNameLst>
                                      </p:cBhvr>
                                      <p:to>
                                        <p:strVal val="visible"/>
                                      </p:to>
                                    </p:set>
                                    <p:animEffect transition="in" filter="wipe(left)">
                                      <p:cBhvr>
                                        <p:cTn id="79" dur="500"/>
                                        <p:tgtEl>
                                          <p:spTgt spid="24"/>
                                        </p:tgtEl>
                                      </p:cBhvr>
                                    </p:animEffect>
                                  </p:childTnLst>
                                </p:cTn>
                              </p:par>
                            </p:childTnLst>
                          </p:cTn>
                        </p:par>
                        <p:par>
                          <p:cTn id="80" fill="hold" nodeType="afterGroup">
                            <p:stCondLst>
                              <p:cond delay="4200"/>
                            </p:stCondLst>
                            <p:childTnLst>
                              <p:par>
                                <p:cTn id="81" presetID="31" presetClass="entr" presetSubtype="0" fill="hold" grpId="0" nodeType="afterEffect">
                                  <p:stCondLst>
                                    <p:cond delay="0"/>
                                  </p:stCondLst>
                                  <p:childTnLst>
                                    <p:set>
                                      <p:cBhvr>
                                        <p:cTn id="82" dur="1" fill="hold">
                                          <p:stCondLst>
                                            <p:cond delay="0"/>
                                          </p:stCondLst>
                                        </p:cTn>
                                        <p:tgtEl>
                                          <p:spTgt spid="29"/>
                                        </p:tgtEl>
                                        <p:attrNameLst>
                                          <p:attrName>style.visibility</p:attrName>
                                        </p:attrNameLst>
                                      </p:cBhvr>
                                      <p:to>
                                        <p:strVal val="visible"/>
                                      </p:to>
                                    </p:set>
                                    <p:anim calcmode="lin" valueType="num">
                                      <p:cBhvr>
                                        <p:cTn id="83" dur="400" fill="hold"/>
                                        <p:tgtEl>
                                          <p:spTgt spid="29"/>
                                        </p:tgtEl>
                                        <p:attrNameLst>
                                          <p:attrName>ppt_w</p:attrName>
                                        </p:attrNameLst>
                                      </p:cBhvr>
                                      <p:tavLst>
                                        <p:tav tm="0">
                                          <p:val>
                                            <p:fltVal val="0"/>
                                          </p:val>
                                        </p:tav>
                                        <p:tav tm="100000">
                                          <p:val>
                                            <p:strVal val="#ppt_w"/>
                                          </p:val>
                                        </p:tav>
                                      </p:tavLst>
                                    </p:anim>
                                    <p:anim calcmode="lin" valueType="num">
                                      <p:cBhvr>
                                        <p:cTn id="84" dur="400" fill="hold"/>
                                        <p:tgtEl>
                                          <p:spTgt spid="29"/>
                                        </p:tgtEl>
                                        <p:attrNameLst>
                                          <p:attrName>ppt_h</p:attrName>
                                        </p:attrNameLst>
                                      </p:cBhvr>
                                      <p:tavLst>
                                        <p:tav tm="0">
                                          <p:val>
                                            <p:fltVal val="0"/>
                                          </p:val>
                                        </p:tav>
                                        <p:tav tm="100000">
                                          <p:val>
                                            <p:strVal val="#ppt_h"/>
                                          </p:val>
                                        </p:tav>
                                      </p:tavLst>
                                    </p:anim>
                                    <p:anim calcmode="lin" valueType="num">
                                      <p:cBhvr>
                                        <p:cTn id="85" dur="400" fill="hold"/>
                                        <p:tgtEl>
                                          <p:spTgt spid="29"/>
                                        </p:tgtEl>
                                        <p:attrNameLst>
                                          <p:attrName>style.rotation</p:attrName>
                                        </p:attrNameLst>
                                      </p:cBhvr>
                                      <p:tavLst>
                                        <p:tav tm="0">
                                          <p:val>
                                            <p:fltVal val="90"/>
                                          </p:val>
                                        </p:tav>
                                        <p:tav tm="100000">
                                          <p:val>
                                            <p:fltVal val="0"/>
                                          </p:val>
                                        </p:tav>
                                      </p:tavLst>
                                    </p:anim>
                                    <p:animEffect transition="in" filter="fade">
                                      <p:cBhvr>
                                        <p:cTn id="86" dur="400"/>
                                        <p:tgtEl>
                                          <p:spTgt spid="29"/>
                                        </p:tgtEl>
                                      </p:cBhvr>
                                    </p:animEffect>
                                  </p:childTnLst>
                                </p:cTn>
                              </p:par>
                            </p:childTnLst>
                          </p:cTn>
                        </p:par>
                        <p:par>
                          <p:cTn id="87" fill="hold" nodeType="afterGroup">
                            <p:stCondLst>
                              <p:cond delay="4600"/>
                            </p:stCondLst>
                            <p:childTnLst>
                              <p:par>
                                <p:cTn id="88" presetID="22" presetClass="entr" presetSubtype="8" fill="hold" grpId="0" nodeType="afterEffect">
                                  <p:stCondLst>
                                    <p:cond delay="0"/>
                                  </p:stCondLst>
                                  <p:childTnLst>
                                    <p:set>
                                      <p:cBhvr>
                                        <p:cTn id="89" dur="1" fill="hold">
                                          <p:stCondLst>
                                            <p:cond delay="0"/>
                                          </p:stCondLst>
                                        </p:cTn>
                                        <p:tgtEl>
                                          <p:spTgt spid="25"/>
                                        </p:tgtEl>
                                        <p:attrNameLst>
                                          <p:attrName>style.visibility</p:attrName>
                                        </p:attrNameLst>
                                      </p:cBhvr>
                                      <p:to>
                                        <p:strVal val="visible"/>
                                      </p:to>
                                    </p:set>
                                    <p:animEffect transition="in" filter="wipe(left)">
                                      <p:cBhvr>
                                        <p:cTn id="90" dur="500"/>
                                        <p:tgtEl>
                                          <p:spTgt spid="25"/>
                                        </p:tgtEl>
                                      </p:cBhvr>
                                    </p:animEffect>
                                  </p:childTnLst>
                                </p:cTn>
                              </p:par>
                            </p:childTnLst>
                          </p:cTn>
                        </p:par>
                        <p:par>
                          <p:cTn id="91" fill="hold" nodeType="afterGroup">
                            <p:stCondLst>
                              <p:cond delay="5100"/>
                            </p:stCondLst>
                            <p:childTnLst>
                              <p:par>
                                <p:cTn id="92" presetID="31" presetClass="entr" presetSubtype="0" fill="hold" grpId="0" nodeType="afterEffect">
                                  <p:stCondLst>
                                    <p:cond delay="0"/>
                                  </p:stCondLst>
                                  <p:childTnLst>
                                    <p:set>
                                      <p:cBhvr>
                                        <p:cTn id="93" dur="1" fill="hold">
                                          <p:stCondLst>
                                            <p:cond delay="0"/>
                                          </p:stCondLst>
                                        </p:cTn>
                                        <p:tgtEl>
                                          <p:spTgt spid="30"/>
                                        </p:tgtEl>
                                        <p:attrNameLst>
                                          <p:attrName>style.visibility</p:attrName>
                                        </p:attrNameLst>
                                      </p:cBhvr>
                                      <p:to>
                                        <p:strVal val="visible"/>
                                      </p:to>
                                    </p:set>
                                    <p:anim calcmode="lin" valueType="num">
                                      <p:cBhvr>
                                        <p:cTn id="94" dur="400" fill="hold"/>
                                        <p:tgtEl>
                                          <p:spTgt spid="30"/>
                                        </p:tgtEl>
                                        <p:attrNameLst>
                                          <p:attrName>ppt_w</p:attrName>
                                        </p:attrNameLst>
                                      </p:cBhvr>
                                      <p:tavLst>
                                        <p:tav tm="0">
                                          <p:val>
                                            <p:fltVal val="0"/>
                                          </p:val>
                                        </p:tav>
                                        <p:tav tm="100000">
                                          <p:val>
                                            <p:strVal val="#ppt_w"/>
                                          </p:val>
                                        </p:tav>
                                      </p:tavLst>
                                    </p:anim>
                                    <p:anim calcmode="lin" valueType="num">
                                      <p:cBhvr>
                                        <p:cTn id="95" dur="400" fill="hold"/>
                                        <p:tgtEl>
                                          <p:spTgt spid="30"/>
                                        </p:tgtEl>
                                        <p:attrNameLst>
                                          <p:attrName>ppt_h</p:attrName>
                                        </p:attrNameLst>
                                      </p:cBhvr>
                                      <p:tavLst>
                                        <p:tav tm="0">
                                          <p:val>
                                            <p:fltVal val="0"/>
                                          </p:val>
                                        </p:tav>
                                        <p:tav tm="100000">
                                          <p:val>
                                            <p:strVal val="#ppt_h"/>
                                          </p:val>
                                        </p:tav>
                                      </p:tavLst>
                                    </p:anim>
                                    <p:anim calcmode="lin" valueType="num">
                                      <p:cBhvr>
                                        <p:cTn id="96" dur="400" fill="hold"/>
                                        <p:tgtEl>
                                          <p:spTgt spid="30"/>
                                        </p:tgtEl>
                                        <p:attrNameLst>
                                          <p:attrName>style.rotation</p:attrName>
                                        </p:attrNameLst>
                                      </p:cBhvr>
                                      <p:tavLst>
                                        <p:tav tm="0">
                                          <p:val>
                                            <p:fltVal val="90"/>
                                          </p:val>
                                        </p:tav>
                                        <p:tav tm="100000">
                                          <p:val>
                                            <p:fltVal val="0"/>
                                          </p:val>
                                        </p:tav>
                                      </p:tavLst>
                                    </p:anim>
                                    <p:animEffect transition="in" filter="fade">
                                      <p:cBhvr>
                                        <p:cTn id="97" dur="400"/>
                                        <p:tgtEl>
                                          <p:spTgt spid="30"/>
                                        </p:tgtEl>
                                      </p:cBhvr>
                                    </p:animEffect>
                                  </p:childTnLst>
                                </p:cTn>
                              </p:par>
                            </p:childTnLst>
                          </p:cTn>
                        </p:par>
                        <p:par>
                          <p:cTn id="98" fill="hold" nodeType="afterGroup">
                            <p:stCondLst>
                              <p:cond delay="5500"/>
                            </p:stCondLst>
                            <p:childTnLst>
                              <p:par>
                                <p:cTn id="99" presetID="22" presetClass="entr" presetSubtype="8" fill="hold" grpId="0" nodeType="afterEffect">
                                  <p:stCondLst>
                                    <p:cond delay="0"/>
                                  </p:stCondLst>
                                  <p:childTnLst>
                                    <p:set>
                                      <p:cBhvr>
                                        <p:cTn id="100" dur="1" fill="hold">
                                          <p:stCondLst>
                                            <p:cond delay="0"/>
                                          </p:stCondLst>
                                        </p:cTn>
                                        <p:tgtEl>
                                          <p:spTgt spid="26"/>
                                        </p:tgtEl>
                                        <p:attrNameLst>
                                          <p:attrName>style.visibility</p:attrName>
                                        </p:attrNameLst>
                                      </p:cBhvr>
                                      <p:to>
                                        <p:strVal val="visible"/>
                                      </p:to>
                                    </p:set>
                                    <p:animEffect transition="in" filter="wipe(left)">
                                      <p:cBhvr>
                                        <p:cTn id="101"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P spid="22" grpId="0"/>
      <p:bldP spid="23" grpId="0"/>
      <p:bldP spid="24" grpId="0"/>
      <p:bldP spid="25" grpId="0"/>
      <p:bldP spid="26" grpId="0"/>
      <p:bldP spid="27" grpId="0"/>
      <p:bldP spid="28" grpId="0"/>
      <p:bldP spid="29" grpId="0"/>
      <p:bldP spid="30"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Group 3"/>
          <p:cNvGrpSpPr>
            <a:grpSpLocks/>
          </p:cNvGrpSpPr>
          <p:nvPr/>
        </p:nvGrpSpPr>
        <p:grpSpPr bwMode="auto">
          <a:xfrm>
            <a:off x="817563" y="1773238"/>
            <a:ext cx="5838825" cy="3856037"/>
            <a:chOff x="0" y="0"/>
            <a:chExt cx="5166566" cy="3409678"/>
          </a:xfrm>
        </p:grpSpPr>
        <p:sp>
          <p:nvSpPr>
            <p:cNvPr id="32" name="椭圆 2"/>
            <p:cNvSpPr>
              <a:spLocks/>
            </p:cNvSpPr>
            <p:nvPr/>
          </p:nvSpPr>
          <p:spPr bwMode="auto">
            <a:xfrm rot="1748642">
              <a:off x="0" y="0"/>
              <a:ext cx="2211032" cy="2230538"/>
            </a:xfrm>
            <a:custGeom>
              <a:avLst/>
              <a:gdLst>
                <a:gd name="T0" fmla="*/ 2997604 w 2997604"/>
                <a:gd name="T1" fmla="*/ 1790780 h 3024336"/>
                <a:gd name="T2" fmla="*/ 1512168 w 2997604"/>
                <a:gd name="T3" fmla="*/ 3024336 h 3024336"/>
                <a:gd name="T4" fmla="*/ 0 w 2997604"/>
                <a:gd name="T5" fmla="*/ 1512168 h 3024336"/>
                <a:gd name="T6" fmla="*/ 1512168 w 2997604"/>
                <a:gd name="T7" fmla="*/ 0 h 3024336"/>
                <a:gd name="T8" fmla="*/ 1764196 w 2997604"/>
                <a:gd name="T9" fmla="*/ 22675 h 3024336"/>
              </a:gdLst>
              <a:ahLst/>
              <a:cxnLst>
                <a:cxn ang="0">
                  <a:pos x="T0" y="T1"/>
                </a:cxn>
                <a:cxn ang="0">
                  <a:pos x="T2" y="T3"/>
                </a:cxn>
                <a:cxn ang="0">
                  <a:pos x="T4" y="T5"/>
                </a:cxn>
                <a:cxn ang="0">
                  <a:pos x="T6" y="T7"/>
                </a:cxn>
                <a:cxn ang="0">
                  <a:pos x="T8" y="T9"/>
                </a:cxn>
              </a:cxnLst>
              <a:rect l="0" t="0" r="r" b="b"/>
              <a:pathLst>
                <a:path w="2997604" h="3024336">
                  <a:moveTo>
                    <a:pt x="2997604" y="1790780"/>
                  </a:moveTo>
                  <a:cubicBezTo>
                    <a:pt x="2867846" y="2492941"/>
                    <a:pt x="2252064" y="3024336"/>
                    <a:pt x="1512168" y="3024336"/>
                  </a:cubicBezTo>
                  <a:cubicBezTo>
                    <a:pt x="677021" y="3024336"/>
                    <a:pt x="0" y="2347315"/>
                    <a:pt x="0" y="1512168"/>
                  </a:cubicBezTo>
                  <a:cubicBezTo>
                    <a:pt x="0" y="677021"/>
                    <a:pt x="677021" y="0"/>
                    <a:pt x="1512168" y="0"/>
                  </a:cubicBezTo>
                  <a:cubicBezTo>
                    <a:pt x="1598138" y="0"/>
                    <a:pt x="1682432" y="7174"/>
                    <a:pt x="1764196" y="22675"/>
                  </a:cubicBezTo>
                </a:path>
              </a:pathLst>
            </a:custGeom>
            <a:noFill/>
            <a:ln w="25400" cap="flat" cmpd="sng">
              <a:solidFill>
                <a:srgbClr val="1F497D">
                  <a:lumMod val="75000"/>
                </a:srgbClr>
              </a:solidFill>
              <a:prstDash val="sysDash"/>
              <a:round/>
              <a:headEnd/>
              <a:tailEnd type="triangle" w="lg" len="lg"/>
            </a:ln>
            <a:extLst>
              <a:ext uri="{909E8E84-426E-40DD-AFC4-6F175D3DCCD1}">
                <a14:hiddenFill xmlns:a14="http://schemas.microsoft.com/office/drawing/2010/main">
                  <a:solidFill>
                    <a:srgbClr val="FFFFFF"/>
                  </a:solidFill>
                </a14:hiddenFill>
              </a:ext>
            </a:extLst>
          </p:spPr>
          <p:txBody>
            <a:bodyPr lIns="91412" tIns="45706" rIns="91412" bIns="45706" anchor="ctr"/>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33" name="椭圆 4"/>
            <p:cNvSpPr>
              <a:spLocks/>
            </p:cNvSpPr>
            <p:nvPr/>
          </p:nvSpPr>
          <p:spPr bwMode="auto">
            <a:xfrm rot="1748642">
              <a:off x="2071964" y="1513229"/>
              <a:ext cx="1574693" cy="746788"/>
            </a:xfrm>
            <a:custGeom>
              <a:avLst/>
              <a:gdLst>
                <a:gd name="T0" fmla="*/ 0 w 2134918"/>
                <a:gd name="T1" fmla="*/ 1012045 h 1012045"/>
                <a:gd name="T2" fmla="*/ 1067459 w 2134918"/>
                <a:gd name="T3" fmla="*/ 0 h 1012045"/>
                <a:gd name="T4" fmla="*/ 2134918 w 2134918"/>
                <a:gd name="T5" fmla="*/ 1012045 h 1012045"/>
              </a:gdLst>
              <a:ahLst/>
              <a:cxnLst>
                <a:cxn ang="0">
                  <a:pos x="T0" y="T1"/>
                </a:cxn>
                <a:cxn ang="0">
                  <a:pos x="T2" y="T3"/>
                </a:cxn>
                <a:cxn ang="0">
                  <a:pos x="T4" y="T5"/>
                </a:cxn>
              </a:cxnLst>
              <a:rect l="0" t="0" r="r" b="b"/>
              <a:pathLst>
                <a:path w="2134918" h="1012045">
                  <a:moveTo>
                    <a:pt x="0" y="1012045"/>
                  </a:moveTo>
                  <a:cubicBezTo>
                    <a:pt x="28964" y="447977"/>
                    <a:pt x="495896" y="0"/>
                    <a:pt x="1067459" y="0"/>
                  </a:cubicBezTo>
                  <a:cubicBezTo>
                    <a:pt x="1639022" y="0"/>
                    <a:pt x="2105955" y="447977"/>
                    <a:pt x="2134918" y="1012045"/>
                  </a:cubicBezTo>
                </a:path>
              </a:pathLst>
            </a:custGeom>
            <a:noFill/>
            <a:ln w="25400" cap="flat" cmpd="sng">
              <a:solidFill>
                <a:srgbClr val="1F497D">
                  <a:lumMod val="75000"/>
                </a:srgbClr>
              </a:solidFill>
              <a:prstDash val="sysDash"/>
              <a:round/>
              <a:headEnd/>
              <a:tailEnd/>
            </a:ln>
            <a:extLst>
              <a:ext uri="{909E8E84-426E-40DD-AFC4-6F175D3DCCD1}">
                <a14:hiddenFill xmlns:a14="http://schemas.microsoft.com/office/drawing/2010/main">
                  <a:solidFill>
                    <a:srgbClr val="FFFFFF"/>
                  </a:solidFill>
                </a14:hiddenFill>
              </a:ext>
            </a:extLst>
          </p:spPr>
          <p:txBody>
            <a:bodyPr lIns="91412" tIns="45706" rIns="91412" bIns="45706" anchor="ctr"/>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34" name="椭圆 4"/>
            <p:cNvSpPr>
              <a:spLocks/>
            </p:cNvSpPr>
            <p:nvPr/>
          </p:nvSpPr>
          <p:spPr bwMode="auto">
            <a:xfrm rot="1748643" flipV="1">
              <a:off x="3159218" y="2877662"/>
              <a:ext cx="1120968" cy="532018"/>
            </a:xfrm>
            <a:custGeom>
              <a:avLst/>
              <a:gdLst>
                <a:gd name="T0" fmla="*/ 0 w 2134918"/>
                <a:gd name="T1" fmla="*/ 1012045 h 1012045"/>
                <a:gd name="T2" fmla="*/ 1067459 w 2134918"/>
                <a:gd name="T3" fmla="*/ 0 h 1012045"/>
                <a:gd name="T4" fmla="*/ 2134918 w 2134918"/>
                <a:gd name="T5" fmla="*/ 1012045 h 1012045"/>
              </a:gdLst>
              <a:ahLst/>
              <a:cxnLst>
                <a:cxn ang="0">
                  <a:pos x="T0" y="T1"/>
                </a:cxn>
                <a:cxn ang="0">
                  <a:pos x="T2" y="T3"/>
                </a:cxn>
                <a:cxn ang="0">
                  <a:pos x="T4" y="T5"/>
                </a:cxn>
              </a:cxnLst>
              <a:rect l="0" t="0" r="r" b="b"/>
              <a:pathLst>
                <a:path w="2134918" h="1012045">
                  <a:moveTo>
                    <a:pt x="0" y="1012045"/>
                  </a:moveTo>
                  <a:cubicBezTo>
                    <a:pt x="28964" y="447977"/>
                    <a:pt x="495896" y="0"/>
                    <a:pt x="1067459" y="0"/>
                  </a:cubicBezTo>
                  <a:cubicBezTo>
                    <a:pt x="1639022" y="0"/>
                    <a:pt x="2105955" y="447977"/>
                    <a:pt x="2134918" y="1012045"/>
                  </a:cubicBezTo>
                </a:path>
              </a:pathLst>
            </a:custGeom>
            <a:noFill/>
            <a:ln w="25400" cap="flat" cmpd="sng">
              <a:solidFill>
                <a:srgbClr val="1F497D">
                  <a:lumMod val="75000"/>
                </a:srgbClr>
              </a:solidFill>
              <a:prstDash val="sysDash"/>
              <a:round/>
              <a:headEnd/>
              <a:tailEnd/>
            </a:ln>
            <a:extLst>
              <a:ext uri="{909E8E84-426E-40DD-AFC4-6F175D3DCCD1}">
                <a14:hiddenFill xmlns:a14="http://schemas.microsoft.com/office/drawing/2010/main">
                  <a:solidFill>
                    <a:srgbClr val="FFFFFF"/>
                  </a:solidFill>
                </a14:hiddenFill>
              </a:ext>
            </a:extLst>
          </p:spPr>
          <p:txBody>
            <a:bodyPr lIns="91412" tIns="45706" rIns="91412" bIns="45706" anchor="ctr"/>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35" name="椭圆 4"/>
            <p:cNvSpPr>
              <a:spLocks/>
            </p:cNvSpPr>
            <p:nvPr/>
          </p:nvSpPr>
          <p:spPr bwMode="auto">
            <a:xfrm rot="1748642">
              <a:off x="4392564" y="3020843"/>
              <a:ext cx="774002" cy="366375"/>
            </a:xfrm>
            <a:custGeom>
              <a:avLst/>
              <a:gdLst>
                <a:gd name="T0" fmla="*/ 0 w 2134918"/>
                <a:gd name="T1" fmla="*/ 1012045 h 1012045"/>
                <a:gd name="T2" fmla="*/ 1067459 w 2134918"/>
                <a:gd name="T3" fmla="*/ 0 h 1012045"/>
                <a:gd name="T4" fmla="*/ 2134918 w 2134918"/>
                <a:gd name="T5" fmla="*/ 1012045 h 1012045"/>
              </a:gdLst>
              <a:ahLst/>
              <a:cxnLst>
                <a:cxn ang="0">
                  <a:pos x="T0" y="T1"/>
                </a:cxn>
                <a:cxn ang="0">
                  <a:pos x="T2" y="T3"/>
                </a:cxn>
                <a:cxn ang="0">
                  <a:pos x="T4" y="T5"/>
                </a:cxn>
              </a:cxnLst>
              <a:rect l="0" t="0" r="r" b="b"/>
              <a:pathLst>
                <a:path w="2134918" h="1012045">
                  <a:moveTo>
                    <a:pt x="0" y="1012045"/>
                  </a:moveTo>
                  <a:cubicBezTo>
                    <a:pt x="28964" y="447977"/>
                    <a:pt x="495896" y="0"/>
                    <a:pt x="1067459" y="0"/>
                  </a:cubicBezTo>
                  <a:cubicBezTo>
                    <a:pt x="1639022" y="0"/>
                    <a:pt x="2105955" y="447977"/>
                    <a:pt x="2134918" y="1012045"/>
                  </a:cubicBezTo>
                </a:path>
              </a:pathLst>
            </a:custGeom>
            <a:noFill/>
            <a:ln w="25400" cap="flat" cmpd="sng">
              <a:solidFill>
                <a:srgbClr val="1F497D">
                  <a:lumMod val="75000"/>
                </a:srgbClr>
              </a:solidFill>
              <a:prstDash val="sysDash"/>
              <a:round/>
              <a:headEnd/>
              <a:tailEnd/>
            </a:ln>
            <a:extLst>
              <a:ext uri="{909E8E84-426E-40DD-AFC4-6F175D3DCCD1}">
                <a14:hiddenFill xmlns:a14="http://schemas.microsoft.com/office/drawing/2010/main">
                  <a:solidFill>
                    <a:srgbClr val="FFFFFF"/>
                  </a:solidFill>
                </a14:hiddenFill>
              </a:ext>
            </a:extLst>
          </p:spPr>
          <p:txBody>
            <a:bodyPr lIns="91412" tIns="45706" rIns="91412" bIns="45706" anchor="ctr"/>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grpSp>
      <p:sp>
        <p:nvSpPr>
          <p:cNvPr id="36" name="KSO_GN4"/>
          <p:cNvSpPr>
            <a:spLocks noChangeArrowheads="1"/>
          </p:cNvSpPr>
          <p:nvPr/>
        </p:nvSpPr>
        <p:spPr bwMode="auto">
          <a:xfrm>
            <a:off x="966788" y="1928813"/>
            <a:ext cx="2219325" cy="2220912"/>
          </a:xfrm>
          <a:prstGeom prst="ellipse">
            <a:avLst/>
          </a:prstGeom>
          <a:solidFill>
            <a:schemeClr val="accent1"/>
          </a:solidFill>
          <a:ln>
            <a:noFill/>
          </a:ln>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ctr" defTabSz="914103" fontAlgn="auto">
              <a:lnSpc>
                <a:spcPct val="130000"/>
              </a:lnSpc>
              <a:spcBef>
                <a:spcPts val="0"/>
              </a:spcBef>
              <a:spcAft>
                <a:spcPts val="0"/>
              </a:spcAft>
              <a:buFontTx/>
              <a:buNone/>
              <a:defRPr/>
            </a:pPr>
            <a:r>
              <a:rPr lang="en-US" altLang="zh-CN" sz="7198" kern="0">
                <a:solidFill>
                  <a:sysClr val="window" lastClr="FFFFFF"/>
                </a:solidFill>
                <a:latin typeface="Impact" pitchFamily="34" charset="0"/>
              </a:rPr>
              <a:t>04</a:t>
            </a:r>
          </a:p>
        </p:txBody>
      </p:sp>
      <p:sp>
        <p:nvSpPr>
          <p:cNvPr id="37" name="KSO_GN3"/>
          <p:cNvSpPr>
            <a:spLocks noChangeArrowheads="1"/>
          </p:cNvSpPr>
          <p:nvPr/>
        </p:nvSpPr>
        <p:spPr bwMode="auto">
          <a:xfrm>
            <a:off x="3011488" y="3556000"/>
            <a:ext cx="1570037" cy="1571625"/>
          </a:xfrm>
          <a:prstGeom prst="ellipse">
            <a:avLst/>
          </a:prstGeom>
          <a:solidFill>
            <a:schemeClr val="accent2"/>
          </a:solidFill>
          <a:ln>
            <a:noFill/>
          </a:ln>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ctr" defTabSz="914103" fontAlgn="auto">
              <a:lnSpc>
                <a:spcPct val="130000"/>
              </a:lnSpc>
              <a:spcBef>
                <a:spcPts val="0"/>
              </a:spcBef>
              <a:spcAft>
                <a:spcPts val="0"/>
              </a:spcAft>
              <a:buFontTx/>
              <a:buNone/>
              <a:defRPr/>
            </a:pPr>
            <a:r>
              <a:rPr lang="en-US" altLang="zh-CN" sz="5332" kern="0">
                <a:solidFill>
                  <a:sysClr val="window" lastClr="FFFFFF"/>
                </a:solidFill>
                <a:latin typeface="Impact" pitchFamily="34" charset="0"/>
              </a:rPr>
              <a:t>03</a:t>
            </a:r>
          </a:p>
        </p:txBody>
      </p:sp>
      <p:sp>
        <p:nvSpPr>
          <p:cNvPr id="38" name="KSO_GN2"/>
          <p:cNvSpPr>
            <a:spLocks noChangeArrowheads="1"/>
          </p:cNvSpPr>
          <p:nvPr/>
        </p:nvSpPr>
        <p:spPr bwMode="auto">
          <a:xfrm rot="10800000" flipV="1">
            <a:off x="4640263" y="4424363"/>
            <a:ext cx="1119187" cy="1120775"/>
          </a:xfrm>
          <a:prstGeom prst="ellipse">
            <a:avLst/>
          </a:prstGeom>
          <a:solidFill>
            <a:schemeClr val="accent1">
              <a:lumMod val="50000"/>
            </a:schemeClr>
          </a:solidFill>
          <a:ln>
            <a:noFill/>
          </a:ln>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ctr" defTabSz="914103" fontAlgn="auto">
              <a:lnSpc>
                <a:spcPct val="130000"/>
              </a:lnSpc>
              <a:spcBef>
                <a:spcPts val="0"/>
              </a:spcBef>
              <a:spcAft>
                <a:spcPts val="0"/>
              </a:spcAft>
              <a:buFontTx/>
              <a:buNone/>
              <a:defRPr/>
            </a:pPr>
            <a:r>
              <a:rPr lang="en-US" altLang="zh-CN" sz="3599" kern="0" dirty="0">
                <a:solidFill>
                  <a:sysClr val="window" lastClr="FFFFFF"/>
                </a:solidFill>
                <a:latin typeface="Impact" pitchFamily="34" charset="0"/>
              </a:rPr>
              <a:t>02</a:t>
            </a:r>
            <a:endParaRPr lang="en-US" altLang="zh-CN" sz="1999" kern="0" dirty="0">
              <a:solidFill>
                <a:sysClr val="window" lastClr="FFFFFF"/>
              </a:solidFill>
              <a:latin typeface="Impact" pitchFamily="34" charset="0"/>
            </a:endParaRPr>
          </a:p>
        </p:txBody>
      </p:sp>
      <p:sp>
        <p:nvSpPr>
          <p:cNvPr id="39" name="KSO_GN1"/>
          <p:cNvSpPr>
            <a:spLocks noChangeArrowheads="1"/>
          </p:cNvSpPr>
          <p:nvPr/>
        </p:nvSpPr>
        <p:spPr bwMode="auto">
          <a:xfrm>
            <a:off x="5707063" y="5248275"/>
            <a:ext cx="773112" cy="773113"/>
          </a:xfrm>
          <a:prstGeom prst="ellipse">
            <a:avLst/>
          </a:prstGeom>
          <a:solidFill>
            <a:schemeClr val="accent4"/>
          </a:solidFill>
          <a:ln>
            <a:noFill/>
          </a:ln>
        </p:spPr>
        <p:txBody>
          <a:bodyPr lIns="0" tIns="0" rIns="0" bIns="0" anchor="ctr"/>
          <a:lstStyle>
            <a:lvl1pPr defTabSz="685800">
              <a:defRPr>
                <a:solidFill>
                  <a:schemeClr val="tx1"/>
                </a:solidFill>
                <a:latin typeface="Calibri" pitchFamily="34" charset="0"/>
                <a:ea typeface="微软雅黑" pitchFamily="34" charset="-122"/>
              </a:defRPr>
            </a:lvl1pPr>
            <a:lvl2pPr marL="742950" indent="-285750" defTabSz="685800">
              <a:defRPr>
                <a:solidFill>
                  <a:schemeClr val="tx1"/>
                </a:solidFill>
                <a:latin typeface="Calibri" pitchFamily="34" charset="0"/>
                <a:ea typeface="微软雅黑" pitchFamily="34" charset="-122"/>
              </a:defRPr>
            </a:lvl2pPr>
            <a:lvl3pPr marL="1143000" indent="-228600" defTabSz="685800">
              <a:defRPr>
                <a:solidFill>
                  <a:schemeClr val="tx1"/>
                </a:solidFill>
                <a:latin typeface="Calibri" pitchFamily="34" charset="0"/>
                <a:ea typeface="微软雅黑" pitchFamily="34" charset="-122"/>
              </a:defRPr>
            </a:lvl3pPr>
            <a:lvl4pPr marL="1600200" indent="-228600" defTabSz="685800">
              <a:defRPr>
                <a:solidFill>
                  <a:schemeClr val="tx1"/>
                </a:solidFill>
                <a:latin typeface="Calibri" pitchFamily="34" charset="0"/>
                <a:ea typeface="微软雅黑" pitchFamily="34" charset="-122"/>
              </a:defRPr>
            </a:lvl4pPr>
            <a:lvl5pPr marL="2057400" indent="-228600" defTabSz="685800">
              <a:defRPr>
                <a:solidFill>
                  <a:schemeClr val="tx1"/>
                </a:solidFill>
                <a:latin typeface="Calibri" pitchFamily="34" charset="0"/>
                <a:ea typeface="微软雅黑" pitchFamily="34" charset="-122"/>
              </a:defRPr>
            </a:lvl5pPr>
            <a:lvl6pPr marL="25146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defTabSz="6858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ctr" defTabSz="914103" fontAlgn="auto">
              <a:lnSpc>
                <a:spcPct val="130000"/>
              </a:lnSpc>
              <a:spcBef>
                <a:spcPts val="0"/>
              </a:spcBef>
              <a:spcAft>
                <a:spcPts val="0"/>
              </a:spcAft>
              <a:buFontTx/>
              <a:buNone/>
              <a:defRPr/>
            </a:pPr>
            <a:r>
              <a:rPr lang="en-US" altLang="zh-CN" sz="3599" kern="0" dirty="0">
                <a:solidFill>
                  <a:sysClr val="window" lastClr="FFFFFF"/>
                </a:solidFill>
                <a:latin typeface="Impact" pitchFamily="34" charset="0"/>
              </a:rPr>
              <a:t>01</a:t>
            </a:r>
          </a:p>
        </p:txBody>
      </p:sp>
      <p:sp>
        <p:nvSpPr>
          <p:cNvPr id="40" name="文本框 11"/>
          <p:cNvSpPr txBox="1">
            <a:spLocks noChangeArrowheads="1"/>
          </p:cNvSpPr>
          <p:nvPr/>
        </p:nvSpPr>
        <p:spPr bwMode="auto">
          <a:xfrm>
            <a:off x="3197225" y="1403350"/>
            <a:ext cx="5597525" cy="1050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8" tIns="45694" rIns="91388" bIns="45694">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endParaRPr lang="en-US" altLang="zh-CN" sz="1599" kern="0" dirty="0">
              <a:solidFill>
                <a:srgbClr val="2A2A2A">
                  <a:lumMod val="75000"/>
                  <a:lumOff val="25000"/>
                </a:srgbClr>
              </a:solidFill>
            </a:endParaRPr>
          </a:p>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endParaRPr lang="en-US" altLang="zh-CN" sz="1599" kern="0" dirty="0">
              <a:solidFill>
                <a:srgbClr val="2A2A2A">
                  <a:lumMod val="75000"/>
                  <a:lumOff val="25000"/>
                </a:srgbClr>
              </a:solidFill>
            </a:endParaRPr>
          </a:p>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p>
        </p:txBody>
      </p:sp>
      <p:sp>
        <p:nvSpPr>
          <p:cNvPr id="41" name="文本框 12"/>
          <p:cNvSpPr txBox="1">
            <a:spLocks noChangeArrowheads="1"/>
          </p:cNvSpPr>
          <p:nvPr/>
        </p:nvSpPr>
        <p:spPr bwMode="auto">
          <a:xfrm>
            <a:off x="4440238" y="2913063"/>
            <a:ext cx="5246687"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8" tIns="45694" rIns="91388" bIns="45694">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endParaRPr lang="en-US" altLang="zh-CN" sz="1599" kern="0" dirty="0">
              <a:solidFill>
                <a:srgbClr val="2A2A2A">
                  <a:lumMod val="75000"/>
                  <a:lumOff val="25000"/>
                </a:srgbClr>
              </a:solidFill>
            </a:endParaRPr>
          </a:p>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p>
        </p:txBody>
      </p:sp>
      <p:sp>
        <p:nvSpPr>
          <p:cNvPr id="42" name="文本框 13"/>
          <p:cNvSpPr txBox="1">
            <a:spLocks noChangeArrowheads="1"/>
          </p:cNvSpPr>
          <p:nvPr/>
        </p:nvSpPr>
        <p:spPr bwMode="auto">
          <a:xfrm>
            <a:off x="5735638" y="4137025"/>
            <a:ext cx="5089525"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8" tIns="45694" rIns="91388" bIns="45694">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endParaRPr lang="en-US" altLang="zh-CN" sz="1599" kern="0" dirty="0">
              <a:solidFill>
                <a:srgbClr val="2A2A2A">
                  <a:lumMod val="75000"/>
                  <a:lumOff val="25000"/>
                </a:srgbClr>
              </a:solidFill>
            </a:endParaRPr>
          </a:p>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p>
        </p:txBody>
      </p:sp>
      <p:sp>
        <p:nvSpPr>
          <p:cNvPr id="43" name="文本框 14"/>
          <p:cNvSpPr txBox="1">
            <a:spLocks noChangeArrowheads="1"/>
          </p:cNvSpPr>
          <p:nvPr/>
        </p:nvSpPr>
        <p:spPr bwMode="auto">
          <a:xfrm>
            <a:off x="6650038" y="5216525"/>
            <a:ext cx="5130800" cy="731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388" tIns="45694" rIns="91388" bIns="45694">
            <a:spAutoFit/>
          </a:bodyPr>
          <a:lstStyle>
            <a:lvl1pPr>
              <a:defRPr>
                <a:solidFill>
                  <a:schemeClr val="tx1"/>
                </a:solidFill>
                <a:latin typeface="Calibri" pitchFamily="34" charset="0"/>
                <a:ea typeface="微软雅黑" pitchFamily="34" charset="-122"/>
              </a:defRPr>
            </a:lvl1pPr>
            <a:lvl2pPr marL="742950" indent="-285750">
              <a:defRPr>
                <a:solidFill>
                  <a:schemeClr val="tx1"/>
                </a:solidFill>
                <a:latin typeface="Calibri" pitchFamily="34" charset="0"/>
                <a:ea typeface="微软雅黑" pitchFamily="34" charset="-122"/>
              </a:defRPr>
            </a:lvl2pPr>
            <a:lvl3pPr marL="1143000" indent="-228600">
              <a:defRPr>
                <a:solidFill>
                  <a:schemeClr val="tx1"/>
                </a:solidFill>
                <a:latin typeface="Calibri" pitchFamily="34" charset="0"/>
                <a:ea typeface="微软雅黑" pitchFamily="34" charset="-122"/>
              </a:defRPr>
            </a:lvl3pPr>
            <a:lvl4pPr marL="1600200" indent="-228600">
              <a:defRPr>
                <a:solidFill>
                  <a:schemeClr val="tx1"/>
                </a:solidFill>
                <a:latin typeface="Calibri" pitchFamily="34" charset="0"/>
                <a:ea typeface="微软雅黑" pitchFamily="34" charset="-122"/>
              </a:defRPr>
            </a:lvl4pPr>
            <a:lvl5pPr marL="2057400" indent="-228600">
              <a:defRPr>
                <a:solidFill>
                  <a:schemeClr val="tx1"/>
                </a:solidFill>
                <a:latin typeface="Calibri" pitchFamily="34" charset="0"/>
                <a:ea typeface="微软雅黑" pitchFamily="34" charset="-122"/>
              </a:defRPr>
            </a:lvl5pPr>
            <a:lvl6pPr marL="25146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6pPr>
            <a:lvl7pPr marL="29718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7pPr>
            <a:lvl8pPr marL="34290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8pPr>
            <a:lvl9pPr marL="3886200" indent="-228600" eaLnBrk="0" fontAlgn="base" hangingPunct="0">
              <a:spcBef>
                <a:spcPct val="0"/>
              </a:spcBef>
              <a:spcAft>
                <a:spcPct val="0"/>
              </a:spcAft>
              <a:buFont typeface="Arial" pitchFamily="34" charset="0"/>
              <a:defRPr>
                <a:solidFill>
                  <a:schemeClr val="tx1"/>
                </a:solidFill>
                <a:latin typeface="Calibri" pitchFamily="34" charset="0"/>
                <a:ea typeface="微软雅黑" pitchFamily="34" charset="-122"/>
              </a:defRPr>
            </a:lvl9pPr>
          </a:lstStyle>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endParaRPr lang="en-US" altLang="zh-CN" sz="1599" kern="0" dirty="0">
              <a:solidFill>
                <a:srgbClr val="2A2A2A">
                  <a:lumMod val="75000"/>
                  <a:lumOff val="25000"/>
                </a:srgbClr>
              </a:solidFill>
            </a:endParaRPr>
          </a:p>
          <a:p>
            <a:pPr algn="just" defTabSz="1218804" fontAlgn="auto">
              <a:lnSpc>
                <a:spcPct val="130000"/>
              </a:lnSpc>
              <a:spcBef>
                <a:spcPts val="0"/>
              </a:spcBef>
              <a:spcAft>
                <a:spcPts val="0"/>
              </a:spcAft>
              <a:buFontTx/>
              <a:buNone/>
              <a:defRPr/>
            </a:pPr>
            <a:r>
              <a:rPr lang="zh-CN" altLang="en-US" sz="1599" kern="0" dirty="0">
                <a:solidFill>
                  <a:srgbClr val="2A2A2A">
                    <a:lumMod val="75000"/>
                    <a:lumOff val="25000"/>
                  </a:srgbClr>
                </a:solidFill>
              </a:rPr>
              <a:t>点击此处输入文字点击此处输入文字点击此处输入文字</a:t>
            </a:r>
          </a:p>
        </p:txBody>
      </p:sp>
      <p:sp>
        <p:nvSpPr>
          <p:cNvPr id="66571" name="TextBox 122"/>
          <p:cNvSpPr txBox="1">
            <a:spLocks noChangeArrowheads="1"/>
          </p:cNvSpPr>
          <p:nvPr/>
        </p:nvSpPr>
        <p:spPr bwMode="auto">
          <a:xfrm>
            <a:off x="1958975" y="547688"/>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明年工作计划</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2750"/>
                                        <p:tgtEl>
                                          <p:spTgt spid="31"/>
                                        </p:tgtEl>
                                      </p:cBhvr>
                                    </p:animEffect>
                                  </p:childTnLst>
                                </p:cTn>
                              </p:par>
                              <p:par>
                                <p:cTn id="8" presetID="10" presetClass="entr" presetSubtype="0" fill="hold" grpId="0" nodeType="withEffect">
                                  <p:stCondLst>
                                    <p:cond delay="500"/>
                                  </p:stCondLst>
                                  <p:childTnLst>
                                    <p:set>
                                      <p:cBhvr>
                                        <p:cTn id="9" dur="1" fill="hold">
                                          <p:stCondLst>
                                            <p:cond delay="0"/>
                                          </p:stCondLst>
                                        </p:cTn>
                                        <p:tgtEl>
                                          <p:spTgt spid="39"/>
                                        </p:tgtEl>
                                        <p:attrNameLst>
                                          <p:attrName>style.visibility</p:attrName>
                                        </p:attrNameLst>
                                      </p:cBhvr>
                                      <p:to>
                                        <p:strVal val="visible"/>
                                      </p:to>
                                    </p:set>
                                    <p:animEffect transition="in" filter="fade">
                                      <p:cBhvr>
                                        <p:cTn id="10" dur="500"/>
                                        <p:tgtEl>
                                          <p:spTgt spid="39"/>
                                        </p:tgtEl>
                                      </p:cBhvr>
                                    </p:animEffect>
                                  </p:childTnLst>
                                </p:cTn>
                              </p:par>
                              <p:par>
                                <p:cTn id="11" presetID="10" presetClass="entr" presetSubtype="0" fill="hold" grpId="0" nodeType="withEffect">
                                  <p:stCondLst>
                                    <p:cond delay="1000"/>
                                  </p:stCondLst>
                                  <p:childTnLst>
                                    <p:set>
                                      <p:cBhvr>
                                        <p:cTn id="12" dur="1" fill="hold">
                                          <p:stCondLst>
                                            <p:cond delay="0"/>
                                          </p:stCondLst>
                                        </p:cTn>
                                        <p:tgtEl>
                                          <p:spTgt spid="38"/>
                                        </p:tgtEl>
                                        <p:attrNameLst>
                                          <p:attrName>style.visibility</p:attrName>
                                        </p:attrNameLst>
                                      </p:cBhvr>
                                      <p:to>
                                        <p:strVal val="visible"/>
                                      </p:to>
                                    </p:set>
                                    <p:animEffect transition="in" filter="fade">
                                      <p:cBhvr>
                                        <p:cTn id="13" dur="500"/>
                                        <p:tgtEl>
                                          <p:spTgt spid="38"/>
                                        </p:tgtEl>
                                      </p:cBhvr>
                                    </p:animEffect>
                                  </p:childTnLst>
                                </p:cTn>
                              </p:par>
                              <p:par>
                                <p:cTn id="14" presetID="10" presetClass="entr" presetSubtype="0" fill="hold" grpId="0" nodeType="withEffect">
                                  <p:stCondLst>
                                    <p:cond delay="1500"/>
                                  </p:stCondLst>
                                  <p:childTnLst>
                                    <p:set>
                                      <p:cBhvr>
                                        <p:cTn id="15" dur="1" fill="hold">
                                          <p:stCondLst>
                                            <p:cond delay="0"/>
                                          </p:stCondLst>
                                        </p:cTn>
                                        <p:tgtEl>
                                          <p:spTgt spid="37"/>
                                        </p:tgtEl>
                                        <p:attrNameLst>
                                          <p:attrName>style.visibility</p:attrName>
                                        </p:attrNameLst>
                                      </p:cBhvr>
                                      <p:to>
                                        <p:strVal val="visible"/>
                                      </p:to>
                                    </p:set>
                                    <p:animEffect transition="in" filter="fade">
                                      <p:cBhvr>
                                        <p:cTn id="16" dur="500"/>
                                        <p:tgtEl>
                                          <p:spTgt spid="37"/>
                                        </p:tgtEl>
                                      </p:cBhvr>
                                    </p:animEffect>
                                  </p:childTnLst>
                                </p:cTn>
                              </p:par>
                              <p:par>
                                <p:cTn id="17" presetID="10" presetClass="entr" presetSubtype="0" fill="hold" grpId="0" nodeType="withEffect">
                                  <p:stCondLst>
                                    <p:cond delay="2000"/>
                                  </p:stCondLst>
                                  <p:childTnLst>
                                    <p:set>
                                      <p:cBhvr>
                                        <p:cTn id="18" dur="1" fill="hold">
                                          <p:stCondLst>
                                            <p:cond delay="0"/>
                                          </p:stCondLst>
                                        </p:cTn>
                                        <p:tgtEl>
                                          <p:spTgt spid="36"/>
                                        </p:tgtEl>
                                        <p:attrNameLst>
                                          <p:attrName>style.visibility</p:attrName>
                                        </p:attrNameLst>
                                      </p:cBhvr>
                                      <p:to>
                                        <p:strVal val="visible"/>
                                      </p:to>
                                    </p:set>
                                    <p:animEffect transition="in" filter="fade">
                                      <p:cBhvr>
                                        <p:cTn id="19" dur="500"/>
                                        <p:tgtEl>
                                          <p:spTgt spid="36"/>
                                        </p:tgtEl>
                                      </p:cBhvr>
                                    </p:animEffect>
                                  </p:childTnLst>
                                </p:cTn>
                              </p:par>
                            </p:childTnLst>
                          </p:cTn>
                        </p:par>
                        <p:par>
                          <p:cTn id="20" fill="hold" nodeType="afterGroup">
                            <p:stCondLst>
                              <p:cond delay="2750"/>
                            </p:stCondLst>
                            <p:childTnLst>
                              <p:par>
                                <p:cTn id="21" presetID="22" presetClass="entr" presetSubtype="8" fill="hold" grpId="0" nodeType="afterEffect">
                                  <p:stCondLst>
                                    <p:cond delay="0"/>
                                  </p:stCondLst>
                                  <p:childTnLst>
                                    <p:set>
                                      <p:cBhvr>
                                        <p:cTn id="22" dur="1" fill="hold">
                                          <p:stCondLst>
                                            <p:cond delay="0"/>
                                          </p:stCondLst>
                                        </p:cTn>
                                        <p:tgtEl>
                                          <p:spTgt spid="40"/>
                                        </p:tgtEl>
                                        <p:attrNameLst>
                                          <p:attrName>style.visibility</p:attrName>
                                        </p:attrNameLst>
                                      </p:cBhvr>
                                      <p:to>
                                        <p:strVal val="visible"/>
                                      </p:to>
                                    </p:set>
                                    <p:animEffect transition="in" filter="wipe(left)">
                                      <p:cBhvr>
                                        <p:cTn id="23" dur="500"/>
                                        <p:tgtEl>
                                          <p:spTgt spid="40"/>
                                        </p:tgtEl>
                                      </p:cBhvr>
                                    </p:animEffect>
                                  </p:childTnLst>
                                </p:cTn>
                              </p:par>
                              <p:par>
                                <p:cTn id="24" presetID="22" presetClass="entr" presetSubtype="8" fill="hold" grpId="0" nodeType="withEffect">
                                  <p:stCondLst>
                                    <p:cond delay="0"/>
                                  </p:stCondLst>
                                  <p:childTnLst>
                                    <p:set>
                                      <p:cBhvr>
                                        <p:cTn id="25" dur="1" fill="hold">
                                          <p:stCondLst>
                                            <p:cond delay="0"/>
                                          </p:stCondLst>
                                        </p:cTn>
                                        <p:tgtEl>
                                          <p:spTgt spid="41"/>
                                        </p:tgtEl>
                                        <p:attrNameLst>
                                          <p:attrName>style.visibility</p:attrName>
                                        </p:attrNameLst>
                                      </p:cBhvr>
                                      <p:to>
                                        <p:strVal val="visible"/>
                                      </p:to>
                                    </p:set>
                                    <p:animEffect transition="in" filter="wipe(left)">
                                      <p:cBhvr>
                                        <p:cTn id="26" dur="500"/>
                                        <p:tgtEl>
                                          <p:spTgt spid="41"/>
                                        </p:tgtEl>
                                      </p:cBhvr>
                                    </p:animEffect>
                                  </p:childTnLst>
                                </p:cTn>
                              </p:par>
                              <p:par>
                                <p:cTn id="27" presetID="22" presetClass="entr" presetSubtype="8" fill="hold" grpId="0" nodeType="withEffect">
                                  <p:stCondLst>
                                    <p:cond delay="0"/>
                                  </p:stCondLst>
                                  <p:childTnLst>
                                    <p:set>
                                      <p:cBhvr>
                                        <p:cTn id="28" dur="1" fill="hold">
                                          <p:stCondLst>
                                            <p:cond delay="0"/>
                                          </p:stCondLst>
                                        </p:cTn>
                                        <p:tgtEl>
                                          <p:spTgt spid="42"/>
                                        </p:tgtEl>
                                        <p:attrNameLst>
                                          <p:attrName>style.visibility</p:attrName>
                                        </p:attrNameLst>
                                      </p:cBhvr>
                                      <p:to>
                                        <p:strVal val="visible"/>
                                      </p:to>
                                    </p:set>
                                    <p:animEffect transition="in" filter="wipe(left)">
                                      <p:cBhvr>
                                        <p:cTn id="29" dur="500"/>
                                        <p:tgtEl>
                                          <p:spTgt spid="42"/>
                                        </p:tgtEl>
                                      </p:cBhvr>
                                    </p:animEffect>
                                  </p:childTnLst>
                                </p:cTn>
                              </p:par>
                              <p:par>
                                <p:cTn id="30" presetID="22" presetClass="entr" presetSubtype="8" fill="hold" grpId="0" nodeType="withEffect">
                                  <p:stCondLst>
                                    <p:cond delay="0"/>
                                  </p:stCondLst>
                                  <p:childTnLst>
                                    <p:set>
                                      <p:cBhvr>
                                        <p:cTn id="31" dur="1" fill="hold">
                                          <p:stCondLst>
                                            <p:cond delay="0"/>
                                          </p:stCondLst>
                                        </p:cTn>
                                        <p:tgtEl>
                                          <p:spTgt spid="43"/>
                                        </p:tgtEl>
                                        <p:attrNameLst>
                                          <p:attrName>style.visibility</p:attrName>
                                        </p:attrNameLst>
                                      </p:cBhvr>
                                      <p:to>
                                        <p:strVal val="visible"/>
                                      </p:to>
                                    </p:set>
                                    <p:animEffect transition="in" filter="wipe(left)">
                                      <p:cBhvr>
                                        <p:cTn id="3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animBg="1" autoUpdateAnimBg="0"/>
      <p:bldP spid="37" grpId="0" animBg="1" autoUpdateAnimBg="0"/>
      <p:bldP spid="38" grpId="0" animBg="1" autoUpdateAnimBg="0"/>
      <p:bldP spid="39" grpId="0" animBg="1" autoUpdateAnimBg="0"/>
      <p:bldP spid="40" grpId="0"/>
      <p:bldP spid="41" grpId="0"/>
      <p:bldP spid="42" grpId="0"/>
      <p:bldP spid="4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4" name="组合 83"/>
          <p:cNvGrpSpPr/>
          <p:nvPr/>
        </p:nvGrpSpPr>
        <p:grpSpPr>
          <a:xfrm>
            <a:off x="1231175" y="3387668"/>
            <a:ext cx="2579428" cy="675290"/>
            <a:chOff x="1120140" y="2609650"/>
            <a:chExt cx="1935168" cy="506624"/>
          </a:xfrm>
          <a:solidFill>
            <a:schemeClr val="accent1"/>
          </a:solidFill>
        </p:grpSpPr>
        <p:sp>
          <p:nvSpPr>
            <p:cNvPr id="85" name="圆角矩形 84"/>
            <p:cNvSpPr/>
            <p:nvPr/>
          </p:nvSpPr>
          <p:spPr>
            <a:xfrm>
              <a:off x="1120140" y="2683639"/>
              <a:ext cx="1935168" cy="432635"/>
            </a:xfrm>
            <a:prstGeom prst="roundRect">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86" name="等腰三角形 85"/>
            <p:cNvSpPr/>
            <p:nvPr/>
          </p:nvSpPr>
          <p:spPr>
            <a:xfrm>
              <a:off x="2022799" y="2609650"/>
              <a:ext cx="129852" cy="95220"/>
            </a:xfrm>
            <a:prstGeom prst="triangle">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sp>
        <p:nvSpPr>
          <p:cNvPr id="94" name="椭圆 93"/>
          <p:cNvSpPr/>
          <p:nvPr/>
        </p:nvSpPr>
        <p:spPr>
          <a:xfrm>
            <a:off x="1814513" y="1635125"/>
            <a:ext cx="1412875" cy="1414463"/>
          </a:xfrm>
          <a:prstGeom prst="ellipse">
            <a:avLst/>
          </a:prstGeom>
          <a:solidFill>
            <a:schemeClr val="accent1"/>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nvGrpSpPr>
          <p:cNvPr id="95" name="组合 94"/>
          <p:cNvGrpSpPr/>
          <p:nvPr/>
        </p:nvGrpSpPr>
        <p:grpSpPr>
          <a:xfrm flipV="1">
            <a:off x="3656278" y="3486289"/>
            <a:ext cx="2579428" cy="675290"/>
            <a:chOff x="2939529" y="2609650"/>
            <a:chExt cx="1935168" cy="506624"/>
          </a:xfrm>
          <a:solidFill>
            <a:schemeClr val="accent2"/>
          </a:solidFill>
        </p:grpSpPr>
        <p:sp>
          <p:nvSpPr>
            <p:cNvPr id="96" name="圆角矩形 95"/>
            <p:cNvSpPr/>
            <p:nvPr/>
          </p:nvSpPr>
          <p:spPr>
            <a:xfrm>
              <a:off x="2939529" y="2683639"/>
              <a:ext cx="1935168" cy="432635"/>
            </a:xfrm>
            <a:prstGeom prst="roundRect">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97" name="等腰三角形 96"/>
            <p:cNvSpPr/>
            <p:nvPr/>
          </p:nvSpPr>
          <p:spPr>
            <a:xfrm>
              <a:off x="3842188" y="2609650"/>
              <a:ext cx="129852" cy="95220"/>
            </a:xfrm>
            <a:prstGeom prst="triangle">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sp>
        <p:nvSpPr>
          <p:cNvPr id="98" name="椭圆 97"/>
          <p:cNvSpPr/>
          <p:nvPr/>
        </p:nvSpPr>
        <p:spPr>
          <a:xfrm>
            <a:off x="4325938" y="4392613"/>
            <a:ext cx="1412875" cy="1414462"/>
          </a:xfrm>
          <a:prstGeom prst="ellipse">
            <a:avLst/>
          </a:prstGeom>
          <a:solidFill>
            <a:schemeClr val="accent2"/>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nvGrpSpPr>
          <p:cNvPr id="99" name="组合 98"/>
          <p:cNvGrpSpPr/>
          <p:nvPr/>
        </p:nvGrpSpPr>
        <p:grpSpPr>
          <a:xfrm>
            <a:off x="6086968" y="3387668"/>
            <a:ext cx="2579428" cy="675290"/>
            <a:chOff x="4763109" y="2609650"/>
            <a:chExt cx="1935168" cy="506624"/>
          </a:xfrm>
          <a:solidFill>
            <a:schemeClr val="accent1">
              <a:lumMod val="50000"/>
            </a:schemeClr>
          </a:solidFill>
        </p:grpSpPr>
        <p:sp>
          <p:nvSpPr>
            <p:cNvPr id="100" name="圆角矩形 99"/>
            <p:cNvSpPr/>
            <p:nvPr/>
          </p:nvSpPr>
          <p:spPr>
            <a:xfrm>
              <a:off x="4763109" y="2683639"/>
              <a:ext cx="1935168" cy="432635"/>
            </a:xfrm>
            <a:prstGeom prst="roundRect">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01" name="等腰三角形 100"/>
            <p:cNvSpPr/>
            <p:nvPr/>
          </p:nvSpPr>
          <p:spPr>
            <a:xfrm>
              <a:off x="5665768" y="2609650"/>
              <a:ext cx="129852" cy="95220"/>
            </a:xfrm>
            <a:prstGeom prst="triangle">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sp>
        <p:nvSpPr>
          <p:cNvPr id="102" name="椭圆 101"/>
          <p:cNvSpPr/>
          <p:nvPr/>
        </p:nvSpPr>
        <p:spPr>
          <a:xfrm>
            <a:off x="6670675" y="1635125"/>
            <a:ext cx="1412875" cy="1414463"/>
          </a:xfrm>
          <a:prstGeom prst="ellipse">
            <a:avLst/>
          </a:prstGeom>
          <a:solidFill>
            <a:schemeClr val="accent1">
              <a:lumMod val="50000"/>
            </a:schemeClr>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03" name="椭圆 102"/>
          <p:cNvSpPr/>
          <p:nvPr/>
        </p:nvSpPr>
        <p:spPr>
          <a:xfrm>
            <a:off x="9094788" y="4392613"/>
            <a:ext cx="1414462" cy="1414462"/>
          </a:xfrm>
          <a:prstGeom prst="ellipse">
            <a:avLst/>
          </a:prstGeom>
          <a:solidFill>
            <a:schemeClr val="accent4"/>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04" name="TextBox 103"/>
          <p:cNvSpPr txBox="1"/>
          <p:nvPr/>
        </p:nvSpPr>
        <p:spPr>
          <a:xfrm>
            <a:off x="1589088" y="4854575"/>
            <a:ext cx="1862137" cy="1219200"/>
          </a:xfrm>
          <a:prstGeom prst="rect">
            <a:avLst/>
          </a:prstGeom>
          <a:noFill/>
        </p:spPr>
        <p:txBody>
          <a:bodyPr lIns="0" tIns="0" rIns="0" bIns="0">
            <a:spAutoFit/>
          </a:bodyPr>
          <a:lstStyle/>
          <a:p>
            <a:pPr algn="just" defTabSz="1218804" fontAlgn="auto">
              <a:lnSpc>
                <a:spcPts val="1866"/>
              </a:lnSpc>
              <a:spcBef>
                <a:spcPts val="0"/>
              </a:spcBef>
              <a:spcAft>
                <a:spcPts val="0"/>
              </a:spcAft>
              <a:buFontTx/>
              <a:buNone/>
              <a:defRPr/>
            </a:pPr>
            <a:r>
              <a:rPr lang="zh-CN" altLang="en-US" sz="1333" kern="0" dirty="0">
                <a:solidFill>
                  <a:srgbClr val="2A2A2A">
                    <a:lumMod val="75000"/>
                    <a:lumOff val="25000"/>
                  </a:srgbClr>
                </a:solidFill>
                <a:latin typeface="微软雅黑" pitchFamily="34" charset="-122"/>
                <a:ea typeface="微软雅黑" pitchFamily="34" charset="-122"/>
              </a:rPr>
              <a:t>详写内容</a:t>
            </a:r>
            <a:r>
              <a:rPr lang="en-US" altLang="zh-CN" sz="1333" kern="0" dirty="0">
                <a:solidFill>
                  <a:srgbClr val="2A2A2A">
                    <a:lumMod val="75000"/>
                    <a:lumOff val="25000"/>
                  </a:srgbClr>
                </a:solidFill>
                <a:latin typeface="微软雅黑" pitchFamily="34" charset="-122"/>
                <a:ea typeface="微软雅黑" pitchFamily="34" charset="-122"/>
              </a:rPr>
              <a:t>……</a:t>
            </a:r>
            <a:r>
              <a:rPr lang="zh-CN" altLang="en-US" sz="1333" kern="0" dirty="0">
                <a:solidFill>
                  <a:srgbClr val="2A2A2A">
                    <a:lumMod val="75000"/>
                    <a:lumOff val="2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2A2A2A">
                  <a:lumMod val="75000"/>
                  <a:lumOff val="25000"/>
                </a:srgbClr>
              </a:solidFill>
              <a:latin typeface="微软雅黑" pitchFamily="34" charset="-122"/>
              <a:ea typeface="微软雅黑" pitchFamily="34" charset="-122"/>
            </a:endParaRPr>
          </a:p>
        </p:txBody>
      </p:sp>
      <p:sp>
        <p:nvSpPr>
          <p:cNvPr id="105" name="TextBox 104"/>
          <p:cNvSpPr txBox="1"/>
          <p:nvPr/>
        </p:nvSpPr>
        <p:spPr>
          <a:xfrm>
            <a:off x="1724025" y="4464050"/>
            <a:ext cx="1593850"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rgbClr val="5D94A9"/>
                </a:solidFill>
                <a:latin typeface="微软雅黑" pitchFamily="34" charset="-122"/>
                <a:ea typeface="微软雅黑" pitchFamily="34" charset="-122"/>
              </a:rPr>
              <a:t>提出建议</a:t>
            </a:r>
          </a:p>
        </p:txBody>
      </p:sp>
      <p:sp>
        <p:nvSpPr>
          <p:cNvPr id="106" name="TextBox 105"/>
          <p:cNvSpPr txBox="1"/>
          <p:nvPr/>
        </p:nvSpPr>
        <p:spPr>
          <a:xfrm>
            <a:off x="1724025" y="3651250"/>
            <a:ext cx="1593850"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ysClr val="window" lastClr="FFFFFF"/>
                </a:solidFill>
                <a:latin typeface="微软雅黑" pitchFamily="34" charset="-122"/>
                <a:ea typeface="微软雅黑" pitchFamily="34" charset="-122"/>
              </a:rPr>
              <a:t>对策</a:t>
            </a:r>
            <a:r>
              <a:rPr lang="en-US" altLang="zh-CN" sz="1599" b="1" kern="0" dirty="0">
                <a:solidFill>
                  <a:sysClr val="window" lastClr="FFFFFF"/>
                </a:solidFill>
                <a:latin typeface="微软雅黑" pitchFamily="34" charset="-122"/>
                <a:ea typeface="微软雅黑" pitchFamily="34" charset="-122"/>
              </a:rPr>
              <a:t>1</a:t>
            </a:r>
            <a:endParaRPr lang="zh-CN" altLang="en-US" sz="1599" b="1" kern="0" dirty="0">
              <a:solidFill>
                <a:sysClr val="window" lastClr="FFFFFF"/>
              </a:solidFill>
              <a:latin typeface="微软雅黑" pitchFamily="34" charset="-122"/>
              <a:ea typeface="微软雅黑" pitchFamily="34" charset="-122"/>
            </a:endParaRPr>
          </a:p>
        </p:txBody>
      </p:sp>
      <p:sp>
        <p:nvSpPr>
          <p:cNvPr id="107" name="TextBox 106"/>
          <p:cNvSpPr txBox="1"/>
          <p:nvPr/>
        </p:nvSpPr>
        <p:spPr>
          <a:xfrm>
            <a:off x="4149725" y="3651250"/>
            <a:ext cx="1592263"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ysClr val="window" lastClr="FFFFFF"/>
                </a:solidFill>
                <a:latin typeface="微软雅黑" pitchFamily="34" charset="-122"/>
                <a:ea typeface="微软雅黑" pitchFamily="34" charset="-122"/>
              </a:rPr>
              <a:t>对策</a:t>
            </a:r>
            <a:r>
              <a:rPr lang="en-US" altLang="zh-CN" sz="1599" b="1" kern="0" dirty="0">
                <a:solidFill>
                  <a:sysClr val="window" lastClr="FFFFFF"/>
                </a:solidFill>
                <a:latin typeface="微软雅黑" pitchFamily="34" charset="-122"/>
                <a:ea typeface="微软雅黑" pitchFamily="34" charset="-122"/>
              </a:rPr>
              <a:t>2</a:t>
            </a:r>
            <a:endParaRPr lang="zh-CN" altLang="en-US" sz="1599" b="1" kern="0" dirty="0">
              <a:solidFill>
                <a:sysClr val="window" lastClr="FFFFFF"/>
              </a:solidFill>
              <a:latin typeface="微软雅黑" pitchFamily="34" charset="-122"/>
              <a:ea typeface="微软雅黑" pitchFamily="34" charset="-122"/>
            </a:endParaRPr>
          </a:p>
        </p:txBody>
      </p:sp>
      <p:sp>
        <p:nvSpPr>
          <p:cNvPr id="108" name="TextBox 107"/>
          <p:cNvSpPr txBox="1"/>
          <p:nvPr/>
        </p:nvSpPr>
        <p:spPr>
          <a:xfrm>
            <a:off x="6686550" y="3651250"/>
            <a:ext cx="1592263"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ysClr val="window" lastClr="FFFFFF"/>
                </a:solidFill>
                <a:latin typeface="微软雅黑" pitchFamily="34" charset="-122"/>
                <a:ea typeface="微软雅黑" pitchFamily="34" charset="-122"/>
              </a:rPr>
              <a:t>对策</a:t>
            </a:r>
            <a:r>
              <a:rPr lang="en-US" altLang="zh-CN" sz="1599" b="1" kern="0" dirty="0">
                <a:solidFill>
                  <a:sysClr val="window" lastClr="FFFFFF"/>
                </a:solidFill>
                <a:latin typeface="微软雅黑" pitchFamily="34" charset="-122"/>
                <a:ea typeface="微软雅黑" pitchFamily="34" charset="-122"/>
              </a:rPr>
              <a:t>3</a:t>
            </a:r>
            <a:endParaRPr lang="zh-CN" altLang="en-US" sz="1599" b="1" kern="0" dirty="0">
              <a:solidFill>
                <a:sysClr val="window" lastClr="FFFFFF"/>
              </a:solidFill>
              <a:latin typeface="微软雅黑" pitchFamily="34" charset="-122"/>
              <a:ea typeface="微软雅黑" pitchFamily="34" charset="-122"/>
            </a:endParaRPr>
          </a:p>
        </p:txBody>
      </p:sp>
      <p:grpSp>
        <p:nvGrpSpPr>
          <p:cNvPr id="109" name="组合 108"/>
          <p:cNvGrpSpPr/>
          <p:nvPr/>
        </p:nvGrpSpPr>
        <p:grpSpPr>
          <a:xfrm flipV="1">
            <a:off x="8512072" y="3486289"/>
            <a:ext cx="2579428" cy="675290"/>
            <a:chOff x="2939529" y="2609650"/>
            <a:chExt cx="1935168" cy="506624"/>
          </a:xfrm>
          <a:solidFill>
            <a:schemeClr val="accent4"/>
          </a:solidFill>
        </p:grpSpPr>
        <p:sp>
          <p:nvSpPr>
            <p:cNvPr id="110" name="圆角矩形 109"/>
            <p:cNvSpPr/>
            <p:nvPr/>
          </p:nvSpPr>
          <p:spPr>
            <a:xfrm>
              <a:off x="2939529" y="2683639"/>
              <a:ext cx="1935168" cy="432635"/>
            </a:xfrm>
            <a:prstGeom prst="roundRect">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11" name="等腰三角形 110"/>
            <p:cNvSpPr/>
            <p:nvPr/>
          </p:nvSpPr>
          <p:spPr>
            <a:xfrm>
              <a:off x="3842188" y="2609650"/>
              <a:ext cx="129852" cy="95220"/>
            </a:xfrm>
            <a:prstGeom prst="triangle">
              <a:avLst/>
            </a:prstGeom>
            <a:grp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sp>
        <p:nvSpPr>
          <p:cNvPr id="112" name="TextBox 111"/>
          <p:cNvSpPr txBox="1"/>
          <p:nvPr/>
        </p:nvSpPr>
        <p:spPr>
          <a:xfrm>
            <a:off x="8918575" y="3651250"/>
            <a:ext cx="1592263"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ysClr val="window" lastClr="FFFFFF"/>
                </a:solidFill>
                <a:latin typeface="微软雅黑" pitchFamily="34" charset="-122"/>
                <a:ea typeface="微软雅黑" pitchFamily="34" charset="-122"/>
              </a:rPr>
              <a:t>对策</a:t>
            </a:r>
            <a:r>
              <a:rPr lang="en-US" altLang="zh-CN" sz="1599" b="1" kern="0" dirty="0">
                <a:solidFill>
                  <a:sysClr val="window" lastClr="FFFFFF"/>
                </a:solidFill>
                <a:latin typeface="微软雅黑" pitchFamily="34" charset="-122"/>
                <a:ea typeface="微软雅黑" pitchFamily="34" charset="-122"/>
              </a:rPr>
              <a:t>4</a:t>
            </a:r>
            <a:endParaRPr lang="zh-CN" altLang="en-US" sz="1599" b="1" kern="0" dirty="0">
              <a:solidFill>
                <a:sysClr val="window" lastClr="FFFFFF"/>
              </a:solidFill>
              <a:latin typeface="微软雅黑" pitchFamily="34" charset="-122"/>
              <a:ea typeface="微软雅黑" pitchFamily="34" charset="-122"/>
            </a:endParaRPr>
          </a:p>
        </p:txBody>
      </p:sp>
      <p:sp>
        <p:nvSpPr>
          <p:cNvPr id="113" name="TextBox 112"/>
          <p:cNvSpPr txBox="1"/>
          <p:nvPr/>
        </p:nvSpPr>
        <p:spPr>
          <a:xfrm>
            <a:off x="4102100" y="1889125"/>
            <a:ext cx="1862138" cy="1219200"/>
          </a:xfrm>
          <a:prstGeom prst="rect">
            <a:avLst/>
          </a:prstGeom>
          <a:noFill/>
        </p:spPr>
        <p:txBody>
          <a:bodyPr lIns="0" tIns="0" rIns="0" bIns="0">
            <a:spAutoFit/>
          </a:bodyPr>
          <a:lstStyle/>
          <a:p>
            <a:pPr algn="just" defTabSz="1218804" fontAlgn="auto">
              <a:lnSpc>
                <a:spcPts val="1866"/>
              </a:lnSpc>
              <a:spcBef>
                <a:spcPts val="0"/>
              </a:spcBef>
              <a:spcAft>
                <a:spcPts val="0"/>
              </a:spcAft>
              <a:buFontTx/>
              <a:buNone/>
              <a:defRPr/>
            </a:pPr>
            <a:r>
              <a:rPr lang="zh-CN" altLang="en-US" sz="1333" kern="0" dirty="0">
                <a:solidFill>
                  <a:srgbClr val="2A2A2A">
                    <a:lumMod val="75000"/>
                    <a:lumOff val="25000"/>
                  </a:srgbClr>
                </a:solidFill>
                <a:latin typeface="微软雅黑" pitchFamily="34" charset="-122"/>
                <a:ea typeface="微软雅黑" pitchFamily="34" charset="-122"/>
              </a:rPr>
              <a:t>详写内容</a:t>
            </a:r>
            <a:r>
              <a:rPr lang="en-US" altLang="zh-CN" sz="1333" kern="0" dirty="0">
                <a:solidFill>
                  <a:srgbClr val="2A2A2A">
                    <a:lumMod val="75000"/>
                    <a:lumOff val="25000"/>
                  </a:srgbClr>
                </a:solidFill>
                <a:latin typeface="微软雅黑" pitchFamily="34" charset="-122"/>
                <a:ea typeface="微软雅黑" pitchFamily="34" charset="-122"/>
              </a:rPr>
              <a:t>……</a:t>
            </a:r>
            <a:r>
              <a:rPr lang="zh-CN" altLang="en-US" sz="1333" kern="0" dirty="0">
                <a:solidFill>
                  <a:srgbClr val="2A2A2A">
                    <a:lumMod val="75000"/>
                    <a:lumOff val="2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2A2A2A">
                  <a:lumMod val="75000"/>
                  <a:lumOff val="25000"/>
                </a:srgbClr>
              </a:solidFill>
              <a:latin typeface="微软雅黑" pitchFamily="34" charset="-122"/>
              <a:ea typeface="微软雅黑" pitchFamily="34" charset="-122"/>
            </a:endParaRPr>
          </a:p>
        </p:txBody>
      </p:sp>
      <p:sp>
        <p:nvSpPr>
          <p:cNvPr id="114" name="TextBox 113"/>
          <p:cNvSpPr txBox="1"/>
          <p:nvPr/>
        </p:nvSpPr>
        <p:spPr>
          <a:xfrm>
            <a:off x="4235450" y="1498600"/>
            <a:ext cx="1593850"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rgbClr val="656565"/>
                </a:solidFill>
                <a:latin typeface="微软雅黑" pitchFamily="34" charset="-122"/>
                <a:ea typeface="微软雅黑" pitchFamily="34" charset="-122"/>
              </a:rPr>
              <a:t>提出建议</a:t>
            </a:r>
          </a:p>
        </p:txBody>
      </p:sp>
      <p:sp>
        <p:nvSpPr>
          <p:cNvPr id="115" name="TextBox 114"/>
          <p:cNvSpPr txBox="1"/>
          <p:nvPr/>
        </p:nvSpPr>
        <p:spPr>
          <a:xfrm>
            <a:off x="6445250" y="4870450"/>
            <a:ext cx="1862138" cy="1217613"/>
          </a:xfrm>
          <a:prstGeom prst="rect">
            <a:avLst/>
          </a:prstGeom>
          <a:noFill/>
        </p:spPr>
        <p:txBody>
          <a:bodyPr lIns="0" tIns="0" rIns="0" bIns="0">
            <a:spAutoFit/>
          </a:bodyPr>
          <a:lstStyle/>
          <a:p>
            <a:pPr algn="just" defTabSz="1218804" fontAlgn="auto">
              <a:lnSpc>
                <a:spcPts val="1866"/>
              </a:lnSpc>
              <a:spcBef>
                <a:spcPts val="0"/>
              </a:spcBef>
              <a:spcAft>
                <a:spcPts val="0"/>
              </a:spcAft>
              <a:buFontTx/>
              <a:buNone/>
              <a:defRPr/>
            </a:pPr>
            <a:r>
              <a:rPr lang="zh-CN" altLang="en-US" sz="1333" kern="0" dirty="0">
                <a:solidFill>
                  <a:srgbClr val="2A2A2A">
                    <a:lumMod val="75000"/>
                    <a:lumOff val="25000"/>
                  </a:srgbClr>
                </a:solidFill>
                <a:latin typeface="微软雅黑" pitchFamily="34" charset="-122"/>
                <a:ea typeface="微软雅黑" pitchFamily="34" charset="-122"/>
              </a:rPr>
              <a:t>详写内容</a:t>
            </a:r>
            <a:r>
              <a:rPr lang="en-US" altLang="zh-CN" sz="1333" kern="0" dirty="0">
                <a:solidFill>
                  <a:srgbClr val="2A2A2A">
                    <a:lumMod val="75000"/>
                    <a:lumOff val="25000"/>
                  </a:srgbClr>
                </a:solidFill>
                <a:latin typeface="微软雅黑" pitchFamily="34" charset="-122"/>
                <a:ea typeface="微软雅黑" pitchFamily="34" charset="-122"/>
              </a:rPr>
              <a:t>……</a:t>
            </a:r>
            <a:r>
              <a:rPr lang="zh-CN" altLang="en-US" sz="1333" kern="0" dirty="0">
                <a:solidFill>
                  <a:srgbClr val="2A2A2A">
                    <a:lumMod val="75000"/>
                    <a:lumOff val="2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2A2A2A">
                  <a:lumMod val="75000"/>
                  <a:lumOff val="25000"/>
                </a:srgbClr>
              </a:solidFill>
              <a:latin typeface="微软雅黑" pitchFamily="34" charset="-122"/>
              <a:ea typeface="微软雅黑" pitchFamily="34" charset="-122"/>
            </a:endParaRPr>
          </a:p>
        </p:txBody>
      </p:sp>
      <p:sp>
        <p:nvSpPr>
          <p:cNvPr id="116" name="TextBox 115"/>
          <p:cNvSpPr txBox="1"/>
          <p:nvPr/>
        </p:nvSpPr>
        <p:spPr>
          <a:xfrm>
            <a:off x="6580188" y="4479925"/>
            <a:ext cx="1592262"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rgbClr val="5D94A9"/>
                </a:solidFill>
                <a:latin typeface="微软雅黑" pitchFamily="34" charset="-122"/>
                <a:ea typeface="微软雅黑" pitchFamily="34" charset="-122"/>
              </a:rPr>
              <a:t>提出建议</a:t>
            </a:r>
          </a:p>
        </p:txBody>
      </p:sp>
      <p:sp>
        <p:nvSpPr>
          <p:cNvPr id="117" name="TextBox 116"/>
          <p:cNvSpPr txBox="1"/>
          <p:nvPr/>
        </p:nvSpPr>
        <p:spPr>
          <a:xfrm>
            <a:off x="8783638" y="1889125"/>
            <a:ext cx="1862137" cy="1219200"/>
          </a:xfrm>
          <a:prstGeom prst="rect">
            <a:avLst/>
          </a:prstGeom>
          <a:noFill/>
        </p:spPr>
        <p:txBody>
          <a:bodyPr lIns="0" tIns="0" rIns="0" bIns="0">
            <a:spAutoFit/>
          </a:bodyPr>
          <a:lstStyle/>
          <a:p>
            <a:pPr algn="just" defTabSz="1218804" fontAlgn="auto">
              <a:lnSpc>
                <a:spcPts val="1866"/>
              </a:lnSpc>
              <a:spcBef>
                <a:spcPts val="0"/>
              </a:spcBef>
              <a:spcAft>
                <a:spcPts val="0"/>
              </a:spcAft>
              <a:buFontTx/>
              <a:buNone/>
              <a:defRPr/>
            </a:pPr>
            <a:r>
              <a:rPr lang="zh-CN" altLang="en-US" sz="1333" kern="0" dirty="0">
                <a:solidFill>
                  <a:srgbClr val="2A2A2A">
                    <a:lumMod val="75000"/>
                    <a:lumOff val="25000"/>
                  </a:srgbClr>
                </a:solidFill>
                <a:latin typeface="微软雅黑" pitchFamily="34" charset="-122"/>
                <a:ea typeface="微软雅黑" pitchFamily="34" charset="-122"/>
              </a:rPr>
              <a:t>详写内容</a:t>
            </a:r>
            <a:r>
              <a:rPr lang="en-US" altLang="zh-CN" sz="1333" kern="0" dirty="0">
                <a:solidFill>
                  <a:srgbClr val="2A2A2A">
                    <a:lumMod val="75000"/>
                    <a:lumOff val="25000"/>
                  </a:srgbClr>
                </a:solidFill>
                <a:latin typeface="微软雅黑" pitchFamily="34" charset="-122"/>
                <a:ea typeface="微软雅黑" pitchFamily="34" charset="-122"/>
              </a:rPr>
              <a:t>……</a:t>
            </a:r>
            <a:r>
              <a:rPr lang="zh-CN" altLang="en-US" sz="1333" kern="0" dirty="0">
                <a:solidFill>
                  <a:srgbClr val="2A2A2A">
                    <a:lumMod val="75000"/>
                    <a:lumOff val="2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2A2A2A">
                  <a:lumMod val="75000"/>
                  <a:lumOff val="25000"/>
                </a:srgbClr>
              </a:solidFill>
              <a:latin typeface="微软雅黑" pitchFamily="34" charset="-122"/>
              <a:ea typeface="微软雅黑" pitchFamily="34" charset="-122"/>
            </a:endParaRPr>
          </a:p>
        </p:txBody>
      </p:sp>
      <p:sp>
        <p:nvSpPr>
          <p:cNvPr id="118" name="TextBox 117"/>
          <p:cNvSpPr txBox="1"/>
          <p:nvPr/>
        </p:nvSpPr>
        <p:spPr>
          <a:xfrm>
            <a:off x="8918575" y="1498600"/>
            <a:ext cx="1592263" cy="246063"/>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1599" b="1" kern="0" dirty="0">
                <a:solidFill>
                  <a:srgbClr val="656565"/>
                </a:solidFill>
                <a:latin typeface="微软雅黑" pitchFamily="34" charset="-122"/>
                <a:ea typeface="微软雅黑" pitchFamily="34" charset="-122"/>
              </a:rPr>
              <a:t>提出建议</a:t>
            </a:r>
          </a:p>
        </p:txBody>
      </p:sp>
      <p:sp>
        <p:nvSpPr>
          <p:cNvPr id="119" name="TextBox 118"/>
          <p:cNvSpPr txBox="1"/>
          <p:nvPr/>
        </p:nvSpPr>
        <p:spPr>
          <a:xfrm>
            <a:off x="2146300" y="2014538"/>
            <a:ext cx="749300" cy="655637"/>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2133" b="1" kern="0" dirty="0">
                <a:solidFill>
                  <a:srgbClr val="FFFFFF"/>
                </a:solidFill>
                <a:latin typeface="微软雅黑" pitchFamily="34" charset="-122"/>
                <a:ea typeface="微软雅黑" pitchFamily="34" charset="-122"/>
              </a:rPr>
              <a:t>突出问题</a:t>
            </a:r>
          </a:p>
        </p:txBody>
      </p:sp>
      <p:sp>
        <p:nvSpPr>
          <p:cNvPr id="120" name="TextBox 119"/>
          <p:cNvSpPr txBox="1"/>
          <p:nvPr/>
        </p:nvSpPr>
        <p:spPr>
          <a:xfrm>
            <a:off x="7002463" y="2014538"/>
            <a:ext cx="747712" cy="655637"/>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2133" b="1" kern="0" dirty="0">
                <a:solidFill>
                  <a:srgbClr val="FFFFFF"/>
                </a:solidFill>
                <a:latin typeface="微软雅黑" pitchFamily="34" charset="-122"/>
                <a:ea typeface="微软雅黑" pitchFamily="34" charset="-122"/>
              </a:rPr>
              <a:t>突出问题</a:t>
            </a:r>
          </a:p>
        </p:txBody>
      </p:sp>
      <p:sp>
        <p:nvSpPr>
          <p:cNvPr id="121" name="TextBox 120"/>
          <p:cNvSpPr txBox="1"/>
          <p:nvPr/>
        </p:nvSpPr>
        <p:spPr>
          <a:xfrm>
            <a:off x="4657725" y="4772025"/>
            <a:ext cx="749300" cy="655638"/>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2133" b="1" kern="0" dirty="0">
                <a:solidFill>
                  <a:srgbClr val="FFFFFF"/>
                </a:solidFill>
                <a:latin typeface="微软雅黑" pitchFamily="34" charset="-122"/>
                <a:ea typeface="微软雅黑" pitchFamily="34" charset="-122"/>
              </a:rPr>
              <a:t>突出问题</a:t>
            </a:r>
          </a:p>
        </p:txBody>
      </p:sp>
      <p:sp>
        <p:nvSpPr>
          <p:cNvPr id="122" name="TextBox 121"/>
          <p:cNvSpPr txBox="1"/>
          <p:nvPr/>
        </p:nvSpPr>
        <p:spPr>
          <a:xfrm>
            <a:off x="9428163" y="4772025"/>
            <a:ext cx="747712" cy="655638"/>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2133" b="1" kern="0" dirty="0">
                <a:solidFill>
                  <a:srgbClr val="FFFFFF"/>
                </a:solidFill>
                <a:latin typeface="微软雅黑" pitchFamily="34" charset="-122"/>
                <a:ea typeface="微软雅黑" pitchFamily="34" charset="-122"/>
              </a:rPr>
              <a:t>突出问题</a:t>
            </a:r>
          </a:p>
        </p:txBody>
      </p:sp>
      <p:sp>
        <p:nvSpPr>
          <p:cNvPr id="67610" name="TextBox 122"/>
          <p:cNvSpPr txBox="1">
            <a:spLocks noChangeArrowheads="1"/>
          </p:cNvSpPr>
          <p:nvPr/>
        </p:nvSpPr>
        <p:spPr bwMode="auto">
          <a:xfrm>
            <a:off x="1958975" y="563563"/>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明年工作计划</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106"/>
                                        </p:tgtEl>
                                        <p:attrNameLst>
                                          <p:attrName>style.visibility</p:attrName>
                                        </p:attrNameLst>
                                      </p:cBhvr>
                                      <p:to>
                                        <p:strVal val="visible"/>
                                      </p:to>
                                    </p:set>
                                    <p:anim calcmode="lin" valueType="num">
                                      <p:cBhvr>
                                        <p:cTn id="7" dur="300" fill="hold"/>
                                        <p:tgtEl>
                                          <p:spTgt spid="106"/>
                                        </p:tgtEl>
                                        <p:attrNameLst>
                                          <p:attrName>ppt_w</p:attrName>
                                        </p:attrNameLst>
                                      </p:cBhvr>
                                      <p:tavLst>
                                        <p:tav tm="0">
                                          <p:val>
                                            <p:fltVal val="0"/>
                                          </p:val>
                                        </p:tav>
                                        <p:tav tm="100000">
                                          <p:val>
                                            <p:strVal val="#ppt_w"/>
                                          </p:val>
                                        </p:tav>
                                      </p:tavLst>
                                    </p:anim>
                                    <p:anim calcmode="lin" valueType="num">
                                      <p:cBhvr>
                                        <p:cTn id="8" dur="300" fill="hold"/>
                                        <p:tgtEl>
                                          <p:spTgt spid="106"/>
                                        </p:tgtEl>
                                        <p:attrNameLst>
                                          <p:attrName>ppt_h</p:attrName>
                                        </p:attrNameLst>
                                      </p:cBhvr>
                                      <p:tavLst>
                                        <p:tav tm="0">
                                          <p:val>
                                            <p:fltVal val="0"/>
                                          </p:val>
                                        </p:tav>
                                        <p:tav tm="100000">
                                          <p:val>
                                            <p:strVal val="#ppt_h"/>
                                          </p:val>
                                        </p:tav>
                                      </p:tavLst>
                                    </p:anim>
                                    <p:animEffect transition="in" filter="fade">
                                      <p:cBhvr>
                                        <p:cTn id="9" dur="300"/>
                                        <p:tgtEl>
                                          <p:spTgt spid="106"/>
                                        </p:tgtEl>
                                      </p:cBhvr>
                                    </p:animEffect>
                                  </p:childTnLst>
                                </p:cTn>
                              </p:par>
                              <p:par>
                                <p:cTn id="10" presetID="53" presetClass="entr" presetSubtype="16" fill="hold" nodeType="withEffect">
                                  <p:stCondLst>
                                    <p:cond delay="0"/>
                                  </p:stCondLst>
                                  <p:childTnLst>
                                    <p:set>
                                      <p:cBhvr>
                                        <p:cTn id="11" dur="1" fill="hold">
                                          <p:stCondLst>
                                            <p:cond delay="0"/>
                                          </p:stCondLst>
                                        </p:cTn>
                                        <p:tgtEl>
                                          <p:spTgt spid="84"/>
                                        </p:tgtEl>
                                        <p:attrNameLst>
                                          <p:attrName>style.visibility</p:attrName>
                                        </p:attrNameLst>
                                      </p:cBhvr>
                                      <p:to>
                                        <p:strVal val="visible"/>
                                      </p:to>
                                    </p:set>
                                    <p:anim calcmode="lin" valueType="num">
                                      <p:cBhvr>
                                        <p:cTn id="12" dur="300" fill="hold"/>
                                        <p:tgtEl>
                                          <p:spTgt spid="84"/>
                                        </p:tgtEl>
                                        <p:attrNameLst>
                                          <p:attrName>ppt_w</p:attrName>
                                        </p:attrNameLst>
                                      </p:cBhvr>
                                      <p:tavLst>
                                        <p:tav tm="0">
                                          <p:val>
                                            <p:fltVal val="0"/>
                                          </p:val>
                                        </p:tav>
                                        <p:tav tm="100000">
                                          <p:val>
                                            <p:strVal val="#ppt_w"/>
                                          </p:val>
                                        </p:tav>
                                      </p:tavLst>
                                    </p:anim>
                                    <p:anim calcmode="lin" valueType="num">
                                      <p:cBhvr>
                                        <p:cTn id="13" dur="300" fill="hold"/>
                                        <p:tgtEl>
                                          <p:spTgt spid="84"/>
                                        </p:tgtEl>
                                        <p:attrNameLst>
                                          <p:attrName>ppt_h</p:attrName>
                                        </p:attrNameLst>
                                      </p:cBhvr>
                                      <p:tavLst>
                                        <p:tav tm="0">
                                          <p:val>
                                            <p:fltVal val="0"/>
                                          </p:val>
                                        </p:tav>
                                        <p:tav tm="100000">
                                          <p:val>
                                            <p:strVal val="#ppt_h"/>
                                          </p:val>
                                        </p:tav>
                                      </p:tavLst>
                                    </p:anim>
                                    <p:animEffect transition="in" filter="fade">
                                      <p:cBhvr>
                                        <p:cTn id="14" dur="300"/>
                                        <p:tgtEl>
                                          <p:spTgt spid="84"/>
                                        </p:tgtEl>
                                      </p:cBhvr>
                                    </p:animEffect>
                                  </p:childTnLst>
                                </p:cTn>
                              </p:par>
                            </p:childTnLst>
                          </p:cTn>
                        </p:par>
                        <p:par>
                          <p:cTn id="15" fill="hold" nodeType="afterGroup">
                            <p:stCondLst>
                              <p:cond delay="300"/>
                            </p:stCondLst>
                            <p:childTnLst>
                              <p:par>
                                <p:cTn id="16" presetID="42" presetClass="entr" presetSubtype="0" fill="hold" grpId="0" nodeType="afterEffect">
                                  <p:stCondLst>
                                    <p:cond delay="0"/>
                                  </p:stCondLst>
                                  <p:childTnLst>
                                    <p:set>
                                      <p:cBhvr>
                                        <p:cTn id="17" dur="1" fill="hold">
                                          <p:stCondLst>
                                            <p:cond delay="0"/>
                                          </p:stCondLst>
                                        </p:cTn>
                                        <p:tgtEl>
                                          <p:spTgt spid="105"/>
                                        </p:tgtEl>
                                        <p:attrNameLst>
                                          <p:attrName>style.visibility</p:attrName>
                                        </p:attrNameLst>
                                      </p:cBhvr>
                                      <p:to>
                                        <p:strVal val="visible"/>
                                      </p:to>
                                    </p:set>
                                    <p:animEffect transition="in" filter="fade">
                                      <p:cBhvr>
                                        <p:cTn id="18" dur="600"/>
                                        <p:tgtEl>
                                          <p:spTgt spid="105"/>
                                        </p:tgtEl>
                                      </p:cBhvr>
                                    </p:animEffect>
                                    <p:anim calcmode="lin" valueType="num">
                                      <p:cBhvr>
                                        <p:cTn id="19" dur="600" fill="hold"/>
                                        <p:tgtEl>
                                          <p:spTgt spid="105"/>
                                        </p:tgtEl>
                                        <p:attrNameLst>
                                          <p:attrName>ppt_x</p:attrName>
                                        </p:attrNameLst>
                                      </p:cBhvr>
                                      <p:tavLst>
                                        <p:tav tm="0">
                                          <p:val>
                                            <p:strVal val="#ppt_x"/>
                                          </p:val>
                                        </p:tav>
                                        <p:tav tm="100000">
                                          <p:val>
                                            <p:strVal val="#ppt_x"/>
                                          </p:val>
                                        </p:tav>
                                      </p:tavLst>
                                    </p:anim>
                                    <p:anim calcmode="lin" valueType="num">
                                      <p:cBhvr>
                                        <p:cTn id="20" dur="600" fill="hold"/>
                                        <p:tgtEl>
                                          <p:spTgt spid="105"/>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104"/>
                                        </p:tgtEl>
                                        <p:attrNameLst>
                                          <p:attrName>style.visibility</p:attrName>
                                        </p:attrNameLst>
                                      </p:cBhvr>
                                      <p:to>
                                        <p:strVal val="visible"/>
                                      </p:to>
                                    </p:set>
                                    <p:animEffect transition="in" filter="fade">
                                      <p:cBhvr>
                                        <p:cTn id="23" dur="600"/>
                                        <p:tgtEl>
                                          <p:spTgt spid="104"/>
                                        </p:tgtEl>
                                      </p:cBhvr>
                                    </p:animEffect>
                                    <p:anim calcmode="lin" valueType="num">
                                      <p:cBhvr>
                                        <p:cTn id="24" dur="600" fill="hold"/>
                                        <p:tgtEl>
                                          <p:spTgt spid="104"/>
                                        </p:tgtEl>
                                        <p:attrNameLst>
                                          <p:attrName>ppt_x</p:attrName>
                                        </p:attrNameLst>
                                      </p:cBhvr>
                                      <p:tavLst>
                                        <p:tav tm="0">
                                          <p:val>
                                            <p:strVal val="#ppt_x"/>
                                          </p:val>
                                        </p:tav>
                                        <p:tav tm="100000">
                                          <p:val>
                                            <p:strVal val="#ppt_x"/>
                                          </p:val>
                                        </p:tav>
                                      </p:tavLst>
                                    </p:anim>
                                    <p:anim calcmode="lin" valueType="num">
                                      <p:cBhvr>
                                        <p:cTn id="25" dur="600" fill="hold"/>
                                        <p:tgtEl>
                                          <p:spTgt spid="104"/>
                                        </p:tgtEl>
                                        <p:attrNameLst>
                                          <p:attrName>ppt_y</p:attrName>
                                        </p:attrNameLst>
                                      </p:cBhvr>
                                      <p:tavLst>
                                        <p:tav tm="0">
                                          <p:val>
                                            <p:strVal val="#ppt_y+.1"/>
                                          </p:val>
                                        </p:tav>
                                        <p:tav tm="100000">
                                          <p:val>
                                            <p:strVal val="#ppt_y"/>
                                          </p:val>
                                        </p:tav>
                                      </p:tavLst>
                                    </p:anim>
                                  </p:childTnLst>
                                </p:cTn>
                              </p:par>
                              <p:par>
                                <p:cTn id="26" presetID="47" presetClass="entr" presetSubtype="0" fill="hold" grpId="0" nodeType="withEffect">
                                  <p:stCondLst>
                                    <p:cond delay="0"/>
                                  </p:stCondLst>
                                  <p:childTnLst>
                                    <p:set>
                                      <p:cBhvr>
                                        <p:cTn id="27" dur="1" fill="hold">
                                          <p:stCondLst>
                                            <p:cond delay="0"/>
                                          </p:stCondLst>
                                        </p:cTn>
                                        <p:tgtEl>
                                          <p:spTgt spid="94"/>
                                        </p:tgtEl>
                                        <p:attrNameLst>
                                          <p:attrName>style.visibility</p:attrName>
                                        </p:attrNameLst>
                                      </p:cBhvr>
                                      <p:to>
                                        <p:strVal val="visible"/>
                                      </p:to>
                                    </p:set>
                                    <p:animEffect transition="in" filter="fade">
                                      <p:cBhvr>
                                        <p:cTn id="28" dur="600"/>
                                        <p:tgtEl>
                                          <p:spTgt spid="94"/>
                                        </p:tgtEl>
                                      </p:cBhvr>
                                    </p:animEffect>
                                    <p:anim calcmode="lin" valueType="num">
                                      <p:cBhvr>
                                        <p:cTn id="29" dur="600" fill="hold"/>
                                        <p:tgtEl>
                                          <p:spTgt spid="94"/>
                                        </p:tgtEl>
                                        <p:attrNameLst>
                                          <p:attrName>ppt_x</p:attrName>
                                        </p:attrNameLst>
                                      </p:cBhvr>
                                      <p:tavLst>
                                        <p:tav tm="0">
                                          <p:val>
                                            <p:strVal val="#ppt_x"/>
                                          </p:val>
                                        </p:tav>
                                        <p:tav tm="100000">
                                          <p:val>
                                            <p:strVal val="#ppt_x"/>
                                          </p:val>
                                        </p:tav>
                                      </p:tavLst>
                                    </p:anim>
                                    <p:anim calcmode="lin" valueType="num">
                                      <p:cBhvr>
                                        <p:cTn id="30" dur="600" fill="hold"/>
                                        <p:tgtEl>
                                          <p:spTgt spid="94"/>
                                        </p:tgtEl>
                                        <p:attrNameLst>
                                          <p:attrName>ppt_y</p:attrName>
                                        </p:attrNameLst>
                                      </p:cBhvr>
                                      <p:tavLst>
                                        <p:tav tm="0">
                                          <p:val>
                                            <p:strVal val="#ppt_y-.1"/>
                                          </p:val>
                                        </p:tav>
                                        <p:tav tm="100000">
                                          <p:val>
                                            <p:strVal val="#ppt_y"/>
                                          </p:val>
                                        </p:tav>
                                      </p:tavLst>
                                    </p:anim>
                                  </p:childTnLst>
                                </p:cTn>
                              </p:par>
                              <p:par>
                                <p:cTn id="31" presetID="47" presetClass="entr" presetSubtype="0" fill="hold" grpId="0" nodeType="withEffect">
                                  <p:stCondLst>
                                    <p:cond delay="0"/>
                                  </p:stCondLst>
                                  <p:childTnLst>
                                    <p:set>
                                      <p:cBhvr>
                                        <p:cTn id="32" dur="1" fill="hold">
                                          <p:stCondLst>
                                            <p:cond delay="0"/>
                                          </p:stCondLst>
                                        </p:cTn>
                                        <p:tgtEl>
                                          <p:spTgt spid="119"/>
                                        </p:tgtEl>
                                        <p:attrNameLst>
                                          <p:attrName>style.visibility</p:attrName>
                                        </p:attrNameLst>
                                      </p:cBhvr>
                                      <p:to>
                                        <p:strVal val="visible"/>
                                      </p:to>
                                    </p:set>
                                    <p:animEffect transition="in" filter="fade">
                                      <p:cBhvr>
                                        <p:cTn id="33" dur="600"/>
                                        <p:tgtEl>
                                          <p:spTgt spid="119"/>
                                        </p:tgtEl>
                                      </p:cBhvr>
                                    </p:animEffect>
                                    <p:anim calcmode="lin" valueType="num">
                                      <p:cBhvr>
                                        <p:cTn id="34" dur="600" fill="hold"/>
                                        <p:tgtEl>
                                          <p:spTgt spid="119"/>
                                        </p:tgtEl>
                                        <p:attrNameLst>
                                          <p:attrName>ppt_x</p:attrName>
                                        </p:attrNameLst>
                                      </p:cBhvr>
                                      <p:tavLst>
                                        <p:tav tm="0">
                                          <p:val>
                                            <p:strVal val="#ppt_x"/>
                                          </p:val>
                                        </p:tav>
                                        <p:tav tm="100000">
                                          <p:val>
                                            <p:strVal val="#ppt_x"/>
                                          </p:val>
                                        </p:tav>
                                      </p:tavLst>
                                    </p:anim>
                                    <p:anim calcmode="lin" valueType="num">
                                      <p:cBhvr>
                                        <p:cTn id="35" dur="600" fill="hold"/>
                                        <p:tgtEl>
                                          <p:spTgt spid="119"/>
                                        </p:tgtEl>
                                        <p:attrNameLst>
                                          <p:attrName>ppt_y</p:attrName>
                                        </p:attrNameLst>
                                      </p:cBhvr>
                                      <p:tavLst>
                                        <p:tav tm="0">
                                          <p:val>
                                            <p:strVal val="#ppt_y-.1"/>
                                          </p:val>
                                        </p:tav>
                                        <p:tav tm="100000">
                                          <p:val>
                                            <p:strVal val="#ppt_y"/>
                                          </p:val>
                                        </p:tav>
                                      </p:tavLst>
                                    </p:anim>
                                  </p:childTnLst>
                                </p:cTn>
                              </p:par>
                            </p:childTnLst>
                          </p:cTn>
                        </p:par>
                        <p:par>
                          <p:cTn id="36" fill="hold" nodeType="afterGroup">
                            <p:stCondLst>
                              <p:cond delay="900"/>
                            </p:stCondLst>
                            <p:childTnLst>
                              <p:par>
                                <p:cTn id="37" presetID="53" presetClass="entr" presetSubtype="16" fill="hold" grpId="0" nodeType="afterEffect">
                                  <p:stCondLst>
                                    <p:cond delay="0"/>
                                  </p:stCondLst>
                                  <p:childTnLst>
                                    <p:set>
                                      <p:cBhvr>
                                        <p:cTn id="38" dur="1" fill="hold">
                                          <p:stCondLst>
                                            <p:cond delay="0"/>
                                          </p:stCondLst>
                                        </p:cTn>
                                        <p:tgtEl>
                                          <p:spTgt spid="107"/>
                                        </p:tgtEl>
                                        <p:attrNameLst>
                                          <p:attrName>style.visibility</p:attrName>
                                        </p:attrNameLst>
                                      </p:cBhvr>
                                      <p:to>
                                        <p:strVal val="visible"/>
                                      </p:to>
                                    </p:set>
                                    <p:anim calcmode="lin" valueType="num">
                                      <p:cBhvr>
                                        <p:cTn id="39" dur="300" fill="hold"/>
                                        <p:tgtEl>
                                          <p:spTgt spid="107"/>
                                        </p:tgtEl>
                                        <p:attrNameLst>
                                          <p:attrName>ppt_w</p:attrName>
                                        </p:attrNameLst>
                                      </p:cBhvr>
                                      <p:tavLst>
                                        <p:tav tm="0">
                                          <p:val>
                                            <p:fltVal val="0"/>
                                          </p:val>
                                        </p:tav>
                                        <p:tav tm="100000">
                                          <p:val>
                                            <p:strVal val="#ppt_w"/>
                                          </p:val>
                                        </p:tav>
                                      </p:tavLst>
                                    </p:anim>
                                    <p:anim calcmode="lin" valueType="num">
                                      <p:cBhvr>
                                        <p:cTn id="40" dur="300" fill="hold"/>
                                        <p:tgtEl>
                                          <p:spTgt spid="107"/>
                                        </p:tgtEl>
                                        <p:attrNameLst>
                                          <p:attrName>ppt_h</p:attrName>
                                        </p:attrNameLst>
                                      </p:cBhvr>
                                      <p:tavLst>
                                        <p:tav tm="0">
                                          <p:val>
                                            <p:fltVal val="0"/>
                                          </p:val>
                                        </p:tav>
                                        <p:tav tm="100000">
                                          <p:val>
                                            <p:strVal val="#ppt_h"/>
                                          </p:val>
                                        </p:tav>
                                      </p:tavLst>
                                    </p:anim>
                                    <p:animEffect transition="in" filter="fade">
                                      <p:cBhvr>
                                        <p:cTn id="41" dur="300"/>
                                        <p:tgtEl>
                                          <p:spTgt spid="107"/>
                                        </p:tgtEl>
                                      </p:cBhvr>
                                    </p:animEffect>
                                  </p:childTnLst>
                                </p:cTn>
                              </p:par>
                              <p:par>
                                <p:cTn id="42" presetID="53" presetClass="entr" presetSubtype="16" fill="hold" nodeType="withEffect">
                                  <p:stCondLst>
                                    <p:cond delay="0"/>
                                  </p:stCondLst>
                                  <p:childTnLst>
                                    <p:set>
                                      <p:cBhvr>
                                        <p:cTn id="43" dur="1" fill="hold">
                                          <p:stCondLst>
                                            <p:cond delay="0"/>
                                          </p:stCondLst>
                                        </p:cTn>
                                        <p:tgtEl>
                                          <p:spTgt spid="95"/>
                                        </p:tgtEl>
                                        <p:attrNameLst>
                                          <p:attrName>style.visibility</p:attrName>
                                        </p:attrNameLst>
                                      </p:cBhvr>
                                      <p:to>
                                        <p:strVal val="visible"/>
                                      </p:to>
                                    </p:set>
                                    <p:anim calcmode="lin" valueType="num">
                                      <p:cBhvr>
                                        <p:cTn id="44" dur="300" fill="hold"/>
                                        <p:tgtEl>
                                          <p:spTgt spid="95"/>
                                        </p:tgtEl>
                                        <p:attrNameLst>
                                          <p:attrName>ppt_w</p:attrName>
                                        </p:attrNameLst>
                                      </p:cBhvr>
                                      <p:tavLst>
                                        <p:tav tm="0">
                                          <p:val>
                                            <p:fltVal val="0"/>
                                          </p:val>
                                        </p:tav>
                                        <p:tav tm="100000">
                                          <p:val>
                                            <p:strVal val="#ppt_w"/>
                                          </p:val>
                                        </p:tav>
                                      </p:tavLst>
                                    </p:anim>
                                    <p:anim calcmode="lin" valueType="num">
                                      <p:cBhvr>
                                        <p:cTn id="45" dur="300" fill="hold"/>
                                        <p:tgtEl>
                                          <p:spTgt spid="95"/>
                                        </p:tgtEl>
                                        <p:attrNameLst>
                                          <p:attrName>ppt_h</p:attrName>
                                        </p:attrNameLst>
                                      </p:cBhvr>
                                      <p:tavLst>
                                        <p:tav tm="0">
                                          <p:val>
                                            <p:fltVal val="0"/>
                                          </p:val>
                                        </p:tav>
                                        <p:tav tm="100000">
                                          <p:val>
                                            <p:strVal val="#ppt_h"/>
                                          </p:val>
                                        </p:tav>
                                      </p:tavLst>
                                    </p:anim>
                                    <p:animEffect transition="in" filter="fade">
                                      <p:cBhvr>
                                        <p:cTn id="46" dur="300"/>
                                        <p:tgtEl>
                                          <p:spTgt spid="95"/>
                                        </p:tgtEl>
                                      </p:cBhvr>
                                    </p:animEffect>
                                  </p:childTnLst>
                                </p:cTn>
                              </p:par>
                            </p:childTnLst>
                          </p:cTn>
                        </p:par>
                        <p:par>
                          <p:cTn id="47" fill="hold" nodeType="afterGroup">
                            <p:stCondLst>
                              <p:cond delay="1200"/>
                            </p:stCondLst>
                            <p:childTnLst>
                              <p:par>
                                <p:cTn id="48" presetID="47" presetClass="entr" presetSubtype="0" fill="hold" grpId="0" nodeType="afterEffect">
                                  <p:stCondLst>
                                    <p:cond delay="0"/>
                                  </p:stCondLst>
                                  <p:childTnLst>
                                    <p:set>
                                      <p:cBhvr>
                                        <p:cTn id="49" dur="1" fill="hold">
                                          <p:stCondLst>
                                            <p:cond delay="0"/>
                                          </p:stCondLst>
                                        </p:cTn>
                                        <p:tgtEl>
                                          <p:spTgt spid="114"/>
                                        </p:tgtEl>
                                        <p:attrNameLst>
                                          <p:attrName>style.visibility</p:attrName>
                                        </p:attrNameLst>
                                      </p:cBhvr>
                                      <p:to>
                                        <p:strVal val="visible"/>
                                      </p:to>
                                    </p:set>
                                    <p:animEffect transition="in" filter="fade">
                                      <p:cBhvr>
                                        <p:cTn id="50" dur="600"/>
                                        <p:tgtEl>
                                          <p:spTgt spid="114"/>
                                        </p:tgtEl>
                                      </p:cBhvr>
                                    </p:animEffect>
                                    <p:anim calcmode="lin" valueType="num">
                                      <p:cBhvr>
                                        <p:cTn id="51" dur="600" fill="hold"/>
                                        <p:tgtEl>
                                          <p:spTgt spid="114"/>
                                        </p:tgtEl>
                                        <p:attrNameLst>
                                          <p:attrName>ppt_x</p:attrName>
                                        </p:attrNameLst>
                                      </p:cBhvr>
                                      <p:tavLst>
                                        <p:tav tm="0">
                                          <p:val>
                                            <p:strVal val="#ppt_x"/>
                                          </p:val>
                                        </p:tav>
                                        <p:tav tm="100000">
                                          <p:val>
                                            <p:strVal val="#ppt_x"/>
                                          </p:val>
                                        </p:tav>
                                      </p:tavLst>
                                    </p:anim>
                                    <p:anim calcmode="lin" valueType="num">
                                      <p:cBhvr>
                                        <p:cTn id="52" dur="600" fill="hold"/>
                                        <p:tgtEl>
                                          <p:spTgt spid="114"/>
                                        </p:tgtEl>
                                        <p:attrNameLst>
                                          <p:attrName>ppt_y</p:attrName>
                                        </p:attrNameLst>
                                      </p:cBhvr>
                                      <p:tavLst>
                                        <p:tav tm="0">
                                          <p:val>
                                            <p:strVal val="#ppt_y-.1"/>
                                          </p:val>
                                        </p:tav>
                                        <p:tav tm="100000">
                                          <p:val>
                                            <p:strVal val="#ppt_y"/>
                                          </p:val>
                                        </p:tav>
                                      </p:tavLst>
                                    </p:anim>
                                  </p:childTnLst>
                                </p:cTn>
                              </p:par>
                              <p:par>
                                <p:cTn id="53" presetID="47" presetClass="entr" presetSubtype="0" fill="hold" grpId="0" nodeType="withEffect">
                                  <p:stCondLst>
                                    <p:cond delay="0"/>
                                  </p:stCondLst>
                                  <p:childTnLst>
                                    <p:set>
                                      <p:cBhvr>
                                        <p:cTn id="54" dur="1" fill="hold">
                                          <p:stCondLst>
                                            <p:cond delay="0"/>
                                          </p:stCondLst>
                                        </p:cTn>
                                        <p:tgtEl>
                                          <p:spTgt spid="113"/>
                                        </p:tgtEl>
                                        <p:attrNameLst>
                                          <p:attrName>style.visibility</p:attrName>
                                        </p:attrNameLst>
                                      </p:cBhvr>
                                      <p:to>
                                        <p:strVal val="visible"/>
                                      </p:to>
                                    </p:set>
                                    <p:animEffect transition="in" filter="fade">
                                      <p:cBhvr>
                                        <p:cTn id="55" dur="600"/>
                                        <p:tgtEl>
                                          <p:spTgt spid="113"/>
                                        </p:tgtEl>
                                      </p:cBhvr>
                                    </p:animEffect>
                                    <p:anim calcmode="lin" valueType="num">
                                      <p:cBhvr>
                                        <p:cTn id="56" dur="600" fill="hold"/>
                                        <p:tgtEl>
                                          <p:spTgt spid="113"/>
                                        </p:tgtEl>
                                        <p:attrNameLst>
                                          <p:attrName>ppt_x</p:attrName>
                                        </p:attrNameLst>
                                      </p:cBhvr>
                                      <p:tavLst>
                                        <p:tav tm="0">
                                          <p:val>
                                            <p:strVal val="#ppt_x"/>
                                          </p:val>
                                        </p:tav>
                                        <p:tav tm="100000">
                                          <p:val>
                                            <p:strVal val="#ppt_x"/>
                                          </p:val>
                                        </p:tav>
                                      </p:tavLst>
                                    </p:anim>
                                    <p:anim calcmode="lin" valueType="num">
                                      <p:cBhvr>
                                        <p:cTn id="57" dur="600" fill="hold"/>
                                        <p:tgtEl>
                                          <p:spTgt spid="113"/>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98"/>
                                        </p:tgtEl>
                                        <p:attrNameLst>
                                          <p:attrName>style.visibility</p:attrName>
                                        </p:attrNameLst>
                                      </p:cBhvr>
                                      <p:to>
                                        <p:strVal val="visible"/>
                                      </p:to>
                                    </p:set>
                                    <p:animEffect transition="in" filter="fade">
                                      <p:cBhvr>
                                        <p:cTn id="60" dur="600"/>
                                        <p:tgtEl>
                                          <p:spTgt spid="98"/>
                                        </p:tgtEl>
                                      </p:cBhvr>
                                    </p:animEffect>
                                    <p:anim calcmode="lin" valueType="num">
                                      <p:cBhvr>
                                        <p:cTn id="61" dur="600" fill="hold"/>
                                        <p:tgtEl>
                                          <p:spTgt spid="98"/>
                                        </p:tgtEl>
                                        <p:attrNameLst>
                                          <p:attrName>ppt_x</p:attrName>
                                        </p:attrNameLst>
                                      </p:cBhvr>
                                      <p:tavLst>
                                        <p:tav tm="0">
                                          <p:val>
                                            <p:strVal val="#ppt_x"/>
                                          </p:val>
                                        </p:tav>
                                        <p:tav tm="100000">
                                          <p:val>
                                            <p:strVal val="#ppt_x"/>
                                          </p:val>
                                        </p:tav>
                                      </p:tavLst>
                                    </p:anim>
                                    <p:anim calcmode="lin" valueType="num">
                                      <p:cBhvr>
                                        <p:cTn id="62" dur="600" fill="hold"/>
                                        <p:tgtEl>
                                          <p:spTgt spid="98"/>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121"/>
                                        </p:tgtEl>
                                        <p:attrNameLst>
                                          <p:attrName>style.visibility</p:attrName>
                                        </p:attrNameLst>
                                      </p:cBhvr>
                                      <p:to>
                                        <p:strVal val="visible"/>
                                      </p:to>
                                    </p:set>
                                    <p:animEffect transition="in" filter="fade">
                                      <p:cBhvr>
                                        <p:cTn id="65" dur="600"/>
                                        <p:tgtEl>
                                          <p:spTgt spid="121"/>
                                        </p:tgtEl>
                                      </p:cBhvr>
                                    </p:animEffect>
                                    <p:anim calcmode="lin" valueType="num">
                                      <p:cBhvr>
                                        <p:cTn id="66" dur="600" fill="hold"/>
                                        <p:tgtEl>
                                          <p:spTgt spid="121"/>
                                        </p:tgtEl>
                                        <p:attrNameLst>
                                          <p:attrName>ppt_x</p:attrName>
                                        </p:attrNameLst>
                                      </p:cBhvr>
                                      <p:tavLst>
                                        <p:tav tm="0">
                                          <p:val>
                                            <p:strVal val="#ppt_x"/>
                                          </p:val>
                                        </p:tav>
                                        <p:tav tm="100000">
                                          <p:val>
                                            <p:strVal val="#ppt_x"/>
                                          </p:val>
                                        </p:tav>
                                      </p:tavLst>
                                    </p:anim>
                                    <p:anim calcmode="lin" valueType="num">
                                      <p:cBhvr>
                                        <p:cTn id="67" dur="600" fill="hold"/>
                                        <p:tgtEl>
                                          <p:spTgt spid="121"/>
                                        </p:tgtEl>
                                        <p:attrNameLst>
                                          <p:attrName>ppt_y</p:attrName>
                                        </p:attrNameLst>
                                      </p:cBhvr>
                                      <p:tavLst>
                                        <p:tav tm="0">
                                          <p:val>
                                            <p:strVal val="#ppt_y+.1"/>
                                          </p:val>
                                        </p:tav>
                                        <p:tav tm="100000">
                                          <p:val>
                                            <p:strVal val="#ppt_y"/>
                                          </p:val>
                                        </p:tav>
                                      </p:tavLst>
                                    </p:anim>
                                  </p:childTnLst>
                                </p:cTn>
                              </p:par>
                            </p:childTnLst>
                          </p:cTn>
                        </p:par>
                        <p:par>
                          <p:cTn id="68" fill="hold" nodeType="afterGroup">
                            <p:stCondLst>
                              <p:cond delay="1800"/>
                            </p:stCondLst>
                            <p:childTnLst>
                              <p:par>
                                <p:cTn id="69" presetID="53" presetClass="entr" presetSubtype="16" fill="hold" grpId="0" nodeType="afterEffect">
                                  <p:stCondLst>
                                    <p:cond delay="0"/>
                                  </p:stCondLst>
                                  <p:childTnLst>
                                    <p:set>
                                      <p:cBhvr>
                                        <p:cTn id="70" dur="1" fill="hold">
                                          <p:stCondLst>
                                            <p:cond delay="0"/>
                                          </p:stCondLst>
                                        </p:cTn>
                                        <p:tgtEl>
                                          <p:spTgt spid="108"/>
                                        </p:tgtEl>
                                        <p:attrNameLst>
                                          <p:attrName>style.visibility</p:attrName>
                                        </p:attrNameLst>
                                      </p:cBhvr>
                                      <p:to>
                                        <p:strVal val="visible"/>
                                      </p:to>
                                    </p:set>
                                    <p:anim calcmode="lin" valueType="num">
                                      <p:cBhvr>
                                        <p:cTn id="71" dur="300" fill="hold"/>
                                        <p:tgtEl>
                                          <p:spTgt spid="108"/>
                                        </p:tgtEl>
                                        <p:attrNameLst>
                                          <p:attrName>ppt_w</p:attrName>
                                        </p:attrNameLst>
                                      </p:cBhvr>
                                      <p:tavLst>
                                        <p:tav tm="0">
                                          <p:val>
                                            <p:fltVal val="0"/>
                                          </p:val>
                                        </p:tav>
                                        <p:tav tm="100000">
                                          <p:val>
                                            <p:strVal val="#ppt_w"/>
                                          </p:val>
                                        </p:tav>
                                      </p:tavLst>
                                    </p:anim>
                                    <p:anim calcmode="lin" valueType="num">
                                      <p:cBhvr>
                                        <p:cTn id="72" dur="300" fill="hold"/>
                                        <p:tgtEl>
                                          <p:spTgt spid="108"/>
                                        </p:tgtEl>
                                        <p:attrNameLst>
                                          <p:attrName>ppt_h</p:attrName>
                                        </p:attrNameLst>
                                      </p:cBhvr>
                                      <p:tavLst>
                                        <p:tav tm="0">
                                          <p:val>
                                            <p:fltVal val="0"/>
                                          </p:val>
                                        </p:tav>
                                        <p:tav tm="100000">
                                          <p:val>
                                            <p:strVal val="#ppt_h"/>
                                          </p:val>
                                        </p:tav>
                                      </p:tavLst>
                                    </p:anim>
                                    <p:animEffect transition="in" filter="fade">
                                      <p:cBhvr>
                                        <p:cTn id="73" dur="300"/>
                                        <p:tgtEl>
                                          <p:spTgt spid="108"/>
                                        </p:tgtEl>
                                      </p:cBhvr>
                                    </p:animEffect>
                                  </p:childTnLst>
                                </p:cTn>
                              </p:par>
                              <p:par>
                                <p:cTn id="74" presetID="53" presetClass="entr" presetSubtype="16" fill="hold" nodeType="withEffect">
                                  <p:stCondLst>
                                    <p:cond delay="0"/>
                                  </p:stCondLst>
                                  <p:childTnLst>
                                    <p:set>
                                      <p:cBhvr>
                                        <p:cTn id="75" dur="1" fill="hold">
                                          <p:stCondLst>
                                            <p:cond delay="0"/>
                                          </p:stCondLst>
                                        </p:cTn>
                                        <p:tgtEl>
                                          <p:spTgt spid="99"/>
                                        </p:tgtEl>
                                        <p:attrNameLst>
                                          <p:attrName>style.visibility</p:attrName>
                                        </p:attrNameLst>
                                      </p:cBhvr>
                                      <p:to>
                                        <p:strVal val="visible"/>
                                      </p:to>
                                    </p:set>
                                    <p:anim calcmode="lin" valueType="num">
                                      <p:cBhvr>
                                        <p:cTn id="76" dur="300" fill="hold"/>
                                        <p:tgtEl>
                                          <p:spTgt spid="99"/>
                                        </p:tgtEl>
                                        <p:attrNameLst>
                                          <p:attrName>ppt_w</p:attrName>
                                        </p:attrNameLst>
                                      </p:cBhvr>
                                      <p:tavLst>
                                        <p:tav tm="0">
                                          <p:val>
                                            <p:fltVal val="0"/>
                                          </p:val>
                                        </p:tav>
                                        <p:tav tm="100000">
                                          <p:val>
                                            <p:strVal val="#ppt_w"/>
                                          </p:val>
                                        </p:tav>
                                      </p:tavLst>
                                    </p:anim>
                                    <p:anim calcmode="lin" valueType="num">
                                      <p:cBhvr>
                                        <p:cTn id="77" dur="300" fill="hold"/>
                                        <p:tgtEl>
                                          <p:spTgt spid="99"/>
                                        </p:tgtEl>
                                        <p:attrNameLst>
                                          <p:attrName>ppt_h</p:attrName>
                                        </p:attrNameLst>
                                      </p:cBhvr>
                                      <p:tavLst>
                                        <p:tav tm="0">
                                          <p:val>
                                            <p:fltVal val="0"/>
                                          </p:val>
                                        </p:tav>
                                        <p:tav tm="100000">
                                          <p:val>
                                            <p:strVal val="#ppt_h"/>
                                          </p:val>
                                        </p:tav>
                                      </p:tavLst>
                                    </p:anim>
                                    <p:animEffect transition="in" filter="fade">
                                      <p:cBhvr>
                                        <p:cTn id="78" dur="300"/>
                                        <p:tgtEl>
                                          <p:spTgt spid="99"/>
                                        </p:tgtEl>
                                      </p:cBhvr>
                                    </p:animEffect>
                                  </p:childTnLst>
                                </p:cTn>
                              </p:par>
                            </p:childTnLst>
                          </p:cTn>
                        </p:par>
                        <p:par>
                          <p:cTn id="79" fill="hold" nodeType="afterGroup">
                            <p:stCondLst>
                              <p:cond delay="2100"/>
                            </p:stCondLst>
                            <p:childTnLst>
                              <p:par>
                                <p:cTn id="80" presetID="42" presetClass="entr" presetSubtype="0" fill="hold" grpId="0" nodeType="afterEffect">
                                  <p:stCondLst>
                                    <p:cond delay="0"/>
                                  </p:stCondLst>
                                  <p:childTnLst>
                                    <p:set>
                                      <p:cBhvr>
                                        <p:cTn id="81" dur="1" fill="hold">
                                          <p:stCondLst>
                                            <p:cond delay="0"/>
                                          </p:stCondLst>
                                        </p:cTn>
                                        <p:tgtEl>
                                          <p:spTgt spid="116"/>
                                        </p:tgtEl>
                                        <p:attrNameLst>
                                          <p:attrName>style.visibility</p:attrName>
                                        </p:attrNameLst>
                                      </p:cBhvr>
                                      <p:to>
                                        <p:strVal val="visible"/>
                                      </p:to>
                                    </p:set>
                                    <p:animEffect transition="in" filter="fade">
                                      <p:cBhvr>
                                        <p:cTn id="82" dur="600"/>
                                        <p:tgtEl>
                                          <p:spTgt spid="116"/>
                                        </p:tgtEl>
                                      </p:cBhvr>
                                    </p:animEffect>
                                    <p:anim calcmode="lin" valueType="num">
                                      <p:cBhvr>
                                        <p:cTn id="83" dur="600" fill="hold"/>
                                        <p:tgtEl>
                                          <p:spTgt spid="116"/>
                                        </p:tgtEl>
                                        <p:attrNameLst>
                                          <p:attrName>ppt_x</p:attrName>
                                        </p:attrNameLst>
                                      </p:cBhvr>
                                      <p:tavLst>
                                        <p:tav tm="0">
                                          <p:val>
                                            <p:strVal val="#ppt_x"/>
                                          </p:val>
                                        </p:tav>
                                        <p:tav tm="100000">
                                          <p:val>
                                            <p:strVal val="#ppt_x"/>
                                          </p:val>
                                        </p:tav>
                                      </p:tavLst>
                                    </p:anim>
                                    <p:anim calcmode="lin" valueType="num">
                                      <p:cBhvr>
                                        <p:cTn id="84" dur="600" fill="hold"/>
                                        <p:tgtEl>
                                          <p:spTgt spid="116"/>
                                        </p:tgtEl>
                                        <p:attrNameLst>
                                          <p:attrName>ppt_y</p:attrName>
                                        </p:attrNameLst>
                                      </p:cBhvr>
                                      <p:tavLst>
                                        <p:tav tm="0">
                                          <p:val>
                                            <p:strVal val="#ppt_y+.1"/>
                                          </p:val>
                                        </p:tav>
                                        <p:tav tm="100000">
                                          <p:val>
                                            <p:strVal val="#ppt_y"/>
                                          </p:val>
                                        </p:tav>
                                      </p:tavLst>
                                    </p:anim>
                                  </p:childTnLst>
                                </p:cTn>
                              </p:par>
                              <p:par>
                                <p:cTn id="85" presetID="42" presetClass="entr" presetSubtype="0" fill="hold" grpId="0" nodeType="withEffect">
                                  <p:stCondLst>
                                    <p:cond delay="0"/>
                                  </p:stCondLst>
                                  <p:childTnLst>
                                    <p:set>
                                      <p:cBhvr>
                                        <p:cTn id="86" dur="1" fill="hold">
                                          <p:stCondLst>
                                            <p:cond delay="0"/>
                                          </p:stCondLst>
                                        </p:cTn>
                                        <p:tgtEl>
                                          <p:spTgt spid="115"/>
                                        </p:tgtEl>
                                        <p:attrNameLst>
                                          <p:attrName>style.visibility</p:attrName>
                                        </p:attrNameLst>
                                      </p:cBhvr>
                                      <p:to>
                                        <p:strVal val="visible"/>
                                      </p:to>
                                    </p:set>
                                    <p:animEffect transition="in" filter="fade">
                                      <p:cBhvr>
                                        <p:cTn id="87" dur="600"/>
                                        <p:tgtEl>
                                          <p:spTgt spid="115"/>
                                        </p:tgtEl>
                                      </p:cBhvr>
                                    </p:animEffect>
                                    <p:anim calcmode="lin" valueType="num">
                                      <p:cBhvr>
                                        <p:cTn id="88" dur="600" fill="hold"/>
                                        <p:tgtEl>
                                          <p:spTgt spid="115"/>
                                        </p:tgtEl>
                                        <p:attrNameLst>
                                          <p:attrName>ppt_x</p:attrName>
                                        </p:attrNameLst>
                                      </p:cBhvr>
                                      <p:tavLst>
                                        <p:tav tm="0">
                                          <p:val>
                                            <p:strVal val="#ppt_x"/>
                                          </p:val>
                                        </p:tav>
                                        <p:tav tm="100000">
                                          <p:val>
                                            <p:strVal val="#ppt_x"/>
                                          </p:val>
                                        </p:tav>
                                      </p:tavLst>
                                    </p:anim>
                                    <p:anim calcmode="lin" valueType="num">
                                      <p:cBhvr>
                                        <p:cTn id="89" dur="600" fill="hold"/>
                                        <p:tgtEl>
                                          <p:spTgt spid="115"/>
                                        </p:tgtEl>
                                        <p:attrNameLst>
                                          <p:attrName>ppt_y</p:attrName>
                                        </p:attrNameLst>
                                      </p:cBhvr>
                                      <p:tavLst>
                                        <p:tav tm="0">
                                          <p:val>
                                            <p:strVal val="#ppt_y+.1"/>
                                          </p:val>
                                        </p:tav>
                                        <p:tav tm="100000">
                                          <p:val>
                                            <p:strVal val="#ppt_y"/>
                                          </p:val>
                                        </p:tav>
                                      </p:tavLst>
                                    </p:anim>
                                  </p:childTnLst>
                                </p:cTn>
                              </p:par>
                              <p:par>
                                <p:cTn id="90" presetID="47" presetClass="entr" presetSubtype="0" fill="hold" grpId="0" nodeType="withEffect">
                                  <p:stCondLst>
                                    <p:cond delay="0"/>
                                  </p:stCondLst>
                                  <p:childTnLst>
                                    <p:set>
                                      <p:cBhvr>
                                        <p:cTn id="91" dur="1" fill="hold">
                                          <p:stCondLst>
                                            <p:cond delay="0"/>
                                          </p:stCondLst>
                                        </p:cTn>
                                        <p:tgtEl>
                                          <p:spTgt spid="102"/>
                                        </p:tgtEl>
                                        <p:attrNameLst>
                                          <p:attrName>style.visibility</p:attrName>
                                        </p:attrNameLst>
                                      </p:cBhvr>
                                      <p:to>
                                        <p:strVal val="visible"/>
                                      </p:to>
                                    </p:set>
                                    <p:animEffect transition="in" filter="fade">
                                      <p:cBhvr>
                                        <p:cTn id="92" dur="600"/>
                                        <p:tgtEl>
                                          <p:spTgt spid="102"/>
                                        </p:tgtEl>
                                      </p:cBhvr>
                                    </p:animEffect>
                                    <p:anim calcmode="lin" valueType="num">
                                      <p:cBhvr>
                                        <p:cTn id="93" dur="600" fill="hold"/>
                                        <p:tgtEl>
                                          <p:spTgt spid="102"/>
                                        </p:tgtEl>
                                        <p:attrNameLst>
                                          <p:attrName>ppt_x</p:attrName>
                                        </p:attrNameLst>
                                      </p:cBhvr>
                                      <p:tavLst>
                                        <p:tav tm="0">
                                          <p:val>
                                            <p:strVal val="#ppt_x"/>
                                          </p:val>
                                        </p:tav>
                                        <p:tav tm="100000">
                                          <p:val>
                                            <p:strVal val="#ppt_x"/>
                                          </p:val>
                                        </p:tav>
                                      </p:tavLst>
                                    </p:anim>
                                    <p:anim calcmode="lin" valueType="num">
                                      <p:cBhvr>
                                        <p:cTn id="94" dur="600" fill="hold"/>
                                        <p:tgtEl>
                                          <p:spTgt spid="102"/>
                                        </p:tgtEl>
                                        <p:attrNameLst>
                                          <p:attrName>ppt_y</p:attrName>
                                        </p:attrNameLst>
                                      </p:cBhvr>
                                      <p:tavLst>
                                        <p:tav tm="0">
                                          <p:val>
                                            <p:strVal val="#ppt_y-.1"/>
                                          </p:val>
                                        </p:tav>
                                        <p:tav tm="100000">
                                          <p:val>
                                            <p:strVal val="#ppt_y"/>
                                          </p:val>
                                        </p:tav>
                                      </p:tavLst>
                                    </p:anim>
                                  </p:childTnLst>
                                </p:cTn>
                              </p:par>
                              <p:par>
                                <p:cTn id="95" presetID="47" presetClass="entr" presetSubtype="0" fill="hold" grpId="0" nodeType="withEffect">
                                  <p:stCondLst>
                                    <p:cond delay="0"/>
                                  </p:stCondLst>
                                  <p:childTnLst>
                                    <p:set>
                                      <p:cBhvr>
                                        <p:cTn id="96" dur="1" fill="hold">
                                          <p:stCondLst>
                                            <p:cond delay="0"/>
                                          </p:stCondLst>
                                        </p:cTn>
                                        <p:tgtEl>
                                          <p:spTgt spid="120"/>
                                        </p:tgtEl>
                                        <p:attrNameLst>
                                          <p:attrName>style.visibility</p:attrName>
                                        </p:attrNameLst>
                                      </p:cBhvr>
                                      <p:to>
                                        <p:strVal val="visible"/>
                                      </p:to>
                                    </p:set>
                                    <p:animEffect transition="in" filter="fade">
                                      <p:cBhvr>
                                        <p:cTn id="97" dur="600"/>
                                        <p:tgtEl>
                                          <p:spTgt spid="120"/>
                                        </p:tgtEl>
                                      </p:cBhvr>
                                    </p:animEffect>
                                    <p:anim calcmode="lin" valueType="num">
                                      <p:cBhvr>
                                        <p:cTn id="98" dur="600" fill="hold"/>
                                        <p:tgtEl>
                                          <p:spTgt spid="120"/>
                                        </p:tgtEl>
                                        <p:attrNameLst>
                                          <p:attrName>ppt_x</p:attrName>
                                        </p:attrNameLst>
                                      </p:cBhvr>
                                      <p:tavLst>
                                        <p:tav tm="0">
                                          <p:val>
                                            <p:strVal val="#ppt_x"/>
                                          </p:val>
                                        </p:tav>
                                        <p:tav tm="100000">
                                          <p:val>
                                            <p:strVal val="#ppt_x"/>
                                          </p:val>
                                        </p:tav>
                                      </p:tavLst>
                                    </p:anim>
                                    <p:anim calcmode="lin" valueType="num">
                                      <p:cBhvr>
                                        <p:cTn id="99" dur="600" fill="hold"/>
                                        <p:tgtEl>
                                          <p:spTgt spid="120"/>
                                        </p:tgtEl>
                                        <p:attrNameLst>
                                          <p:attrName>ppt_y</p:attrName>
                                        </p:attrNameLst>
                                      </p:cBhvr>
                                      <p:tavLst>
                                        <p:tav tm="0">
                                          <p:val>
                                            <p:strVal val="#ppt_y-.1"/>
                                          </p:val>
                                        </p:tav>
                                        <p:tav tm="100000">
                                          <p:val>
                                            <p:strVal val="#ppt_y"/>
                                          </p:val>
                                        </p:tav>
                                      </p:tavLst>
                                    </p:anim>
                                  </p:childTnLst>
                                </p:cTn>
                              </p:par>
                            </p:childTnLst>
                          </p:cTn>
                        </p:par>
                        <p:par>
                          <p:cTn id="100" fill="hold" nodeType="afterGroup">
                            <p:stCondLst>
                              <p:cond delay="2700"/>
                            </p:stCondLst>
                            <p:childTnLst>
                              <p:par>
                                <p:cTn id="101" presetID="53" presetClass="entr" presetSubtype="16" fill="hold" grpId="0" nodeType="afterEffect">
                                  <p:stCondLst>
                                    <p:cond delay="0"/>
                                  </p:stCondLst>
                                  <p:childTnLst>
                                    <p:set>
                                      <p:cBhvr>
                                        <p:cTn id="102" dur="1" fill="hold">
                                          <p:stCondLst>
                                            <p:cond delay="0"/>
                                          </p:stCondLst>
                                        </p:cTn>
                                        <p:tgtEl>
                                          <p:spTgt spid="112"/>
                                        </p:tgtEl>
                                        <p:attrNameLst>
                                          <p:attrName>style.visibility</p:attrName>
                                        </p:attrNameLst>
                                      </p:cBhvr>
                                      <p:to>
                                        <p:strVal val="visible"/>
                                      </p:to>
                                    </p:set>
                                    <p:anim calcmode="lin" valueType="num">
                                      <p:cBhvr>
                                        <p:cTn id="103" dur="300" fill="hold"/>
                                        <p:tgtEl>
                                          <p:spTgt spid="112"/>
                                        </p:tgtEl>
                                        <p:attrNameLst>
                                          <p:attrName>ppt_w</p:attrName>
                                        </p:attrNameLst>
                                      </p:cBhvr>
                                      <p:tavLst>
                                        <p:tav tm="0">
                                          <p:val>
                                            <p:fltVal val="0"/>
                                          </p:val>
                                        </p:tav>
                                        <p:tav tm="100000">
                                          <p:val>
                                            <p:strVal val="#ppt_w"/>
                                          </p:val>
                                        </p:tav>
                                      </p:tavLst>
                                    </p:anim>
                                    <p:anim calcmode="lin" valueType="num">
                                      <p:cBhvr>
                                        <p:cTn id="104" dur="300" fill="hold"/>
                                        <p:tgtEl>
                                          <p:spTgt spid="112"/>
                                        </p:tgtEl>
                                        <p:attrNameLst>
                                          <p:attrName>ppt_h</p:attrName>
                                        </p:attrNameLst>
                                      </p:cBhvr>
                                      <p:tavLst>
                                        <p:tav tm="0">
                                          <p:val>
                                            <p:fltVal val="0"/>
                                          </p:val>
                                        </p:tav>
                                        <p:tav tm="100000">
                                          <p:val>
                                            <p:strVal val="#ppt_h"/>
                                          </p:val>
                                        </p:tav>
                                      </p:tavLst>
                                    </p:anim>
                                    <p:animEffect transition="in" filter="fade">
                                      <p:cBhvr>
                                        <p:cTn id="105" dur="300"/>
                                        <p:tgtEl>
                                          <p:spTgt spid="112"/>
                                        </p:tgtEl>
                                      </p:cBhvr>
                                    </p:animEffect>
                                  </p:childTnLst>
                                </p:cTn>
                              </p:par>
                              <p:par>
                                <p:cTn id="106" presetID="53" presetClass="entr" presetSubtype="16" fill="hold" nodeType="withEffect">
                                  <p:stCondLst>
                                    <p:cond delay="0"/>
                                  </p:stCondLst>
                                  <p:childTnLst>
                                    <p:set>
                                      <p:cBhvr>
                                        <p:cTn id="107" dur="1" fill="hold">
                                          <p:stCondLst>
                                            <p:cond delay="0"/>
                                          </p:stCondLst>
                                        </p:cTn>
                                        <p:tgtEl>
                                          <p:spTgt spid="109"/>
                                        </p:tgtEl>
                                        <p:attrNameLst>
                                          <p:attrName>style.visibility</p:attrName>
                                        </p:attrNameLst>
                                      </p:cBhvr>
                                      <p:to>
                                        <p:strVal val="visible"/>
                                      </p:to>
                                    </p:set>
                                    <p:anim calcmode="lin" valueType="num">
                                      <p:cBhvr>
                                        <p:cTn id="108" dur="300" fill="hold"/>
                                        <p:tgtEl>
                                          <p:spTgt spid="109"/>
                                        </p:tgtEl>
                                        <p:attrNameLst>
                                          <p:attrName>ppt_w</p:attrName>
                                        </p:attrNameLst>
                                      </p:cBhvr>
                                      <p:tavLst>
                                        <p:tav tm="0">
                                          <p:val>
                                            <p:fltVal val="0"/>
                                          </p:val>
                                        </p:tav>
                                        <p:tav tm="100000">
                                          <p:val>
                                            <p:strVal val="#ppt_w"/>
                                          </p:val>
                                        </p:tav>
                                      </p:tavLst>
                                    </p:anim>
                                    <p:anim calcmode="lin" valueType="num">
                                      <p:cBhvr>
                                        <p:cTn id="109" dur="300" fill="hold"/>
                                        <p:tgtEl>
                                          <p:spTgt spid="109"/>
                                        </p:tgtEl>
                                        <p:attrNameLst>
                                          <p:attrName>ppt_h</p:attrName>
                                        </p:attrNameLst>
                                      </p:cBhvr>
                                      <p:tavLst>
                                        <p:tav tm="0">
                                          <p:val>
                                            <p:fltVal val="0"/>
                                          </p:val>
                                        </p:tav>
                                        <p:tav tm="100000">
                                          <p:val>
                                            <p:strVal val="#ppt_h"/>
                                          </p:val>
                                        </p:tav>
                                      </p:tavLst>
                                    </p:anim>
                                    <p:animEffect transition="in" filter="fade">
                                      <p:cBhvr>
                                        <p:cTn id="110" dur="300"/>
                                        <p:tgtEl>
                                          <p:spTgt spid="109"/>
                                        </p:tgtEl>
                                      </p:cBhvr>
                                    </p:animEffect>
                                  </p:childTnLst>
                                </p:cTn>
                              </p:par>
                            </p:childTnLst>
                          </p:cTn>
                        </p:par>
                        <p:par>
                          <p:cTn id="111" fill="hold" nodeType="afterGroup">
                            <p:stCondLst>
                              <p:cond delay="3000"/>
                            </p:stCondLst>
                            <p:childTnLst>
                              <p:par>
                                <p:cTn id="112" presetID="47" presetClass="entr" presetSubtype="0" fill="hold" grpId="0" nodeType="afterEffect">
                                  <p:stCondLst>
                                    <p:cond delay="0"/>
                                  </p:stCondLst>
                                  <p:childTnLst>
                                    <p:set>
                                      <p:cBhvr>
                                        <p:cTn id="113" dur="1" fill="hold">
                                          <p:stCondLst>
                                            <p:cond delay="0"/>
                                          </p:stCondLst>
                                        </p:cTn>
                                        <p:tgtEl>
                                          <p:spTgt spid="118"/>
                                        </p:tgtEl>
                                        <p:attrNameLst>
                                          <p:attrName>style.visibility</p:attrName>
                                        </p:attrNameLst>
                                      </p:cBhvr>
                                      <p:to>
                                        <p:strVal val="visible"/>
                                      </p:to>
                                    </p:set>
                                    <p:animEffect transition="in" filter="fade">
                                      <p:cBhvr>
                                        <p:cTn id="114" dur="600"/>
                                        <p:tgtEl>
                                          <p:spTgt spid="118"/>
                                        </p:tgtEl>
                                      </p:cBhvr>
                                    </p:animEffect>
                                    <p:anim calcmode="lin" valueType="num">
                                      <p:cBhvr>
                                        <p:cTn id="115" dur="600" fill="hold"/>
                                        <p:tgtEl>
                                          <p:spTgt spid="118"/>
                                        </p:tgtEl>
                                        <p:attrNameLst>
                                          <p:attrName>ppt_x</p:attrName>
                                        </p:attrNameLst>
                                      </p:cBhvr>
                                      <p:tavLst>
                                        <p:tav tm="0">
                                          <p:val>
                                            <p:strVal val="#ppt_x"/>
                                          </p:val>
                                        </p:tav>
                                        <p:tav tm="100000">
                                          <p:val>
                                            <p:strVal val="#ppt_x"/>
                                          </p:val>
                                        </p:tav>
                                      </p:tavLst>
                                    </p:anim>
                                    <p:anim calcmode="lin" valueType="num">
                                      <p:cBhvr>
                                        <p:cTn id="116" dur="600" fill="hold"/>
                                        <p:tgtEl>
                                          <p:spTgt spid="118"/>
                                        </p:tgtEl>
                                        <p:attrNameLst>
                                          <p:attrName>ppt_y</p:attrName>
                                        </p:attrNameLst>
                                      </p:cBhvr>
                                      <p:tavLst>
                                        <p:tav tm="0">
                                          <p:val>
                                            <p:strVal val="#ppt_y-.1"/>
                                          </p:val>
                                        </p:tav>
                                        <p:tav tm="100000">
                                          <p:val>
                                            <p:strVal val="#ppt_y"/>
                                          </p:val>
                                        </p:tav>
                                      </p:tavLst>
                                    </p:anim>
                                  </p:childTnLst>
                                </p:cTn>
                              </p:par>
                              <p:par>
                                <p:cTn id="117" presetID="47" presetClass="entr" presetSubtype="0" fill="hold" grpId="0" nodeType="withEffect">
                                  <p:stCondLst>
                                    <p:cond delay="0"/>
                                  </p:stCondLst>
                                  <p:childTnLst>
                                    <p:set>
                                      <p:cBhvr>
                                        <p:cTn id="118" dur="1" fill="hold">
                                          <p:stCondLst>
                                            <p:cond delay="0"/>
                                          </p:stCondLst>
                                        </p:cTn>
                                        <p:tgtEl>
                                          <p:spTgt spid="117"/>
                                        </p:tgtEl>
                                        <p:attrNameLst>
                                          <p:attrName>style.visibility</p:attrName>
                                        </p:attrNameLst>
                                      </p:cBhvr>
                                      <p:to>
                                        <p:strVal val="visible"/>
                                      </p:to>
                                    </p:set>
                                    <p:animEffect transition="in" filter="fade">
                                      <p:cBhvr>
                                        <p:cTn id="119" dur="600"/>
                                        <p:tgtEl>
                                          <p:spTgt spid="117"/>
                                        </p:tgtEl>
                                      </p:cBhvr>
                                    </p:animEffect>
                                    <p:anim calcmode="lin" valueType="num">
                                      <p:cBhvr>
                                        <p:cTn id="120" dur="600" fill="hold"/>
                                        <p:tgtEl>
                                          <p:spTgt spid="117"/>
                                        </p:tgtEl>
                                        <p:attrNameLst>
                                          <p:attrName>ppt_x</p:attrName>
                                        </p:attrNameLst>
                                      </p:cBhvr>
                                      <p:tavLst>
                                        <p:tav tm="0">
                                          <p:val>
                                            <p:strVal val="#ppt_x"/>
                                          </p:val>
                                        </p:tav>
                                        <p:tav tm="100000">
                                          <p:val>
                                            <p:strVal val="#ppt_x"/>
                                          </p:val>
                                        </p:tav>
                                      </p:tavLst>
                                    </p:anim>
                                    <p:anim calcmode="lin" valueType="num">
                                      <p:cBhvr>
                                        <p:cTn id="121" dur="600" fill="hold"/>
                                        <p:tgtEl>
                                          <p:spTgt spid="117"/>
                                        </p:tgtEl>
                                        <p:attrNameLst>
                                          <p:attrName>ppt_y</p:attrName>
                                        </p:attrNameLst>
                                      </p:cBhvr>
                                      <p:tavLst>
                                        <p:tav tm="0">
                                          <p:val>
                                            <p:strVal val="#ppt_y-.1"/>
                                          </p:val>
                                        </p:tav>
                                        <p:tav tm="100000">
                                          <p:val>
                                            <p:strVal val="#ppt_y"/>
                                          </p:val>
                                        </p:tav>
                                      </p:tavLst>
                                    </p:anim>
                                  </p:childTnLst>
                                </p:cTn>
                              </p:par>
                              <p:par>
                                <p:cTn id="122" presetID="42" presetClass="entr" presetSubtype="0" fill="hold" grpId="0" nodeType="withEffect">
                                  <p:stCondLst>
                                    <p:cond delay="0"/>
                                  </p:stCondLst>
                                  <p:childTnLst>
                                    <p:set>
                                      <p:cBhvr>
                                        <p:cTn id="123" dur="1" fill="hold">
                                          <p:stCondLst>
                                            <p:cond delay="0"/>
                                          </p:stCondLst>
                                        </p:cTn>
                                        <p:tgtEl>
                                          <p:spTgt spid="103"/>
                                        </p:tgtEl>
                                        <p:attrNameLst>
                                          <p:attrName>style.visibility</p:attrName>
                                        </p:attrNameLst>
                                      </p:cBhvr>
                                      <p:to>
                                        <p:strVal val="visible"/>
                                      </p:to>
                                    </p:set>
                                    <p:animEffect transition="in" filter="fade">
                                      <p:cBhvr>
                                        <p:cTn id="124" dur="600"/>
                                        <p:tgtEl>
                                          <p:spTgt spid="103"/>
                                        </p:tgtEl>
                                      </p:cBhvr>
                                    </p:animEffect>
                                    <p:anim calcmode="lin" valueType="num">
                                      <p:cBhvr>
                                        <p:cTn id="125" dur="600" fill="hold"/>
                                        <p:tgtEl>
                                          <p:spTgt spid="103"/>
                                        </p:tgtEl>
                                        <p:attrNameLst>
                                          <p:attrName>ppt_x</p:attrName>
                                        </p:attrNameLst>
                                      </p:cBhvr>
                                      <p:tavLst>
                                        <p:tav tm="0">
                                          <p:val>
                                            <p:strVal val="#ppt_x"/>
                                          </p:val>
                                        </p:tav>
                                        <p:tav tm="100000">
                                          <p:val>
                                            <p:strVal val="#ppt_x"/>
                                          </p:val>
                                        </p:tav>
                                      </p:tavLst>
                                    </p:anim>
                                    <p:anim calcmode="lin" valueType="num">
                                      <p:cBhvr>
                                        <p:cTn id="126" dur="600" fill="hold"/>
                                        <p:tgtEl>
                                          <p:spTgt spid="103"/>
                                        </p:tgtEl>
                                        <p:attrNameLst>
                                          <p:attrName>ppt_y</p:attrName>
                                        </p:attrNameLst>
                                      </p:cBhvr>
                                      <p:tavLst>
                                        <p:tav tm="0">
                                          <p:val>
                                            <p:strVal val="#ppt_y+.1"/>
                                          </p:val>
                                        </p:tav>
                                        <p:tav tm="100000">
                                          <p:val>
                                            <p:strVal val="#ppt_y"/>
                                          </p:val>
                                        </p:tav>
                                      </p:tavLst>
                                    </p:anim>
                                  </p:childTnLst>
                                </p:cTn>
                              </p:par>
                              <p:par>
                                <p:cTn id="127" presetID="42" presetClass="entr" presetSubtype="0" fill="hold" grpId="0" nodeType="withEffect">
                                  <p:stCondLst>
                                    <p:cond delay="0"/>
                                  </p:stCondLst>
                                  <p:childTnLst>
                                    <p:set>
                                      <p:cBhvr>
                                        <p:cTn id="128" dur="1" fill="hold">
                                          <p:stCondLst>
                                            <p:cond delay="0"/>
                                          </p:stCondLst>
                                        </p:cTn>
                                        <p:tgtEl>
                                          <p:spTgt spid="122"/>
                                        </p:tgtEl>
                                        <p:attrNameLst>
                                          <p:attrName>style.visibility</p:attrName>
                                        </p:attrNameLst>
                                      </p:cBhvr>
                                      <p:to>
                                        <p:strVal val="visible"/>
                                      </p:to>
                                    </p:set>
                                    <p:animEffect transition="in" filter="fade">
                                      <p:cBhvr>
                                        <p:cTn id="129" dur="600"/>
                                        <p:tgtEl>
                                          <p:spTgt spid="122"/>
                                        </p:tgtEl>
                                      </p:cBhvr>
                                    </p:animEffect>
                                    <p:anim calcmode="lin" valueType="num">
                                      <p:cBhvr>
                                        <p:cTn id="130" dur="600" fill="hold"/>
                                        <p:tgtEl>
                                          <p:spTgt spid="122"/>
                                        </p:tgtEl>
                                        <p:attrNameLst>
                                          <p:attrName>ppt_x</p:attrName>
                                        </p:attrNameLst>
                                      </p:cBhvr>
                                      <p:tavLst>
                                        <p:tav tm="0">
                                          <p:val>
                                            <p:strVal val="#ppt_x"/>
                                          </p:val>
                                        </p:tav>
                                        <p:tav tm="100000">
                                          <p:val>
                                            <p:strVal val="#ppt_x"/>
                                          </p:val>
                                        </p:tav>
                                      </p:tavLst>
                                    </p:anim>
                                    <p:anim calcmode="lin" valueType="num">
                                      <p:cBhvr>
                                        <p:cTn id="131" dur="600" fill="hold"/>
                                        <p:tgtEl>
                                          <p:spTgt spid="12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4" grpId="0" animBg="1"/>
      <p:bldP spid="98" grpId="0" animBg="1"/>
      <p:bldP spid="102" grpId="0" animBg="1"/>
      <p:bldP spid="103" grpId="0" animBg="1"/>
      <p:bldP spid="104" grpId="0"/>
      <p:bldP spid="105" grpId="0"/>
      <p:bldP spid="106" grpId="0"/>
      <p:bldP spid="107" grpId="0"/>
      <p:bldP spid="108" grpId="0"/>
      <p:bldP spid="112" grpId="0"/>
      <p:bldP spid="113" grpId="0"/>
      <p:bldP spid="114" grpId="0"/>
      <p:bldP spid="115" grpId="0"/>
      <p:bldP spid="116" grpId="0"/>
      <p:bldP spid="117" grpId="0"/>
      <p:bldP spid="118" grpId="0"/>
      <p:bldP spid="119" grpId="0"/>
      <p:bldP spid="120" grpId="0"/>
      <p:bldP spid="121" grpId="0"/>
      <p:bldP spid="12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8" name="组合 187"/>
          <p:cNvGrpSpPr>
            <a:grpSpLocks/>
          </p:cNvGrpSpPr>
          <p:nvPr/>
        </p:nvGrpSpPr>
        <p:grpSpPr bwMode="auto">
          <a:xfrm>
            <a:off x="4249738" y="1752600"/>
            <a:ext cx="3554412" cy="4149725"/>
            <a:chOff x="3143150" y="1589878"/>
            <a:chExt cx="2665860" cy="3112810"/>
          </a:xfrm>
        </p:grpSpPr>
        <p:grpSp>
          <p:nvGrpSpPr>
            <p:cNvPr id="68651" name="组合 188"/>
            <p:cNvGrpSpPr>
              <a:grpSpLocks/>
            </p:cNvGrpSpPr>
            <p:nvPr/>
          </p:nvGrpSpPr>
          <p:grpSpPr bwMode="auto">
            <a:xfrm>
              <a:off x="3143150" y="1589878"/>
              <a:ext cx="2665860" cy="3112810"/>
              <a:chOff x="3250939" y="1851011"/>
              <a:chExt cx="2448000" cy="2858424"/>
            </a:xfrm>
          </p:grpSpPr>
          <p:sp>
            <p:nvSpPr>
              <p:cNvPr id="196" name="等腰三角形 195"/>
              <p:cNvSpPr>
                <a:spLocks/>
              </p:cNvSpPr>
              <p:nvPr/>
            </p:nvSpPr>
            <p:spPr>
              <a:xfrm flipV="1">
                <a:off x="3250939" y="2567258"/>
                <a:ext cx="2448000" cy="2142177"/>
              </a:xfrm>
              <a:prstGeom prst="triangle">
                <a:avLst/>
              </a:prstGeom>
              <a:solidFill>
                <a:schemeClr val="accent1">
                  <a:lumMod val="50000"/>
                </a:schemeClr>
              </a:solidFill>
              <a:ln w="127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97" name="等腰三角形 196"/>
              <p:cNvSpPr>
                <a:spLocks/>
              </p:cNvSpPr>
              <p:nvPr/>
            </p:nvSpPr>
            <p:spPr>
              <a:xfrm>
                <a:off x="3250939" y="1851011"/>
                <a:ext cx="2448000" cy="2142178"/>
              </a:xfrm>
              <a:prstGeom prst="triangle">
                <a:avLst/>
              </a:prstGeom>
              <a:solidFill>
                <a:schemeClr val="accent1"/>
              </a:solidFill>
              <a:ln w="127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sp>
          <p:nvSpPr>
            <p:cNvPr id="190" name="TextBox 189"/>
            <p:cNvSpPr txBox="1"/>
            <p:nvPr/>
          </p:nvSpPr>
          <p:spPr>
            <a:xfrm>
              <a:off x="4308794" y="1911400"/>
              <a:ext cx="334572" cy="308423"/>
            </a:xfrm>
            <a:prstGeom prst="rect">
              <a:avLst/>
            </a:prstGeom>
            <a:noFill/>
          </p:spPr>
          <p:txBody>
            <a:bodyPr lIns="0" tIns="0" rIns="0" bIns="0">
              <a:spAutoFit/>
            </a:bodyPr>
            <a:lstStyle/>
            <a:p>
              <a:pPr algn="ctr" defTabSz="1218804" fontAlgn="auto">
                <a:spcBef>
                  <a:spcPts val="0"/>
                </a:spcBef>
                <a:spcAft>
                  <a:spcPts val="0"/>
                </a:spcAft>
                <a:buFontTx/>
                <a:buNone/>
                <a:defRPr/>
              </a:pPr>
              <a:r>
                <a:rPr lang="en-US" altLang="zh-CN" sz="2666" kern="0" dirty="0">
                  <a:solidFill>
                    <a:srgbClr val="FFFFFF"/>
                  </a:solidFill>
                  <a:latin typeface="微软雅黑" pitchFamily="34" charset="-122"/>
                  <a:ea typeface="微软雅黑" pitchFamily="34" charset="-122"/>
                </a:rPr>
                <a:t>1</a:t>
              </a:r>
              <a:endParaRPr lang="zh-CN" altLang="en-US" sz="2666" kern="0" dirty="0">
                <a:solidFill>
                  <a:srgbClr val="FFFFFF"/>
                </a:solidFill>
                <a:latin typeface="微软雅黑" pitchFamily="34" charset="-122"/>
                <a:ea typeface="微软雅黑" pitchFamily="34" charset="-122"/>
              </a:endParaRPr>
            </a:p>
          </p:txBody>
        </p:sp>
        <p:sp>
          <p:nvSpPr>
            <p:cNvPr id="191" name="TextBox 190"/>
            <p:cNvSpPr txBox="1"/>
            <p:nvPr/>
          </p:nvSpPr>
          <p:spPr>
            <a:xfrm>
              <a:off x="5231546" y="2412737"/>
              <a:ext cx="334572" cy="307232"/>
            </a:xfrm>
            <a:prstGeom prst="rect">
              <a:avLst/>
            </a:prstGeom>
            <a:noFill/>
          </p:spPr>
          <p:txBody>
            <a:bodyPr lIns="0" tIns="0" rIns="0" bIns="0">
              <a:spAutoFit/>
            </a:bodyPr>
            <a:lstStyle/>
            <a:p>
              <a:pPr algn="ctr" defTabSz="1218804" fontAlgn="auto">
                <a:spcBef>
                  <a:spcPts val="0"/>
                </a:spcBef>
                <a:spcAft>
                  <a:spcPts val="0"/>
                </a:spcAft>
                <a:buFontTx/>
                <a:buNone/>
                <a:defRPr/>
              </a:pPr>
              <a:r>
                <a:rPr lang="en-US" altLang="zh-CN" sz="2666" kern="0" dirty="0">
                  <a:solidFill>
                    <a:srgbClr val="669FB3">
                      <a:lumMod val="60000"/>
                      <a:lumOff val="40000"/>
                    </a:srgbClr>
                  </a:solidFill>
                  <a:latin typeface="微软雅黑" pitchFamily="34" charset="-122"/>
                  <a:ea typeface="微软雅黑" pitchFamily="34" charset="-122"/>
                </a:rPr>
                <a:t>6</a:t>
              </a:r>
              <a:endParaRPr lang="zh-CN" altLang="en-US" sz="2666" kern="0" dirty="0">
                <a:solidFill>
                  <a:srgbClr val="669FB3">
                    <a:lumMod val="60000"/>
                    <a:lumOff val="40000"/>
                  </a:srgbClr>
                </a:solidFill>
                <a:latin typeface="微软雅黑" pitchFamily="34" charset="-122"/>
                <a:ea typeface="微软雅黑" pitchFamily="34" charset="-122"/>
              </a:endParaRPr>
            </a:p>
          </p:txBody>
        </p:sp>
        <p:sp>
          <p:nvSpPr>
            <p:cNvPr id="192" name="TextBox 191"/>
            <p:cNvSpPr txBox="1"/>
            <p:nvPr/>
          </p:nvSpPr>
          <p:spPr>
            <a:xfrm>
              <a:off x="5231546" y="3527347"/>
              <a:ext cx="334572" cy="307232"/>
            </a:xfrm>
            <a:prstGeom prst="rect">
              <a:avLst/>
            </a:prstGeom>
            <a:noFill/>
          </p:spPr>
          <p:txBody>
            <a:bodyPr lIns="0" tIns="0" rIns="0" bIns="0">
              <a:spAutoFit/>
            </a:bodyPr>
            <a:lstStyle/>
            <a:p>
              <a:pPr algn="ctr" defTabSz="1218804" fontAlgn="auto">
                <a:spcBef>
                  <a:spcPts val="0"/>
                </a:spcBef>
                <a:spcAft>
                  <a:spcPts val="0"/>
                </a:spcAft>
                <a:buFontTx/>
                <a:buNone/>
                <a:defRPr/>
              </a:pPr>
              <a:r>
                <a:rPr lang="en-US" altLang="zh-CN" sz="2666" kern="0" dirty="0">
                  <a:solidFill>
                    <a:srgbClr val="FFFFFF"/>
                  </a:solidFill>
                  <a:latin typeface="微软雅黑" pitchFamily="34" charset="-122"/>
                  <a:ea typeface="微软雅黑" pitchFamily="34" charset="-122"/>
                </a:rPr>
                <a:t>5</a:t>
              </a:r>
              <a:endParaRPr lang="zh-CN" altLang="en-US" sz="2666" kern="0" dirty="0">
                <a:solidFill>
                  <a:srgbClr val="FFFFFF"/>
                </a:solidFill>
                <a:latin typeface="微软雅黑" pitchFamily="34" charset="-122"/>
                <a:ea typeface="微软雅黑" pitchFamily="34" charset="-122"/>
              </a:endParaRPr>
            </a:p>
          </p:txBody>
        </p:sp>
        <p:sp>
          <p:nvSpPr>
            <p:cNvPr id="193" name="TextBox 192"/>
            <p:cNvSpPr txBox="1"/>
            <p:nvPr/>
          </p:nvSpPr>
          <p:spPr>
            <a:xfrm>
              <a:off x="4308794" y="4088224"/>
              <a:ext cx="334572" cy="308423"/>
            </a:xfrm>
            <a:prstGeom prst="rect">
              <a:avLst/>
            </a:prstGeom>
            <a:noFill/>
          </p:spPr>
          <p:txBody>
            <a:bodyPr lIns="0" tIns="0" rIns="0" bIns="0">
              <a:spAutoFit/>
            </a:bodyPr>
            <a:lstStyle/>
            <a:p>
              <a:pPr algn="ctr" defTabSz="1218804" fontAlgn="auto">
                <a:spcBef>
                  <a:spcPts val="0"/>
                </a:spcBef>
                <a:spcAft>
                  <a:spcPts val="0"/>
                </a:spcAft>
                <a:buFontTx/>
                <a:buNone/>
                <a:defRPr/>
              </a:pPr>
              <a:r>
                <a:rPr lang="en-US" altLang="zh-CN" sz="2666" kern="0" dirty="0">
                  <a:solidFill>
                    <a:srgbClr val="669FB3">
                      <a:lumMod val="60000"/>
                      <a:lumOff val="40000"/>
                    </a:srgbClr>
                  </a:solidFill>
                  <a:latin typeface="微软雅黑" pitchFamily="34" charset="-122"/>
                  <a:ea typeface="微软雅黑" pitchFamily="34" charset="-122"/>
                </a:rPr>
                <a:t>4</a:t>
              </a:r>
              <a:endParaRPr lang="zh-CN" altLang="en-US" sz="2666" kern="0" dirty="0">
                <a:solidFill>
                  <a:srgbClr val="669FB3">
                    <a:lumMod val="60000"/>
                    <a:lumOff val="40000"/>
                  </a:srgbClr>
                </a:solidFill>
                <a:latin typeface="微软雅黑" pitchFamily="34" charset="-122"/>
                <a:ea typeface="微软雅黑" pitchFamily="34" charset="-122"/>
              </a:endParaRPr>
            </a:p>
          </p:txBody>
        </p:sp>
        <p:sp>
          <p:nvSpPr>
            <p:cNvPr id="194" name="TextBox 193"/>
            <p:cNvSpPr txBox="1"/>
            <p:nvPr/>
          </p:nvSpPr>
          <p:spPr>
            <a:xfrm>
              <a:off x="3383661" y="3565453"/>
              <a:ext cx="335763" cy="307232"/>
            </a:xfrm>
            <a:prstGeom prst="rect">
              <a:avLst/>
            </a:prstGeom>
            <a:noFill/>
          </p:spPr>
          <p:txBody>
            <a:bodyPr lIns="0" tIns="0" rIns="0" bIns="0">
              <a:spAutoFit/>
            </a:bodyPr>
            <a:lstStyle/>
            <a:p>
              <a:pPr algn="ctr" defTabSz="1218804" fontAlgn="auto">
                <a:spcBef>
                  <a:spcPts val="0"/>
                </a:spcBef>
                <a:spcAft>
                  <a:spcPts val="0"/>
                </a:spcAft>
                <a:buFontTx/>
                <a:buNone/>
                <a:defRPr/>
              </a:pPr>
              <a:r>
                <a:rPr lang="en-US" altLang="zh-CN" sz="2666" kern="0" dirty="0">
                  <a:solidFill>
                    <a:srgbClr val="FFFFFF"/>
                  </a:solidFill>
                  <a:latin typeface="微软雅黑" pitchFamily="34" charset="-122"/>
                  <a:ea typeface="微软雅黑" pitchFamily="34" charset="-122"/>
                </a:rPr>
                <a:t>3</a:t>
              </a:r>
              <a:endParaRPr lang="zh-CN" altLang="en-US" sz="2666" kern="0" dirty="0">
                <a:solidFill>
                  <a:srgbClr val="FFFFFF"/>
                </a:solidFill>
                <a:latin typeface="微软雅黑" pitchFamily="34" charset="-122"/>
                <a:ea typeface="微软雅黑" pitchFamily="34" charset="-122"/>
              </a:endParaRPr>
            </a:p>
          </p:txBody>
        </p:sp>
        <p:sp>
          <p:nvSpPr>
            <p:cNvPr id="195" name="TextBox 194"/>
            <p:cNvSpPr txBox="1"/>
            <p:nvPr/>
          </p:nvSpPr>
          <p:spPr>
            <a:xfrm>
              <a:off x="3383661" y="2457988"/>
              <a:ext cx="335763" cy="308423"/>
            </a:xfrm>
            <a:prstGeom prst="rect">
              <a:avLst/>
            </a:prstGeom>
            <a:noFill/>
          </p:spPr>
          <p:txBody>
            <a:bodyPr lIns="0" tIns="0" rIns="0" bIns="0">
              <a:spAutoFit/>
            </a:bodyPr>
            <a:lstStyle/>
            <a:p>
              <a:pPr algn="ctr" defTabSz="1218804" fontAlgn="auto">
                <a:spcBef>
                  <a:spcPts val="0"/>
                </a:spcBef>
                <a:spcAft>
                  <a:spcPts val="0"/>
                </a:spcAft>
                <a:buFontTx/>
                <a:buNone/>
                <a:defRPr/>
              </a:pPr>
              <a:r>
                <a:rPr lang="en-US" altLang="zh-CN" sz="2666" kern="0" dirty="0">
                  <a:solidFill>
                    <a:srgbClr val="669FB3">
                      <a:lumMod val="60000"/>
                      <a:lumOff val="40000"/>
                    </a:srgbClr>
                  </a:solidFill>
                  <a:latin typeface="微软雅黑" pitchFamily="34" charset="-122"/>
                  <a:ea typeface="微软雅黑" pitchFamily="34" charset="-122"/>
                </a:rPr>
                <a:t>2</a:t>
              </a:r>
              <a:endParaRPr lang="zh-CN" altLang="en-US" sz="2666" kern="0" dirty="0">
                <a:solidFill>
                  <a:srgbClr val="669FB3">
                    <a:lumMod val="60000"/>
                    <a:lumOff val="40000"/>
                  </a:srgbClr>
                </a:solidFill>
                <a:latin typeface="微软雅黑" pitchFamily="34" charset="-122"/>
                <a:ea typeface="微软雅黑" pitchFamily="34" charset="-122"/>
              </a:endParaRPr>
            </a:p>
          </p:txBody>
        </p:sp>
      </p:grpSp>
      <p:sp>
        <p:nvSpPr>
          <p:cNvPr id="198" name="Freeform 5"/>
          <p:cNvSpPr>
            <a:spLocks/>
          </p:cNvSpPr>
          <p:nvPr/>
        </p:nvSpPr>
        <p:spPr bwMode="auto">
          <a:xfrm>
            <a:off x="4841875" y="2792413"/>
            <a:ext cx="2370138" cy="2070100"/>
          </a:xfrm>
          <a:custGeom>
            <a:avLst/>
            <a:gdLst>
              <a:gd name="T0" fmla="*/ 2394 w 3192"/>
              <a:gd name="T1" fmla="*/ 0 h 2765"/>
              <a:gd name="T2" fmla="*/ 3192 w 3192"/>
              <a:gd name="T3" fmla="*/ 1382 h 2765"/>
              <a:gd name="T4" fmla="*/ 2394 w 3192"/>
              <a:gd name="T5" fmla="*/ 2765 h 2765"/>
              <a:gd name="T6" fmla="*/ 798 w 3192"/>
              <a:gd name="T7" fmla="*/ 2765 h 2765"/>
              <a:gd name="T8" fmla="*/ 0 w 3192"/>
              <a:gd name="T9" fmla="*/ 1382 h 2765"/>
              <a:gd name="T10" fmla="*/ 798 w 3192"/>
              <a:gd name="T11" fmla="*/ 0 h 2765"/>
              <a:gd name="T12" fmla="*/ 2394 w 3192"/>
              <a:gd name="T13" fmla="*/ 0 h 2765"/>
            </a:gdLst>
            <a:ahLst/>
            <a:cxnLst>
              <a:cxn ang="0">
                <a:pos x="T0" y="T1"/>
              </a:cxn>
              <a:cxn ang="0">
                <a:pos x="T2" y="T3"/>
              </a:cxn>
              <a:cxn ang="0">
                <a:pos x="T4" y="T5"/>
              </a:cxn>
              <a:cxn ang="0">
                <a:pos x="T6" y="T7"/>
              </a:cxn>
              <a:cxn ang="0">
                <a:pos x="T8" y="T9"/>
              </a:cxn>
              <a:cxn ang="0">
                <a:pos x="T10" y="T11"/>
              </a:cxn>
              <a:cxn ang="0">
                <a:pos x="T12" y="T13"/>
              </a:cxn>
            </a:cxnLst>
            <a:rect l="0" t="0" r="r" b="b"/>
            <a:pathLst>
              <a:path w="3192" h="2765">
                <a:moveTo>
                  <a:pt x="2394" y="0"/>
                </a:moveTo>
                <a:lnTo>
                  <a:pt x="3192" y="1382"/>
                </a:lnTo>
                <a:lnTo>
                  <a:pt x="2394" y="2765"/>
                </a:lnTo>
                <a:lnTo>
                  <a:pt x="798" y="2765"/>
                </a:lnTo>
                <a:lnTo>
                  <a:pt x="0" y="1382"/>
                </a:lnTo>
                <a:lnTo>
                  <a:pt x="798" y="0"/>
                </a:lnTo>
                <a:lnTo>
                  <a:pt x="2394" y="0"/>
                </a:lnTo>
                <a:close/>
              </a:path>
            </a:pathLst>
          </a:custGeom>
          <a:solidFill>
            <a:schemeClr val="accent2"/>
          </a:solidFill>
          <a:ln w="6" cap="flat">
            <a:noFill/>
            <a:prstDash val="solid"/>
            <a:miter lim="800000"/>
            <a:headEnd/>
            <a:tailEnd/>
          </a:ln>
        </p:spPr>
        <p:txBody>
          <a:bodyPr lIns="121882" tIns="60941" rIns="121882" bIns="60941"/>
          <a:lstStyle/>
          <a:p>
            <a:pPr defTabSz="1218804" fontAlgn="auto">
              <a:spcBef>
                <a:spcPts val="0"/>
              </a:spcBef>
              <a:spcAft>
                <a:spcPts val="0"/>
              </a:spcAft>
              <a:buFontTx/>
              <a:buNone/>
              <a:defRPr/>
            </a:pPr>
            <a:endParaRPr lang="zh-CN" altLang="en-US" sz="2399" kern="0">
              <a:solidFill>
                <a:sysClr val="windowText" lastClr="000000"/>
              </a:solidFill>
              <a:latin typeface="Calibri"/>
              <a:ea typeface="宋体"/>
            </a:endParaRPr>
          </a:p>
        </p:txBody>
      </p:sp>
      <p:sp>
        <p:nvSpPr>
          <p:cNvPr id="199" name="TextBox 198"/>
          <p:cNvSpPr txBox="1"/>
          <p:nvPr/>
        </p:nvSpPr>
        <p:spPr>
          <a:xfrm>
            <a:off x="5283200" y="3376613"/>
            <a:ext cx="1573213" cy="901700"/>
          </a:xfrm>
          <a:prstGeom prst="rect">
            <a:avLst/>
          </a:prstGeom>
          <a:noFill/>
        </p:spPr>
        <p:txBody>
          <a:bodyPr lIns="0" tIns="0" rIns="0" bIns="0">
            <a:spAutoFit/>
          </a:bodyPr>
          <a:lstStyle>
            <a:defPPr>
              <a:defRPr lang="zh-CN"/>
            </a:defPPr>
            <a:lvl1pPr>
              <a:defRPr sz="2200">
                <a:solidFill>
                  <a:schemeClr val="bg1"/>
                </a:solidFill>
                <a:latin typeface="微软雅黑" pitchFamily="34" charset="-122"/>
                <a:ea typeface="微软雅黑" pitchFamily="34" charset="-122"/>
              </a:defRPr>
            </a:lvl1pPr>
          </a:lstStyle>
          <a:p>
            <a:pPr algn="ctr" defTabSz="1218804" fontAlgn="auto">
              <a:spcBef>
                <a:spcPts val="0"/>
              </a:spcBef>
              <a:spcAft>
                <a:spcPts val="0"/>
              </a:spcAft>
              <a:buFontTx/>
              <a:buNone/>
              <a:defRPr/>
            </a:pPr>
            <a:r>
              <a:rPr lang="zh-CN" altLang="en-US" sz="2932" b="1" kern="0" dirty="0">
                <a:solidFill>
                  <a:sysClr val="window" lastClr="FFFFFF"/>
                </a:solidFill>
              </a:rPr>
              <a:t>改进方法及措施</a:t>
            </a:r>
          </a:p>
        </p:txBody>
      </p:sp>
      <p:sp>
        <p:nvSpPr>
          <p:cNvPr id="200" name="TextBox 199"/>
          <p:cNvSpPr txBox="1"/>
          <p:nvPr/>
        </p:nvSpPr>
        <p:spPr>
          <a:xfrm>
            <a:off x="8458200" y="1577975"/>
            <a:ext cx="2833688" cy="287338"/>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866" b="1" kern="0" dirty="0">
                <a:solidFill>
                  <a:schemeClr val="accent1">
                    <a:lumMod val="75000"/>
                  </a:schemeClr>
                </a:solidFill>
                <a:latin typeface="微软雅黑" pitchFamily="34" charset="-122"/>
                <a:ea typeface="微软雅黑" pitchFamily="34" charset="-122"/>
              </a:rPr>
              <a:t>概述性文字标题</a:t>
            </a:r>
          </a:p>
        </p:txBody>
      </p:sp>
      <p:sp>
        <p:nvSpPr>
          <p:cNvPr id="201" name="TextBox 200"/>
          <p:cNvSpPr txBox="1"/>
          <p:nvPr/>
        </p:nvSpPr>
        <p:spPr>
          <a:xfrm>
            <a:off x="8458200" y="2033588"/>
            <a:ext cx="2782888" cy="614362"/>
          </a:xfrm>
          <a:prstGeom prst="rect">
            <a:avLst/>
          </a:prstGeom>
          <a:noFill/>
        </p:spPr>
        <p:txBody>
          <a:bodyPr lIns="0" tIns="0" rIns="0" bIns="0">
            <a:spAutoFit/>
          </a:bodyPr>
          <a:lstStyle/>
          <a:p>
            <a:pPr algn="just"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详写内容</a:t>
            </a:r>
            <a:r>
              <a:rPr lang="en-US" altLang="zh-CN" sz="1333" kern="0" dirty="0">
                <a:solidFill>
                  <a:srgbClr val="000000">
                    <a:lumMod val="65000"/>
                    <a:lumOff val="35000"/>
                  </a:srgbClr>
                </a:solidFill>
                <a:latin typeface="微软雅黑" pitchFamily="34" charset="-122"/>
                <a:ea typeface="微软雅黑" pitchFamily="34" charset="-122"/>
              </a:rPr>
              <a:t>……</a:t>
            </a: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202" name="TextBox 201"/>
          <p:cNvSpPr txBox="1"/>
          <p:nvPr/>
        </p:nvSpPr>
        <p:spPr>
          <a:xfrm>
            <a:off x="8458200" y="3152775"/>
            <a:ext cx="2833688" cy="287338"/>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866" b="1" kern="0" dirty="0">
                <a:solidFill>
                  <a:srgbClr val="5D94A9">
                    <a:lumMod val="50000"/>
                  </a:srgbClr>
                </a:solidFill>
                <a:latin typeface="微软雅黑" pitchFamily="34" charset="-122"/>
                <a:ea typeface="微软雅黑" pitchFamily="34" charset="-122"/>
              </a:rPr>
              <a:t>概述性文字标题</a:t>
            </a:r>
          </a:p>
        </p:txBody>
      </p:sp>
      <p:sp>
        <p:nvSpPr>
          <p:cNvPr id="203" name="TextBox 202"/>
          <p:cNvSpPr txBox="1"/>
          <p:nvPr/>
        </p:nvSpPr>
        <p:spPr>
          <a:xfrm>
            <a:off x="8458200" y="3606800"/>
            <a:ext cx="2782888" cy="615950"/>
          </a:xfrm>
          <a:prstGeom prst="rect">
            <a:avLst/>
          </a:prstGeom>
          <a:noFill/>
        </p:spPr>
        <p:txBody>
          <a:bodyPr lIns="0" tIns="0" rIns="0" bIns="0">
            <a:spAutoFit/>
          </a:bodyPr>
          <a:lstStyle/>
          <a:p>
            <a:pPr algn="just"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详写内容</a:t>
            </a:r>
            <a:r>
              <a:rPr lang="en-US" altLang="zh-CN" sz="1333" kern="0" dirty="0">
                <a:solidFill>
                  <a:srgbClr val="000000">
                    <a:lumMod val="65000"/>
                    <a:lumOff val="35000"/>
                  </a:srgbClr>
                </a:solidFill>
                <a:latin typeface="微软雅黑" pitchFamily="34" charset="-122"/>
                <a:ea typeface="微软雅黑" pitchFamily="34" charset="-122"/>
              </a:rPr>
              <a:t>……</a:t>
            </a: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204" name="TextBox 203"/>
          <p:cNvSpPr txBox="1"/>
          <p:nvPr/>
        </p:nvSpPr>
        <p:spPr>
          <a:xfrm>
            <a:off x="8458200" y="4794250"/>
            <a:ext cx="2833688" cy="287338"/>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866" b="1" kern="0" dirty="0">
                <a:solidFill>
                  <a:schemeClr val="accent1">
                    <a:lumMod val="75000"/>
                  </a:schemeClr>
                </a:solidFill>
                <a:latin typeface="微软雅黑" pitchFamily="34" charset="-122"/>
                <a:ea typeface="微软雅黑" pitchFamily="34" charset="-122"/>
              </a:rPr>
              <a:t>概述性文字标题</a:t>
            </a:r>
          </a:p>
        </p:txBody>
      </p:sp>
      <p:sp>
        <p:nvSpPr>
          <p:cNvPr id="205" name="TextBox 204"/>
          <p:cNvSpPr txBox="1"/>
          <p:nvPr/>
        </p:nvSpPr>
        <p:spPr>
          <a:xfrm>
            <a:off x="8458200" y="5249863"/>
            <a:ext cx="2782888" cy="614362"/>
          </a:xfrm>
          <a:prstGeom prst="rect">
            <a:avLst/>
          </a:prstGeom>
          <a:noFill/>
        </p:spPr>
        <p:txBody>
          <a:bodyPr lIns="0" tIns="0" rIns="0" bIns="0">
            <a:spAutoFit/>
          </a:bodyPr>
          <a:lstStyle/>
          <a:p>
            <a:pPr algn="just"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详写内容</a:t>
            </a:r>
            <a:r>
              <a:rPr lang="en-US" altLang="zh-CN" sz="1333" kern="0" dirty="0">
                <a:solidFill>
                  <a:srgbClr val="000000">
                    <a:lumMod val="65000"/>
                    <a:lumOff val="35000"/>
                  </a:srgbClr>
                </a:solidFill>
                <a:latin typeface="微软雅黑" pitchFamily="34" charset="-122"/>
                <a:ea typeface="微软雅黑" pitchFamily="34" charset="-122"/>
              </a:rPr>
              <a:t>……</a:t>
            </a: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206" name="TextBox 205"/>
          <p:cNvSpPr txBox="1"/>
          <p:nvPr/>
        </p:nvSpPr>
        <p:spPr>
          <a:xfrm>
            <a:off x="1017588" y="1577975"/>
            <a:ext cx="2833687" cy="287338"/>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866" b="1" kern="0" dirty="0">
                <a:solidFill>
                  <a:schemeClr val="accent1">
                    <a:lumMod val="75000"/>
                  </a:schemeClr>
                </a:solidFill>
                <a:latin typeface="微软雅黑" pitchFamily="34" charset="-122"/>
                <a:ea typeface="微软雅黑" pitchFamily="34" charset="-122"/>
              </a:rPr>
              <a:t>概述性文字标题</a:t>
            </a:r>
          </a:p>
        </p:txBody>
      </p:sp>
      <p:sp>
        <p:nvSpPr>
          <p:cNvPr id="207" name="TextBox 206"/>
          <p:cNvSpPr txBox="1"/>
          <p:nvPr/>
        </p:nvSpPr>
        <p:spPr>
          <a:xfrm>
            <a:off x="1017588" y="2033588"/>
            <a:ext cx="2782887" cy="614362"/>
          </a:xfrm>
          <a:prstGeom prst="rect">
            <a:avLst/>
          </a:prstGeom>
          <a:noFill/>
        </p:spPr>
        <p:txBody>
          <a:bodyPr lIns="0" tIns="0" rIns="0" bIns="0">
            <a:spAutoFit/>
          </a:bodyPr>
          <a:lstStyle/>
          <a:p>
            <a:pPr algn="just"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详写内容</a:t>
            </a:r>
            <a:r>
              <a:rPr lang="en-US" altLang="zh-CN" sz="1333" kern="0" dirty="0">
                <a:solidFill>
                  <a:srgbClr val="000000">
                    <a:lumMod val="65000"/>
                    <a:lumOff val="35000"/>
                  </a:srgbClr>
                </a:solidFill>
                <a:latin typeface="微软雅黑" pitchFamily="34" charset="-122"/>
                <a:ea typeface="微软雅黑" pitchFamily="34" charset="-122"/>
              </a:rPr>
              <a:t>……</a:t>
            </a: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208" name="TextBox 207"/>
          <p:cNvSpPr txBox="1"/>
          <p:nvPr/>
        </p:nvSpPr>
        <p:spPr>
          <a:xfrm>
            <a:off x="1017588" y="3152775"/>
            <a:ext cx="2833687" cy="287338"/>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866" b="1" kern="0" dirty="0">
                <a:solidFill>
                  <a:schemeClr val="accent1">
                    <a:lumMod val="75000"/>
                  </a:schemeClr>
                </a:solidFill>
                <a:latin typeface="微软雅黑" pitchFamily="34" charset="-122"/>
                <a:ea typeface="微软雅黑" pitchFamily="34" charset="-122"/>
              </a:rPr>
              <a:t>概述性文字标题</a:t>
            </a:r>
          </a:p>
        </p:txBody>
      </p:sp>
      <p:sp>
        <p:nvSpPr>
          <p:cNvPr id="209" name="TextBox 208"/>
          <p:cNvSpPr txBox="1"/>
          <p:nvPr/>
        </p:nvSpPr>
        <p:spPr>
          <a:xfrm>
            <a:off x="1017588" y="3606800"/>
            <a:ext cx="2782887" cy="615950"/>
          </a:xfrm>
          <a:prstGeom prst="rect">
            <a:avLst/>
          </a:prstGeom>
          <a:noFill/>
        </p:spPr>
        <p:txBody>
          <a:bodyPr lIns="0" tIns="0" rIns="0" bIns="0">
            <a:spAutoFit/>
          </a:bodyPr>
          <a:lstStyle/>
          <a:p>
            <a:pPr algn="just"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详写内容</a:t>
            </a:r>
            <a:r>
              <a:rPr lang="en-US" altLang="zh-CN" sz="1333" kern="0" dirty="0">
                <a:solidFill>
                  <a:srgbClr val="000000">
                    <a:lumMod val="65000"/>
                    <a:lumOff val="35000"/>
                  </a:srgbClr>
                </a:solidFill>
                <a:latin typeface="微软雅黑" pitchFamily="34" charset="-122"/>
                <a:ea typeface="微软雅黑" pitchFamily="34" charset="-122"/>
              </a:rPr>
              <a:t>……</a:t>
            </a: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210" name="TextBox 209"/>
          <p:cNvSpPr txBox="1"/>
          <p:nvPr/>
        </p:nvSpPr>
        <p:spPr>
          <a:xfrm>
            <a:off x="1017588" y="4794250"/>
            <a:ext cx="2833687" cy="287338"/>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866" b="1" kern="0" dirty="0">
                <a:solidFill>
                  <a:schemeClr val="accent1">
                    <a:lumMod val="75000"/>
                  </a:schemeClr>
                </a:solidFill>
                <a:latin typeface="微软雅黑" pitchFamily="34" charset="-122"/>
                <a:ea typeface="微软雅黑" pitchFamily="34" charset="-122"/>
              </a:rPr>
              <a:t>概述性文字标题</a:t>
            </a:r>
          </a:p>
        </p:txBody>
      </p:sp>
      <p:sp>
        <p:nvSpPr>
          <p:cNvPr id="211" name="TextBox 210"/>
          <p:cNvSpPr txBox="1"/>
          <p:nvPr/>
        </p:nvSpPr>
        <p:spPr>
          <a:xfrm>
            <a:off x="1017588" y="5249863"/>
            <a:ext cx="2782887" cy="614362"/>
          </a:xfrm>
          <a:prstGeom prst="rect">
            <a:avLst/>
          </a:prstGeom>
          <a:noFill/>
        </p:spPr>
        <p:txBody>
          <a:bodyPr lIns="0" tIns="0" rIns="0" bIns="0">
            <a:spAutoFit/>
          </a:bodyPr>
          <a:lstStyle/>
          <a:p>
            <a:pPr algn="just"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详写内容</a:t>
            </a:r>
            <a:r>
              <a:rPr lang="en-US" altLang="zh-CN" sz="1333" kern="0" dirty="0">
                <a:solidFill>
                  <a:srgbClr val="000000">
                    <a:lumMod val="65000"/>
                    <a:lumOff val="35000"/>
                  </a:srgbClr>
                </a:solidFill>
                <a:latin typeface="微软雅黑" pitchFamily="34" charset="-122"/>
                <a:ea typeface="微软雅黑" pitchFamily="34" charset="-122"/>
              </a:rPr>
              <a:t>……</a:t>
            </a: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a:t>
            </a:r>
            <a:endParaRPr lang="en-US" altLang="zh-CN" sz="1333" kern="0" dirty="0">
              <a:solidFill>
                <a:srgbClr val="000000">
                  <a:lumMod val="65000"/>
                  <a:lumOff val="35000"/>
                </a:srgbClr>
              </a:solidFill>
              <a:latin typeface="微软雅黑" pitchFamily="34" charset="-122"/>
              <a:ea typeface="微软雅黑" pitchFamily="34" charset="-122"/>
            </a:endParaRPr>
          </a:p>
        </p:txBody>
      </p:sp>
      <p:grpSp>
        <p:nvGrpSpPr>
          <p:cNvPr id="212" name="组合 211"/>
          <p:cNvGrpSpPr>
            <a:grpSpLocks/>
          </p:cNvGrpSpPr>
          <p:nvPr/>
        </p:nvGrpSpPr>
        <p:grpSpPr bwMode="auto">
          <a:xfrm>
            <a:off x="6027738" y="4940300"/>
            <a:ext cx="2352675" cy="719138"/>
            <a:chOff x="4476081" y="3981586"/>
            <a:chExt cx="1766090" cy="539330"/>
          </a:xfrm>
        </p:grpSpPr>
        <p:cxnSp>
          <p:nvCxnSpPr>
            <p:cNvPr id="68648" name="直接连接符 212"/>
            <p:cNvCxnSpPr>
              <a:cxnSpLocks noChangeShapeType="1"/>
            </p:cNvCxnSpPr>
            <p:nvPr/>
          </p:nvCxnSpPr>
          <p:spPr bwMode="auto">
            <a:xfrm flipV="1">
              <a:off x="4476081" y="4520915"/>
              <a:ext cx="1464071" cy="1"/>
            </a:xfrm>
            <a:prstGeom prst="line">
              <a:avLst/>
            </a:prstGeom>
            <a:noFill/>
            <a:ln w="6350" algn="ctr">
              <a:solidFill>
                <a:srgbClr val="1E445B"/>
              </a:solidFill>
              <a:prstDash val="dash"/>
              <a:round/>
              <a:headEnd type="oval" w="sm" len="sm"/>
              <a:tailEnd/>
            </a:ln>
            <a:extLst>
              <a:ext uri="{909E8E84-426E-40DD-AFC4-6F175D3DCCD1}">
                <a14:hiddenFill xmlns:a14="http://schemas.microsoft.com/office/drawing/2010/main">
                  <a:noFill/>
                </a14:hiddenFill>
              </a:ext>
            </a:extLst>
          </p:spPr>
        </p:cxnSp>
        <p:cxnSp>
          <p:nvCxnSpPr>
            <p:cNvPr id="68649" name="直接连接符 213"/>
            <p:cNvCxnSpPr>
              <a:cxnSpLocks noChangeShapeType="1"/>
            </p:cNvCxnSpPr>
            <p:nvPr/>
          </p:nvCxnSpPr>
          <p:spPr bwMode="auto">
            <a:xfrm>
              <a:off x="5940152" y="3981586"/>
              <a:ext cx="302019" cy="0"/>
            </a:xfrm>
            <a:prstGeom prst="line">
              <a:avLst/>
            </a:prstGeom>
            <a:noFill/>
            <a:ln w="6350" algn="ctr">
              <a:solidFill>
                <a:srgbClr val="1E445B"/>
              </a:solidFill>
              <a:prstDash val="dash"/>
              <a:round/>
              <a:headEnd/>
              <a:tailEnd type="oval" w="sm" len="sm"/>
            </a:ln>
            <a:extLst>
              <a:ext uri="{909E8E84-426E-40DD-AFC4-6F175D3DCCD1}">
                <a14:hiddenFill xmlns:a14="http://schemas.microsoft.com/office/drawing/2010/main">
                  <a:noFill/>
                </a14:hiddenFill>
              </a:ext>
            </a:extLst>
          </p:spPr>
        </p:cxnSp>
        <p:cxnSp>
          <p:nvCxnSpPr>
            <p:cNvPr id="68650" name="直接连接符 214"/>
            <p:cNvCxnSpPr>
              <a:cxnSpLocks noChangeShapeType="1"/>
            </p:cNvCxnSpPr>
            <p:nvPr/>
          </p:nvCxnSpPr>
          <p:spPr bwMode="auto">
            <a:xfrm>
              <a:off x="5940152" y="3981586"/>
              <a:ext cx="0" cy="539328"/>
            </a:xfrm>
            <a:prstGeom prst="line">
              <a:avLst/>
            </a:prstGeom>
            <a:noFill/>
            <a:ln w="6350" algn="ctr">
              <a:solidFill>
                <a:srgbClr val="1E445B"/>
              </a:solidFill>
              <a:prstDash val="dash"/>
              <a:round/>
              <a:headEnd/>
              <a:tailEnd type="none" w="sm" len="sm"/>
            </a:ln>
            <a:extLst>
              <a:ext uri="{909E8E84-426E-40DD-AFC4-6F175D3DCCD1}">
                <a14:hiddenFill xmlns:a14="http://schemas.microsoft.com/office/drawing/2010/main">
                  <a:noFill/>
                </a14:hiddenFill>
              </a:ext>
            </a:extLst>
          </p:spPr>
        </p:cxnSp>
      </p:grpSp>
      <p:grpSp>
        <p:nvGrpSpPr>
          <p:cNvPr id="216" name="组合 215"/>
          <p:cNvGrpSpPr>
            <a:grpSpLocks/>
          </p:cNvGrpSpPr>
          <p:nvPr/>
        </p:nvGrpSpPr>
        <p:grpSpPr bwMode="auto">
          <a:xfrm>
            <a:off x="7594600" y="1739900"/>
            <a:ext cx="785813" cy="1169988"/>
            <a:chOff x="5652120" y="1579986"/>
            <a:chExt cx="590051" cy="878275"/>
          </a:xfrm>
        </p:grpSpPr>
        <p:cxnSp>
          <p:nvCxnSpPr>
            <p:cNvPr id="68645" name="直接连接符 216"/>
            <p:cNvCxnSpPr>
              <a:cxnSpLocks noChangeShapeType="1"/>
            </p:cNvCxnSpPr>
            <p:nvPr/>
          </p:nvCxnSpPr>
          <p:spPr bwMode="auto">
            <a:xfrm>
              <a:off x="5940152" y="1579986"/>
              <a:ext cx="302019" cy="0"/>
            </a:xfrm>
            <a:prstGeom prst="line">
              <a:avLst/>
            </a:prstGeom>
            <a:noFill/>
            <a:ln w="6350" algn="ctr">
              <a:solidFill>
                <a:srgbClr val="1E445B"/>
              </a:solidFill>
              <a:prstDash val="dash"/>
              <a:round/>
              <a:headEnd/>
              <a:tailEnd type="oval" w="sm" len="sm"/>
            </a:ln>
            <a:extLst>
              <a:ext uri="{909E8E84-426E-40DD-AFC4-6F175D3DCCD1}">
                <a14:hiddenFill xmlns:a14="http://schemas.microsoft.com/office/drawing/2010/main">
                  <a:noFill/>
                </a14:hiddenFill>
              </a:ext>
            </a:extLst>
          </p:spPr>
        </p:cxnSp>
        <p:cxnSp>
          <p:nvCxnSpPr>
            <p:cNvPr id="68646" name="直接连接符 217"/>
            <p:cNvCxnSpPr>
              <a:cxnSpLocks noChangeShapeType="1"/>
            </p:cNvCxnSpPr>
            <p:nvPr/>
          </p:nvCxnSpPr>
          <p:spPr bwMode="auto">
            <a:xfrm flipV="1">
              <a:off x="5652120" y="2458260"/>
              <a:ext cx="288032" cy="1"/>
            </a:xfrm>
            <a:prstGeom prst="line">
              <a:avLst/>
            </a:prstGeom>
            <a:noFill/>
            <a:ln w="6350" algn="ctr">
              <a:solidFill>
                <a:srgbClr val="1E445B"/>
              </a:solidFill>
              <a:prstDash val="dash"/>
              <a:round/>
              <a:headEnd type="oval" w="sm" len="sm"/>
              <a:tailEnd/>
            </a:ln>
            <a:extLst>
              <a:ext uri="{909E8E84-426E-40DD-AFC4-6F175D3DCCD1}">
                <a14:hiddenFill xmlns:a14="http://schemas.microsoft.com/office/drawing/2010/main">
                  <a:noFill/>
                </a14:hiddenFill>
              </a:ext>
            </a:extLst>
          </p:spPr>
        </p:cxnSp>
        <p:cxnSp>
          <p:nvCxnSpPr>
            <p:cNvPr id="68647" name="直接连接符 218"/>
            <p:cNvCxnSpPr>
              <a:cxnSpLocks noChangeShapeType="1"/>
            </p:cNvCxnSpPr>
            <p:nvPr/>
          </p:nvCxnSpPr>
          <p:spPr bwMode="auto">
            <a:xfrm>
              <a:off x="5940152" y="1579986"/>
              <a:ext cx="0" cy="878275"/>
            </a:xfrm>
            <a:prstGeom prst="line">
              <a:avLst/>
            </a:prstGeom>
            <a:noFill/>
            <a:ln w="6350" algn="ctr">
              <a:solidFill>
                <a:srgbClr val="1E445B"/>
              </a:solidFill>
              <a:prstDash val="dash"/>
              <a:round/>
              <a:headEnd/>
              <a:tailEnd type="none" w="sm" len="sm"/>
            </a:ln>
            <a:extLst>
              <a:ext uri="{909E8E84-426E-40DD-AFC4-6F175D3DCCD1}">
                <a14:hiddenFill xmlns:a14="http://schemas.microsoft.com/office/drawing/2010/main">
                  <a:noFill/>
                </a14:hiddenFill>
              </a:ext>
            </a:extLst>
          </p:spPr>
        </p:cxnSp>
      </p:grpSp>
      <p:grpSp>
        <p:nvGrpSpPr>
          <p:cNvPr id="220" name="组合 219"/>
          <p:cNvGrpSpPr>
            <a:grpSpLocks/>
          </p:cNvGrpSpPr>
          <p:nvPr/>
        </p:nvGrpSpPr>
        <p:grpSpPr bwMode="auto">
          <a:xfrm>
            <a:off x="3467100" y="1722438"/>
            <a:ext cx="2560638" cy="279400"/>
            <a:chOff x="2555777" y="1566590"/>
            <a:chExt cx="1920304" cy="210375"/>
          </a:xfrm>
        </p:grpSpPr>
        <p:cxnSp>
          <p:nvCxnSpPr>
            <p:cNvPr id="68642" name="直接连接符 220"/>
            <p:cNvCxnSpPr>
              <a:cxnSpLocks noChangeShapeType="1"/>
            </p:cNvCxnSpPr>
            <p:nvPr/>
          </p:nvCxnSpPr>
          <p:spPr bwMode="auto">
            <a:xfrm flipH="1" flipV="1">
              <a:off x="2987824" y="1776964"/>
              <a:ext cx="1488257" cy="1"/>
            </a:xfrm>
            <a:prstGeom prst="line">
              <a:avLst/>
            </a:prstGeom>
            <a:noFill/>
            <a:ln w="6350" algn="ctr">
              <a:solidFill>
                <a:srgbClr val="1E445B"/>
              </a:solidFill>
              <a:prstDash val="dash"/>
              <a:round/>
              <a:headEnd type="oval" w="sm" len="sm"/>
              <a:tailEnd/>
            </a:ln>
            <a:extLst>
              <a:ext uri="{909E8E84-426E-40DD-AFC4-6F175D3DCCD1}">
                <a14:hiddenFill xmlns:a14="http://schemas.microsoft.com/office/drawing/2010/main">
                  <a:noFill/>
                </a14:hiddenFill>
              </a:ext>
            </a:extLst>
          </p:spPr>
        </p:cxnSp>
        <p:cxnSp>
          <p:nvCxnSpPr>
            <p:cNvPr id="68643" name="直接连接符 221"/>
            <p:cNvCxnSpPr>
              <a:cxnSpLocks noChangeShapeType="1"/>
            </p:cNvCxnSpPr>
            <p:nvPr/>
          </p:nvCxnSpPr>
          <p:spPr bwMode="auto">
            <a:xfrm flipH="1">
              <a:off x="2555777" y="1566590"/>
              <a:ext cx="432048" cy="0"/>
            </a:xfrm>
            <a:prstGeom prst="line">
              <a:avLst/>
            </a:prstGeom>
            <a:noFill/>
            <a:ln w="6350" algn="ctr">
              <a:solidFill>
                <a:srgbClr val="1E445B"/>
              </a:solidFill>
              <a:prstDash val="dash"/>
              <a:round/>
              <a:headEnd/>
              <a:tailEnd type="oval" w="sm" len="sm"/>
            </a:ln>
            <a:extLst>
              <a:ext uri="{909E8E84-426E-40DD-AFC4-6F175D3DCCD1}">
                <a14:hiddenFill xmlns:a14="http://schemas.microsoft.com/office/drawing/2010/main">
                  <a:noFill/>
                </a14:hiddenFill>
              </a:ext>
            </a:extLst>
          </p:spPr>
        </p:cxnSp>
        <p:cxnSp>
          <p:nvCxnSpPr>
            <p:cNvPr id="68644" name="直接连接符 222"/>
            <p:cNvCxnSpPr>
              <a:cxnSpLocks noChangeShapeType="1"/>
            </p:cNvCxnSpPr>
            <p:nvPr/>
          </p:nvCxnSpPr>
          <p:spPr bwMode="auto">
            <a:xfrm>
              <a:off x="2987824" y="1579986"/>
              <a:ext cx="0" cy="196978"/>
            </a:xfrm>
            <a:prstGeom prst="line">
              <a:avLst/>
            </a:prstGeom>
            <a:noFill/>
            <a:ln w="6350" algn="ctr">
              <a:solidFill>
                <a:srgbClr val="1E445B"/>
              </a:solidFill>
              <a:prstDash val="dash"/>
              <a:round/>
              <a:headEnd/>
              <a:tailEnd type="none" w="sm" len="sm"/>
            </a:ln>
            <a:extLst>
              <a:ext uri="{909E8E84-426E-40DD-AFC4-6F175D3DCCD1}">
                <a14:hiddenFill xmlns:a14="http://schemas.microsoft.com/office/drawing/2010/main">
                  <a:noFill/>
                </a14:hiddenFill>
              </a:ext>
            </a:extLst>
          </p:spPr>
        </p:cxnSp>
      </p:grpSp>
      <p:grpSp>
        <p:nvGrpSpPr>
          <p:cNvPr id="224" name="组合 223"/>
          <p:cNvGrpSpPr>
            <a:grpSpLocks/>
          </p:cNvGrpSpPr>
          <p:nvPr/>
        </p:nvGrpSpPr>
        <p:grpSpPr bwMode="auto">
          <a:xfrm>
            <a:off x="3467100" y="2909888"/>
            <a:ext cx="992188" cy="385762"/>
            <a:chOff x="2555777" y="2458260"/>
            <a:chExt cx="744129" cy="289336"/>
          </a:xfrm>
        </p:grpSpPr>
        <p:cxnSp>
          <p:nvCxnSpPr>
            <p:cNvPr id="68639" name="直接连接符 224"/>
            <p:cNvCxnSpPr>
              <a:cxnSpLocks noChangeShapeType="1"/>
            </p:cNvCxnSpPr>
            <p:nvPr/>
          </p:nvCxnSpPr>
          <p:spPr bwMode="auto">
            <a:xfrm flipH="1">
              <a:off x="2987824" y="2458260"/>
              <a:ext cx="312082" cy="0"/>
            </a:xfrm>
            <a:prstGeom prst="line">
              <a:avLst/>
            </a:prstGeom>
            <a:noFill/>
            <a:ln w="6350" algn="ctr">
              <a:solidFill>
                <a:srgbClr val="1E445B"/>
              </a:solidFill>
              <a:prstDash val="dash"/>
              <a:round/>
              <a:headEnd type="oval" w="sm" len="sm"/>
              <a:tailEnd/>
            </a:ln>
            <a:extLst>
              <a:ext uri="{909E8E84-426E-40DD-AFC4-6F175D3DCCD1}">
                <a14:hiddenFill xmlns:a14="http://schemas.microsoft.com/office/drawing/2010/main">
                  <a:noFill/>
                </a14:hiddenFill>
              </a:ext>
            </a:extLst>
          </p:spPr>
        </p:cxnSp>
        <p:cxnSp>
          <p:nvCxnSpPr>
            <p:cNvPr id="68640" name="直接连接符 225"/>
            <p:cNvCxnSpPr>
              <a:cxnSpLocks noChangeShapeType="1"/>
            </p:cNvCxnSpPr>
            <p:nvPr/>
          </p:nvCxnSpPr>
          <p:spPr bwMode="auto">
            <a:xfrm flipH="1">
              <a:off x="2555777" y="2747596"/>
              <a:ext cx="432048" cy="0"/>
            </a:xfrm>
            <a:prstGeom prst="line">
              <a:avLst/>
            </a:prstGeom>
            <a:noFill/>
            <a:ln w="6350" algn="ctr">
              <a:solidFill>
                <a:srgbClr val="1E445B"/>
              </a:solidFill>
              <a:prstDash val="dash"/>
              <a:round/>
              <a:headEnd/>
              <a:tailEnd type="oval" w="sm" len="sm"/>
            </a:ln>
            <a:extLst>
              <a:ext uri="{909E8E84-426E-40DD-AFC4-6F175D3DCCD1}">
                <a14:hiddenFill xmlns:a14="http://schemas.microsoft.com/office/drawing/2010/main">
                  <a:noFill/>
                </a14:hiddenFill>
              </a:ext>
            </a:extLst>
          </p:spPr>
        </p:cxnSp>
        <p:cxnSp>
          <p:nvCxnSpPr>
            <p:cNvPr id="68641" name="直接连接符 226"/>
            <p:cNvCxnSpPr>
              <a:cxnSpLocks noChangeShapeType="1"/>
            </p:cNvCxnSpPr>
            <p:nvPr/>
          </p:nvCxnSpPr>
          <p:spPr bwMode="auto">
            <a:xfrm>
              <a:off x="2987824" y="2458260"/>
              <a:ext cx="0" cy="289336"/>
            </a:xfrm>
            <a:prstGeom prst="line">
              <a:avLst/>
            </a:prstGeom>
            <a:noFill/>
            <a:ln w="6350" algn="ctr">
              <a:solidFill>
                <a:srgbClr val="1E445B"/>
              </a:solidFill>
              <a:prstDash val="dash"/>
              <a:round/>
              <a:headEnd/>
              <a:tailEnd type="none" w="sm" len="sm"/>
            </a:ln>
            <a:extLst>
              <a:ext uri="{909E8E84-426E-40DD-AFC4-6F175D3DCCD1}">
                <a14:hiddenFill xmlns:a14="http://schemas.microsoft.com/office/drawing/2010/main">
                  <a:noFill/>
                </a14:hiddenFill>
              </a:ext>
            </a:extLst>
          </p:spPr>
        </p:cxnSp>
      </p:grpSp>
      <p:grpSp>
        <p:nvGrpSpPr>
          <p:cNvPr id="228" name="组合 227"/>
          <p:cNvGrpSpPr>
            <a:grpSpLocks/>
          </p:cNvGrpSpPr>
          <p:nvPr/>
        </p:nvGrpSpPr>
        <p:grpSpPr bwMode="auto">
          <a:xfrm>
            <a:off x="3467100" y="4756150"/>
            <a:ext cx="992188" cy="184150"/>
            <a:chOff x="2555777" y="3843303"/>
            <a:chExt cx="744129" cy="138283"/>
          </a:xfrm>
        </p:grpSpPr>
        <p:cxnSp>
          <p:nvCxnSpPr>
            <p:cNvPr id="68636" name="直接连接符 228"/>
            <p:cNvCxnSpPr>
              <a:cxnSpLocks noChangeShapeType="1"/>
            </p:cNvCxnSpPr>
            <p:nvPr/>
          </p:nvCxnSpPr>
          <p:spPr bwMode="auto">
            <a:xfrm flipH="1">
              <a:off x="2987824" y="3843303"/>
              <a:ext cx="312082" cy="0"/>
            </a:xfrm>
            <a:prstGeom prst="line">
              <a:avLst/>
            </a:prstGeom>
            <a:noFill/>
            <a:ln w="6350" algn="ctr">
              <a:solidFill>
                <a:srgbClr val="1E445B"/>
              </a:solidFill>
              <a:prstDash val="dash"/>
              <a:round/>
              <a:headEnd type="oval" w="sm" len="sm"/>
              <a:tailEnd/>
            </a:ln>
            <a:extLst>
              <a:ext uri="{909E8E84-426E-40DD-AFC4-6F175D3DCCD1}">
                <a14:hiddenFill xmlns:a14="http://schemas.microsoft.com/office/drawing/2010/main">
                  <a:noFill/>
                </a14:hiddenFill>
              </a:ext>
            </a:extLst>
          </p:spPr>
        </p:cxnSp>
        <p:cxnSp>
          <p:nvCxnSpPr>
            <p:cNvPr id="68637" name="直接连接符 229"/>
            <p:cNvCxnSpPr>
              <a:cxnSpLocks noChangeShapeType="1"/>
            </p:cNvCxnSpPr>
            <p:nvPr/>
          </p:nvCxnSpPr>
          <p:spPr bwMode="auto">
            <a:xfrm flipH="1">
              <a:off x="2555777" y="3979477"/>
              <a:ext cx="432048" cy="0"/>
            </a:xfrm>
            <a:prstGeom prst="line">
              <a:avLst/>
            </a:prstGeom>
            <a:noFill/>
            <a:ln w="6350" algn="ctr">
              <a:solidFill>
                <a:srgbClr val="1E445B"/>
              </a:solidFill>
              <a:prstDash val="dash"/>
              <a:round/>
              <a:headEnd/>
              <a:tailEnd type="oval" w="sm" len="sm"/>
            </a:ln>
            <a:extLst>
              <a:ext uri="{909E8E84-426E-40DD-AFC4-6F175D3DCCD1}">
                <a14:hiddenFill xmlns:a14="http://schemas.microsoft.com/office/drawing/2010/main">
                  <a:noFill/>
                </a14:hiddenFill>
              </a:ext>
            </a:extLst>
          </p:spPr>
        </p:cxnSp>
        <p:cxnSp>
          <p:nvCxnSpPr>
            <p:cNvPr id="68638" name="直接连接符 230"/>
            <p:cNvCxnSpPr>
              <a:cxnSpLocks noChangeShapeType="1"/>
            </p:cNvCxnSpPr>
            <p:nvPr/>
          </p:nvCxnSpPr>
          <p:spPr bwMode="auto">
            <a:xfrm>
              <a:off x="2987824" y="3843303"/>
              <a:ext cx="0" cy="138283"/>
            </a:xfrm>
            <a:prstGeom prst="line">
              <a:avLst/>
            </a:prstGeom>
            <a:noFill/>
            <a:ln w="6350" algn="ctr">
              <a:solidFill>
                <a:srgbClr val="1E445B"/>
              </a:solidFill>
              <a:prstDash val="dash"/>
              <a:round/>
              <a:headEnd/>
              <a:tailEnd type="none" w="sm" len="sm"/>
            </a:ln>
            <a:extLst>
              <a:ext uri="{909E8E84-426E-40DD-AFC4-6F175D3DCCD1}">
                <a14:hiddenFill xmlns:a14="http://schemas.microsoft.com/office/drawing/2010/main">
                  <a:noFill/>
                </a14:hiddenFill>
              </a:ext>
            </a:extLst>
          </p:spPr>
        </p:cxnSp>
      </p:grpSp>
      <p:sp>
        <p:nvSpPr>
          <p:cNvPr id="232" name="TextBox 231"/>
          <p:cNvSpPr txBox="1"/>
          <p:nvPr/>
        </p:nvSpPr>
        <p:spPr>
          <a:xfrm>
            <a:off x="8459788" y="3152775"/>
            <a:ext cx="2833687" cy="287338"/>
          </a:xfrm>
          <a:prstGeom prst="rect">
            <a:avLst/>
          </a:prstGeom>
          <a:noFill/>
        </p:spPr>
        <p:txBody>
          <a:bodyPr lIns="0" tIns="0" rIns="0" bIns="0">
            <a:spAutoFit/>
          </a:bodyPr>
          <a:lstStyle>
            <a:defPPr>
              <a:defRPr lang="en-US"/>
            </a:defPPr>
            <a:lvl1pPr marL="0" marR="0" lvl="0" indent="0" defTabSz="914400" eaLnBrk="1" fontAlgn="auto" latinLnBrk="0" hangingPunct="1">
              <a:lnSpc>
                <a:spcPct val="100000"/>
              </a:lnSpc>
              <a:spcBef>
                <a:spcPts val="0"/>
              </a:spcBef>
              <a:spcAft>
                <a:spcPts val="0"/>
              </a:spcAft>
              <a:buClrTx/>
              <a:buSzTx/>
              <a:buFontTx/>
              <a:buNone/>
              <a:tabLst/>
              <a:defRPr kumimoji="0" sz="1400" i="0" u="none" strike="noStrike" kern="0" cap="none" spc="0" normalizeH="0" baseline="0">
                <a:ln>
                  <a:noFill/>
                </a:ln>
                <a:solidFill>
                  <a:schemeClr val="accent3">
                    <a:lumMod val="50000"/>
                  </a:schemeClr>
                </a:solidFill>
                <a:effectLst/>
                <a:uLnTx/>
                <a:uFillTx/>
                <a:latin typeface="微软雅黑" pitchFamily="34" charset="-122"/>
                <a:ea typeface="微软雅黑" pitchFamily="34" charset="-122"/>
              </a:defRPr>
            </a:lvl1pPr>
          </a:lstStyle>
          <a:p>
            <a:pPr>
              <a:defRPr/>
            </a:pPr>
            <a:r>
              <a:rPr lang="zh-CN" altLang="en-US" sz="1866" dirty="0">
                <a:solidFill>
                  <a:schemeClr val="accent1">
                    <a:lumMod val="75000"/>
                  </a:schemeClr>
                </a:solidFill>
              </a:rPr>
              <a:t>概述性文字标题</a:t>
            </a:r>
          </a:p>
        </p:txBody>
      </p:sp>
      <p:grpSp>
        <p:nvGrpSpPr>
          <p:cNvPr id="233" name="组合 232"/>
          <p:cNvGrpSpPr>
            <a:grpSpLocks/>
          </p:cNvGrpSpPr>
          <p:nvPr/>
        </p:nvGrpSpPr>
        <p:grpSpPr bwMode="auto">
          <a:xfrm>
            <a:off x="7594600" y="3295650"/>
            <a:ext cx="787400" cy="1460500"/>
            <a:chOff x="5652665" y="2747596"/>
            <a:chExt cx="590051" cy="1095708"/>
          </a:xfrm>
        </p:grpSpPr>
        <p:cxnSp>
          <p:nvCxnSpPr>
            <p:cNvPr id="68633" name="直接连接符 233"/>
            <p:cNvCxnSpPr>
              <a:cxnSpLocks noChangeShapeType="1"/>
            </p:cNvCxnSpPr>
            <p:nvPr/>
          </p:nvCxnSpPr>
          <p:spPr bwMode="auto">
            <a:xfrm>
              <a:off x="5940697" y="2747596"/>
              <a:ext cx="302019" cy="0"/>
            </a:xfrm>
            <a:prstGeom prst="line">
              <a:avLst/>
            </a:prstGeom>
            <a:noFill/>
            <a:ln w="6350" algn="ctr">
              <a:solidFill>
                <a:srgbClr val="1E445B"/>
              </a:solidFill>
              <a:prstDash val="dash"/>
              <a:round/>
              <a:headEnd/>
              <a:tailEnd type="oval" w="sm" len="sm"/>
            </a:ln>
            <a:extLst>
              <a:ext uri="{909E8E84-426E-40DD-AFC4-6F175D3DCCD1}">
                <a14:hiddenFill xmlns:a14="http://schemas.microsoft.com/office/drawing/2010/main">
                  <a:noFill/>
                </a14:hiddenFill>
              </a:ext>
            </a:extLst>
          </p:spPr>
        </p:cxnSp>
        <p:cxnSp>
          <p:nvCxnSpPr>
            <p:cNvPr id="68634" name="直接连接符 234"/>
            <p:cNvCxnSpPr>
              <a:cxnSpLocks noChangeShapeType="1"/>
            </p:cNvCxnSpPr>
            <p:nvPr/>
          </p:nvCxnSpPr>
          <p:spPr bwMode="auto">
            <a:xfrm flipV="1">
              <a:off x="5652665" y="3843303"/>
              <a:ext cx="288032" cy="1"/>
            </a:xfrm>
            <a:prstGeom prst="line">
              <a:avLst/>
            </a:prstGeom>
            <a:noFill/>
            <a:ln w="6350" algn="ctr">
              <a:solidFill>
                <a:srgbClr val="1E445B"/>
              </a:solidFill>
              <a:prstDash val="dash"/>
              <a:round/>
              <a:headEnd type="oval" w="sm" len="sm"/>
              <a:tailEnd/>
            </a:ln>
            <a:extLst>
              <a:ext uri="{909E8E84-426E-40DD-AFC4-6F175D3DCCD1}">
                <a14:hiddenFill xmlns:a14="http://schemas.microsoft.com/office/drawing/2010/main">
                  <a:noFill/>
                </a14:hiddenFill>
              </a:ext>
            </a:extLst>
          </p:spPr>
        </p:cxnSp>
        <p:cxnSp>
          <p:nvCxnSpPr>
            <p:cNvPr id="68635" name="直接连接符 235"/>
            <p:cNvCxnSpPr>
              <a:cxnSpLocks noChangeShapeType="1"/>
            </p:cNvCxnSpPr>
            <p:nvPr/>
          </p:nvCxnSpPr>
          <p:spPr bwMode="auto">
            <a:xfrm>
              <a:off x="5940697" y="2747596"/>
              <a:ext cx="0" cy="1095708"/>
            </a:xfrm>
            <a:prstGeom prst="line">
              <a:avLst/>
            </a:prstGeom>
            <a:noFill/>
            <a:ln w="6350" algn="ctr">
              <a:solidFill>
                <a:srgbClr val="1E445B"/>
              </a:solidFill>
              <a:prstDash val="dash"/>
              <a:round/>
              <a:headEnd/>
              <a:tailEnd type="none" w="sm" len="sm"/>
            </a:ln>
            <a:extLst>
              <a:ext uri="{909E8E84-426E-40DD-AFC4-6F175D3DCCD1}">
                <a14:hiddenFill xmlns:a14="http://schemas.microsoft.com/office/drawing/2010/main">
                  <a:noFill/>
                </a14:hiddenFill>
              </a:ext>
            </a:extLst>
          </p:spPr>
        </p:cxnSp>
      </p:grpSp>
      <p:sp>
        <p:nvSpPr>
          <p:cNvPr id="68632" name="TextBox 122"/>
          <p:cNvSpPr txBox="1">
            <a:spLocks noChangeArrowheads="1"/>
          </p:cNvSpPr>
          <p:nvPr/>
        </p:nvSpPr>
        <p:spPr bwMode="auto">
          <a:xfrm>
            <a:off x="1958975" y="563563"/>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明年工作计划</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grpId="0" nodeType="afterEffect">
                                  <p:stCondLst>
                                    <p:cond delay="0"/>
                                  </p:stCondLst>
                                  <p:childTnLst>
                                    <p:set>
                                      <p:cBhvr>
                                        <p:cTn id="6" dur="1" fill="hold">
                                          <p:stCondLst>
                                            <p:cond delay="0"/>
                                          </p:stCondLst>
                                        </p:cTn>
                                        <p:tgtEl>
                                          <p:spTgt spid="199"/>
                                        </p:tgtEl>
                                        <p:attrNameLst>
                                          <p:attrName>style.visibility</p:attrName>
                                        </p:attrNameLst>
                                      </p:cBhvr>
                                      <p:to>
                                        <p:strVal val="visible"/>
                                      </p:to>
                                    </p:set>
                                    <p:anim calcmode="lin" valueType="num">
                                      <p:cBhvr>
                                        <p:cTn id="7" dur="500" fill="hold"/>
                                        <p:tgtEl>
                                          <p:spTgt spid="199"/>
                                        </p:tgtEl>
                                        <p:attrNameLst>
                                          <p:attrName>ppt_w</p:attrName>
                                        </p:attrNameLst>
                                      </p:cBhvr>
                                      <p:tavLst>
                                        <p:tav tm="0">
                                          <p:val>
                                            <p:fltVal val="0"/>
                                          </p:val>
                                        </p:tav>
                                        <p:tav tm="100000">
                                          <p:val>
                                            <p:strVal val="#ppt_w"/>
                                          </p:val>
                                        </p:tav>
                                      </p:tavLst>
                                    </p:anim>
                                    <p:anim calcmode="lin" valueType="num">
                                      <p:cBhvr>
                                        <p:cTn id="8" dur="500" fill="hold"/>
                                        <p:tgtEl>
                                          <p:spTgt spid="199"/>
                                        </p:tgtEl>
                                        <p:attrNameLst>
                                          <p:attrName>ppt_h</p:attrName>
                                        </p:attrNameLst>
                                      </p:cBhvr>
                                      <p:tavLst>
                                        <p:tav tm="0">
                                          <p:val>
                                            <p:fltVal val="0"/>
                                          </p:val>
                                        </p:tav>
                                        <p:tav tm="100000">
                                          <p:val>
                                            <p:strVal val="#ppt_h"/>
                                          </p:val>
                                        </p:tav>
                                      </p:tavLst>
                                    </p:anim>
                                    <p:animEffect transition="in" filter="fade">
                                      <p:cBhvr>
                                        <p:cTn id="9" dur="500"/>
                                        <p:tgtEl>
                                          <p:spTgt spid="199"/>
                                        </p:tgtEl>
                                      </p:cBhvr>
                                    </p:animEffect>
                                  </p:childTnLst>
                                </p:cTn>
                              </p:par>
                              <p:par>
                                <p:cTn id="10" presetID="53" presetClass="entr" presetSubtype="16" fill="hold" nodeType="withEffect">
                                  <p:stCondLst>
                                    <p:cond delay="0"/>
                                  </p:stCondLst>
                                  <p:childTnLst>
                                    <p:set>
                                      <p:cBhvr>
                                        <p:cTn id="11" dur="1" fill="hold">
                                          <p:stCondLst>
                                            <p:cond delay="0"/>
                                          </p:stCondLst>
                                        </p:cTn>
                                        <p:tgtEl>
                                          <p:spTgt spid="198"/>
                                        </p:tgtEl>
                                        <p:attrNameLst>
                                          <p:attrName>style.visibility</p:attrName>
                                        </p:attrNameLst>
                                      </p:cBhvr>
                                      <p:to>
                                        <p:strVal val="visible"/>
                                      </p:to>
                                    </p:set>
                                    <p:anim calcmode="lin" valueType="num">
                                      <p:cBhvr>
                                        <p:cTn id="12" dur="500" fill="hold"/>
                                        <p:tgtEl>
                                          <p:spTgt spid="198"/>
                                        </p:tgtEl>
                                        <p:attrNameLst>
                                          <p:attrName>ppt_w</p:attrName>
                                        </p:attrNameLst>
                                      </p:cBhvr>
                                      <p:tavLst>
                                        <p:tav tm="0">
                                          <p:val>
                                            <p:fltVal val="0"/>
                                          </p:val>
                                        </p:tav>
                                        <p:tav tm="100000">
                                          <p:val>
                                            <p:strVal val="#ppt_w"/>
                                          </p:val>
                                        </p:tav>
                                      </p:tavLst>
                                    </p:anim>
                                    <p:anim calcmode="lin" valueType="num">
                                      <p:cBhvr>
                                        <p:cTn id="13" dur="500" fill="hold"/>
                                        <p:tgtEl>
                                          <p:spTgt spid="198"/>
                                        </p:tgtEl>
                                        <p:attrNameLst>
                                          <p:attrName>ppt_h</p:attrName>
                                        </p:attrNameLst>
                                      </p:cBhvr>
                                      <p:tavLst>
                                        <p:tav tm="0">
                                          <p:val>
                                            <p:fltVal val="0"/>
                                          </p:val>
                                        </p:tav>
                                        <p:tav tm="100000">
                                          <p:val>
                                            <p:strVal val="#ppt_h"/>
                                          </p:val>
                                        </p:tav>
                                      </p:tavLst>
                                    </p:anim>
                                    <p:animEffect transition="in" filter="fade">
                                      <p:cBhvr>
                                        <p:cTn id="14" dur="500"/>
                                        <p:tgtEl>
                                          <p:spTgt spid="198"/>
                                        </p:tgtEl>
                                      </p:cBhvr>
                                    </p:animEffect>
                                  </p:childTnLst>
                                </p:cTn>
                              </p:par>
                            </p:childTnLst>
                          </p:cTn>
                        </p:par>
                        <p:par>
                          <p:cTn id="15" fill="hold" nodeType="afterGroup">
                            <p:stCondLst>
                              <p:cond delay="500"/>
                            </p:stCondLst>
                            <p:childTnLst>
                              <p:par>
                                <p:cTn id="16" presetID="53" presetClass="entr" presetSubtype="16" fill="hold" nodeType="afterEffect">
                                  <p:stCondLst>
                                    <p:cond delay="0"/>
                                  </p:stCondLst>
                                  <p:childTnLst>
                                    <p:set>
                                      <p:cBhvr>
                                        <p:cTn id="17" dur="1" fill="hold">
                                          <p:stCondLst>
                                            <p:cond delay="0"/>
                                          </p:stCondLst>
                                        </p:cTn>
                                        <p:tgtEl>
                                          <p:spTgt spid="188"/>
                                        </p:tgtEl>
                                        <p:attrNameLst>
                                          <p:attrName>style.visibility</p:attrName>
                                        </p:attrNameLst>
                                      </p:cBhvr>
                                      <p:to>
                                        <p:strVal val="visible"/>
                                      </p:to>
                                    </p:set>
                                    <p:anim calcmode="lin" valueType="num">
                                      <p:cBhvr>
                                        <p:cTn id="18" dur="1000" fill="hold"/>
                                        <p:tgtEl>
                                          <p:spTgt spid="188"/>
                                        </p:tgtEl>
                                        <p:attrNameLst>
                                          <p:attrName>ppt_w</p:attrName>
                                        </p:attrNameLst>
                                      </p:cBhvr>
                                      <p:tavLst>
                                        <p:tav tm="0">
                                          <p:val>
                                            <p:fltVal val="0"/>
                                          </p:val>
                                        </p:tav>
                                        <p:tav tm="100000">
                                          <p:val>
                                            <p:strVal val="#ppt_w"/>
                                          </p:val>
                                        </p:tav>
                                      </p:tavLst>
                                    </p:anim>
                                    <p:anim calcmode="lin" valueType="num">
                                      <p:cBhvr>
                                        <p:cTn id="19" dur="1000" fill="hold"/>
                                        <p:tgtEl>
                                          <p:spTgt spid="188"/>
                                        </p:tgtEl>
                                        <p:attrNameLst>
                                          <p:attrName>ppt_h</p:attrName>
                                        </p:attrNameLst>
                                      </p:cBhvr>
                                      <p:tavLst>
                                        <p:tav tm="0">
                                          <p:val>
                                            <p:fltVal val="0"/>
                                          </p:val>
                                        </p:tav>
                                        <p:tav tm="100000">
                                          <p:val>
                                            <p:strVal val="#ppt_h"/>
                                          </p:val>
                                        </p:tav>
                                      </p:tavLst>
                                    </p:anim>
                                    <p:animEffect transition="in" filter="fade">
                                      <p:cBhvr>
                                        <p:cTn id="20" dur="1000"/>
                                        <p:tgtEl>
                                          <p:spTgt spid="188"/>
                                        </p:tgtEl>
                                      </p:cBhvr>
                                    </p:animEffect>
                                  </p:childTnLst>
                                </p:cTn>
                              </p:par>
                              <p:par>
                                <p:cTn id="21" presetID="8" presetClass="emph" presetSubtype="0" fill="hold" nodeType="withEffect">
                                  <p:stCondLst>
                                    <p:cond delay="0"/>
                                  </p:stCondLst>
                                  <p:childTnLst>
                                    <p:animRot by="21600000">
                                      <p:cBhvr>
                                        <p:cTn id="22" dur="1500" fill="hold"/>
                                        <p:tgtEl>
                                          <p:spTgt spid="188"/>
                                        </p:tgtEl>
                                        <p:attrNameLst>
                                          <p:attrName>r</p:attrName>
                                        </p:attrNameLst>
                                      </p:cBhvr>
                                    </p:animRot>
                                  </p:childTnLst>
                                </p:cTn>
                              </p:par>
                            </p:childTnLst>
                          </p:cTn>
                        </p:par>
                        <p:par>
                          <p:cTn id="23" fill="hold" nodeType="afterGroup">
                            <p:stCondLst>
                              <p:cond delay="2000"/>
                            </p:stCondLst>
                            <p:childTnLst>
                              <p:par>
                                <p:cTn id="24" presetID="22" presetClass="entr" presetSubtype="2" fill="hold" nodeType="afterEffect">
                                  <p:stCondLst>
                                    <p:cond delay="0"/>
                                  </p:stCondLst>
                                  <p:childTnLst>
                                    <p:set>
                                      <p:cBhvr>
                                        <p:cTn id="25" dur="1" fill="hold">
                                          <p:stCondLst>
                                            <p:cond delay="0"/>
                                          </p:stCondLst>
                                        </p:cTn>
                                        <p:tgtEl>
                                          <p:spTgt spid="220"/>
                                        </p:tgtEl>
                                        <p:attrNameLst>
                                          <p:attrName>style.visibility</p:attrName>
                                        </p:attrNameLst>
                                      </p:cBhvr>
                                      <p:to>
                                        <p:strVal val="visible"/>
                                      </p:to>
                                    </p:set>
                                    <p:animEffect transition="in" filter="wipe(right)">
                                      <p:cBhvr>
                                        <p:cTn id="26" dur="500"/>
                                        <p:tgtEl>
                                          <p:spTgt spid="220"/>
                                        </p:tgtEl>
                                      </p:cBhvr>
                                    </p:animEffect>
                                  </p:childTnLst>
                                </p:cTn>
                              </p:par>
                              <p:par>
                                <p:cTn id="27" presetID="22" presetClass="entr" presetSubtype="2" fill="hold" nodeType="withEffect">
                                  <p:stCondLst>
                                    <p:cond delay="0"/>
                                  </p:stCondLst>
                                  <p:childTnLst>
                                    <p:set>
                                      <p:cBhvr>
                                        <p:cTn id="28" dur="1" fill="hold">
                                          <p:stCondLst>
                                            <p:cond delay="0"/>
                                          </p:stCondLst>
                                        </p:cTn>
                                        <p:tgtEl>
                                          <p:spTgt spid="224"/>
                                        </p:tgtEl>
                                        <p:attrNameLst>
                                          <p:attrName>style.visibility</p:attrName>
                                        </p:attrNameLst>
                                      </p:cBhvr>
                                      <p:to>
                                        <p:strVal val="visible"/>
                                      </p:to>
                                    </p:set>
                                    <p:animEffect transition="in" filter="wipe(right)">
                                      <p:cBhvr>
                                        <p:cTn id="29" dur="500"/>
                                        <p:tgtEl>
                                          <p:spTgt spid="224"/>
                                        </p:tgtEl>
                                      </p:cBhvr>
                                    </p:animEffect>
                                  </p:childTnLst>
                                </p:cTn>
                              </p:par>
                              <p:par>
                                <p:cTn id="30" presetID="22" presetClass="entr" presetSubtype="2" fill="hold" nodeType="withEffect">
                                  <p:stCondLst>
                                    <p:cond delay="0"/>
                                  </p:stCondLst>
                                  <p:childTnLst>
                                    <p:set>
                                      <p:cBhvr>
                                        <p:cTn id="31" dur="1" fill="hold">
                                          <p:stCondLst>
                                            <p:cond delay="0"/>
                                          </p:stCondLst>
                                        </p:cTn>
                                        <p:tgtEl>
                                          <p:spTgt spid="228"/>
                                        </p:tgtEl>
                                        <p:attrNameLst>
                                          <p:attrName>style.visibility</p:attrName>
                                        </p:attrNameLst>
                                      </p:cBhvr>
                                      <p:to>
                                        <p:strVal val="visible"/>
                                      </p:to>
                                    </p:set>
                                    <p:animEffect transition="in" filter="wipe(right)">
                                      <p:cBhvr>
                                        <p:cTn id="32" dur="500"/>
                                        <p:tgtEl>
                                          <p:spTgt spid="228"/>
                                        </p:tgtEl>
                                      </p:cBhvr>
                                    </p:animEffect>
                                  </p:childTnLst>
                                </p:cTn>
                              </p:par>
                              <p:par>
                                <p:cTn id="33" presetID="22" presetClass="entr" presetSubtype="8" fill="hold" nodeType="withEffect">
                                  <p:stCondLst>
                                    <p:cond delay="0"/>
                                  </p:stCondLst>
                                  <p:childTnLst>
                                    <p:set>
                                      <p:cBhvr>
                                        <p:cTn id="34" dur="1" fill="hold">
                                          <p:stCondLst>
                                            <p:cond delay="0"/>
                                          </p:stCondLst>
                                        </p:cTn>
                                        <p:tgtEl>
                                          <p:spTgt spid="212"/>
                                        </p:tgtEl>
                                        <p:attrNameLst>
                                          <p:attrName>style.visibility</p:attrName>
                                        </p:attrNameLst>
                                      </p:cBhvr>
                                      <p:to>
                                        <p:strVal val="visible"/>
                                      </p:to>
                                    </p:set>
                                    <p:animEffect transition="in" filter="wipe(left)">
                                      <p:cBhvr>
                                        <p:cTn id="35" dur="500"/>
                                        <p:tgtEl>
                                          <p:spTgt spid="212"/>
                                        </p:tgtEl>
                                      </p:cBhvr>
                                    </p:animEffect>
                                  </p:childTnLst>
                                </p:cTn>
                              </p:par>
                              <p:par>
                                <p:cTn id="36" presetID="22" presetClass="entr" presetSubtype="8" fill="hold" nodeType="withEffect">
                                  <p:stCondLst>
                                    <p:cond delay="0"/>
                                  </p:stCondLst>
                                  <p:childTnLst>
                                    <p:set>
                                      <p:cBhvr>
                                        <p:cTn id="37" dur="1" fill="hold">
                                          <p:stCondLst>
                                            <p:cond delay="0"/>
                                          </p:stCondLst>
                                        </p:cTn>
                                        <p:tgtEl>
                                          <p:spTgt spid="233"/>
                                        </p:tgtEl>
                                        <p:attrNameLst>
                                          <p:attrName>style.visibility</p:attrName>
                                        </p:attrNameLst>
                                      </p:cBhvr>
                                      <p:to>
                                        <p:strVal val="visible"/>
                                      </p:to>
                                    </p:set>
                                    <p:animEffect transition="in" filter="wipe(left)">
                                      <p:cBhvr>
                                        <p:cTn id="38" dur="500"/>
                                        <p:tgtEl>
                                          <p:spTgt spid="233"/>
                                        </p:tgtEl>
                                      </p:cBhvr>
                                    </p:animEffect>
                                  </p:childTnLst>
                                </p:cTn>
                              </p:par>
                              <p:par>
                                <p:cTn id="39" presetID="22" presetClass="entr" presetSubtype="8" fill="hold" nodeType="withEffect">
                                  <p:stCondLst>
                                    <p:cond delay="0"/>
                                  </p:stCondLst>
                                  <p:childTnLst>
                                    <p:set>
                                      <p:cBhvr>
                                        <p:cTn id="40" dur="1" fill="hold">
                                          <p:stCondLst>
                                            <p:cond delay="0"/>
                                          </p:stCondLst>
                                        </p:cTn>
                                        <p:tgtEl>
                                          <p:spTgt spid="216"/>
                                        </p:tgtEl>
                                        <p:attrNameLst>
                                          <p:attrName>style.visibility</p:attrName>
                                        </p:attrNameLst>
                                      </p:cBhvr>
                                      <p:to>
                                        <p:strVal val="visible"/>
                                      </p:to>
                                    </p:set>
                                    <p:animEffect transition="in" filter="wipe(left)">
                                      <p:cBhvr>
                                        <p:cTn id="41" dur="500"/>
                                        <p:tgtEl>
                                          <p:spTgt spid="216"/>
                                        </p:tgtEl>
                                      </p:cBhvr>
                                    </p:animEffect>
                                  </p:childTnLst>
                                </p:cTn>
                              </p:par>
                            </p:childTnLst>
                          </p:cTn>
                        </p:par>
                        <p:par>
                          <p:cTn id="42" fill="hold" nodeType="afterGroup">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00"/>
                                        </p:tgtEl>
                                        <p:attrNameLst>
                                          <p:attrName>style.visibility</p:attrName>
                                        </p:attrNameLst>
                                      </p:cBhvr>
                                      <p:to>
                                        <p:strVal val="visible"/>
                                      </p:to>
                                    </p:set>
                                    <p:animEffect transition="in" filter="wipe(left)">
                                      <p:cBhvr>
                                        <p:cTn id="45" dur="500"/>
                                        <p:tgtEl>
                                          <p:spTgt spid="200"/>
                                        </p:tgtEl>
                                      </p:cBhvr>
                                    </p:animEffect>
                                  </p:childTnLst>
                                </p:cTn>
                              </p:par>
                              <p:par>
                                <p:cTn id="46" presetID="22" presetClass="entr" presetSubtype="8" fill="hold" grpId="0" nodeType="withEffect">
                                  <p:stCondLst>
                                    <p:cond delay="0"/>
                                  </p:stCondLst>
                                  <p:childTnLst>
                                    <p:set>
                                      <p:cBhvr>
                                        <p:cTn id="47" dur="1" fill="hold">
                                          <p:stCondLst>
                                            <p:cond delay="0"/>
                                          </p:stCondLst>
                                        </p:cTn>
                                        <p:tgtEl>
                                          <p:spTgt spid="201"/>
                                        </p:tgtEl>
                                        <p:attrNameLst>
                                          <p:attrName>style.visibility</p:attrName>
                                        </p:attrNameLst>
                                      </p:cBhvr>
                                      <p:to>
                                        <p:strVal val="visible"/>
                                      </p:to>
                                    </p:set>
                                    <p:animEffect transition="in" filter="wipe(left)">
                                      <p:cBhvr>
                                        <p:cTn id="48" dur="500"/>
                                        <p:tgtEl>
                                          <p:spTgt spid="201"/>
                                        </p:tgtEl>
                                      </p:cBhvr>
                                    </p:animEffect>
                                  </p:childTnLst>
                                </p:cTn>
                              </p:par>
                              <p:par>
                                <p:cTn id="49" presetID="22" presetClass="entr" presetSubtype="8" fill="hold" grpId="0" nodeType="withEffect">
                                  <p:stCondLst>
                                    <p:cond delay="0"/>
                                  </p:stCondLst>
                                  <p:childTnLst>
                                    <p:set>
                                      <p:cBhvr>
                                        <p:cTn id="50" dur="1" fill="hold">
                                          <p:stCondLst>
                                            <p:cond delay="0"/>
                                          </p:stCondLst>
                                        </p:cTn>
                                        <p:tgtEl>
                                          <p:spTgt spid="202"/>
                                        </p:tgtEl>
                                        <p:attrNameLst>
                                          <p:attrName>style.visibility</p:attrName>
                                        </p:attrNameLst>
                                      </p:cBhvr>
                                      <p:to>
                                        <p:strVal val="visible"/>
                                      </p:to>
                                    </p:set>
                                    <p:animEffect transition="in" filter="wipe(left)">
                                      <p:cBhvr>
                                        <p:cTn id="51" dur="500"/>
                                        <p:tgtEl>
                                          <p:spTgt spid="202"/>
                                        </p:tgtEl>
                                      </p:cBhvr>
                                    </p:animEffect>
                                  </p:childTnLst>
                                </p:cTn>
                              </p:par>
                              <p:par>
                                <p:cTn id="52" presetID="22" presetClass="entr" presetSubtype="8" fill="hold" grpId="0" nodeType="withEffect">
                                  <p:stCondLst>
                                    <p:cond delay="0"/>
                                  </p:stCondLst>
                                  <p:childTnLst>
                                    <p:set>
                                      <p:cBhvr>
                                        <p:cTn id="53" dur="1" fill="hold">
                                          <p:stCondLst>
                                            <p:cond delay="0"/>
                                          </p:stCondLst>
                                        </p:cTn>
                                        <p:tgtEl>
                                          <p:spTgt spid="203"/>
                                        </p:tgtEl>
                                        <p:attrNameLst>
                                          <p:attrName>style.visibility</p:attrName>
                                        </p:attrNameLst>
                                      </p:cBhvr>
                                      <p:to>
                                        <p:strVal val="visible"/>
                                      </p:to>
                                    </p:set>
                                    <p:animEffect transition="in" filter="wipe(left)">
                                      <p:cBhvr>
                                        <p:cTn id="54" dur="500"/>
                                        <p:tgtEl>
                                          <p:spTgt spid="203"/>
                                        </p:tgtEl>
                                      </p:cBhvr>
                                    </p:animEffect>
                                  </p:childTnLst>
                                </p:cTn>
                              </p:par>
                              <p:par>
                                <p:cTn id="55" presetID="22" presetClass="entr" presetSubtype="8" fill="hold" grpId="0" nodeType="withEffect">
                                  <p:stCondLst>
                                    <p:cond delay="0"/>
                                  </p:stCondLst>
                                  <p:childTnLst>
                                    <p:set>
                                      <p:cBhvr>
                                        <p:cTn id="56" dur="1" fill="hold">
                                          <p:stCondLst>
                                            <p:cond delay="0"/>
                                          </p:stCondLst>
                                        </p:cTn>
                                        <p:tgtEl>
                                          <p:spTgt spid="204"/>
                                        </p:tgtEl>
                                        <p:attrNameLst>
                                          <p:attrName>style.visibility</p:attrName>
                                        </p:attrNameLst>
                                      </p:cBhvr>
                                      <p:to>
                                        <p:strVal val="visible"/>
                                      </p:to>
                                    </p:set>
                                    <p:animEffect transition="in" filter="wipe(left)">
                                      <p:cBhvr>
                                        <p:cTn id="57" dur="500"/>
                                        <p:tgtEl>
                                          <p:spTgt spid="204"/>
                                        </p:tgtEl>
                                      </p:cBhvr>
                                    </p:animEffect>
                                  </p:childTnLst>
                                </p:cTn>
                              </p:par>
                              <p:par>
                                <p:cTn id="58" presetID="22" presetClass="entr" presetSubtype="8" fill="hold" grpId="0" nodeType="withEffect">
                                  <p:stCondLst>
                                    <p:cond delay="0"/>
                                  </p:stCondLst>
                                  <p:childTnLst>
                                    <p:set>
                                      <p:cBhvr>
                                        <p:cTn id="59" dur="1" fill="hold">
                                          <p:stCondLst>
                                            <p:cond delay="0"/>
                                          </p:stCondLst>
                                        </p:cTn>
                                        <p:tgtEl>
                                          <p:spTgt spid="205"/>
                                        </p:tgtEl>
                                        <p:attrNameLst>
                                          <p:attrName>style.visibility</p:attrName>
                                        </p:attrNameLst>
                                      </p:cBhvr>
                                      <p:to>
                                        <p:strVal val="visible"/>
                                      </p:to>
                                    </p:set>
                                    <p:animEffect transition="in" filter="wipe(left)">
                                      <p:cBhvr>
                                        <p:cTn id="60" dur="500"/>
                                        <p:tgtEl>
                                          <p:spTgt spid="205"/>
                                        </p:tgtEl>
                                      </p:cBhvr>
                                    </p:animEffect>
                                  </p:childTnLst>
                                </p:cTn>
                              </p:par>
                              <p:par>
                                <p:cTn id="61" presetID="22" presetClass="entr" presetSubtype="2" fill="hold" grpId="0" nodeType="withEffect">
                                  <p:stCondLst>
                                    <p:cond delay="0"/>
                                  </p:stCondLst>
                                  <p:childTnLst>
                                    <p:set>
                                      <p:cBhvr>
                                        <p:cTn id="62" dur="1" fill="hold">
                                          <p:stCondLst>
                                            <p:cond delay="0"/>
                                          </p:stCondLst>
                                        </p:cTn>
                                        <p:tgtEl>
                                          <p:spTgt spid="206"/>
                                        </p:tgtEl>
                                        <p:attrNameLst>
                                          <p:attrName>style.visibility</p:attrName>
                                        </p:attrNameLst>
                                      </p:cBhvr>
                                      <p:to>
                                        <p:strVal val="visible"/>
                                      </p:to>
                                    </p:set>
                                    <p:animEffect transition="in" filter="wipe(right)">
                                      <p:cBhvr>
                                        <p:cTn id="63" dur="500"/>
                                        <p:tgtEl>
                                          <p:spTgt spid="206"/>
                                        </p:tgtEl>
                                      </p:cBhvr>
                                    </p:animEffect>
                                  </p:childTnLst>
                                </p:cTn>
                              </p:par>
                              <p:par>
                                <p:cTn id="64" presetID="22" presetClass="entr" presetSubtype="2" fill="hold" grpId="0" nodeType="withEffect">
                                  <p:stCondLst>
                                    <p:cond delay="0"/>
                                  </p:stCondLst>
                                  <p:childTnLst>
                                    <p:set>
                                      <p:cBhvr>
                                        <p:cTn id="65" dur="1" fill="hold">
                                          <p:stCondLst>
                                            <p:cond delay="0"/>
                                          </p:stCondLst>
                                        </p:cTn>
                                        <p:tgtEl>
                                          <p:spTgt spid="207"/>
                                        </p:tgtEl>
                                        <p:attrNameLst>
                                          <p:attrName>style.visibility</p:attrName>
                                        </p:attrNameLst>
                                      </p:cBhvr>
                                      <p:to>
                                        <p:strVal val="visible"/>
                                      </p:to>
                                    </p:set>
                                    <p:animEffect transition="in" filter="wipe(right)">
                                      <p:cBhvr>
                                        <p:cTn id="66" dur="500"/>
                                        <p:tgtEl>
                                          <p:spTgt spid="207"/>
                                        </p:tgtEl>
                                      </p:cBhvr>
                                    </p:animEffect>
                                  </p:childTnLst>
                                </p:cTn>
                              </p:par>
                              <p:par>
                                <p:cTn id="67" presetID="22" presetClass="entr" presetSubtype="2" fill="hold" grpId="0" nodeType="withEffect">
                                  <p:stCondLst>
                                    <p:cond delay="0"/>
                                  </p:stCondLst>
                                  <p:childTnLst>
                                    <p:set>
                                      <p:cBhvr>
                                        <p:cTn id="68" dur="1" fill="hold">
                                          <p:stCondLst>
                                            <p:cond delay="0"/>
                                          </p:stCondLst>
                                        </p:cTn>
                                        <p:tgtEl>
                                          <p:spTgt spid="208"/>
                                        </p:tgtEl>
                                        <p:attrNameLst>
                                          <p:attrName>style.visibility</p:attrName>
                                        </p:attrNameLst>
                                      </p:cBhvr>
                                      <p:to>
                                        <p:strVal val="visible"/>
                                      </p:to>
                                    </p:set>
                                    <p:animEffect transition="in" filter="wipe(right)">
                                      <p:cBhvr>
                                        <p:cTn id="69" dur="500"/>
                                        <p:tgtEl>
                                          <p:spTgt spid="208"/>
                                        </p:tgtEl>
                                      </p:cBhvr>
                                    </p:animEffect>
                                  </p:childTnLst>
                                </p:cTn>
                              </p:par>
                              <p:par>
                                <p:cTn id="70" presetID="22" presetClass="entr" presetSubtype="2" fill="hold" grpId="0" nodeType="withEffect">
                                  <p:stCondLst>
                                    <p:cond delay="0"/>
                                  </p:stCondLst>
                                  <p:childTnLst>
                                    <p:set>
                                      <p:cBhvr>
                                        <p:cTn id="71" dur="1" fill="hold">
                                          <p:stCondLst>
                                            <p:cond delay="0"/>
                                          </p:stCondLst>
                                        </p:cTn>
                                        <p:tgtEl>
                                          <p:spTgt spid="209"/>
                                        </p:tgtEl>
                                        <p:attrNameLst>
                                          <p:attrName>style.visibility</p:attrName>
                                        </p:attrNameLst>
                                      </p:cBhvr>
                                      <p:to>
                                        <p:strVal val="visible"/>
                                      </p:to>
                                    </p:set>
                                    <p:animEffect transition="in" filter="wipe(right)">
                                      <p:cBhvr>
                                        <p:cTn id="72" dur="500"/>
                                        <p:tgtEl>
                                          <p:spTgt spid="209"/>
                                        </p:tgtEl>
                                      </p:cBhvr>
                                    </p:animEffect>
                                  </p:childTnLst>
                                </p:cTn>
                              </p:par>
                              <p:par>
                                <p:cTn id="73" presetID="22" presetClass="entr" presetSubtype="2" fill="hold" grpId="0" nodeType="withEffect">
                                  <p:stCondLst>
                                    <p:cond delay="0"/>
                                  </p:stCondLst>
                                  <p:childTnLst>
                                    <p:set>
                                      <p:cBhvr>
                                        <p:cTn id="74" dur="1" fill="hold">
                                          <p:stCondLst>
                                            <p:cond delay="0"/>
                                          </p:stCondLst>
                                        </p:cTn>
                                        <p:tgtEl>
                                          <p:spTgt spid="210"/>
                                        </p:tgtEl>
                                        <p:attrNameLst>
                                          <p:attrName>style.visibility</p:attrName>
                                        </p:attrNameLst>
                                      </p:cBhvr>
                                      <p:to>
                                        <p:strVal val="visible"/>
                                      </p:to>
                                    </p:set>
                                    <p:animEffect transition="in" filter="wipe(right)">
                                      <p:cBhvr>
                                        <p:cTn id="75" dur="500"/>
                                        <p:tgtEl>
                                          <p:spTgt spid="210"/>
                                        </p:tgtEl>
                                      </p:cBhvr>
                                    </p:animEffect>
                                  </p:childTnLst>
                                </p:cTn>
                              </p:par>
                              <p:par>
                                <p:cTn id="76" presetID="22" presetClass="entr" presetSubtype="2" fill="hold" grpId="0" nodeType="withEffect">
                                  <p:stCondLst>
                                    <p:cond delay="0"/>
                                  </p:stCondLst>
                                  <p:childTnLst>
                                    <p:set>
                                      <p:cBhvr>
                                        <p:cTn id="77" dur="1" fill="hold">
                                          <p:stCondLst>
                                            <p:cond delay="0"/>
                                          </p:stCondLst>
                                        </p:cTn>
                                        <p:tgtEl>
                                          <p:spTgt spid="211"/>
                                        </p:tgtEl>
                                        <p:attrNameLst>
                                          <p:attrName>style.visibility</p:attrName>
                                        </p:attrNameLst>
                                      </p:cBhvr>
                                      <p:to>
                                        <p:strVal val="visible"/>
                                      </p:to>
                                    </p:set>
                                    <p:animEffect transition="in" filter="wipe(right)">
                                      <p:cBhvr>
                                        <p:cTn id="78" dur="500"/>
                                        <p:tgtEl>
                                          <p:spTgt spid="211"/>
                                        </p:tgtEl>
                                      </p:cBhvr>
                                    </p:animEffect>
                                  </p:childTnLst>
                                </p:cTn>
                              </p:par>
                              <p:par>
                                <p:cTn id="79" presetID="22" presetClass="entr" presetSubtype="8" fill="hold" grpId="0" nodeType="withEffect">
                                  <p:stCondLst>
                                    <p:cond delay="0"/>
                                  </p:stCondLst>
                                  <p:childTnLst>
                                    <p:set>
                                      <p:cBhvr>
                                        <p:cTn id="80" dur="1" fill="hold">
                                          <p:stCondLst>
                                            <p:cond delay="0"/>
                                          </p:stCondLst>
                                        </p:cTn>
                                        <p:tgtEl>
                                          <p:spTgt spid="232"/>
                                        </p:tgtEl>
                                        <p:attrNameLst>
                                          <p:attrName>style.visibility</p:attrName>
                                        </p:attrNameLst>
                                      </p:cBhvr>
                                      <p:to>
                                        <p:strVal val="visible"/>
                                      </p:to>
                                    </p:set>
                                    <p:animEffect transition="in" filter="wipe(left)">
                                      <p:cBhvr>
                                        <p:cTn id="81" dur="500"/>
                                        <p:tgtEl>
                                          <p:spTgt spid="2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9" grpId="0"/>
      <p:bldP spid="200" grpId="0"/>
      <p:bldP spid="201" grpId="0"/>
      <p:bldP spid="202" grpId="0"/>
      <p:bldP spid="203" grpId="0"/>
      <p:bldP spid="204" grpId="0"/>
      <p:bldP spid="205" grpId="0"/>
      <p:bldP spid="206" grpId="0"/>
      <p:bldP spid="207" grpId="0"/>
      <p:bldP spid="208" grpId="0"/>
      <p:bldP spid="209" grpId="0"/>
      <p:bldP spid="210" grpId="0"/>
      <p:bldP spid="211" grpId="0"/>
      <p:bldP spid="23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 name="TextBox 110"/>
          <p:cNvSpPr txBox="1"/>
          <p:nvPr/>
        </p:nvSpPr>
        <p:spPr>
          <a:xfrm>
            <a:off x="1220788" y="2216150"/>
            <a:ext cx="2647950" cy="1066800"/>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600" kern="0" dirty="0">
                <a:solidFill>
                  <a:schemeClr val="accent1">
                    <a:lumMod val="75000"/>
                  </a:schemeClr>
                </a:solidFill>
                <a:latin typeface="微软雅黑" pitchFamily="34" charset="-122"/>
                <a:ea typeface="微软雅黑" pitchFamily="34" charset="-122"/>
              </a:rPr>
              <a:t>详写内容</a:t>
            </a:r>
            <a:r>
              <a:rPr lang="en-US" altLang="zh-CN" sz="1600" kern="0" dirty="0">
                <a:solidFill>
                  <a:schemeClr val="accent1">
                    <a:lumMod val="75000"/>
                  </a:schemeClr>
                </a:solidFill>
                <a:latin typeface="微软雅黑" pitchFamily="34" charset="-122"/>
                <a:ea typeface="微软雅黑" pitchFamily="34" charset="-122"/>
              </a:rPr>
              <a:t>……</a:t>
            </a:r>
          </a:p>
          <a:p>
            <a:pPr defTabSz="1218804" fontAlgn="auto">
              <a:spcBef>
                <a:spcPts val="0"/>
              </a:spcBef>
              <a:spcAft>
                <a:spcPts val="0"/>
              </a:spcAft>
              <a:buFontTx/>
              <a:buNone/>
              <a:defRPr/>
            </a:pPr>
            <a:endParaRPr lang="en-US" altLang="zh-CN" sz="1333" kern="0" dirty="0">
              <a:solidFill>
                <a:srgbClr val="000000">
                  <a:lumMod val="65000"/>
                  <a:lumOff val="35000"/>
                </a:srgbClr>
              </a:solidFill>
              <a:latin typeface="微软雅黑" pitchFamily="34" charset="-122"/>
              <a:ea typeface="微软雅黑" pitchFamily="34" charset="-122"/>
            </a:endParaRPr>
          </a:p>
          <a:p>
            <a:pPr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112" name="TextBox 111"/>
          <p:cNvSpPr txBox="1"/>
          <p:nvPr/>
        </p:nvSpPr>
        <p:spPr>
          <a:xfrm>
            <a:off x="8383588" y="2216150"/>
            <a:ext cx="2649537" cy="1066800"/>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600" kern="0" dirty="0">
                <a:solidFill>
                  <a:schemeClr val="accent1">
                    <a:lumMod val="75000"/>
                  </a:schemeClr>
                </a:solidFill>
                <a:latin typeface="微软雅黑" pitchFamily="34" charset="-122"/>
                <a:ea typeface="微软雅黑" pitchFamily="34" charset="-122"/>
              </a:rPr>
              <a:t>详写内容</a:t>
            </a:r>
            <a:r>
              <a:rPr lang="en-US" altLang="zh-CN" sz="1600" kern="0" dirty="0">
                <a:solidFill>
                  <a:schemeClr val="accent1">
                    <a:lumMod val="75000"/>
                  </a:schemeClr>
                </a:solidFill>
                <a:latin typeface="微软雅黑" pitchFamily="34" charset="-122"/>
                <a:ea typeface="微软雅黑" pitchFamily="34" charset="-122"/>
              </a:rPr>
              <a:t>……</a:t>
            </a:r>
          </a:p>
          <a:p>
            <a:pPr defTabSz="1218804" fontAlgn="auto">
              <a:spcBef>
                <a:spcPts val="0"/>
              </a:spcBef>
              <a:spcAft>
                <a:spcPts val="0"/>
              </a:spcAft>
              <a:buFontTx/>
              <a:buNone/>
              <a:defRPr/>
            </a:pPr>
            <a:endParaRPr lang="en-US" altLang="zh-CN" sz="1333" kern="0" dirty="0">
              <a:solidFill>
                <a:srgbClr val="000000">
                  <a:lumMod val="65000"/>
                  <a:lumOff val="35000"/>
                </a:srgbClr>
              </a:solidFill>
              <a:latin typeface="微软雅黑" pitchFamily="34" charset="-122"/>
              <a:ea typeface="微软雅黑" pitchFamily="34" charset="-122"/>
            </a:endParaRPr>
          </a:p>
          <a:p>
            <a:pPr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113" name="TextBox 112"/>
          <p:cNvSpPr txBox="1"/>
          <p:nvPr/>
        </p:nvSpPr>
        <p:spPr>
          <a:xfrm>
            <a:off x="8383588" y="4198938"/>
            <a:ext cx="2649537" cy="1065212"/>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600" kern="0" dirty="0">
                <a:solidFill>
                  <a:schemeClr val="accent1">
                    <a:lumMod val="75000"/>
                  </a:schemeClr>
                </a:solidFill>
                <a:latin typeface="微软雅黑" pitchFamily="34" charset="-122"/>
                <a:ea typeface="微软雅黑" pitchFamily="34" charset="-122"/>
              </a:rPr>
              <a:t>详写内容</a:t>
            </a:r>
            <a:r>
              <a:rPr lang="en-US" altLang="zh-CN" sz="1600" kern="0" dirty="0">
                <a:solidFill>
                  <a:schemeClr val="accent1">
                    <a:lumMod val="75000"/>
                  </a:schemeClr>
                </a:solidFill>
                <a:latin typeface="微软雅黑" pitchFamily="34" charset="-122"/>
                <a:ea typeface="微软雅黑" pitchFamily="34" charset="-122"/>
              </a:rPr>
              <a:t>……</a:t>
            </a:r>
          </a:p>
          <a:p>
            <a:pPr defTabSz="1218804" fontAlgn="auto">
              <a:spcBef>
                <a:spcPts val="0"/>
              </a:spcBef>
              <a:spcAft>
                <a:spcPts val="0"/>
              </a:spcAft>
              <a:buFontTx/>
              <a:buNone/>
              <a:defRPr/>
            </a:pPr>
            <a:endParaRPr lang="en-US" altLang="zh-CN" sz="1333" kern="0" dirty="0">
              <a:solidFill>
                <a:srgbClr val="000000">
                  <a:lumMod val="65000"/>
                  <a:lumOff val="35000"/>
                </a:srgbClr>
              </a:solidFill>
              <a:latin typeface="微软雅黑" pitchFamily="34" charset="-122"/>
              <a:ea typeface="微软雅黑" pitchFamily="34" charset="-122"/>
            </a:endParaRPr>
          </a:p>
          <a:p>
            <a:pPr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000000">
                  <a:lumMod val="65000"/>
                  <a:lumOff val="35000"/>
                </a:srgbClr>
              </a:solidFill>
              <a:latin typeface="微软雅黑" pitchFamily="34" charset="-122"/>
              <a:ea typeface="微软雅黑" pitchFamily="34" charset="-122"/>
            </a:endParaRPr>
          </a:p>
        </p:txBody>
      </p:sp>
      <p:sp>
        <p:nvSpPr>
          <p:cNvPr id="114" name="TextBox 113"/>
          <p:cNvSpPr txBox="1"/>
          <p:nvPr/>
        </p:nvSpPr>
        <p:spPr>
          <a:xfrm>
            <a:off x="1220788" y="4198938"/>
            <a:ext cx="2647950" cy="1065212"/>
          </a:xfrm>
          <a:prstGeom prst="rect">
            <a:avLst/>
          </a:prstGeom>
          <a:noFill/>
        </p:spPr>
        <p:txBody>
          <a:bodyPr lIns="0" tIns="0" rIns="0" bIns="0">
            <a:spAutoFit/>
          </a:bodyPr>
          <a:lstStyle/>
          <a:p>
            <a:pPr defTabSz="1218804" fontAlgn="auto">
              <a:spcBef>
                <a:spcPts val="0"/>
              </a:spcBef>
              <a:spcAft>
                <a:spcPts val="0"/>
              </a:spcAft>
              <a:buFontTx/>
              <a:buNone/>
              <a:defRPr/>
            </a:pPr>
            <a:r>
              <a:rPr lang="zh-CN" altLang="en-US" sz="1600" kern="0" dirty="0">
                <a:solidFill>
                  <a:schemeClr val="accent1">
                    <a:lumMod val="75000"/>
                  </a:schemeClr>
                </a:solidFill>
                <a:latin typeface="微软雅黑" pitchFamily="34" charset="-122"/>
                <a:ea typeface="微软雅黑" pitchFamily="34" charset="-122"/>
              </a:rPr>
              <a:t>详写内容</a:t>
            </a:r>
            <a:r>
              <a:rPr lang="en-US" altLang="zh-CN" sz="1600" kern="0" dirty="0">
                <a:solidFill>
                  <a:schemeClr val="accent1">
                    <a:lumMod val="75000"/>
                  </a:schemeClr>
                </a:solidFill>
                <a:latin typeface="微软雅黑" pitchFamily="34" charset="-122"/>
                <a:ea typeface="微软雅黑" pitchFamily="34" charset="-122"/>
              </a:rPr>
              <a:t>……</a:t>
            </a:r>
          </a:p>
          <a:p>
            <a:pPr defTabSz="1218804" fontAlgn="auto">
              <a:spcBef>
                <a:spcPts val="0"/>
              </a:spcBef>
              <a:spcAft>
                <a:spcPts val="0"/>
              </a:spcAft>
              <a:buFontTx/>
              <a:buNone/>
              <a:defRPr/>
            </a:pPr>
            <a:endParaRPr lang="en-US" altLang="zh-CN" sz="1333" kern="0" dirty="0">
              <a:solidFill>
                <a:srgbClr val="000000">
                  <a:lumMod val="65000"/>
                  <a:lumOff val="35000"/>
                </a:srgbClr>
              </a:solidFill>
              <a:latin typeface="微软雅黑" pitchFamily="34" charset="-122"/>
              <a:ea typeface="微软雅黑" pitchFamily="34" charset="-122"/>
            </a:endParaRPr>
          </a:p>
          <a:p>
            <a:pPr defTabSz="1218804" fontAlgn="auto">
              <a:spcBef>
                <a:spcPts val="0"/>
              </a:spcBef>
              <a:spcAft>
                <a:spcPts val="0"/>
              </a:spcAft>
              <a:buFontTx/>
              <a:buNone/>
              <a:defRPr/>
            </a:pPr>
            <a:r>
              <a:rPr lang="zh-CN" altLang="en-US" sz="1333" kern="0" dirty="0">
                <a:solidFill>
                  <a:srgbClr val="000000">
                    <a:lumMod val="65000"/>
                    <a:lumOff val="35000"/>
                  </a:srgbClr>
                </a:solidFill>
                <a:latin typeface="微软雅黑" pitchFamily="34" charset="-122"/>
                <a:ea typeface="微软雅黑" pitchFamily="34" charset="-122"/>
              </a:rPr>
              <a:t>点击输入本栏的具体文字，简明扼要的说明分项内容，此为概念图解，请根据您的具体内容酌情修改</a:t>
            </a:r>
            <a:endParaRPr lang="en-US" altLang="zh-CN" sz="1333" kern="0" dirty="0">
              <a:solidFill>
                <a:srgbClr val="000000">
                  <a:lumMod val="65000"/>
                  <a:lumOff val="35000"/>
                </a:srgbClr>
              </a:solidFill>
              <a:latin typeface="微软雅黑" pitchFamily="34" charset="-122"/>
              <a:ea typeface="微软雅黑" pitchFamily="34" charset="-122"/>
            </a:endParaRPr>
          </a:p>
        </p:txBody>
      </p:sp>
      <p:grpSp>
        <p:nvGrpSpPr>
          <p:cNvPr id="115" name="组合 114"/>
          <p:cNvGrpSpPr>
            <a:grpSpLocks/>
          </p:cNvGrpSpPr>
          <p:nvPr/>
        </p:nvGrpSpPr>
        <p:grpSpPr bwMode="auto">
          <a:xfrm>
            <a:off x="4319588" y="1892300"/>
            <a:ext cx="3670300" cy="3670300"/>
            <a:chOff x="3218020" y="2137420"/>
            <a:chExt cx="2752869" cy="2753319"/>
          </a:xfrm>
        </p:grpSpPr>
        <p:sp>
          <p:nvSpPr>
            <p:cNvPr id="116" name="椭圆 6"/>
            <p:cNvSpPr/>
            <p:nvPr/>
          </p:nvSpPr>
          <p:spPr>
            <a:xfrm flipH="1" flipV="1">
              <a:off x="4618268" y="3331875"/>
              <a:ext cx="1352621" cy="1558864"/>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solidFill>
              <a:schemeClr val="accent1">
                <a:lumMod val="50000"/>
              </a:schemeClr>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17" name="椭圆 61"/>
            <p:cNvSpPr/>
            <p:nvPr/>
          </p:nvSpPr>
          <p:spPr>
            <a:xfrm flipH="1" flipV="1">
              <a:off x="3218020" y="3537897"/>
              <a:ext cx="1558609" cy="1352842"/>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solidFill>
              <a:schemeClr val="accent4"/>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18" name="椭圆 6"/>
            <p:cNvSpPr/>
            <p:nvPr/>
          </p:nvSpPr>
          <p:spPr>
            <a:xfrm>
              <a:off x="3218020" y="2137420"/>
              <a:ext cx="1352621" cy="1558865"/>
            </a:xfrm>
            <a:custGeom>
              <a:avLst/>
              <a:gdLst/>
              <a:ahLst/>
              <a:cxnLst/>
              <a:rect l="l" t="t" r="r" b="b"/>
              <a:pathLst>
                <a:path w="1352978" h="1558290">
                  <a:moveTo>
                    <a:pt x="779145" y="0"/>
                  </a:moveTo>
                  <a:cubicBezTo>
                    <a:pt x="1007226" y="0"/>
                    <a:pt x="1212417" y="98002"/>
                    <a:pt x="1352978" y="255954"/>
                  </a:cubicBezTo>
                  <a:cubicBezTo>
                    <a:pt x="1230457" y="395537"/>
                    <a:pt x="1158327" y="578918"/>
                    <a:pt x="1158327" y="779145"/>
                  </a:cubicBezTo>
                  <a:cubicBezTo>
                    <a:pt x="1158327" y="979373"/>
                    <a:pt x="1230457" y="1162753"/>
                    <a:pt x="1352978" y="1302337"/>
                  </a:cubicBezTo>
                  <a:cubicBezTo>
                    <a:pt x="1212417" y="1460288"/>
                    <a:pt x="1007226" y="1558290"/>
                    <a:pt x="779145" y="1558290"/>
                  </a:cubicBezTo>
                  <a:cubicBezTo>
                    <a:pt x="348835" y="1558290"/>
                    <a:pt x="0" y="1209455"/>
                    <a:pt x="0" y="779145"/>
                  </a:cubicBezTo>
                  <a:cubicBezTo>
                    <a:pt x="0" y="611543"/>
                    <a:pt x="52919" y="456302"/>
                    <a:pt x="144162" y="330069"/>
                  </a:cubicBezTo>
                  <a:lnTo>
                    <a:pt x="109784" y="108908"/>
                  </a:lnTo>
                  <a:lnTo>
                    <a:pt x="331101" y="143310"/>
                  </a:lnTo>
                  <a:cubicBezTo>
                    <a:pt x="457190" y="52617"/>
                    <a:pt x="612023" y="0"/>
                    <a:pt x="779145" y="0"/>
                  </a:cubicBezTo>
                  <a:close/>
                </a:path>
              </a:pathLst>
            </a:custGeom>
            <a:solidFill>
              <a:schemeClr val="accent1"/>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dirty="0">
                <a:solidFill>
                  <a:sysClr val="window" lastClr="FFFFFF"/>
                </a:solidFill>
                <a:latin typeface="Calibri"/>
                <a:ea typeface="宋体"/>
              </a:endParaRPr>
            </a:p>
          </p:txBody>
        </p:sp>
        <p:sp>
          <p:nvSpPr>
            <p:cNvPr id="119" name="椭圆 61"/>
            <p:cNvSpPr/>
            <p:nvPr/>
          </p:nvSpPr>
          <p:spPr>
            <a:xfrm>
              <a:off x="4412279" y="2137420"/>
              <a:ext cx="1558610" cy="1352842"/>
            </a:xfrm>
            <a:custGeom>
              <a:avLst/>
              <a:gdLst/>
              <a:ahLst/>
              <a:cxnLst/>
              <a:rect l="l" t="t" r="r" b="b"/>
              <a:pathLst>
                <a:path w="1558290" h="1353163">
                  <a:moveTo>
                    <a:pt x="779145" y="0"/>
                  </a:moveTo>
                  <a:cubicBezTo>
                    <a:pt x="946584" y="0"/>
                    <a:pt x="1101686" y="52816"/>
                    <a:pt x="1227870" y="143872"/>
                  </a:cubicBezTo>
                  <a:lnTo>
                    <a:pt x="1452805" y="108907"/>
                  </a:lnTo>
                  <a:lnTo>
                    <a:pt x="1417746" y="334454"/>
                  </a:lnTo>
                  <a:cubicBezTo>
                    <a:pt x="1506649" y="460075"/>
                    <a:pt x="1558290" y="613579"/>
                    <a:pt x="1558290" y="779145"/>
                  </a:cubicBezTo>
                  <a:cubicBezTo>
                    <a:pt x="1558290" y="1007122"/>
                    <a:pt x="1460378" y="1212230"/>
                    <a:pt x="1302560" y="1352794"/>
                  </a:cubicBezTo>
                  <a:cubicBezTo>
                    <a:pt x="1163008" y="1230383"/>
                    <a:pt x="979715" y="1158329"/>
                    <a:pt x="779593" y="1158329"/>
                  </a:cubicBezTo>
                  <a:cubicBezTo>
                    <a:pt x="579261" y="1158329"/>
                    <a:pt x="395794" y="1230534"/>
                    <a:pt x="256179" y="1353163"/>
                  </a:cubicBezTo>
                  <a:cubicBezTo>
                    <a:pt x="98093" y="1212607"/>
                    <a:pt x="0" y="1007331"/>
                    <a:pt x="0" y="779145"/>
                  </a:cubicBezTo>
                  <a:cubicBezTo>
                    <a:pt x="0" y="348835"/>
                    <a:pt x="348835" y="0"/>
                    <a:pt x="779145" y="0"/>
                  </a:cubicBezTo>
                  <a:close/>
                </a:path>
              </a:pathLst>
            </a:custGeom>
            <a:solidFill>
              <a:schemeClr val="accent2"/>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20" name="椭圆 119"/>
            <p:cNvSpPr/>
            <p:nvPr/>
          </p:nvSpPr>
          <p:spPr>
            <a:xfrm flipH="1" flipV="1">
              <a:off x="4487293" y="3433100"/>
              <a:ext cx="214324" cy="214359"/>
            </a:xfrm>
            <a:prstGeom prst="ellipse">
              <a:avLst/>
            </a:prstGeom>
            <a:solidFill>
              <a:srgbClr val="FFFFFF"/>
            </a:solidFill>
            <a:ln w="25400" cap="flat" cmpd="sng" algn="ctr">
              <a:no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sp>
          <p:nvSpPr>
            <p:cNvPr id="122" name="TextBox 121"/>
            <p:cNvSpPr txBox="1"/>
            <p:nvPr/>
          </p:nvSpPr>
          <p:spPr>
            <a:xfrm>
              <a:off x="3463302" y="2604246"/>
              <a:ext cx="884680" cy="400136"/>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3466" kern="0" dirty="0">
                  <a:solidFill>
                    <a:sysClr val="window" lastClr="FFFFFF"/>
                  </a:solidFill>
                  <a:latin typeface="微软雅黑" pitchFamily="34" charset="-122"/>
                  <a:ea typeface="微软雅黑" pitchFamily="34" charset="-122"/>
                </a:rPr>
                <a:t>优势</a:t>
              </a:r>
              <a:endParaRPr lang="zh-CN" altLang="en-US" sz="3466" b="1" kern="0" dirty="0">
                <a:solidFill>
                  <a:sysClr val="window" lastClr="FFFFFF"/>
                </a:solidFill>
                <a:latin typeface="微软雅黑" pitchFamily="34" charset="-122"/>
                <a:ea typeface="微软雅黑" pitchFamily="34" charset="-122"/>
              </a:endParaRPr>
            </a:p>
          </p:txBody>
        </p:sp>
        <p:sp>
          <p:nvSpPr>
            <p:cNvPr id="123" name="TextBox 122"/>
            <p:cNvSpPr txBox="1"/>
            <p:nvPr/>
          </p:nvSpPr>
          <p:spPr>
            <a:xfrm>
              <a:off x="4783773" y="2585192"/>
              <a:ext cx="815621" cy="400136"/>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3466" b="1" kern="0" dirty="0">
                  <a:solidFill>
                    <a:sysClr val="window" lastClr="FFFFFF"/>
                  </a:solidFill>
                  <a:latin typeface="微软雅黑" pitchFamily="34" charset="-122"/>
                  <a:ea typeface="微软雅黑" pitchFamily="34" charset="-122"/>
                </a:rPr>
                <a:t>机遇</a:t>
              </a:r>
            </a:p>
          </p:txBody>
        </p:sp>
        <p:sp>
          <p:nvSpPr>
            <p:cNvPr id="124" name="TextBox 123"/>
            <p:cNvSpPr txBox="1"/>
            <p:nvPr/>
          </p:nvSpPr>
          <p:spPr>
            <a:xfrm>
              <a:off x="3506166" y="3942797"/>
              <a:ext cx="912066" cy="400136"/>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3466" b="1" kern="0" dirty="0">
                  <a:solidFill>
                    <a:sysClr val="window" lastClr="FFFFFF"/>
                  </a:solidFill>
                  <a:latin typeface="微软雅黑" pitchFamily="34" charset="-122"/>
                  <a:ea typeface="微软雅黑" pitchFamily="34" charset="-122"/>
                </a:rPr>
                <a:t>挑战</a:t>
              </a:r>
            </a:p>
          </p:txBody>
        </p:sp>
        <p:sp>
          <p:nvSpPr>
            <p:cNvPr id="125" name="TextBox 124"/>
            <p:cNvSpPr txBox="1"/>
            <p:nvPr/>
          </p:nvSpPr>
          <p:spPr>
            <a:xfrm>
              <a:off x="4881410" y="3885635"/>
              <a:ext cx="843007" cy="400136"/>
            </a:xfrm>
            <a:prstGeom prst="rect">
              <a:avLst/>
            </a:prstGeom>
            <a:noFill/>
          </p:spPr>
          <p:txBody>
            <a:bodyPr lIns="0" tIns="0" rIns="0" bIns="0">
              <a:spAutoFit/>
            </a:bodyPr>
            <a:lstStyle/>
            <a:p>
              <a:pPr algn="ctr" defTabSz="1218804" fontAlgn="auto">
                <a:spcBef>
                  <a:spcPts val="0"/>
                </a:spcBef>
                <a:spcAft>
                  <a:spcPts val="0"/>
                </a:spcAft>
                <a:buFontTx/>
                <a:buNone/>
                <a:defRPr/>
              </a:pPr>
              <a:r>
                <a:rPr lang="zh-CN" altLang="en-US" sz="3466" kern="0" dirty="0">
                  <a:solidFill>
                    <a:sysClr val="window" lastClr="FFFFFF"/>
                  </a:solidFill>
                  <a:latin typeface="微软雅黑" pitchFamily="34" charset="-122"/>
                  <a:ea typeface="微软雅黑" pitchFamily="34" charset="-122"/>
                </a:rPr>
                <a:t>劣势</a:t>
              </a:r>
              <a:endParaRPr lang="zh-CN" altLang="en-US" sz="3466" b="1" kern="0" dirty="0">
                <a:solidFill>
                  <a:sysClr val="window" lastClr="FFFFFF"/>
                </a:solidFill>
                <a:latin typeface="微软雅黑" pitchFamily="34" charset="-122"/>
                <a:ea typeface="微软雅黑" pitchFamily="34" charset="-122"/>
              </a:endParaRPr>
            </a:p>
          </p:txBody>
        </p:sp>
        <p:sp>
          <p:nvSpPr>
            <p:cNvPr id="126" name="椭圆 125"/>
            <p:cNvSpPr/>
            <p:nvPr/>
          </p:nvSpPr>
          <p:spPr>
            <a:xfrm>
              <a:off x="4487293" y="3433100"/>
              <a:ext cx="214324" cy="214359"/>
            </a:xfrm>
            <a:prstGeom prst="ellipse">
              <a:avLst/>
            </a:prstGeom>
            <a:noFill/>
            <a:ln w="25400" cap="flat" cmpd="sng" algn="ctr">
              <a:solidFill>
                <a:srgbClr val="1E445B">
                  <a:lumMod val="40000"/>
                  <a:lumOff val="60000"/>
                </a:srgbClr>
              </a:solidFill>
              <a:prstDash val="solid"/>
            </a:ln>
            <a:effectLst/>
          </p:spPr>
          <p:txBody>
            <a:bodyPr anchor="ctr"/>
            <a:lstStyle/>
            <a:p>
              <a:pPr algn="ctr" defTabSz="1218804" fontAlgn="auto">
                <a:spcBef>
                  <a:spcPts val="0"/>
                </a:spcBef>
                <a:spcAft>
                  <a:spcPts val="0"/>
                </a:spcAft>
                <a:buFontTx/>
                <a:buNone/>
                <a:defRPr/>
              </a:pPr>
              <a:endParaRPr lang="zh-CN" altLang="en-US" sz="2399" kern="0">
                <a:solidFill>
                  <a:sysClr val="window" lastClr="FFFFFF"/>
                </a:solidFill>
                <a:latin typeface="Calibri"/>
                <a:ea typeface="宋体"/>
              </a:endParaRPr>
            </a:p>
          </p:txBody>
        </p:sp>
      </p:grpSp>
      <p:sp>
        <p:nvSpPr>
          <p:cNvPr id="69639" name="TextBox 122"/>
          <p:cNvSpPr txBox="1">
            <a:spLocks noChangeArrowheads="1"/>
          </p:cNvSpPr>
          <p:nvPr/>
        </p:nvSpPr>
        <p:spPr bwMode="auto">
          <a:xfrm>
            <a:off x="1958975" y="563563"/>
            <a:ext cx="2185988"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600">
                <a:solidFill>
                  <a:srgbClr val="5D94A9"/>
                </a:solidFill>
                <a:latin typeface="微软雅黑" panose="020B0503020204020204" pitchFamily="34" charset="-122"/>
                <a:ea typeface="微软雅黑" panose="020B0503020204020204" pitchFamily="34" charset="-122"/>
              </a:rPr>
              <a:t>明年工作计划</a:t>
            </a:r>
          </a:p>
        </p:txBody>
      </p:sp>
    </p:spTree>
  </p:cSld>
  <p:clrMapOvr>
    <a:masterClrMapping/>
  </p:clrMapOvr>
  <p:transition spd="slow" advClick="0" advTm="0"/>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53" presetClass="entr" presetSubtype="16" fill="hold" nodeType="afterEffect">
                                  <p:stCondLst>
                                    <p:cond delay="0"/>
                                  </p:stCondLst>
                                  <p:childTnLst>
                                    <p:set>
                                      <p:cBhvr>
                                        <p:cTn id="6" dur="1" fill="hold">
                                          <p:stCondLst>
                                            <p:cond delay="0"/>
                                          </p:stCondLst>
                                        </p:cTn>
                                        <p:tgtEl>
                                          <p:spTgt spid="115"/>
                                        </p:tgtEl>
                                        <p:attrNameLst>
                                          <p:attrName>style.visibility</p:attrName>
                                        </p:attrNameLst>
                                      </p:cBhvr>
                                      <p:to>
                                        <p:strVal val="visible"/>
                                      </p:to>
                                    </p:set>
                                    <p:anim calcmode="lin" valueType="num">
                                      <p:cBhvr>
                                        <p:cTn id="7" dur="1000" fill="hold"/>
                                        <p:tgtEl>
                                          <p:spTgt spid="115"/>
                                        </p:tgtEl>
                                        <p:attrNameLst>
                                          <p:attrName>ppt_w</p:attrName>
                                        </p:attrNameLst>
                                      </p:cBhvr>
                                      <p:tavLst>
                                        <p:tav tm="0">
                                          <p:val>
                                            <p:fltVal val="0"/>
                                          </p:val>
                                        </p:tav>
                                        <p:tav tm="100000">
                                          <p:val>
                                            <p:strVal val="#ppt_w"/>
                                          </p:val>
                                        </p:tav>
                                      </p:tavLst>
                                    </p:anim>
                                    <p:anim calcmode="lin" valueType="num">
                                      <p:cBhvr>
                                        <p:cTn id="8" dur="1000" fill="hold"/>
                                        <p:tgtEl>
                                          <p:spTgt spid="115"/>
                                        </p:tgtEl>
                                        <p:attrNameLst>
                                          <p:attrName>ppt_h</p:attrName>
                                        </p:attrNameLst>
                                      </p:cBhvr>
                                      <p:tavLst>
                                        <p:tav tm="0">
                                          <p:val>
                                            <p:fltVal val="0"/>
                                          </p:val>
                                        </p:tav>
                                        <p:tav tm="100000">
                                          <p:val>
                                            <p:strVal val="#ppt_h"/>
                                          </p:val>
                                        </p:tav>
                                      </p:tavLst>
                                    </p:anim>
                                    <p:animEffect transition="in" filter="fade">
                                      <p:cBhvr>
                                        <p:cTn id="9" dur="1000"/>
                                        <p:tgtEl>
                                          <p:spTgt spid="115"/>
                                        </p:tgtEl>
                                      </p:cBhvr>
                                    </p:animEffect>
                                  </p:childTnLst>
                                </p:cTn>
                              </p:par>
                              <p:par>
                                <p:cTn id="10" presetID="8" presetClass="emph" presetSubtype="0" fill="hold" nodeType="withEffect">
                                  <p:stCondLst>
                                    <p:cond delay="0"/>
                                  </p:stCondLst>
                                  <p:childTnLst>
                                    <p:animRot by="21600000">
                                      <p:cBhvr>
                                        <p:cTn id="11" dur="1000" fill="hold"/>
                                        <p:tgtEl>
                                          <p:spTgt spid="115"/>
                                        </p:tgtEl>
                                        <p:attrNameLst>
                                          <p:attrName>r</p:attrName>
                                        </p:attrNameLst>
                                      </p:cBhvr>
                                    </p:animRot>
                                  </p:childTnLst>
                                </p:cTn>
                              </p:par>
                            </p:childTnLst>
                          </p:cTn>
                        </p:par>
                        <p:par>
                          <p:cTn id="12" fill="hold" nodeType="afterGroup">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111"/>
                                        </p:tgtEl>
                                        <p:attrNameLst>
                                          <p:attrName>style.visibility</p:attrName>
                                        </p:attrNameLst>
                                      </p:cBhvr>
                                      <p:to>
                                        <p:strVal val="visible"/>
                                      </p:to>
                                    </p:set>
                                    <p:anim calcmode="lin" valueType="num">
                                      <p:cBhvr additive="base">
                                        <p:cTn id="15" dur="500" fill="hold"/>
                                        <p:tgtEl>
                                          <p:spTgt spid="111"/>
                                        </p:tgtEl>
                                        <p:attrNameLst>
                                          <p:attrName>ppt_x</p:attrName>
                                        </p:attrNameLst>
                                      </p:cBhvr>
                                      <p:tavLst>
                                        <p:tav tm="0">
                                          <p:val>
                                            <p:strVal val="0-#ppt_w/2"/>
                                          </p:val>
                                        </p:tav>
                                        <p:tav tm="100000">
                                          <p:val>
                                            <p:strVal val="#ppt_x"/>
                                          </p:val>
                                        </p:tav>
                                      </p:tavLst>
                                    </p:anim>
                                    <p:anim calcmode="lin" valueType="num">
                                      <p:cBhvr additive="base">
                                        <p:cTn id="16" dur="500" fill="hold"/>
                                        <p:tgtEl>
                                          <p:spTgt spid="111"/>
                                        </p:tgtEl>
                                        <p:attrNameLst>
                                          <p:attrName>ppt_y</p:attrName>
                                        </p:attrNameLst>
                                      </p:cBhvr>
                                      <p:tavLst>
                                        <p:tav tm="0">
                                          <p:val>
                                            <p:strVal val="#ppt_y"/>
                                          </p:val>
                                        </p:tav>
                                        <p:tav tm="100000">
                                          <p:val>
                                            <p:strVal val="#ppt_y"/>
                                          </p:val>
                                        </p:tav>
                                      </p:tavLst>
                                    </p:anim>
                                  </p:childTnLst>
                                </p:cTn>
                              </p:par>
                              <p:par>
                                <p:cTn id="17" presetID="2" presetClass="entr" presetSubtype="2" fill="hold" grpId="0" nodeType="withEffect">
                                  <p:stCondLst>
                                    <p:cond delay="0"/>
                                  </p:stCondLst>
                                  <p:childTnLst>
                                    <p:set>
                                      <p:cBhvr>
                                        <p:cTn id="18" dur="1" fill="hold">
                                          <p:stCondLst>
                                            <p:cond delay="0"/>
                                          </p:stCondLst>
                                        </p:cTn>
                                        <p:tgtEl>
                                          <p:spTgt spid="112"/>
                                        </p:tgtEl>
                                        <p:attrNameLst>
                                          <p:attrName>style.visibility</p:attrName>
                                        </p:attrNameLst>
                                      </p:cBhvr>
                                      <p:to>
                                        <p:strVal val="visible"/>
                                      </p:to>
                                    </p:set>
                                    <p:anim calcmode="lin" valueType="num">
                                      <p:cBhvr additive="base">
                                        <p:cTn id="19" dur="500" fill="hold"/>
                                        <p:tgtEl>
                                          <p:spTgt spid="112"/>
                                        </p:tgtEl>
                                        <p:attrNameLst>
                                          <p:attrName>ppt_x</p:attrName>
                                        </p:attrNameLst>
                                      </p:cBhvr>
                                      <p:tavLst>
                                        <p:tav tm="0">
                                          <p:val>
                                            <p:strVal val="1+#ppt_w/2"/>
                                          </p:val>
                                        </p:tav>
                                        <p:tav tm="100000">
                                          <p:val>
                                            <p:strVal val="#ppt_x"/>
                                          </p:val>
                                        </p:tav>
                                      </p:tavLst>
                                    </p:anim>
                                    <p:anim calcmode="lin" valueType="num">
                                      <p:cBhvr additive="base">
                                        <p:cTn id="20" dur="500" fill="hold"/>
                                        <p:tgtEl>
                                          <p:spTgt spid="112"/>
                                        </p:tgtEl>
                                        <p:attrNameLst>
                                          <p:attrName>ppt_y</p:attrName>
                                        </p:attrNameLst>
                                      </p:cBhvr>
                                      <p:tavLst>
                                        <p:tav tm="0">
                                          <p:val>
                                            <p:strVal val="#ppt_y"/>
                                          </p:val>
                                        </p:tav>
                                        <p:tav tm="100000">
                                          <p:val>
                                            <p:strVal val="#ppt_y"/>
                                          </p:val>
                                        </p:tav>
                                      </p:tavLst>
                                    </p:anim>
                                  </p:childTnLst>
                                </p:cTn>
                              </p:par>
                              <p:par>
                                <p:cTn id="21" presetID="2" presetClass="entr" presetSubtype="2" fill="hold" grpId="0" nodeType="withEffect">
                                  <p:stCondLst>
                                    <p:cond delay="0"/>
                                  </p:stCondLst>
                                  <p:childTnLst>
                                    <p:set>
                                      <p:cBhvr>
                                        <p:cTn id="22" dur="1" fill="hold">
                                          <p:stCondLst>
                                            <p:cond delay="0"/>
                                          </p:stCondLst>
                                        </p:cTn>
                                        <p:tgtEl>
                                          <p:spTgt spid="113"/>
                                        </p:tgtEl>
                                        <p:attrNameLst>
                                          <p:attrName>style.visibility</p:attrName>
                                        </p:attrNameLst>
                                      </p:cBhvr>
                                      <p:to>
                                        <p:strVal val="visible"/>
                                      </p:to>
                                    </p:set>
                                    <p:anim calcmode="lin" valueType="num">
                                      <p:cBhvr additive="base">
                                        <p:cTn id="23" dur="500" fill="hold"/>
                                        <p:tgtEl>
                                          <p:spTgt spid="113"/>
                                        </p:tgtEl>
                                        <p:attrNameLst>
                                          <p:attrName>ppt_x</p:attrName>
                                        </p:attrNameLst>
                                      </p:cBhvr>
                                      <p:tavLst>
                                        <p:tav tm="0">
                                          <p:val>
                                            <p:strVal val="1+#ppt_w/2"/>
                                          </p:val>
                                        </p:tav>
                                        <p:tav tm="100000">
                                          <p:val>
                                            <p:strVal val="#ppt_x"/>
                                          </p:val>
                                        </p:tav>
                                      </p:tavLst>
                                    </p:anim>
                                    <p:anim calcmode="lin" valueType="num">
                                      <p:cBhvr additive="base">
                                        <p:cTn id="24" dur="500" fill="hold"/>
                                        <p:tgtEl>
                                          <p:spTgt spid="113"/>
                                        </p:tgtEl>
                                        <p:attrNameLst>
                                          <p:attrName>ppt_y</p:attrName>
                                        </p:attrNameLst>
                                      </p:cBhvr>
                                      <p:tavLst>
                                        <p:tav tm="0">
                                          <p:val>
                                            <p:strVal val="#ppt_y"/>
                                          </p:val>
                                        </p:tav>
                                        <p:tav tm="100000">
                                          <p:val>
                                            <p:strVal val="#ppt_y"/>
                                          </p:val>
                                        </p:tav>
                                      </p:tavLst>
                                    </p:anim>
                                  </p:childTnLst>
                                </p:cTn>
                              </p:par>
                              <p:par>
                                <p:cTn id="25" presetID="2" presetClass="entr" presetSubtype="8" fill="hold" grpId="0" nodeType="withEffect">
                                  <p:stCondLst>
                                    <p:cond delay="0"/>
                                  </p:stCondLst>
                                  <p:childTnLst>
                                    <p:set>
                                      <p:cBhvr>
                                        <p:cTn id="26" dur="1" fill="hold">
                                          <p:stCondLst>
                                            <p:cond delay="0"/>
                                          </p:stCondLst>
                                        </p:cTn>
                                        <p:tgtEl>
                                          <p:spTgt spid="114"/>
                                        </p:tgtEl>
                                        <p:attrNameLst>
                                          <p:attrName>style.visibility</p:attrName>
                                        </p:attrNameLst>
                                      </p:cBhvr>
                                      <p:to>
                                        <p:strVal val="visible"/>
                                      </p:to>
                                    </p:set>
                                    <p:anim calcmode="lin" valueType="num">
                                      <p:cBhvr additive="base">
                                        <p:cTn id="27" dur="500" fill="hold"/>
                                        <p:tgtEl>
                                          <p:spTgt spid="114"/>
                                        </p:tgtEl>
                                        <p:attrNameLst>
                                          <p:attrName>ppt_x</p:attrName>
                                        </p:attrNameLst>
                                      </p:cBhvr>
                                      <p:tavLst>
                                        <p:tav tm="0">
                                          <p:val>
                                            <p:strVal val="0-#ppt_w/2"/>
                                          </p:val>
                                        </p:tav>
                                        <p:tav tm="100000">
                                          <p:val>
                                            <p:strVal val="#ppt_x"/>
                                          </p:val>
                                        </p:tav>
                                      </p:tavLst>
                                    </p:anim>
                                    <p:anim calcmode="lin" valueType="num">
                                      <p:cBhvr additive="base">
                                        <p:cTn id="28" dur="500" fill="hold"/>
                                        <p:tgtEl>
                                          <p:spTgt spid="11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3" grpId="0"/>
      <p:bldP spid="114"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矩形 31"/>
          <p:cNvSpPr>
            <a:spLocks noChangeArrowheads="1"/>
          </p:cNvSpPr>
          <p:nvPr/>
        </p:nvSpPr>
        <p:spPr bwMode="auto">
          <a:xfrm>
            <a:off x="4305300" y="2384425"/>
            <a:ext cx="84138" cy="996950"/>
          </a:xfrm>
          <a:prstGeom prst="rect">
            <a:avLst/>
          </a:prstGeom>
          <a:solidFill>
            <a:schemeClr val="bg2">
              <a:lumMod val="50000"/>
              <a:lumOff val="50000"/>
            </a:schemeClr>
          </a:solidFill>
          <a:ln>
            <a:noFill/>
          </a:ln>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44034" name="矩形 6"/>
          <p:cNvSpPr>
            <a:spLocks noChangeArrowheads="1"/>
          </p:cNvSpPr>
          <p:nvPr/>
        </p:nvSpPr>
        <p:spPr bwMode="auto">
          <a:xfrm>
            <a:off x="3621088" y="1876425"/>
            <a:ext cx="334962" cy="831850"/>
          </a:xfrm>
          <a:prstGeom prst="rect">
            <a:avLst/>
          </a:prstGeom>
          <a:solidFill>
            <a:schemeClr val="bg2">
              <a:lumMod val="75000"/>
              <a:lumOff val="25000"/>
            </a:schemeClr>
          </a:solidFill>
          <a:ln>
            <a:noFill/>
          </a:ln>
        </p:spPr>
        <p:txBody>
          <a:bodyPr anchor="ctr"/>
          <a:lstStyle/>
          <a:p>
            <a:pPr algn="ctr">
              <a:defRPr/>
            </a:pPr>
            <a:endParaRPr lang="zh-CN" altLang="en-US">
              <a:solidFill>
                <a:srgbClr val="FFFFFF"/>
              </a:solidFill>
              <a:latin typeface="宋体" pitchFamily="2" charset="-122"/>
              <a:sym typeface="宋体" pitchFamily="2" charset="-122"/>
            </a:endParaRPr>
          </a:p>
        </p:txBody>
      </p:sp>
      <p:sp>
        <p:nvSpPr>
          <p:cNvPr id="44036" name="任意多边形 43"/>
          <p:cNvSpPr>
            <a:spLocks/>
          </p:cNvSpPr>
          <p:nvPr/>
        </p:nvSpPr>
        <p:spPr bwMode="auto">
          <a:xfrm rot="2694935">
            <a:off x="3578225" y="1730375"/>
            <a:ext cx="419100" cy="2019300"/>
          </a:xfrm>
          <a:custGeom>
            <a:avLst/>
            <a:gdLst>
              <a:gd name="T0" fmla="*/ 0 w 419914"/>
              <a:gd name="T1" fmla="*/ 41884 h 2019468"/>
              <a:gd name="T2" fmla="*/ 81131 w 419914"/>
              <a:gd name="T3" fmla="*/ 0 h 2019468"/>
              <a:gd name="T4" fmla="*/ 419914 w 419914"/>
              <a:gd name="T5" fmla="*/ 0 h 2019468"/>
              <a:gd name="T6" fmla="*/ 419914 w 419914"/>
              <a:gd name="T7" fmla="*/ 1600789 h 2019468"/>
              <a:gd name="T8" fmla="*/ 0 w 419914"/>
              <a:gd name="T9" fmla="*/ 2019468 h 2019468"/>
              <a:gd name="T10" fmla="*/ 0 w 419914"/>
              <a:gd name="T11" fmla="*/ 0 h 2019468"/>
              <a:gd name="T12" fmla="*/ 419914 w 419914"/>
              <a:gd name="T13" fmla="*/ 2019468 h 2019468"/>
            </a:gdLst>
            <a:ahLst/>
            <a:cxnLst>
              <a:cxn ang="0">
                <a:pos x="T0" y="T1"/>
              </a:cxn>
              <a:cxn ang="0">
                <a:pos x="T2" y="T3"/>
              </a:cxn>
              <a:cxn ang="0">
                <a:pos x="T4" y="T5"/>
              </a:cxn>
              <a:cxn ang="0">
                <a:pos x="T6" y="T7"/>
              </a:cxn>
              <a:cxn ang="0">
                <a:pos x="T8" y="T9"/>
              </a:cxn>
            </a:cxnLst>
            <a:rect l="T10" t="T11" r="T12" b="T13"/>
            <a:pathLst>
              <a:path w="419914" h="2019468">
                <a:moveTo>
                  <a:pt x="0" y="41884"/>
                </a:moveTo>
                <a:lnTo>
                  <a:pt x="81131" y="0"/>
                </a:lnTo>
                <a:lnTo>
                  <a:pt x="419914" y="0"/>
                </a:lnTo>
                <a:lnTo>
                  <a:pt x="419914" y="1600789"/>
                </a:lnTo>
                <a:lnTo>
                  <a:pt x="0" y="2019468"/>
                </a:lnTo>
                <a:close/>
              </a:path>
            </a:pathLst>
          </a:custGeom>
          <a:solidFill>
            <a:schemeClr val="accent2"/>
          </a:solidFill>
          <a:ln>
            <a:noFill/>
          </a:ln>
        </p:spPr>
        <p:txBody>
          <a:bodyPr anchor="ctr"/>
          <a:lstStyle/>
          <a:p>
            <a:pPr>
              <a:defRPr/>
            </a:pPr>
            <a:endParaRPr lang="zh-CN" altLang="en-US"/>
          </a:p>
        </p:txBody>
      </p:sp>
      <p:sp>
        <p:nvSpPr>
          <p:cNvPr id="70661" name="文本框 32"/>
          <p:cNvSpPr>
            <a:spLocks noChangeArrowheads="1"/>
          </p:cNvSpPr>
          <p:nvPr/>
        </p:nvSpPr>
        <p:spPr bwMode="auto">
          <a:xfrm>
            <a:off x="3135313" y="3940175"/>
            <a:ext cx="5980112" cy="1108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66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rPr>
              <a:t>THANK   YOU</a:t>
            </a:r>
            <a:endParaRPr lang="zh-CN" altLang="en-US" sz="6600" b="1" dirty="0">
              <a:solidFill>
                <a:srgbClr val="000000"/>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4035" name="任意多边形 44"/>
          <p:cNvSpPr>
            <a:spLocks/>
          </p:cNvSpPr>
          <p:nvPr/>
        </p:nvSpPr>
        <p:spPr bwMode="auto">
          <a:xfrm rot="11906217">
            <a:off x="4005263" y="2825750"/>
            <a:ext cx="6084887" cy="1111250"/>
          </a:xfrm>
          <a:custGeom>
            <a:avLst/>
            <a:gdLst>
              <a:gd name="T0" fmla="*/ 6076952 w 6084724"/>
              <a:gd name="T1" fmla="*/ 627714 h 627714"/>
              <a:gd name="T2" fmla="*/ 0 w 6084724"/>
              <a:gd name="T3" fmla="*/ 627714 h 627714"/>
              <a:gd name="T4" fmla="*/ 4552423 w 6084724"/>
              <a:gd name="T5" fmla="*/ 0 h 627714"/>
              <a:gd name="T6" fmla="*/ 6084724 w 6084724"/>
              <a:gd name="T7" fmla="*/ 611950 h 627714"/>
              <a:gd name="T8" fmla="*/ 0 w 6084724"/>
              <a:gd name="T9" fmla="*/ 0 h 627714"/>
              <a:gd name="T10" fmla="*/ 6084724 w 6084724"/>
              <a:gd name="T11" fmla="*/ 627714 h 627714"/>
            </a:gdLst>
            <a:ahLst/>
            <a:cxnLst>
              <a:cxn ang="0">
                <a:pos x="T0" y="T1"/>
              </a:cxn>
              <a:cxn ang="0">
                <a:pos x="T2" y="T3"/>
              </a:cxn>
              <a:cxn ang="0">
                <a:pos x="T4" y="T5"/>
              </a:cxn>
              <a:cxn ang="0">
                <a:pos x="T6" y="T7"/>
              </a:cxn>
            </a:cxnLst>
            <a:rect l="T8" t="T9" r="T10" b="T11"/>
            <a:pathLst>
              <a:path w="6084724" h="627714">
                <a:moveTo>
                  <a:pt x="6076952" y="627714"/>
                </a:moveTo>
                <a:lnTo>
                  <a:pt x="0" y="627714"/>
                </a:lnTo>
                <a:lnTo>
                  <a:pt x="4552423" y="0"/>
                </a:lnTo>
                <a:lnTo>
                  <a:pt x="6084724" y="611950"/>
                </a:lnTo>
                <a:close/>
              </a:path>
            </a:pathLst>
          </a:custGeom>
          <a:solidFill>
            <a:schemeClr val="accent3"/>
          </a:solidFill>
          <a:ln>
            <a:noFill/>
          </a:ln>
        </p:spPr>
        <p:txBody>
          <a:bodyPr anchor="ctr"/>
          <a:lstStyle/>
          <a:p>
            <a:pPr>
              <a:defRPr/>
            </a:pPr>
            <a:endParaRPr lang="zh-CN" alt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advTm="0">
        <p15:prstTrans prst="curtains"/>
      </p:transition>
    </mc:Choice>
    <mc:Fallback xmlns="">
      <p:transition spd="slow" advTm="0">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02102"/>
</p:tagLst>
</file>

<file path=ppt/tags/tag2.xml><?xml version="1.0" encoding="utf-8"?>
<p:tagLst xmlns:a="http://schemas.openxmlformats.org/drawingml/2006/main" xmlns:r="http://schemas.openxmlformats.org/officeDocument/2006/relationships" xmlns:p="http://schemas.openxmlformats.org/presentationml/2006/main">
  <p:tag name="SELECTED" val="True"/>
</p:tagLst>
</file>

<file path=ppt/theme/theme1.xml><?xml version="1.0" encoding="utf-8"?>
<a:theme xmlns:a="http://schemas.openxmlformats.org/drawingml/2006/main" name="Office 主题">
  <a:themeElements>
    <a:clrScheme name="我的主题色">
      <a:dk1>
        <a:srgbClr val="393939"/>
      </a:dk1>
      <a:lt1>
        <a:srgbClr val="FFFFFF"/>
      </a:lt1>
      <a:dk2>
        <a:srgbClr val="2A2A2A"/>
      </a:dk2>
      <a:lt2>
        <a:srgbClr val="242424"/>
      </a:lt2>
      <a:accent1>
        <a:srgbClr val="0070C0"/>
      </a:accent1>
      <a:accent2>
        <a:srgbClr val="00B0F0"/>
      </a:accent2>
      <a:accent3>
        <a:srgbClr val="0070C0"/>
      </a:accent3>
      <a:accent4>
        <a:srgbClr val="00B0F0"/>
      </a:accent4>
      <a:accent5>
        <a:srgbClr val="0070C0"/>
      </a:accent5>
      <a:accent6>
        <a:srgbClr val="00B0F0"/>
      </a:accent6>
      <a:hlink>
        <a:srgbClr val="47BCA1"/>
      </a:hlink>
      <a:folHlink>
        <a:srgbClr val="FA8D78"/>
      </a:folHlink>
    </a:clrScheme>
    <a:fontScheme name="Office 主题">
      <a:majorFont>
        <a:latin typeface="Calibri Light"/>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 typeface="Arial" pitchFamily="34" charset="0"/>
          <a:buNone/>
          <a:tabLst/>
          <a:defRPr kumimoji="0" lang="zh-CN" sz="1800" b="0" i="0" u="none" strike="noStrike" cap="none" normalizeH="0" baseline="0" smtClean="0">
            <a:ln>
              <a:noFill/>
            </a:ln>
            <a:solidFill>
              <a:schemeClr val="tx1"/>
            </a:solidFill>
            <a:effectLst/>
            <a:latin typeface="Arial" pitchFamily="34" charset="0"/>
            <a:ea typeface="宋体"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FFFFFF"/>
        </a:hlink>
        <a:folHlink>
          <a:srgbClr val="00B0F0"/>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177</TotalTime>
  <Pages>0</Pages>
  <Words>2677</Words>
  <Characters>0</Characters>
  <Application>Microsoft Office PowerPoint</Application>
  <DocSecurity>0</DocSecurity>
  <PresentationFormat>宽屏</PresentationFormat>
  <Lines>0</Lines>
  <Paragraphs>361</Paragraphs>
  <Slides>29</Slides>
  <Notes>29</Notes>
  <HiddenSlides>0</HiddenSlides>
  <MMClips>1</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29</vt:i4>
      </vt:variant>
    </vt:vector>
  </HeadingPairs>
  <TitlesOfParts>
    <vt:vector size="40" baseType="lpstr">
      <vt:lpstr>Open Sans</vt:lpstr>
      <vt:lpstr>方正姚体</vt:lpstr>
      <vt:lpstr>方正综艺简体</vt:lpstr>
      <vt:lpstr>华文黑体</vt:lpstr>
      <vt:lpstr>宋体</vt:lpstr>
      <vt:lpstr>微软雅黑</vt:lpstr>
      <vt:lpstr>Arial</vt:lpstr>
      <vt:lpstr>Calibri</vt:lpstr>
      <vt:lpstr>Calibri Light</vt:lpstr>
      <vt:lpstr>Impact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CharactersWithSpaces>0</CharactersWithSpaces>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熊猫办公PPT</dc:title>
  <dc:creator>熊猫办公</dc:creator>
  <cp:keywords>www.tukuppt.com</cp:keywords>
  <cp:lastModifiedBy>LP</cp:lastModifiedBy>
  <cp:revision>5</cp:revision>
  <dcterms:created xsi:type="dcterms:W3CDTF">2014-08-07T04:10:00Z</dcterms:created>
  <dcterms:modified xsi:type="dcterms:W3CDTF">2022-11-07T01:46:14Z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2052-9.1.0.4866</vt:lpwstr>
  </property>
</Properties>
</file>