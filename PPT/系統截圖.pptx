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41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852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479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59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5391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253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80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445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410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13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613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F8E8A-F0AF-4977-AC02-6A8FD09A6FBA}" type="datetimeFigureOut">
              <a:rPr lang="zh-TW" altLang="en-US" smtClean="0"/>
              <a:t>2023/2/23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2E3EB-1B7C-4A2B-88BF-082EE9FF33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92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37" y="1385180"/>
            <a:ext cx="9810802" cy="539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0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8303" y="-472032"/>
            <a:ext cx="18128605" cy="780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6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7803" y="-791164"/>
            <a:ext cx="17947605" cy="844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59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258"/>
            <a:ext cx="12192000" cy="563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892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72" y="973988"/>
            <a:ext cx="11407366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18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4487" y="-738769"/>
            <a:ext cx="18080973" cy="83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7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82566" y="-1015033"/>
            <a:ext cx="17957131" cy="888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48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64" y="1081454"/>
            <a:ext cx="5925377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16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67" y="271022"/>
            <a:ext cx="8526065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77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Office PowerPoint</Application>
  <PresentationFormat>寬螢幕</PresentationFormat>
  <Paragraphs>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Foxconn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song</dc:creator>
  <cp:lastModifiedBy>song</cp:lastModifiedBy>
  <cp:revision>7</cp:revision>
  <dcterms:created xsi:type="dcterms:W3CDTF">2023-02-23T06:34:20Z</dcterms:created>
  <dcterms:modified xsi:type="dcterms:W3CDTF">2023-02-23T07:49:06Z</dcterms:modified>
</cp:coreProperties>
</file>