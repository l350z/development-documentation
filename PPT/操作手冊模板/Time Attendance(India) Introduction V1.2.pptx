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85"/>
  </p:notesMasterIdLst>
  <p:sldIdLst>
    <p:sldId id="2147377270" r:id="rId5"/>
    <p:sldId id="2147377271" r:id="rId6"/>
    <p:sldId id="2147377308" r:id="rId7"/>
    <p:sldId id="2147377303" r:id="rId8"/>
    <p:sldId id="2147377311" r:id="rId9"/>
    <p:sldId id="2147377312" r:id="rId10"/>
    <p:sldId id="2147377313" r:id="rId11"/>
    <p:sldId id="2147377314" r:id="rId12"/>
    <p:sldId id="2147377310" r:id="rId13"/>
    <p:sldId id="2147377316" r:id="rId14"/>
    <p:sldId id="2147377317" r:id="rId15"/>
    <p:sldId id="2147377318" r:id="rId16"/>
    <p:sldId id="2147377315" r:id="rId17"/>
    <p:sldId id="2147377319" r:id="rId18"/>
    <p:sldId id="2147377321" r:id="rId19"/>
    <p:sldId id="2147377320" r:id="rId20"/>
    <p:sldId id="2147377322" r:id="rId21"/>
    <p:sldId id="2147377323" r:id="rId22"/>
    <p:sldId id="2147377324" r:id="rId23"/>
    <p:sldId id="2147377325" r:id="rId24"/>
    <p:sldId id="2147377326" r:id="rId25"/>
    <p:sldId id="2147377328" r:id="rId26"/>
    <p:sldId id="2147377327" r:id="rId27"/>
    <p:sldId id="2147377330" r:id="rId28"/>
    <p:sldId id="2147377331" r:id="rId29"/>
    <p:sldId id="2147377332" r:id="rId30"/>
    <p:sldId id="2147377333" r:id="rId31"/>
    <p:sldId id="2147377334" r:id="rId32"/>
    <p:sldId id="2147377335" r:id="rId33"/>
    <p:sldId id="2147377336" r:id="rId34"/>
    <p:sldId id="2147377337" r:id="rId35"/>
    <p:sldId id="2147377329" r:id="rId36"/>
    <p:sldId id="2147377338" r:id="rId37"/>
    <p:sldId id="2147377339" r:id="rId38"/>
    <p:sldId id="2147377340" r:id="rId39"/>
    <p:sldId id="2147377341" r:id="rId40"/>
    <p:sldId id="2147377342" r:id="rId41"/>
    <p:sldId id="2147377344" r:id="rId42"/>
    <p:sldId id="2147377346" r:id="rId43"/>
    <p:sldId id="2147377345" r:id="rId44"/>
    <p:sldId id="2147377349" r:id="rId45"/>
    <p:sldId id="2147377347" r:id="rId46"/>
    <p:sldId id="2147377348" r:id="rId47"/>
    <p:sldId id="2147377350" r:id="rId48"/>
    <p:sldId id="2147377351" r:id="rId49"/>
    <p:sldId id="2147377352" r:id="rId50"/>
    <p:sldId id="2147377353" r:id="rId51"/>
    <p:sldId id="2147377355" r:id="rId52"/>
    <p:sldId id="2147377354" r:id="rId53"/>
    <p:sldId id="2147377356" r:id="rId54"/>
    <p:sldId id="2147377359" r:id="rId55"/>
    <p:sldId id="2147377360" r:id="rId56"/>
    <p:sldId id="2147377362" r:id="rId57"/>
    <p:sldId id="2147377363" r:id="rId58"/>
    <p:sldId id="2147377364" r:id="rId59"/>
    <p:sldId id="2147377365" r:id="rId60"/>
    <p:sldId id="2147377366" r:id="rId61"/>
    <p:sldId id="2147377367" r:id="rId62"/>
    <p:sldId id="2147377368" r:id="rId63"/>
    <p:sldId id="2147377369" r:id="rId64"/>
    <p:sldId id="2147377361" r:id="rId65"/>
    <p:sldId id="2147377370" r:id="rId66"/>
    <p:sldId id="2147377371" r:id="rId67"/>
    <p:sldId id="2147377372" r:id="rId68"/>
    <p:sldId id="2147377373" r:id="rId69"/>
    <p:sldId id="2147377375" r:id="rId70"/>
    <p:sldId id="2147377374" r:id="rId71"/>
    <p:sldId id="2147377376" r:id="rId72"/>
    <p:sldId id="2147377377" r:id="rId73"/>
    <p:sldId id="2147377378" r:id="rId74"/>
    <p:sldId id="2147377358" r:id="rId75"/>
    <p:sldId id="2147377380" r:id="rId76"/>
    <p:sldId id="2147377379" r:id="rId77"/>
    <p:sldId id="2147377381" r:id="rId78"/>
    <p:sldId id="2147377382" r:id="rId79"/>
    <p:sldId id="2147377383" r:id="rId80"/>
    <p:sldId id="2147377384" r:id="rId81"/>
    <p:sldId id="2147377385" r:id="rId82"/>
    <p:sldId id="2147377386" r:id="rId83"/>
    <p:sldId id="2147377274" r:id="rId8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1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C9900"/>
    <a:srgbClr val="FFFFCC"/>
    <a:srgbClr val="EAF7DF"/>
    <a:srgbClr val="37B8B9"/>
    <a:srgbClr val="F6EDE1"/>
    <a:srgbClr val="FBD67E"/>
    <a:srgbClr val="F04134"/>
    <a:srgbClr val="6DD4DD"/>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707" autoAdjust="0"/>
    <p:restoredTop sz="93946" autoAdjust="0"/>
  </p:normalViewPr>
  <p:slideViewPr>
    <p:cSldViewPr snapToGrid="0" snapToObjects="1">
      <p:cViewPr varScale="1">
        <p:scale>
          <a:sx n="111" d="100"/>
          <a:sy n="111" d="100"/>
        </p:scale>
        <p:origin x="240" y="114"/>
      </p:cViewPr>
      <p:guideLst>
        <p:guide orient="horz" pos="2160"/>
        <p:guide pos="3817"/>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97" d="100"/>
          <a:sy n="97" d="100"/>
        </p:scale>
        <p:origin x="3120" y="20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image" Target="../media/image5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B9B53B-620E-3D4A-87BE-77D1486708AD}" type="datetimeFigureOut">
              <a:rPr kumimoji="1" lang="zh-TW" altLang="en-US" smtClean="0"/>
              <a:t>2025/3/5</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A22C8B-D4FA-6746-A76A-77494DE74EA8}" type="slidenum">
              <a:rPr kumimoji="1" lang="zh-TW" altLang="en-US" smtClean="0"/>
              <a:t>‹#›</a:t>
            </a:fld>
            <a:endParaRPr kumimoji="1"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lnSpc>
                <a:spcPct val="150000"/>
              </a:lnSpc>
              <a:buFont typeface="Wingdings" panose="05000000000000000000" pitchFamily="2" charset="2"/>
              <a:buNone/>
            </a:pPr>
            <a:r>
              <a:rPr kumimoji="1" lang="zh-CN" altLang="en-US" b="1" spc="104" dirty="0" smtClean="0">
                <a:solidFill>
                  <a:schemeClr val="bg1"/>
                </a:solidFill>
                <a:latin typeface="微軟正黑體" panose="020B0604030504040204" pitchFamily="34" charset="-120"/>
                <a:ea typeface="微軟正黑體" panose="020B0604030504040204" pitchFamily="34" charset="-120"/>
              </a:rPr>
              <a:t>大家好，接下来我开始为您介绍考勤系统。本课程适用于人资用户和</a:t>
            </a:r>
            <a:r>
              <a:rPr kumimoji="1" lang="en-US" altLang="zh-CN" b="1" spc="104" dirty="0" smtClean="0">
                <a:solidFill>
                  <a:schemeClr val="bg1"/>
                </a:solidFill>
                <a:latin typeface="微軟正黑體" panose="020B0604030504040204" pitchFamily="34" charset="-120"/>
                <a:ea typeface="微軟正黑體" panose="020B0604030504040204" pitchFamily="34" charset="-120"/>
              </a:rPr>
              <a:t>IT</a:t>
            </a:r>
            <a:r>
              <a:rPr kumimoji="1" lang="zh-CN" altLang="en-US" b="1" spc="104" dirty="0" smtClean="0">
                <a:solidFill>
                  <a:schemeClr val="bg1"/>
                </a:solidFill>
                <a:latin typeface="微軟正黑體" panose="020B0604030504040204" pitchFamily="34" charset="-120"/>
                <a:ea typeface="微軟正黑體" panose="020B0604030504040204" pitchFamily="34" charset="-120"/>
              </a:rPr>
              <a:t>维护人员。</a:t>
            </a:r>
            <a:endParaRPr kumimoji="1" lang="en-US" altLang="zh-CN" b="1" spc="104" dirty="0" smtClean="0">
              <a:solidFill>
                <a:schemeClr val="bg1"/>
              </a:solidFill>
              <a:latin typeface="微軟正黑體" panose="020B0604030504040204" pitchFamily="34" charset="-120"/>
              <a:ea typeface="微軟正黑體" panose="020B0604030504040204" pitchFamily="34" charset="-120"/>
            </a:endParaRPr>
          </a:p>
          <a:p>
            <a:pPr marL="0" indent="0">
              <a:lnSpc>
                <a:spcPct val="150000"/>
              </a:lnSpc>
              <a:buFont typeface="Wingdings" panose="05000000000000000000" pitchFamily="2" charset="2"/>
              <a:buNone/>
            </a:pPr>
            <a:r>
              <a:rPr kumimoji="1" lang="en-US" altLang="zh-CN" b="1" spc="104" dirty="0" smtClean="0">
                <a:solidFill>
                  <a:schemeClr val="bg1"/>
                </a:solidFill>
                <a:latin typeface="微軟正黑體" panose="020B0604030504040204" pitchFamily="34" charset="-120"/>
                <a:ea typeface="微軟正黑體" panose="020B0604030504040204" pitchFamily="34" charset="-120"/>
              </a:rPr>
              <a:t>Hello, I start to introduce</a:t>
            </a:r>
            <a:r>
              <a:rPr kumimoji="1" lang="en-US" altLang="zh-CN" b="1" spc="104" baseline="0" dirty="0" smtClean="0">
                <a:solidFill>
                  <a:schemeClr val="bg1"/>
                </a:solidFill>
                <a:latin typeface="微軟正黑體" panose="020B0604030504040204" pitchFamily="34" charset="-120"/>
                <a:ea typeface="微軟正黑體" panose="020B0604030504040204" pitchFamily="34" charset="-120"/>
              </a:rPr>
              <a:t> the Time Attendance system for you. </a:t>
            </a:r>
          </a:p>
          <a:p>
            <a:pPr marL="0" indent="0">
              <a:lnSpc>
                <a:spcPct val="150000"/>
              </a:lnSpc>
              <a:buFont typeface="Wingdings" panose="05000000000000000000" pitchFamily="2" charset="2"/>
              <a:buNone/>
            </a:pPr>
            <a:r>
              <a:rPr kumimoji="1" lang="en-US" altLang="zh-CN" b="1" spc="104" baseline="0" dirty="0" smtClean="0">
                <a:solidFill>
                  <a:schemeClr val="bg1"/>
                </a:solidFill>
                <a:latin typeface="微軟正黑體" panose="020B0604030504040204" pitchFamily="34" charset="-120"/>
                <a:ea typeface="微軟正黑體" panose="020B0604030504040204" pitchFamily="34" charset="-120"/>
              </a:rPr>
              <a:t>This class is suitable for HR users and IT maintainer.</a:t>
            </a:r>
            <a:endParaRPr kumimoji="1" lang="zh-TW" altLang="en-US" b="1" spc="104" dirty="0">
              <a:solidFill>
                <a:schemeClr val="bg1"/>
              </a:solidFill>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0CC0CC-13C6-4CBF-B31C-E993F1DC339E}"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2837613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CN" altLang="en-US" dirty="0" smtClean="0"/>
              <a:t>首先我们会对系统做一个整体的说明，然后介绍身份认证、授权、组织、员工，在然后是系统的核心数据，包括排班、刷卡记录、缺勤、请假、加班等内容，最后是报表、电子签核和个人服务功能。</a:t>
            </a:r>
            <a:endParaRPr lang="en-US" altLang="zh-CN" dirty="0" smtClean="0"/>
          </a:p>
          <a:p>
            <a:r>
              <a:rPr lang="en-US" altLang="zh-TW" dirty="0" smtClean="0"/>
              <a:t>First, we will give an overview of the system, then introduce identity authentication, authorization, organization, employees, and then the core data of the system, including scheduling, card swiping records, absences, leave, overtime, etc., and finally reports, electronic signatures and personal service functions.</a:t>
            </a:r>
            <a:endParaRPr lang="zh-TW" altLang="en-US" dirty="0"/>
          </a:p>
        </p:txBody>
      </p:sp>
      <p:sp>
        <p:nvSpPr>
          <p:cNvPr id="4" name="投影片編號版面配置區 3"/>
          <p:cNvSpPr>
            <a:spLocks noGrp="1"/>
          </p:cNvSpPr>
          <p:nvPr>
            <p:ph type="sldNum" sz="quarter" idx="10"/>
          </p:nvPr>
        </p:nvSpPr>
        <p:spPr/>
        <p:txBody>
          <a:bodyPr/>
          <a:lstStyle/>
          <a:p>
            <a:fld id="{BAA22C8B-D4FA-6746-A76A-77494DE74EA8}" type="slidenum">
              <a:rPr kumimoji="1" lang="zh-TW" altLang="en-US" smtClean="0"/>
              <a:t>2</a:t>
            </a:fld>
            <a:endParaRPr kumimoji="1" lang="zh-TW" altLang="en-US"/>
          </a:p>
        </p:txBody>
      </p:sp>
    </p:spTree>
    <p:extLst>
      <p:ext uri="{BB962C8B-B14F-4D97-AF65-F5344CB8AC3E}">
        <p14:creationId xmlns:p14="http://schemas.microsoft.com/office/powerpoint/2010/main" val="18982811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CN" altLang="en-US" dirty="0" smtClean="0"/>
              <a:t>整体说明主要包括系统优势、功能结构和数据处理的一般过程。</a:t>
            </a:r>
            <a:endParaRPr lang="en-US" altLang="zh-CN" dirty="0" smtClean="0"/>
          </a:p>
          <a:p>
            <a:r>
              <a:rPr lang="en-US" altLang="zh-TW" sz="1200" b="0" i="0" kern="1200" dirty="0" smtClean="0">
                <a:solidFill>
                  <a:schemeClr val="tx1"/>
                </a:solidFill>
                <a:effectLst/>
                <a:latin typeface="+mn-lt"/>
                <a:ea typeface="+mn-ea"/>
                <a:cs typeface="+mn-cs"/>
              </a:rPr>
              <a:t>The over</a:t>
            </a:r>
            <a:r>
              <a:rPr lang="en-US" altLang="zh-CN" sz="1200" b="0" i="0" kern="1200" dirty="0" smtClean="0">
                <a:solidFill>
                  <a:schemeClr val="tx1"/>
                </a:solidFill>
                <a:effectLst/>
                <a:latin typeface="+mn-lt"/>
                <a:ea typeface="+mn-ea"/>
                <a:cs typeface="+mn-cs"/>
              </a:rPr>
              <a:t>view</a:t>
            </a:r>
            <a:r>
              <a:rPr lang="en-US" altLang="zh-TW" sz="1200" b="0" i="0" kern="1200" dirty="0" smtClean="0">
                <a:solidFill>
                  <a:schemeClr val="tx1"/>
                </a:solidFill>
                <a:effectLst/>
                <a:latin typeface="+mn-lt"/>
                <a:ea typeface="+mn-ea"/>
                <a:cs typeface="+mn-cs"/>
              </a:rPr>
              <a:t> mainly includes system advantages, functional structure and general process of data processing.</a:t>
            </a:r>
          </a:p>
          <a:p>
            <a:endParaRPr lang="zh-TW" altLang="en-US" dirty="0"/>
          </a:p>
        </p:txBody>
      </p:sp>
      <p:sp>
        <p:nvSpPr>
          <p:cNvPr id="4" name="投影片編號版面配置區 3"/>
          <p:cNvSpPr>
            <a:spLocks noGrp="1"/>
          </p:cNvSpPr>
          <p:nvPr>
            <p:ph type="sldNum" sz="quarter" idx="10"/>
          </p:nvPr>
        </p:nvSpPr>
        <p:spPr/>
        <p:txBody>
          <a:bodyPr/>
          <a:lstStyle/>
          <a:p>
            <a:fld id="{BAA22C8B-D4FA-6746-A76A-77494DE74EA8}" type="slidenum">
              <a:rPr kumimoji="1" lang="zh-TW" altLang="en-US" smtClean="0"/>
              <a:t>3</a:t>
            </a:fld>
            <a:endParaRPr kumimoji="1" lang="zh-TW" altLang="en-US"/>
          </a:p>
        </p:txBody>
      </p:sp>
    </p:spTree>
    <p:extLst>
      <p:ext uri="{BB962C8B-B14F-4D97-AF65-F5344CB8AC3E}">
        <p14:creationId xmlns:p14="http://schemas.microsoft.com/office/powerpoint/2010/main" val="3250172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lnSpc>
                <a:spcPct val="150000"/>
              </a:lnSpc>
              <a:buFont typeface="Wingdings" panose="05000000000000000000" pitchFamily="2" charset="2"/>
              <a:buNone/>
            </a:pPr>
            <a:r>
              <a:rPr kumimoji="1" lang="zh-CN" altLang="en-US" b="1" spc="104" baseline="0" dirty="0" smtClean="0">
                <a:solidFill>
                  <a:schemeClr val="bg1"/>
                </a:solidFill>
                <a:latin typeface="微軟正黑體" panose="020B0604030504040204" pitchFamily="34" charset="-120"/>
                <a:ea typeface="微軟正黑體" panose="020B0604030504040204" pitchFamily="34" charset="-120"/>
              </a:rPr>
              <a:t>这个系统基于中国和越南厂区相同的框架设计，并依据印度法律法规做了定制化。</a:t>
            </a:r>
            <a:endParaRPr kumimoji="1" lang="en-US" altLang="zh-CN" b="1" spc="104" baseline="0" dirty="0" smtClean="0">
              <a:solidFill>
                <a:schemeClr val="bg1"/>
              </a:solidFill>
              <a:latin typeface="微軟正黑體" panose="020B0604030504040204" pitchFamily="34" charset="-120"/>
              <a:ea typeface="微軟正黑體" panose="020B0604030504040204" pitchFamily="34" charset="-120"/>
            </a:endParaRPr>
          </a:p>
          <a:p>
            <a:pPr marL="0" indent="0">
              <a:lnSpc>
                <a:spcPct val="150000"/>
              </a:lnSpc>
              <a:buFont typeface="Wingdings" panose="05000000000000000000" pitchFamily="2" charset="2"/>
              <a:buNone/>
            </a:pPr>
            <a:r>
              <a:rPr kumimoji="1" lang="zh-CN" altLang="en-US" b="1" spc="104" baseline="0" dirty="0" smtClean="0">
                <a:solidFill>
                  <a:schemeClr val="bg1"/>
                </a:solidFill>
                <a:latin typeface="微軟正黑體" panose="020B0604030504040204" pitchFamily="34" charset="-120"/>
                <a:ea typeface="微軟正黑體" panose="020B0604030504040204" pitchFamily="34" charset="-120"/>
              </a:rPr>
              <a:t>首先，它是一个网站应用，无需安装，并同时支持英文和中文。它提供了跨平台的电子审批功能。</a:t>
            </a:r>
            <a:endParaRPr kumimoji="1" lang="en-US" altLang="zh-CN" b="1" spc="104" baseline="0" dirty="0" smtClean="0">
              <a:solidFill>
                <a:schemeClr val="bg1"/>
              </a:solidFill>
              <a:latin typeface="微軟正黑體" panose="020B0604030504040204" pitchFamily="34" charset="-120"/>
              <a:ea typeface="微軟正黑體" panose="020B0604030504040204" pitchFamily="34" charset="-120"/>
            </a:endParaRPr>
          </a:p>
          <a:p>
            <a:pPr marL="0" indent="0">
              <a:lnSpc>
                <a:spcPct val="150000"/>
              </a:lnSpc>
              <a:buFont typeface="Wingdings" panose="05000000000000000000" pitchFamily="2" charset="2"/>
              <a:buNone/>
            </a:pPr>
            <a:r>
              <a:rPr kumimoji="1" lang="zh-CN" altLang="en-US" b="1" spc="104" baseline="0" dirty="0" smtClean="0">
                <a:solidFill>
                  <a:schemeClr val="bg1"/>
                </a:solidFill>
                <a:latin typeface="微軟正黑體" panose="020B0604030504040204" pitchFamily="34" charset="-120"/>
                <a:ea typeface="微軟正黑體" panose="020B0604030504040204" pitchFamily="34" charset="-120"/>
              </a:rPr>
              <a:t>其次，系统与多个相关系统进行了整合，包括生物识别设备、人事管理系统，组织管理系统，</a:t>
            </a:r>
            <a:r>
              <a:rPr kumimoji="1" lang="en-US" altLang="zh-CN" b="1" spc="104" baseline="0" dirty="0" smtClean="0">
                <a:solidFill>
                  <a:schemeClr val="bg1"/>
                </a:solidFill>
                <a:latin typeface="微軟正黑體" panose="020B0604030504040204" pitchFamily="34" charset="-120"/>
                <a:ea typeface="微軟正黑體" panose="020B0604030504040204" pitchFamily="34" charset="-120"/>
              </a:rPr>
              <a:t>FIH</a:t>
            </a:r>
            <a:r>
              <a:rPr kumimoji="1" lang="zh-CN" altLang="en-US" b="1" spc="104" baseline="0" dirty="0" smtClean="0">
                <a:solidFill>
                  <a:schemeClr val="bg1"/>
                </a:solidFill>
                <a:latin typeface="微軟正黑體" panose="020B0604030504040204" pitchFamily="34" charset="-120"/>
                <a:ea typeface="微軟正黑體" panose="020B0604030504040204" pitchFamily="34" charset="-120"/>
              </a:rPr>
              <a:t>工作流引擎和入口，单点登录等。</a:t>
            </a:r>
            <a:endParaRPr kumimoji="1" lang="en-US" altLang="zh-CN" b="1" spc="104" baseline="0" dirty="0" smtClean="0">
              <a:solidFill>
                <a:schemeClr val="bg1"/>
              </a:solidFill>
              <a:latin typeface="微軟正黑體" panose="020B0604030504040204" pitchFamily="34" charset="-120"/>
              <a:ea typeface="微軟正黑體" panose="020B0604030504040204" pitchFamily="34" charset="-120"/>
            </a:endParaRPr>
          </a:p>
          <a:p>
            <a:pPr marL="0" indent="0">
              <a:lnSpc>
                <a:spcPct val="150000"/>
              </a:lnSpc>
              <a:buFont typeface="Wingdings" panose="05000000000000000000" pitchFamily="2" charset="2"/>
              <a:buNone/>
            </a:pPr>
            <a:r>
              <a:rPr kumimoji="1" lang="zh-CN" altLang="en-US" b="1" spc="104" baseline="0" dirty="0" smtClean="0">
                <a:solidFill>
                  <a:schemeClr val="bg1"/>
                </a:solidFill>
                <a:latin typeface="微軟正黑體" panose="020B0604030504040204" pitchFamily="34" charset="-120"/>
                <a:ea typeface="微軟正黑體" panose="020B0604030504040204" pitchFamily="34" charset="-120"/>
              </a:rPr>
              <a:t>在功能方面，系统主要采用</a:t>
            </a:r>
            <a:r>
              <a:rPr kumimoji="1" lang="en-US" altLang="zh-CN" b="1" spc="104" baseline="0" dirty="0" smtClean="0">
                <a:solidFill>
                  <a:schemeClr val="bg1"/>
                </a:solidFill>
                <a:latin typeface="微軟正黑體" panose="020B0604030504040204" pitchFamily="34" charset="-120"/>
                <a:ea typeface="微軟正黑體" panose="020B0604030504040204" pitchFamily="34" charset="-120"/>
              </a:rPr>
              <a:t>EXCEL</a:t>
            </a:r>
            <a:r>
              <a:rPr kumimoji="1" lang="zh-CN" altLang="en-US" b="1" spc="104" baseline="0" dirty="0" smtClean="0">
                <a:solidFill>
                  <a:schemeClr val="bg1"/>
                </a:solidFill>
                <a:latin typeface="微軟正黑體" panose="020B0604030504040204" pitchFamily="34" charset="-120"/>
                <a:ea typeface="微軟正黑體" panose="020B0604030504040204" pitchFamily="34" charset="-120"/>
              </a:rPr>
              <a:t>批量导入方式添加数据，这可以方便大数据量操作。系统自动判断打卡记录时上班还是下班。系统支持员工在部门间临时移动。系统提供安全管控和用户操作的跟踪。</a:t>
            </a:r>
            <a:endParaRPr kumimoji="1" lang="en-US" altLang="zh-CN" b="1" spc="104" baseline="0" dirty="0" smtClean="0">
              <a:solidFill>
                <a:schemeClr val="bg1"/>
              </a:solidFill>
              <a:latin typeface="微軟正黑體" panose="020B0604030504040204" pitchFamily="34" charset="-120"/>
              <a:ea typeface="微軟正黑體" panose="020B0604030504040204" pitchFamily="34" charset="-120"/>
            </a:endParaRPr>
          </a:p>
          <a:p>
            <a:pPr marL="0" indent="0">
              <a:lnSpc>
                <a:spcPct val="150000"/>
              </a:lnSpc>
              <a:buFont typeface="Wingdings" panose="05000000000000000000" pitchFamily="2" charset="2"/>
              <a:buNone/>
            </a:pPr>
            <a:r>
              <a:rPr kumimoji="1" lang="zh-CN" altLang="en-US" b="1" spc="104" baseline="0" dirty="0" smtClean="0">
                <a:solidFill>
                  <a:schemeClr val="bg1"/>
                </a:solidFill>
                <a:latin typeface="微軟正黑體" panose="020B0604030504040204" pitchFamily="34" charset="-120"/>
                <a:ea typeface="微軟正黑體" panose="020B0604030504040204" pitchFamily="34" charset="-120"/>
              </a:rPr>
              <a:t>为了提升效率，系统自动根据原始数据判定缺勤，自动计算加班和工时，自动根据班次模式对员工进行排班。系统也将工作按照角色进行分解，分摊工作负荷。</a:t>
            </a:r>
            <a:endParaRPr kumimoji="1" lang="en-US" altLang="zh-CN" b="1" spc="104" baseline="0" dirty="0" smtClean="0">
              <a:solidFill>
                <a:schemeClr val="bg1"/>
              </a:solidFill>
              <a:latin typeface="微軟正黑體" panose="020B0604030504040204" pitchFamily="34" charset="-120"/>
              <a:ea typeface="微軟正黑體" panose="020B0604030504040204" pitchFamily="34" charset="-120"/>
            </a:endParaRPr>
          </a:p>
          <a:p>
            <a:pPr marL="0" indent="0">
              <a:lnSpc>
                <a:spcPct val="150000"/>
              </a:lnSpc>
              <a:buFont typeface="Wingdings" panose="05000000000000000000" pitchFamily="2" charset="2"/>
              <a:buNone/>
            </a:pPr>
            <a:endParaRPr kumimoji="1" lang="en-US" altLang="zh-CN" b="1" spc="104" baseline="0" dirty="0" smtClean="0">
              <a:solidFill>
                <a:schemeClr val="bg1"/>
              </a:solidFill>
              <a:latin typeface="微軟正黑體" panose="020B0604030504040204" pitchFamily="34" charset="-120"/>
              <a:ea typeface="微軟正黑體" panose="020B0604030504040204" pitchFamily="34" charset="-120"/>
            </a:endParaRPr>
          </a:p>
          <a:p>
            <a:pPr marL="0" indent="0">
              <a:lnSpc>
                <a:spcPct val="150000"/>
              </a:lnSpc>
              <a:buFont typeface="Wingdings" panose="05000000000000000000" pitchFamily="2" charset="2"/>
              <a:buNone/>
            </a:pPr>
            <a:r>
              <a:rPr lang="en-US" altLang="zh-TW" dirty="0" smtClean="0"/>
              <a:t>The system is based on the same framework design as the China and Vietnam sites, and is customized according to Indian laws and regulations. </a:t>
            </a:r>
          </a:p>
          <a:p>
            <a:pPr marL="0" indent="0">
              <a:lnSpc>
                <a:spcPct val="150000"/>
              </a:lnSpc>
              <a:buFont typeface="Wingdings" panose="05000000000000000000" pitchFamily="2" charset="2"/>
              <a:buNone/>
            </a:pPr>
            <a:r>
              <a:rPr lang="en-US" altLang="zh-CN" dirty="0" smtClean="0"/>
              <a:t>It </a:t>
            </a:r>
            <a:r>
              <a:rPr lang="en-US" altLang="zh-TW" dirty="0" smtClean="0"/>
              <a:t>is a website application that does not require installation and supports both English and Chinese.</a:t>
            </a:r>
          </a:p>
          <a:p>
            <a:pPr marL="0" indent="0">
              <a:lnSpc>
                <a:spcPct val="150000"/>
              </a:lnSpc>
              <a:buFont typeface="Wingdings" panose="05000000000000000000" pitchFamily="2" charset="2"/>
              <a:buNone/>
            </a:pPr>
            <a:r>
              <a:rPr lang="en-US" altLang="zh-TW" dirty="0" smtClean="0"/>
              <a:t>It provides cross-platform e-approval functions. Second, the system is integrated with multiple related systems, </a:t>
            </a:r>
          </a:p>
          <a:p>
            <a:pPr marL="0" indent="0">
              <a:lnSpc>
                <a:spcPct val="150000"/>
              </a:lnSpc>
              <a:buFont typeface="Wingdings" panose="05000000000000000000" pitchFamily="2" charset="2"/>
              <a:buNone/>
            </a:pPr>
            <a:r>
              <a:rPr lang="en-US" altLang="zh-TW" dirty="0" smtClean="0"/>
              <a:t>including biometric devices, personnel management systems, organizational management systems, FIH workflow engines and portal, single sign-on, etc.</a:t>
            </a:r>
          </a:p>
          <a:p>
            <a:pPr marL="0" indent="0">
              <a:lnSpc>
                <a:spcPct val="150000"/>
              </a:lnSpc>
              <a:buFont typeface="Wingdings" panose="05000000000000000000" pitchFamily="2" charset="2"/>
              <a:buNone/>
            </a:pPr>
            <a:r>
              <a:rPr lang="en-US" altLang="zh-TW" dirty="0" smtClean="0">
                <a:effectLst/>
              </a:rPr>
              <a:t>In functions, the system mainly uses EXCEL batch import to add data, which can facilitate large-scale data operations. </a:t>
            </a:r>
          </a:p>
          <a:p>
            <a:pPr marL="0" indent="0">
              <a:lnSpc>
                <a:spcPct val="150000"/>
              </a:lnSpc>
              <a:buFont typeface="Wingdings" panose="05000000000000000000" pitchFamily="2" charset="2"/>
              <a:buNone/>
            </a:pPr>
            <a:r>
              <a:rPr lang="en-US" altLang="zh-TW" dirty="0" smtClean="0">
                <a:effectLst/>
              </a:rPr>
              <a:t>The system automatically determines clock record is punching in or out. </a:t>
            </a:r>
          </a:p>
          <a:p>
            <a:pPr marL="0" indent="0">
              <a:lnSpc>
                <a:spcPct val="150000"/>
              </a:lnSpc>
              <a:buFont typeface="Wingdings" panose="05000000000000000000" pitchFamily="2" charset="2"/>
              <a:buNone/>
            </a:pPr>
            <a:r>
              <a:rPr lang="en-US" altLang="zh-TW" dirty="0" smtClean="0">
                <a:effectLst/>
              </a:rPr>
              <a:t>The system supports temporary movement of employees between departments. </a:t>
            </a:r>
          </a:p>
          <a:p>
            <a:pPr marL="0" indent="0">
              <a:lnSpc>
                <a:spcPct val="150000"/>
              </a:lnSpc>
              <a:buFont typeface="Wingdings" panose="05000000000000000000" pitchFamily="2" charset="2"/>
              <a:buNone/>
            </a:pPr>
            <a:r>
              <a:rPr lang="en-US" altLang="zh-TW" dirty="0" smtClean="0">
                <a:effectLst/>
              </a:rPr>
              <a:t>The system provides security control and tracking of user operations. </a:t>
            </a:r>
          </a:p>
          <a:p>
            <a:pPr marL="0" indent="0">
              <a:lnSpc>
                <a:spcPct val="150000"/>
              </a:lnSpc>
              <a:buFont typeface="Wingdings" panose="05000000000000000000" pitchFamily="2" charset="2"/>
              <a:buNone/>
            </a:pPr>
            <a:r>
              <a:rPr lang="en-US" altLang="zh-TW" dirty="0" smtClean="0">
                <a:effectLst/>
              </a:rPr>
              <a:t>In order to improve efficiency, the system automatically determines absence based on raw data, </a:t>
            </a:r>
          </a:p>
          <a:p>
            <a:pPr marL="0" indent="0">
              <a:lnSpc>
                <a:spcPct val="150000"/>
              </a:lnSpc>
              <a:buFont typeface="Wingdings" panose="05000000000000000000" pitchFamily="2" charset="2"/>
              <a:buNone/>
            </a:pPr>
            <a:r>
              <a:rPr lang="en-US" altLang="zh-TW" dirty="0" smtClean="0">
                <a:effectLst/>
              </a:rPr>
              <a:t>automatically calculates overtime and working hours, </a:t>
            </a:r>
          </a:p>
          <a:p>
            <a:pPr marL="0" indent="0">
              <a:lnSpc>
                <a:spcPct val="150000"/>
              </a:lnSpc>
              <a:buFont typeface="Wingdings" panose="05000000000000000000" pitchFamily="2" charset="2"/>
              <a:buNone/>
            </a:pPr>
            <a:r>
              <a:rPr lang="en-US" altLang="zh-TW" dirty="0" smtClean="0">
                <a:effectLst/>
              </a:rPr>
              <a:t>and automatically schedules employees according to shift patterns. </a:t>
            </a:r>
          </a:p>
          <a:p>
            <a:pPr marL="0" indent="0">
              <a:lnSpc>
                <a:spcPct val="150000"/>
              </a:lnSpc>
              <a:buFont typeface="Wingdings" panose="05000000000000000000" pitchFamily="2" charset="2"/>
              <a:buNone/>
            </a:pPr>
            <a:r>
              <a:rPr lang="en-US" altLang="zh-TW" dirty="0" smtClean="0">
                <a:effectLst/>
              </a:rPr>
              <a:t>The system also decomposes work according to roles to share workload.</a:t>
            </a:r>
            <a:endParaRPr kumimoji="1" lang="en-US" altLang="zh-CN" b="1" spc="104" baseline="0" dirty="0" smtClean="0">
              <a:solidFill>
                <a:schemeClr val="bg1"/>
              </a:solidFill>
              <a:latin typeface="微軟正黑體" panose="020B0604030504040204" pitchFamily="34" charset="-120"/>
              <a:ea typeface="微軟正黑體" panose="020B0604030504040204" pitchFamily="34" charset="-120"/>
            </a:endParaRPr>
          </a:p>
          <a:p>
            <a:endParaRPr lang="zh-TW" altLang="en-US" dirty="0"/>
          </a:p>
        </p:txBody>
      </p:sp>
      <p:sp>
        <p:nvSpPr>
          <p:cNvPr id="4" name="投影片編號版面配置區 3"/>
          <p:cNvSpPr>
            <a:spLocks noGrp="1"/>
          </p:cNvSpPr>
          <p:nvPr>
            <p:ph type="sldNum" sz="quarter" idx="10"/>
          </p:nvPr>
        </p:nvSpPr>
        <p:spPr/>
        <p:txBody>
          <a:bodyPr/>
          <a:lstStyle/>
          <a:p>
            <a:fld id="{5294DBB7-8CA3-4AAE-B081-6C6E957E43CB}" type="slidenum">
              <a:rPr lang="zh-CN" altLang="en-US" smtClean="0"/>
              <a:t>4</a:t>
            </a:fld>
            <a:endParaRPr lang="zh-CN" altLang="en-US"/>
          </a:p>
        </p:txBody>
      </p:sp>
    </p:spTree>
    <p:extLst>
      <p:ext uri="{BB962C8B-B14F-4D97-AF65-F5344CB8AC3E}">
        <p14:creationId xmlns:p14="http://schemas.microsoft.com/office/powerpoint/2010/main" val="609615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CN" altLang="en-US" dirty="0" smtClean="0"/>
              <a:t>我们首先需要在系统维护</a:t>
            </a:r>
            <a:r>
              <a:rPr lang="en-US" altLang="zh-CN" dirty="0" smtClean="0"/>
              <a:t>Master Data</a:t>
            </a:r>
            <a:r>
              <a:rPr lang="zh-CN" altLang="en-US" dirty="0" smtClean="0"/>
              <a:t>，包括班次定义，加班类别，以及从其他系统同步的人事资料和打卡数据。</a:t>
            </a:r>
            <a:endParaRPr lang="en-US" altLang="zh-CN" dirty="0" smtClean="0"/>
          </a:p>
          <a:p>
            <a:r>
              <a:rPr lang="zh-CN" altLang="en-US" dirty="0" smtClean="0"/>
              <a:t>接着作业人员会用</a:t>
            </a:r>
            <a:r>
              <a:rPr lang="en-US" altLang="zh-CN" dirty="0" smtClean="0"/>
              <a:t>EXCEL</a:t>
            </a:r>
            <a:r>
              <a:rPr lang="zh-CN" altLang="en-US" dirty="0" smtClean="0"/>
              <a:t>导入 </a:t>
            </a:r>
            <a:r>
              <a:rPr lang="en-US" altLang="zh-CN" dirty="0" smtClean="0"/>
              <a:t>Raw Data, </a:t>
            </a:r>
            <a:r>
              <a:rPr lang="zh-CN" altLang="en-US" dirty="0" smtClean="0"/>
              <a:t>其中有些数据是需要经过电子审批才生效的。比如排班、加班、请假、补卡等。</a:t>
            </a:r>
            <a:endParaRPr lang="en-US" altLang="zh-CN" dirty="0" smtClean="0"/>
          </a:p>
          <a:p>
            <a:r>
              <a:rPr lang="zh-CN" altLang="en-US" dirty="0" smtClean="0"/>
              <a:t>每天系统会自动进行数据分析，分为两个层次：日分析和月分析。日分析将每天的数据按天计算得到当天的工时、当日有效加班、当日缺勤。</a:t>
            </a:r>
            <a:endParaRPr lang="en-US" altLang="zh-CN" dirty="0" smtClean="0"/>
          </a:p>
          <a:p>
            <a:r>
              <a:rPr lang="zh-CN" altLang="en-US" dirty="0" smtClean="0"/>
              <a:t>月分析则是在日分析结果的基础上，按照加班管控和休假上限，进一步计算得到当月的支付与不支付天数，月度有效加班等。</a:t>
            </a:r>
            <a:endParaRPr lang="zh-TW" altLang="en-US" dirty="0"/>
          </a:p>
        </p:txBody>
      </p:sp>
      <p:sp>
        <p:nvSpPr>
          <p:cNvPr id="4" name="投影片編號版面配置區 3"/>
          <p:cNvSpPr>
            <a:spLocks noGrp="1"/>
          </p:cNvSpPr>
          <p:nvPr>
            <p:ph type="sldNum" sz="quarter" idx="10"/>
          </p:nvPr>
        </p:nvSpPr>
        <p:spPr/>
        <p:txBody>
          <a:bodyPr/>
          <a:lstStyle/>
          <a:p>
            <a:fld id="{BAA22C8B-D4FA-6746-A76A-77494DE74EA8}" type="slidenum">
              <a:rPr kumimoji="1" lang="zh-TW" altLang="en-US" smtClean="0"/>
              <a:t>5</a:t>
            </a:fld>
            <a:endParaRPr kumimoji="1" lang="zh-TW" altLang="en-US"/>
          </a:p>
        </p:txBody>
      </p:sp>
    </p:spTree>
    <p:extLst>
      <p:ext uri="{BB962C8B-B14F-4D97-AF65-F5344CB8AC3E}">
        <p14:creationId xmlns:p14="http://schemas.microsoft.com/office/powerpoint/2010/main" val="472985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BAA22C8B-D4FA-6746-A76A-77494DE74EA8}" type="slidenum">
              <a:rPr kumimoji="1" lang="zh-TW" altLang="en-US" smtClean="0"/>
              <a:t>80</a:t>
            </a:fld>
            <a:endParaRPr kumimoji="1" lang="zh-TW" altLang="en-US"/>
          </a:p>
        </p:txBody>
      </p:sp>
    </p:spTree>
    <p:extLst>
      <p:ext uri="{BB962C8B-B14F-4D97-AF65-F5344CB8AC3E}">
        <p14:creationId xmlns:p14="http://schemas.microsoft.com/office/powerpoint/2010/main" val="39617576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cover">
    <p:bg>
      <p:bgPr>
        <a:solidFill>
          <a:schemeClr val="tx1"/>
        </a:solidFill>
        <a:effectLst/>
      </p:bgPr>
    </p:bg>
    <p:spTree>
      <p:nvGrpSpPr>
        <p:cNvPr id="1" name=""/>
        <p:cNvGrpSpPr/>
        <p:nvPr/>
      </p:nvGrpSpPr>
      <p:grpSpPr>
        <a:xfrm>
          <a:off x="0" y="0"/>
          <a:ext cx="0" cy="0"/>
          <a:chOff x="0" y="0"/>
          <a:chExt cx="0" cy="0"/>
        </a:xfrm>
      </p:grpSpPr>
      <p:pic>
        <p:nvPicPr>
          <p:cNvPr id="17" name="圖片 16">
            <a:extLst>
              <a:ext uri="{FF2B5EF4-FFF2-40B4-BE49-F238E27FC236}">
                <a16:creationId xmlns:a16="http://schemas.microsoft.com/office/drawing/2014/main" id="{FFC9CAFD-6F99-7E24-27D1-87FD112940B5}"/>
              </a:ext>
            </a:extLst>
          </p:cNvPr>
          <p:cNvPicPr>
            <a:picLocks noChangeAspect="1"/>
          </p:cNvPicPr>
          <p:nvPr userDrawn="1"/>
        </p:nvPicPr>
        <p:blipFill>
          <a:blip r:embed="rId2"/>
          <a:stretch>
            <a:fillRect/>
          </a:stretch>
        </p:blipFill>
        <p:spPr>
          <a:xfrm>
            <a:off x="0" y="0"/>
            <a:ext cx="12217402" cy="6858000"/>
          </a:xfrm>
          <a:prstGeom prst="rect">
            <a:avLst/>
          </a:prstGeom>
        </p:spPr>
      </p:pic>
      <p:sp>
        <p:nvSpPr>
          <p:cNvPr id="3" name="矩形 2">
            <a:extLst>
              <a:ext uri="{FF2B5EF4-FFF2-40B4-BE49-F238E27FC236}">
                <a16:creationId xmlns:a16="http://schemas.microsoft.com/office/drawing/2014/main" id="{40B6EC3E-CC1E-6051-C553-C051D60AE3DB}"/>
              </a:ext>
            </a:extLst>
          </p:cNvPr>
          <p:cNvSpPr/>
          <p:nvPr userDrawn="1"/>
        </p:nvSpPr>
        <p:spPr>
          <a:xfrm>
            <a:off x="-12701" y="0"/>
            <a:ext cx="12217402" cy="6858000"/>
          </a:xfrm>
          <a:prstGeom prst="rect">
            <a:avLst/>
          </a:prstGeom>
          <a:gradFill flip="none" rotWithShape="1">
            <a:gsLst>
              <a:gs pos="97000">
                <a:srgbClr val="0090D8">
                  <a:alpha val="79000"/>
                </a:srgbClr>
              </a:gs>
              <a:gs pos="63000">
                <a:srgbClr val="0090D8">
                  <a:alpha val="34909"/>
                </a:srgbClr>
              </a:gs>
              <a:gs pos="6000">
                <a:srgbClr val="00B0F0"/>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15" name="Holder 6">
            <a:extLst>
              <a:ext uri="{FF2B5EF4-FFF2-40B4-BE49-F238E27FC236}">
                <a16:creationId xmlns:a16="http://schemas.microsoft.com/office/drawing/2014/main" id="{1BF1F709-AF7C-32F1-88D2-4238A317729C}"/>
              </a:ext>
            </a:extLst>
          </p:cNvPr>
          <p:cNvSpPr>
            <a:spLocks noGrp="1"/>
          </p:cNvSpPr>
          <p:nvPr>
            <p:ph type="sldNum" sz="quarter" idx="4"/>
          </p:nvPr>
        </p:nvSpPr>
        <p:spPr>
          <a:xfrm>
            <a:off x="10972800" y="6500304"/>
            <a:ext cx="660399" cy="169277"/>
          </a:xfrm>
          <a:prstGeom prst="rect">
            <a:avLst/>
          </a:prstGeom>
          <a:noFill/>
        </p:spPr>
        <p:txBody>
          <a:bodyPr wrap="square" lIns="0" tIns="0" rIns="0" bIns="0">
            <a:spAutoFit/>
          </a:bodyPr>
          <a:lstStyle>
            <a:lvl1pPr algn="r">
              <a:defRPr sz="1100" b="1" i="0">
                <a:solidFill>
                  <a:schemeClr val="bg1"/>
                </a:solidFill>
                <a:latin typeface="Microsoft YaHei" panose="020B0503020204020204" pitchFamily="34" charset="-122"/>
                <a:ea typeface="Microsoft YaHei" panose="020B0503020204020204" pitchFamily="34" charset="-122"/>
                <a:cs typeface="Tahoma"/>
              </a:defRPr>
            </a:lvl1pPr>
          </a:lstStyle>
          <a:p>
            <a:pPr marL="50799">
              <a:spcBef>
                <a:spcPts val="133"/>
              </a:spcBef>
            </a:pPr>
            <a:fld id="{81D60167-4931-47E6-BA6A-407CBD079E47}" type="slidenum">
              <a:rPr lang="en-US" altLang="zh-TW" smtClean="0"/>
              <a:pPr marL="50799">
                <a:spcBef>
                  <a:spcPts val="133"/>
                </a:spcBef>
              </a:pPr>
              <a:t>‹#›</a:t>
            </a:fld>
            <a:r>
              <a:rPr lang="en-US" altLang="zh-TW" dirty="0"/>
              <a:t> /</a:t>
            </a:r>
          </a:p>
        </p:txBody>
      </p:sp>
      <p:sp>
        <p:nvSpPr>
          <p:cNvPr id="16" name="頁尾版面配置區 2">
            <a:extLst>
              <a:ext uri="{FF2B5EF4-FFF2-40B4-BE49-F238E27FC236}">
                <a16:creationId xmlns:a16="http://schemas.microsoft.com/office/drawing/2014/main" id="{9AA4576D-EC9D-A626-AC93-C9C7582E1D80}"/>
              </a:ext>
            </a:extLst>
          </p:cNvPr>
          <p:cNvSpPr>
            <a:spLocks noGrp="1"/>
          </p:cNvSpPr>
          <p:nvPr>
            <p:ph type="ftr" sz="quarter" idx="3"/>
          </p:nvPr>
        </p:nvSpPr>
        <p:spPr>
          <a:xfrm>
            <a:off x="11431564" y="6501600"/>
            <a:ext cx="660399" cy="167981"/>
          </a:xfrm>
          <a:prstGeom prst="rect">
            <a:avLst/>
          </a:prstGeom>
          <a:noFill/>
        </p:spPr>
        <p:txBody>
          <a:bodyPr anchor="ctr"/>
          <a:lstStyle>
            <a:lvl1pPr algn="ctr">
              <a:defRPr lang="en-US" sz="1100" b="1" i="0" kern="1200" dirty="0">
                <a:solidFill>
                  <a:schemeClr val="bg1"/>
                </a:solidFill>
                <a:latin typeface="Microsoft YaHei" panose="020B0503020204020204" pitchFamily="34" charset="-122"/>
                <a:ea typeface="Microsoft YaHei" panose="020B0503020204020204" pitchFamily="34" charset="-122"/>
                <a:cs typeface="Tahoma"/>
              </a:defRPr>
            </a:lvl1pPr>
          </a:lstStyle>
          <a:p>
            <a:r>
              <a:rPr lang="en-US" altLang="zh-TW" smtClean="0"/>
              <a:t>79</a:t>
            </a:r>
            <a:endParaRPr lang="zh-TW" altLang="en-US" dirty="0"/>
          </a:p>
        </p:txBody>
      </p:sp>
      <p:grpSp>
        <p:nvGrpSpPr>
          <p:cNvPr id="71" name="圖形 20">
            <a:extLst>
              <a:ext uri="{FF2B5EF4-FFF2-40B4-BE49-F238E27FC236}">
                <a16:creationId xmlns:a16="http://schemas.microsoft.com/office/drawing/2014/main" id="{6D473CA5-CCFE-47AB-A85B-79D37CB729CA}"/>
              </a:ext>
            </a:extLst>
          </p:cNvPr>
          <p:cNvGrpSpPr/>
          <p:nvPr userDrawn="1"/>
        </p:nvGrpSpPr>
        <p:grpSpPr>
          <a:xfrm>
            <a:off x="7308808" y="5652740"/>
            <a:ext cx="410111" cy="409547"/>
            <a:chOff x="8806326" y="6007964"/>
            <a:chExt cx="505337" cy="504642"/>
          </a:xfrm>
          <a:gradFill flip="none" rotWithShape="1">
            <a:gsLst>
              <a:gs pos="95000">
                <a:srgbClr val="0B77FF"/>
              </a:gs>
              <a:gs pos="0">
                <a:srgbClr val="06EEFD"/>
              </a:gs>
            </a:gsLst>
            <a:lin ang="16200000" scaled="1"/>
            <a:tileRect/>
          </a:gradFill>
        </p:grpSpPr>
        <p:sp>
          <p:nvSpPr>
            <p:cNvPr id="72" name="手繪多邊形 150">
              <a:extLst>
                <a:ext uri="{FF2B5EF4-FFF2-40B4-BE49-F238E27FC236}">
                  <a16:creationId xmlns:a16="http://schemas.microsoft.com/office/drawing/2014/main" id="{22D7834E-5112-4262-8A64-E0DC42960693}"/>
                </a:ext>
              </a:extLst>
            </p:cNvPr>
            <p:cNvSpPr/>
            <p:nvPr/>
          </p:nvSpPr>
          <p:spPr>
            <a:xfrm>
              <a:off x="8806326" y="6007964"/>
              <a:ext cx="505337" cy="504642"/>
            </a:xfrm>
            <a:custGeom>
              <a:avLst/>
              <a:gdLst>
                <a:gd name="connsiteX0" fmla="*/ 502251 w 505337"/>
                <a:gd name="connsiteY0" fmla="*/ 371198 h 504642"/>
                <a:gd name="connsiteX1" fmla="*/ 427671 w 505337"/>
                <a:gd name="connsiteY1" fmla="*/ 282040 h 504642"/>
                <a:gd name="connsiteX2" fmla="*/ 418349 w 505337"/>
                <a:gd name="connsiteY2" fmla="*/ 276796 h 504642"/>
                <a:gd name="connsiteX3" fmla="*/ 418349 w 505337"/>
                <a:gd name="connsiteY3" fmla="*/ 276796 h 504642"/>
                <a:gd name="connsiteX4" fmla="*/ 404365 w 505337"/>
                <a:gd name="connsiteY4" fmla="*/ 281458 h 504642"/>
                <a:gd name="connsiteX5" fmla="*/ 351926 w 505337"/>
                <a:gd name="connsiteY5" fmla="*/ 325162 h 504642"/>
                <a:gd name="connsiteX6" fmla="*/ 344351 w 505337"/>
                <a:gd name="connsiteY6" fmla="*/ 315839 h 504642"/>
                <a:gd name="connsiteX7" fmla="*/ 413105 w 505337"/>
                <a:gd name="connsiteY7" fmla="*/ 258731 h 504642"/>
                <a:gd name="connsiteX8" fmla="*/ 424758 w 505337"/>
                <a:gd name="connsiteY8" fmla="*/ 237753 h 504642"/>
                <a:gd name="connsiteX9" fmla="*/ 412522 w 505337"/>
                <a:gd name="connsiteY9" fmla="*/ 205703 h 504642"/>
                <a:gd name="connsiteX10" fmla="*/ 346099 w 505337"/>
                <a:gd name="connsiteY10" fmla="*/ 126452 h 504642"/>
                <a:gd name="connsiteX11" fmla="*/ 321045 w 505337"/>
                <a:gd name="connsiteY11" fmla="*/ 110718 h 504642"/>
                <a:gd name="connsiteX12" fmla="*/ 293660 w 505337"/>
                <a:gd name="connsiteY12" fmla="*/ 116546 h 504642"/>
                <a:gd name="connsiteX13" fmla="*/ 225489 w 505337"/>
                <a:gd name="connsiteY13" fmla="*/ 172487 h 504642"/>
                <a:gd name="connsiteX14" fmla="*/ 216749 w 505337"/>
                <a:gd name="connsiteY14" fmla="*/ 161416 h 504642"/>
                <a:gd name="connsiteX15" fmla="*/ 269771 w 505337"/>
                <a:gd name="connsiteY15" fmla="*/ 117128 h 504642"/>
                <a:gd name="connsiteX16" fmla="*/ 273849 w 505337"/>
                <a:gd name="connsiteY16" fmla="*/ 93819 h 504642"/>
                <a:gd name="connsiteX17" fmla="*/ 198686 w 505337"/>
                <a:gd name="connsiteY17" fmla="*/ 5245 h 504642"/>
                <a:gd name="connsiteX18" fmla="*/ 189364 w 505337"/>
                <a:gd name="connsiteY18" fmla="*/ 0 h 504642"/>
                <a:gd name="connsiteX19" fmla="*/ 175380 w 505337"/>
                <a:gd name="connsiteY19" fmla="*/ 5245 h 504642"/>
                <a:gd name="connsiteX20" fmla="*/ 55935 w 505337"/>
                <a:gd name="connsiteY20" fmla="*/ 106057 h 504642"/>
                <a:gd name="connsiteX21" fmla="*/ 51857 w 505337"/>
                <a:gd name="connsiteY21" fmla="*/ 129366 h 504642"/>
                <a:gd name="connsiteX22" fmla="*/ 126437 w 505337"/>
                <a:gd name="connsiteY22" fmla="*/ 217940 h 504642"/>
                <a:gd name="connsiteX23" fmla="*/ 135759 w 505337"/>
                <a:gd name="connsiteY23" fmla="*/ 223185 h 504642"/>
                <a:gd name="connsiteX24" fmla="*/ 135759 w 505337"/>
                <a:gd name="connsiteY24" fmla="*/ 223185 h 504642"/>
                <a:gd name="connsiteX25" fmla="*/ 149743 w 505337"/>
                <a:gd name="connsiteY25" fmla="*/ 218523 h 504642"/>
                <a:gd name="connsiteX26" fmla="*/ 202182 w 505337"/>
                <a:gd name="connsiteY26" fmla="*/ 174818 h 504642"/>
                <a:gd name="connsiteX27" fmla="*/ 210922 w 505337"/>
                <a:gd name="connsiteY27" fmla="*/ 185890 h 504642"/>
                <a:gd name="connsiteX28" fmla="*/ 134011 w 505337"/>
                <a:gd name="connsiteY28" fmla="*/ 250573 h 504642"/>
                <a:gd name="connsiteX29" fmla="*/ 134594 w 505337"/>
                <a:gd name="connsiteY29" fmla="*/ 304184 h 504642"/>
                <a:gd name="connsiteX30" fmla="*/ 143917 w 505337"/>
                <a:gd name="connsiteY30" fmla="*/ 315839 h 504642"/>
                <a:gd name="connsiteX31" fmla="*/ 120610 w 505337"/>
                <a:gd name="connsiteY31" fmla="*/ 335651 h 504642"/>
                <a:gd name="connsiteX32" fmla="*/ 12818 w 505337"/>
                <a:gd name="connsiteY32" fmla="*/ 323414 h 504642"/>
                <a:gd name="connsiteX33" fmla="*/ 0 w 505337"/>
                <a:gd name="connsiteY33" fmla="*/ 327493 h 504642"/>
                <a:gd name="connsiteX34" fmla="*/ 66423 w 505337"/>
                <a:gd name="connsiteY34" fmla="*/ 406744 h 504642"/>
                <a:gd name="connsiteX35" fmla="*/ 50109 w 505337"/>
                <a:gd name="connsiteY35" fmla="*/ 419564 h 504642"/>
                <a:gd name="connsiteX36" fmla="*/ 48943 w 505337"/>
                <a:gd name="connsiteY36" fmla="*/ 438794 h 504642"/>
                <a:gd name="connsiteX37" fmla="*/ 68754 w 505337"/>
                <a:gd name="connsiteY37" fmla="*/ 440542 h 504642"/>
                <a:gd name="connsiteX38" fmla="*/ 84485 w 505337"/>
                <a:gd name="connsiteY38" fmla="*/ 427140 h 504642"/>
                <a:gd name="connsiteX39" fmla="*/ 149743 w 505337"/>
                <a:gd name="connsiteY39" fmla="*/ 504642 h 504642"/>
                <a:gd name="connsiteX40" fmla="*/ 155570 w 505337"/>
                <a:gd name="connsiteY40" fmla="*/ 492988 h 504642"/>
                <a:gd name="connsiteX41" fmla="*/ 165475 w 505337"/>
                <a:gd name="connsiteY41" fmla="*/ 391011 h 504642"/>
                <a:gd name="connsiteX42" fmla="*/ 191112 w 505337"/>
                <a:gd name="connsiteY42" fmla="*/ 369450 h 504642"/>
                <a:gd name="connsiteX43" fmla="*/ 202182 w 505337"/>
                <a:gd name="connsiteY43" fmla="*/ 382852 h 504642"/>
                <a:gd name="connsiteX44" fmla="*/ 228985 w 505337"/>
                <a:gd name="connsiteY44" fmla="*/ 398003 h 504642"/>
                <a:gd name="connsiteX45" fmla="*/ 230150 w 505337"/>
                <a:gd name="connsiteY45" fmla="*/ 398003 h 504642"/>
                <a:gd name="connsiteX46" fmla="*/ 261031 w 505337"/>
                <a:gd name="connsiteY46" fmla="*/ 387514 h 504642"/>
                <a:gd name="connsiteX47" fmla="*/ 330950 w 505337"/>
                <a:gd name="connsiteY47" fmla="*/ 329241 h 504642"/>
                <a:gd name="connsiteX48" fmla="*/ 338524 w 505337"/>
                <a:gd name="connsiteY48" fmla="*/ 338565 h 504642"/>
                <a:gd name="connsiteX49" fmla="*/ 285503 w 505337"/>
                <a:gd name="connsiteY49" fmla="*/ 382852 h 504642"/>
                <a:gd name="connsiteX50" fmla="*/ 278511 w 505337"/>
                <a:gd name="connsiteY50" fmla="*/ 392759 h 504642"/>
                <a:gd name="connsiteX51" fmla="*/ 281424 w 505337"/>
                <a:gd name="connsiteY51" fmla="*/ 406744 h 504642"/>
                <a:gd name="connsiteX52" fmla="*/ 356004 w 505337"/>
                <a:gd name="connsiteY52" fmla="*/ 495902 h 504642"/>
                <a:gd name="connsiteX53" fmla="*/ 365327 w 505337"/>
                <a:gd name="connsiteY53" fmla="*/ 501146 h 504642"/>
                <a:gd name="connsiteX54" fmla="*/ 365327 w 505337"/>
                <a:gd name="connsiteY54" fmla="*/ 501146 h 504642"/>
                <a:gd name="connsiteX55" fmla="*/ 379311 w 505337"/>
                <a:gd name="connsiteY55" fmla="*/ 496484 h 504642"/>
                <a:gd name="connsiteX56" fmla="*/ 499338 w 505337"/>
                <a:gd name="connsiteY56" fmla="*/ 396255 h 504642"/>
                <a:gd name="connsiteX57" fmla="*/ 502251 w 505337"/>
                <a:gd name="connsiteY57" fmla="*/ 371198 h 504642"/>
                <a:gd name="connsiteX58" fmla="*/ 204513 w 505337"/>
                <a:gd name="connsiteY58" fmla="*/ 146265 h 504642"/>
                <a:gd name="connsiteX59" fmla="*/ 176545 w 505337"/>
                <a:gd name="connsiteY59" fmla="*/ 113049 h 504642"/>
                <a:gd name="connsiteX60" fmla="*/ 227819 w 505337"/>
                <a:gd name="connsiteY60" fmla="*/ 69927 h 504642"/>
                <a:gd name="connsiteX61" fmla="*/ 255787 w 505337"/>
                <a:gd name="connsiteY61" fmla="*/ 103143 h 504642"/>
                <a:gd name="connsiteX62" fmla="*/ 204513 w 505337"/>
                <a:gd name="connsiteY62" fmla="*/ 146265 h 504642"/>
                <a:gd name="connsiteX63" fmla="*/ 187616 w 505337"/>
                <a:gd name="connsiteY63" fmla="*/ 21561 h 504642"/>
                <a:gd name="connsiteX64" fmla="*/ 216166 w 505337"/>
                <a:gd name="connsiteY64" fmla="*/ 55359 h 504642"/>
                <a:gd name="connsiteX65" fmla="*/ 164892 w 505337"/>
                <a:gd name="connsiteY65" fmla="*/ 98481 h 504642"/>
                <a:gd name="connsiteX66" fmla="*/ 136342 w 505337"/>
                <a:gd name="connsiteY66" fmla="*/ 64683 h 504642"/>
                <a:gd name="connsiteX67" fmla="*/ 187616 w 505337"/>
                <a:gd name="connsiteY67" fmla="*/ 21561 h 504642"/>
                <a:gd name="connsiteX68" fmla="*/ 120610 w 505337"/>
                <a:gd name="connsiteY68" fmla="*/ 76920 h 504642"/>
                <a:gd name="connsiteX69" fmla="*/ 149161 w 505337"/>
                <a:gd name="connsiteY69" fmla="*/ 110718 h 504642"/>
                <a:gd name="connsiteX70" fmla="*/ 98469 w 505337"/>
                <a:gd name="connsiteY70" fmla="*/ 153257 h 504642"/>
                <a:gd name="connsiteX71" fmla="*/ 69919 w 505337"/>
                <a:gd name="connsiteY71" fmla="*/ 119459 h 504642"/>
                <a:gd name="connsiteX72" fmla="*/ 120610 w 505337"/>
                <a:gd name="connsiteY72" fmla="*/ 76920 h 504642"/>
                <a:gd name="connsiteX73" fmla="*/ 138673 w 505337"/>
                <a:gd name="connsiteY73" fmla="*/ 201624 h 504642"/>
                <a:gd name="connsiteX74" fmla="*/ 110705 w 505337"/>
                <a:gd name="connsiteY74" fmla="*/ 168408 h 504642"/>
                <a:gd name="connsiteX75" fmla="*/ 161396 w 505337"/>
                <a:gd name="connsiteY75" fmla="*/ 125869 h 504642"/>
                <a:gd name="connsiteX76" fmla="*/ 189364 w 505337"/>
                <a:gd name="connsiteY76" fmla="*/ 159085 h 504642"/>
                <a:gd name="connsiteX77" fmla="*/ 138673 w 505337"/>
                <a:gd name="connsiteY77" fmla="*/ 201624 h 504642"/>
                <a:gd name="connsiteX78" fmla="*/ 143917 w 505337"/>
                <a:gd name="connsiteY78" fmla="*/ 471427 h 504642"/>
                <a:gd name="connsiteX79" fmla="*/ 30881 w 505337"/>
                <a:gd name="connsiteY79" fmla="*/ 335069 h 504642"/>
                <a:gd name="connsiteX80" fmla="*/ 132846 w 505337"/>
                <a:gd name="connsiteY80" fmla="*/ 365370 h 504642"/>
                <a:gd name="connsiteX81" fmla="*/ 143917 w 505337"/>
                <a:gd name="connsiteY81" fmla="*/ 471427 h 504642"/>
                <a:gd name="connsiteX82" fmla="*/ 153822 w 505337"/>
                <a:gd name="connsiteY82" fmla="*/ 367701 h 504642"/>
                <a:gd name="connsiteX83" fmla="*/ 145082 w 505337"/>
                <a:gd name="connsiteY83" fmla="*/ 354299 h 504642"/>
                <a:gd name="connsiteX84" fmla="*/ 138090 w 505337"/>
                <a:gd name="connsiteY84" fmla="*/ 347306 h 504642"/>
                <a:gd name="connsiteX85" fmla="*/ 157900 w 505337"/>
                <a:gd name="connsiteY85" fmla="*/ 330990 h 504642"/>
                <a:gd name="connsiteX86" fmla="*/ 174215 w 505337"/>
                <a:gd name="connsiteY86" fmla="*/ 350802 h 504642"/>
                <a:gd name="connsiteX87" fmla="*/ 153822 w 505337"/>
                <a:gd name="connsiteY87" fmla="*/ 367701 h 504642"/>
                <a:gd name="connsiteX88" fmla="*/ 245882 w 505337"/>
                <a:gd name="connsiteY88" fmla="*/ 371781 h 504642"/>
                <a:gd name="connsiteX89" fmla="*/ 229567 w 505337"/>
                <a:gd name="connsiteY89" fmla="*/ 377608 h 504642"/>
                <a:gd name="connsiteX90" fmla="*/ 215584 w 505337"/>
                <a:gd name="connsiteY90" fmla="*/ 369450 h 504642"/>
                <a:gd name="connsiteX91" fmla="*/ 149161 w 505337"/>
                <a:gd name="connsiteY91" fmla="*/ 290199 h 504642"/>
                <a:gd name="connsiteX92" fmla="*/ 146247 w 505337"/>
                <a:gd name="connsiteY92" fmla="*/ 264559 h 504642"/>
                <a:gd name="connsiteX93" fmla="*/ 307061 w 505337"/>
                <a:gd name="connsiteY93" fmla="*/ 131114 h 504642"/>
                <a:gd name="connsiteX94" fmla="*/ 307061 w 505337"/>
                <a:gd name="connsiteY94" fmla="*/ 131114 h 504642"/>
                <a:gd name="connsiteX95" fmla="*/ 314635 w 505337"/>
                <a:gd name="connsiteY95" fmla="*/ 128783 h 504642"/>
                <a:gd name="connsiteX96" fmla="*/ 316966 w 505337"/>
                <a:gd name="connsiteY96" fmla="*/ 128783 h 504642"/>
                <a:gd name="connsiteX97" fmla="*/ 331533 w 505337"/>
                <a:gd name="connsiteY97" fmla="*/ 137524 h 504642"/>
                <a:gd name="connsiteX98" fmla="*/ 397956 w 505337"/>
                <a:gd name="connsiteY98" fmla="*/ 216775 h 504642"/>
                <a:gd name="connsiteX99" fmla="*/ 405530 w 505337"/>
                <a:gd name="connsiteY99" fmla="*/ 234257 h 504642"/>
                <a:gd name="connsiteX100" fmla="*/ 400869 w 505337"/>
                <a:gd name="connsiteY100" fmla="*/ 241832 h 504642"/>
                <a:gd name="connsiteX101" fmla="*/ 245882 w 505337"/>
                <a:gd name="connsiteY101" fmla="*/ 371781 h 504642"/>
                <a:gd name="connsiteX102" fmla="*/ 415435 w 505337"/>
                <a:gd name="connsiteY102" fmla="*/ 298357 h 504642"/>
                <a:gd name="connsiteX103" fmla="*/ 443986 w 505337"/>
                <a:gd name="connsiteY103" fmla="*/ 332155 h 504642"/>
                <a:gd name="connsiteX104" fmla="*/ 393294 w 505337"/>
                <a:gd name="connsiteY104" fmla="*/ 374694 h 504642"/>
                <a:gd name="connsiteX105" fmla="*/ 364744 w 505337"/>
                <a:gd name="connsiteY105" fmla="*/ 340896 h 504642"/>
                <a:gd name="connsiteX106" fmla="*/ 415435 w 505337"/>
                <a:gd name="connsiteY106" fmla="*/ 298357 h 504642"/>
                <a:gd name="connsiteX107" fmla="*/ 349012 w 505337"/>
                <a:gd name="connsiteY107" fmla="*/ 353133 h 504642"/>
                <a:gd name="connsiteX108" fmla="*/ 377563 w 505337"/>
                <a:gd name="connsiteY108" fmla="*/ 386931 h 504642"/>
                <a:gd name="connsiteX109" fmla="*/ 326289 w 505337"/>
                <a:gd name="connsiteY109" fmla="*/ 430053 h 504642"/>
                <a:gd name="connsiteX110" fmla="*/ 297738 w 505337"/>
                <a:gd name="connsiteY110" fmla="*/ 396255 h 504642"/>
                <a:gd name="connsiteX111" fmla="*/ 349012 w 505337"/>
                <a:gd name="connsiteY111" fmla="*/ 353133 h 504642"/>
                <a:gd name="connsiteX112" fmla="*/ 366492 w 505337"/>
                <a:gd name="connsiteY112" fmla="*/ 478420 h 504642"/>
                <a:gd name="connsiteX113" fmla="*/ 338524 w 505337"/>
                <a:gd name="connsiteY113" fmla="*/ 445204 h 504642"/>
                <a:gd name="connsiteX114" fmla="*/ 389798 w 505337"/>
                <a:gd name="connsiteY114" fmla="*/ 402082 h 504642"/>
                <a:gd name="connsiteX115" fmla="*/ 417766 w 505337"/>
                <a:gd name="connsiteY115" fmla="*/ 435298 h 504642"/>
                <a:gd name="connsiteX116" fmla="*/ 366492 w 505337"/>
                <a:gd name="connsiteY116" fmla="*/ 478420 h 504642"/>
                <a:gd name="connsiteX117" fmla="*/ 433498 w 505337"/>
                <a:gd name="connsiteY117" fmla="*/ 422478 h 504642"/>
                <a:gd name="connsiteX118" fmla="*/ 405530 w 505337"/>
                <a:gd name="connsiteY118" fmla="*/ 389262 h 504642"/>
                <a:gd name="connsiteX119" fmla="*/ 456221 w 505337"/>
                <a:gd name="connsiteY119" fmla="*/ 346723 h 504642"/>
                <a:gd name="connsiteX120" fmla="*/ 484189 w 505337"/>
                <a:gd name="connsiteY120" fmla="*/ 379939 h 504642"/>
                <a:gd name="connsiteX121" fmla="*/ 433498 w 505337"/>
                <a:gd name="connsiteY121" fmla="*/ 422478 h 50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05337" h="504642">
                  <a:moveTo>
                    <a:pt x="502251" y="371198"/>
                  </a:moveTo>
                  <a:lnTo>
                    <a:pt x="427671" y="282040"/>
                  </a:lnTo>
                  <a:cubicBezTo>
                    <a:pt x="425341" y="279709"/>
                    <a:pt x="421845" y="277379"/>
                    <a:pt x="418349" y="276796"/>
                  </a:cubicBezTo>
                  <a:lnTo>
                    <a:pt x="418349" y="276796"/>
                  </a:lnTo>
                  <a:cubicBezTo>
                    <a:pt x="413687" y="276213"/>
                    <a:pt x="409026" y="277961"/>
                    <a:pt x="404365" y="281458"/>
                  </a:cubicBezTo>
                  <a:lnTo>
                    <a:pt x="351926" y="325162"/>
                  </a:lnTo>
                  <a:lnTo>
                    <a:pt x="344351" y="315839"/>
                  </a:lnTo>
                  <a:lnTo>
                    <a:pt x="413105" y="258731"/>
                  </a:lnTo>
                  <a:cubicBezTo>
                    <a:pt x="420097" y="252904"/>
                    <a:pt x="424175" y="245911"/>
                    <a:pt x="424758" y="237753"/>
                  </a:cubicBezTo>
                  <a:cubicBezTo>
                    <a:pt x="425923" y="227264"/>
                    <a:pt x="421845" y="215609"/>
                    <a:pt x="412522" y="205703"/>
                  </a:cubicBezTo>
                  <a:lnTo>
                    <a:pt x="346099" y="126452"/>
                  </a:lnTo>
                  <a:cubicBezTo>
                    <a:pt x="339107" y="118294"/>
                    <a:pt x="330367" y="112467"/>
                    <a:pt x="321045" y="110718"/>
                  </a:cubicBezTo>
                  <a:cubicBezTo>
                    <a:pt x="310557" y="108387"/>
                    <a:pt x="301234" y="110718"/>
                    <a:pt x="293660" y="116546"/>
                  </a:cubicBezTo>
                  <a:lnTo>
                    <a:pt x="225489" y="172487"/>
                  </a:lnTo>
                  <a:lnTo>
                    <a:pt x="216749" y="161416"/>
                  </a:lnTo>
                  <a:lnTo>
                    <a:pt x="269771" y="117128"/>
                  </a:lnTo>
                  <a:cubicBezTo>
                    <a:pt x="277345" y="110718"/>
                    <a:pt x="279093" y="100229"/>
                    <a:pt x="273849" y="93819"/>
                  </a:cubicBezTo>
                  <a:lnTo>
                    <a:pt x="198686" y="5245"/>
                  </a:lnTo>
                  <a:cubicBezTo>
                    <a:pt x="195773" y="2914"/>
                    <a:pt x="192860" y="583"/>
                    <a:pt x="189364" y="0"/>
                  </a:cubicBezTo>
                  <a:cubicBezTo>
                    <a:pt x="184703" y="0"/>
                    <a:pt x="180041" y="1748"/>
                    <a:pt x="175380" y="5245"/>
                  </a:cubicBezTo>
                  <a:lnTo>
                    <a:pt x="55935" y="106057"/>
                  </a:lnTo>
                  <a:cubicBezTo>
                    <a:pt x="48361" y="112467"/>
                    <a:pt x="46613" y="122956"/>
                    <a:pt x="51857" y="129366"/>
                  </a:cubicBezTo>
                  <a:lnTo>
                    <a:pt x="126437" y="217940"/>
                  </a:lnTo>
                  <a:cubicBezTo>
                    <a:pt x="128767" y="220271"/>
                    <a:pt x="132263" y="222602"/>
                    <a:pt x="135759" y="223185"/>
                  </a:cubicBezTo>
                  <a:lnTo>
                    <a:pt x="135759" y="223185"/>
                  </a:lnTo>
                  <a:cubicBezTo>
                    <a:pt x="140421" y="223768"/>
                    <a:pt x="145082" y="222019"/>
                    <a:pt x="149743" y="218523"/>
                  </a:cubicBezTo>
                  <a:lnTo>
                    <a:pt x="202182" y="174818"/>
                  </a:lnTo>
                  <a:lnTo>
                    <a:pt x="210922" y="185890"/>
                  </a:lnTo>
                  <a:lnTo>
                    <a:pt x="134011" y="250573"/>
                  </a:lnTo>
                  <a:cubicBezTo>
                    <a:pt x="120028" y="262810"/>
                    <a:pt x="120028" y="286702"/>
                    <a:pt x="134594" y="304184"/>
                  </a:cubicBezTo>
                  <a:lnTo>
                    <a:pt x="143917" y="315839"/>
                  </a:lnTo>
                  <a:lnTo>
                    <a:pt x="120610" y="335651"/>
                  </a:lnTo>
                  <a:cubicBezTo>
                    <a:pt x="87981" y="316421"/>
                    <a:pt x="44282" y="314090"/>
                    <a:pt x="12818" y="323414"/>
                  </a:cubicBezTo>
                  <a:lnTo>
                    <a:pt x="0" y="327493"/>
                  </a:lnTo>
                  <a:lnTo>
                    <a:pt x="66423" y="406744"/>
                  </a:lnTo>
                  <a:lnTo>
                    <a:pt x="50109" y="419564"/>
                  </a:lnTo>
                  <a:cubicBezTo>
                    <a:pt x="44282" y="424226"/>
                    <a:pt x="43699" y="432967"/>
                    <a:pt x="48943" y="438794"/>
                  </a:cubicBezTo>
                  <a:cubicBezTo>
                    <a:pt x="53605" y="444622"/>
                    <a:pt x="62344" y="445787"/>
                    <a:pt x="68754" y="440542"/>
                  </a:cubicBezTo>
                  <a:lnTo>
                    <a:pt x="84485" y="427140"/>
                  </a:lnTo>
                  <a:lnTo>
                    <a:pt x="149743" y="504642"/>
                  </a:lnTo>
                  <a:lnTo>
                    <a:pt x="155570" y="492988"/>
                  </a:lnTo>
                  <a:cubicBezTo>
                    <a:pt x="170136" y="465017"/>
                    <a:pt x="175380" y="425391"/>
                    <a:pt x="165475" y="391011"/>
                  </a:cubicBezTo>
                  <a:lnTo>
                    <a:pt x="191112" y="369450"/>
                  </a:lnTo>
                  <a:lnTo>
                    <a:pt x="202182" y="382852"/>
                  </a:lnTo>
                  <a:cubicBezTo>
                    <a:pt x="209757" y="391593"/>
                    <a:pt x="219080" y="396838"/>
                    <a:pt x="228985" y="398003"/>
                  </a:cubicBezTo>
                  <a:cubicBezTo>
                    <a:pt x="229567" y="398003"/>
                    <a:pt x="229567" y="398003"/>
                    <a:pt x="230150" y="398003"/>
                  </a:cubicBezTo>
                  <a:cubicBezTo>
                    <a:pt x="240638" y="399169"/>
                    <a:pt x="251708" y="395090"/>
                    <a:pt x="261031" y="387514"/>
                  </a:cubicBezTo>
                  <a:lnTo>
                    <a:pt x="330950" y="329241"/>
                  </a:lnTo>
                  <a:lnTo>
                    <a:pt x="338524" y="338565"/>
                  </a:lnTo>
                  <a:lnTo>
                    <a:pt x="285503" y="382852"/>
                  </a:lnTo>
                  <a:cubicBezTo>
                    <a:pt x="282589" y="385183"/>
                    <a:pt x="280259" y="388680"/>
                    <a:pt x="278511" y="392759"/>
                  </a:cubicBezTo>
                  <a:cubicBezTo>
                    <a:pt x="276763" y="398003"/>
                    <a:pt x="277928" y="402665"/>
                    <a:pt x="281424" y="406744"/>
                  </a:cubicBezTo>
                  <a:lnTo>
                    <a:pt x="356004" y="495902"/>
                  </a:lnTo>
                  <a:cubicBezTo>
                    <a:pt x="358335" y="498232"/>
                    <a:pt x="361831" y="500563"/>
                    <a:pt x="365327" y="501146"/>
                  </a:cubicBezTo>
                  <a:lnTo>
                    <a:pt x="365327" y="501146"/>
                  </a:lnTo>
                  <a:cubicBezTo>
                    <a:pt x="369988" y="501729"/>
                    <a:pt x="374649" y="499981"/>
                    <a:pt x="379311" y="496484"/>
                  </a:cubicBezTo>
                  <a:lnTo>
                    <a:pt x="499338" y="396255"/>
                  </a:lnTo>
                  <a:cubicBezTo>
                    <a:pt x="505747" y="388097"/>
                    <a:pt x="507495" y="377608"/>
                    <a:pt x="502251" y="371198"/>
                  </a:cubicBezTo>
                  <a:close/>
                  <a:moveTo>
                    <a:pt x="204513" y="146265"/>
                  </a:moveTo>
                  <a:lnTo>
                    <a:pt x="176545" y="113049"/>
                  </a:lnTo>
                  <a:lnTo>
                    <a:pt x="227819" y="69927"/>
                  </a:lnTo>
                  <a:lnTo>
                    <a:pt x="255787" y="103143"/>
                  </a:lnTo>
                  <a:lnTo>
                    <a:pt x="204513" y="146265"/>
                  </a:lnTo>
                  <a:close/>
                  <a:moveTo>
                    <a:pt x="187616" y="21561"/>
                  </a:moveTo>
                  <a:lnTo>
                    <a:pt x="216166" y="55359"/>
                  </a:lnTo>
                  <a:lnTo>
                    <a:pt x="164892" y="98481"/>
                  </a:lnTo>
                  <a:lnTo>
                    <a:pt x="136342" y="64683"/>
                  </a:lnTo>
                  <a:lnTo>
                    <a:pt x="187616" y="21561"/>
                  </a:lnTo>
                  <a:close/>
                  <a:moveTo>
                    <a:pt x="120610" y="76920"/>
                  </a:moveTo>
                  <a:lnTo>
                    <a:pt x="149161" y="110718"/>
                  </a:lnTo>
                  <a:lnTo>
                    <a:pt x="98469" y="153257"/>
                  </a:lnTo>
                  <a:lnTo>
                    <a:pt x="69919" y="119459"/>
                  </a:lnTo>
                  <a:lnTo>
                    <a:pt x="120610" y="76920"/>
                  </a:lnTo>
                  <a:close/>
                  <a:moveTo>
                    <a:pt x="138673" y="201624"/>
                  </a:moveTo>
                  <a:lnTo>
                    <a:pt x="110705" y="168408"/>
                  </a:lnTo>
                  <a:lnTo>
                    <a:pt x="161396" y="125869"/>
                  </a:lnTo>
                  <a:lnTo>
                    <a:pt x="189364" y="159085"/>
                  </a:lnTo>
                  <a:lnTo>
                    <a:pt x="138673" y="201624"/>
                  </a:lnTo>
                  <a:close/>
                  <a:moveTo>
                    <a:pt x="143917" y="471427"/>
                  </a:moveTo>
                  <a:lnTo>
                    <a:pt x="30881" y="335069"/>
                  </a:lnTo>
                  <a:cubicBezTo>
                    <a:pt x="62344" y="329824"/>
                    <a:pt x="107792" y="336234"/>
                    <a:pt x="132846" y="365370"/>
                  </a:cubicBezTo>
                  <a:cubicBezTo>
                    <a:pt x="156735" y="396255"/>
                    <a:pt x="154404" y="441708"/>
                    <a:pt x="143917" y="471427"/>
                  </a:cubicBezTo>
                  <a:close/>
                  <a:moveTo>
                    <a:pt x="153822" y="367701"/>
                  </a:moveTo>
                  <a:cubicBezTo>
                    <a:pt x="151491" y="363622"/>
                    <a:pt x="147995" y="358960"/>
                    <a:pt x="145082" y="354299"/>
                  </a:cubicBezTo>
                  <a:cubicBezTo>
                    <a:pt x="142751" y="351968"/>
                    <a:pt x="141003" y="349054"/>
                    <a:pt x="138090" y="347306"/>
                  </a:cubicBezTo>
                  <a:lnTo>
                    <a:pt x="157900" y="330990"/>
                  </a:lnTo>
                  <a:lnTo>
                    <a:pt x="174215" y="350802"/>
                  </a:lnTo>
                  <a:lnTo>
                    <a:pt x="153822" y="367701"/>
                  </a:lnTo>
                  <a:close/>
                  <a:moveTo>
                    <a:pt x="245882" y="371781"/>
                  </a:moveTo>
                  <a:cubicBezTo>
                    <a:pt x="240055" y="376442"/>
                    <a:pt x="234811" y="378191"/>
                    <a:pt x="229567" y="377608"/>
                  </a:cubicBezTo>
                  <a:cubicBezTo>
                    <a:pt x="224323" y="377025"/>
                    <a:pt x="219662" y="374111"/>
                    <a:pt x="215584" y="369450"/>
                  </a:cubicBezTo>
                  <a:lnTo>
                    <a:pt x="149161" y="290199"/>
                  </a:lnTo>
                  <a:cubicBezTo>
                    <a:pt x="141586" y="281458"/>
                    <a:pt x="140421" y="269220"/>
                    <a:pt x="146247" y="264559"/>
                  </a:cubicBezTo>
                  <a:lnTo>
                    <a:pt x="307061" y="131114"/>
                  </a:lnTo>
                  <a:lnTo>
                    <a:pt x="307061" y="131114"/>
                  </a:lnTo>
                  <a:cubicBezTo>
                    <a:pt x="309392" y="128783"/>
                    <a:pt x="312305" y="128783"/>
                    <a:pt x="314635" y="128783"/>
                  </a:cubicBezTo>
                  <a:cubicBezTo>
                    <a:pt x="315218" y="128783"/>
                    <a:pt x="316383" y="128783"/>
                    <a:pt x="316966" y="128783"/>
                  </a:cubicBezTo>
                  <a:cubicBezTo>
                    <a:pt x="322210" y="129948"/>
                    <a:pt x="326871" y="133445"/>
                    <a:pt x="331533" y="137524"/>
                  </a:cubicBezTo>
                  <a:lnTo>
                    <a:pt x="397956" y="216775"/>
                  </a:lnTo>
                  <a:cubicBezTo>
                    <a:pt x="403200" y="223185"/>
                    <a:pt x="406113" y="229012"/>
                    <a:pt x="405530" y="234257"/>
                  </a:cubicBezTo>
                  <a:cubicBezTo>
                    <a:pt x="405530" y="237170"/>
                    <a:pt x="403782" y="240084"/>
                    <a:pt x="400869" y="241832"/>
                  </a:cubicBezTo>
                  <a:lnTo>
                    <a:pt x="245882" y="371781"/>
                  </a:lnTo>
                  <a:close/>
                  <a:moveTo>
                    <a:pt x="415435" y="298357"/>
                  </a:moveTo>
                  <a:lnTo>
                    <a:pt x="443986" y="332155"/>
                  </a:lnTo>
                  <a:lnTo>
                    <a:pt x="393294" y="374694"/>
                  </a:lnTo>
                  <a:lnTo>
                    <a:pt x="364744" y="340896"/>
                  </a:lnTo>
                  <a:lnTo>
                    <a:pt x="415435" y="298357"/>
                  </a:lnTo>
                  <a:close/>
                  <a:moveTo>
                    <a:pt x="349012" y="353133"/>
                  </a:moveTo>
                  <a:lnTo>
                    <a:pt x="377563" y="386931"/>
                  </a:lnTo>
                  <a:lnTo>
                    <a:pt x="326289" y="430053"/>
                  </a:lnTo>
                  <a:lnTo>
                    <a:pt x="297738" y="396255"/>
                  </a:lnTo>
                  <a:lnTo>
                    <a:pt x="349012" y="353133"/>
                  </a:lnTo>
                  <a:close/>
                  <a:moveTo>
                    <a:pt x="366492" y="478420"/>
                  </a:moveTo>
                  <a:lnTo>
                    <a:pt x="338524" y="445204"/>
                  </a:lnTo>
                  <a:lnTo>
                    <a:pt x="389798" y="402082"/>
                  </a:lnTo>
                  <a:lnTo>
                    <a:pt x="417766" y="435298"/>
                  </a:lnTo>
                  <a:lnTo>
                    <a:pt x="366492" y="478420"/>
                  </a:lnTo>
                  <a:close/>
                  <a:moveTo>
                    <a:pt x="433498" y="422478"/>
                  </a:moveTo>
                  <a:lnTo>
                    <a:pt x="405530" y="389262"/>
                  </a:lnTo>
                  <a:lnTo>
                    <a:pt x="456221" y="346723"/>
                  </a:lnTo>
                  <a:lnTo>
                    <a:pt x="484189" y="379939"/>
                  </a:lnTo>
                  <a:lnTo>
                    <a:pt x="433498" y="422478"/>
                  </a:lnTo>
                  <a:close/>
                </a:path>
              </a:pathLst>
            </a:custGeom>
            <a:grpFill/>
            <a:ln w="5826" cap="flat">
              <a:noFill/>
              <a:prstDash val="solid"/>
              <a:miter/>
            </a:ln>
          </p:spPr>
          <p:txBody>
            <a:bodyPr rtlCol="0" anchor="ctr"/>
            <a:lstStyle/>
            <a:p>
              <a:endParaRPr lang="zh-TW" altLang="en-US"/>
            </a:p>
          </p:txBody>
        </p:sp>
        <p:sp>
          <p:nvSpPr>
            <p:cNvPr id="73" name="手繪多邊形 151">
              <a:extLst>
                <a:ext uri="{FF2B5EF4-FFF2-40B4-BE49-F238E27FC236}">
                  <a16:creationId xmlns:a16="http://schemas.microsoft.com/office/drawing/2014/main" id="{356907CB-B6ED-4719-8F35-8D5D27E0E9B7}"/>
                </a:ext>
              </a:extLst>
            </p:cNvPr>
            <p:cNvSpPr/>
            <p:nvPr/>
          </p:nvSpPr>
          <p:spPr>
            <a:xfrm>
              <a:off x="9173984" y="6121043"/>
              <a:ext cx="65409" cy="74559"/>
            </a:xfrm>
            <a:custGeom>
              <a:avLst/>
              <a:gdLst>
                <a:gd name="connsiteX0" fmla="*/ 57683 w 65409"/>
                <a:gd name="connsiteY0" fmla="*/ 38431 h 74559"/>
                <a:gd name="connsiteX1" fmla="*/ 34959 w 65409"/>
                <a:gd name="connsiteY1" fmla="*/ 11042 h 74559"/>
                <a:gd name="connsiteX2" fmla="*/ 0 w 65409"/>
                <a:gd name="connsiteY2" fmla="*/ 4632 h 74559"/>
                <a:gd name="connsiteX3" fmla="*/ 58266 w 65409"/>
                <a:gd name="connsiteY3" fmla="*/ 74560 h 74559"/>
                <a:gd name="connsiteX4" fmla="*/ 57683 w 65409"/>
                <a:gd name="connsiteY4" fmla="*/ 38431 h 74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09" h="74559">
                  <a:moveTo>
                    <a:pt x="57683" y="38431"/>
                  </a:moveTo>
                  <a:lnTo>
                    <a:pt x="34959" y="11042"/>
                  </a:lnTo>
                  <a:cubicBezTo>
                    <a:pt x="25054" y="-612"/>
                    <a:pt x="9323" y="-3526"/>
                    <a:pt x="0" y="4632"/>
                  </a:cubicBezTo>
                  <a:lnTo>
                    <a:pt x="58266" y="74560"/>
                  </a:lnTo>
                  <a:cubicBezTo>
                    <a:pt x="68171" y="66402"/>
                    <a:pt x="67588" y="50085"/>
                    <a:pt x="57683" y="38431"/>
                  </a:cubicBezTo>
                  <a:close/>
                </a:path>
              </a:pathLst>
            </a:custGeom>
            <a:grpFill/>
            <a:ln w="5826" cap="flat">
              <a:noFill/>
              <a:prstDash val="solid"/>
              <a:miter/>
            </a:ln>
          </p:spPr>
          <p:txBody>
            <a:bodyPr rtlCol="0" anchor="ctr"/>
            <a:lstStyle/>
            <a:p>
              <a:endParaRPr lang="zh-TW" altLang="en-US"/>
            </a:p>
          </p:txBody>
        </p:sp>
        <p:sp>
          <p:nvSpPr>
            <p:cNvPr id="74" name="手繪多邊形 152">
              <a:extLst>
                <a:ext uri="{FF2B5EF4-FFF2-40B4-BE49-F238E27FC236}">
                  <a16:creationId xmlns:a16="http://schemas.microsoft.com/office/drawing/2014/main" id="{6F80EC95-7312-4D3F-B122-5033AB8CD819}"/>
                </a:ext>
              </a:extLst>
            </p:cNvPr>
            <p:cNvSpPr/>
            <p:nvPr/>
          </p:nvSpPr>
          <p:spPr>
            <a:xfrm>
              <a:off x="8991611" y="6258378"/>
              <a:ext cx="82978" cy="82323"/>
            </a:xfrm>
            <a:custGeom>
              <a:avLst/>
              <a:gdLst>
                <a:gd name="connsiteX0" fmla="*/ 78076 w 82978"/>
                <a:gd name="connsiteY0" fmla="*/ 29878 h 82323"/>
                <a:gd name="connsiteX1" fmla="*/ 68754 w 82978"/>
                <a:gd name="connsiteY1" fmla="*/ 23468 h 82323"/>
                <a:gd name="connsiteX2" fmla="*/ 57101 w 82978"/>
                <a:gd name="connsiteY2" fmla="*/ 24633 h 82323"/>
                <a:gd name="connsiteX3" fmla="*/ 58848 w 82978"/>
                <a:gd name="connsiteY3" fmla="*/ 15310 h 82323"/>
                <a:gd name="connsiteX4" fmla="*/ 54770 w 82978"/>
                <a:gd name="connsiteY4" fmla="*/ 6569 h 82323"/>
                <a:gd name="connsiteX5" fmla="*/ 47778 w 82978"/>
                <a:gd name="connsiteY5" fmla="*/ 1324 h 82323"/>
                <a:gd name="connsiteX6" fmla="*/ 39621 w 82978"/>
                <a:gd name="connsiteY6" fmla="*/ 159 h 82323"/>
                <a:gd name="connsiteX7" fmla="*/ 32046 w 82978"/>
                <a:gd name="connsiteY7" fmla="*/ 2490 h 82323"/>
                <a:gd name="connsiteX8" fmla="*/ 22141 w 82978"/>
                <a:gd name="connsiteY8" fmla="*/ 9482 h 82323"/>
                <a:gd name="connsiteX9" fmla="*/ 0 w 82978"/>
                <a:gd name="connsiteY9" fmla="*/ 26964 h 82323"/>
                <a:gd name="connsiteX10" fmla="*/ 44282 w 82978"/>
                <a:gd name="connsiteY10" fmla="*/ 82323 h 82323"/>
                <a:gd name="connsiteX11" fmla="*/ 63510 w 82978"/>
                <a:gd name="connsiteY11" fmla="*/ 67173 h 82323"/>
                <a:gd name="connsiteX12" fmla="*/ 76911 w 82978"/>
                <a:gd name="connsiteY12" fmla="*/ 56101 h 82323"/>
                <a:gd name="connsiteX13" fmla="*/ 82155 w 82978"/>
                <a:gd name="connsiteY13" fmla="*/ 47360 h 82323"/>
                <a:gd name="connsiteX14" fmla="*/ 82737 w 82978"/>
                <a:gd name="connsiteY14" fmla="*/ 38036 h 82323"/>
                <a:gd name="connsiteX15" fmla="*/ 78076 w 82978"/>
                <a:gd name="connsiteY15" fmla="*/ 29878 h 82323"/>
                <a:gd name="connsiteX16" fmla="*/ 28550 w 82978"/>
                <a:gd name="connsiteY16" fmla="*/ 40950 h 82323"/>
                <a:gd name="connsiteX17" fmla="*/ 18062 w 82978"/>
                <a:gd name="connsiteY17" fmla="*/ 28130 h 82323"/>
                <a:gd name="connsiteX18" fmla="*/ 24472 w 82978"/>
                <a:gd name="connsiteY18" fmla="*/ 22885 h 82323"/>
                <a:gd name="connsiteX19" fmla="*/ 33794 w 82978"/>
                <a:gd name="connsiteY19" fmla="*/ 15892 h 82323"/>
                <a:gd name="connsiteX20" fmla="*/ 39621 w 82978"/>
                <a:gd name="connsiteY20" fmla="*/ 14727 h 82323"/>
                <a:gd name="connsiteX21" fmla="*/ 44865 w 82978"/>
                <a:gd name="connsiteY21" fmla="*/ 17641 h 82323"/>
                <a:gd name="connsiteX22" fmla="*/ 46613 w 82978"/>
                <a:gd name="connsiteY22" fmla="*/ 22885 h 82323"/>
                <a:gd name="connsiteX23" fmla="*/ 43699 w 82978"/>
                <a:gd name="connsiteY23" fmla="*/ 28712 h 82323"/>
                <a:gd name="connsiteX24" fmla="*/ 36125 w 82978"/>
                <a:gd name="connsiteY24" fmla="*/ 35122 h 82323"/>
                <a:gd name="connsiteX25" fmla="*/ 28550 w 82978"/>
                <a:gd name="connsiteY25" fmla="*/ 40950 h 82323"/>
                <a:gd name="connsiteX26" fmla="*/ 65840 w 82978"/>
                <a:gd name="connsiteY26" fmla="*/ 49691 h 82323"/>
                <a:gd name="connsiteX27" fmla="*/ 58266 w 82978"/>
                <a:gd name="connsiteY27" fmla="*/ 56101 h 82323"/>
                <a:gd name="connsiteX28" fmla="*/ 48361 w 82978"/>
                <a:gd name="connsiteY28" fmla="*/ 64259 h 82323"/>
                <a:gd name="connsiteX29" fmla="*/ 36125 w 82978"/>
                <a:gd name="connsiteY29" fmla="*/ 49691 h 82323"/>
                <a:gd name="connsiteX30" fmla="*/ 44865 w 82978"/>
                <a:gd name="connsiteY30" fmla="*/ 42115 h 82323"/>
                <a:gd name="connsiteX31" fmla="*/ 55353 w 82978"/>
                <a:gd name="connsiteY31" fmla="*/ 35122 h 82323"/>
                <a:gd name="connsiteX32" fmla="*/ 60596 w 82978"/>
                <a:gd name="connsiteY32" fmla="*/ 35122 h 82323"/>
                <a:gd name="connsiteX33" fmla="*/ 64675 w 82978"/>
                <a:gd name="connsiteY33" fmla="*/ 38619 h 82323"/>
                <a:gd name="connsiteX34" fmla="*/ 67006 w 82978"/>
                <a:gd name="connsiteY34" fmla="*/ 44446 h 82323"/>
                <a:gd name="connsiteX35" fmla="*/ 65840 w 82978"/>
                <a:gd name="connsiteY35" fmla="*/ 49691 h 82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2978" h="82323">
                  <a:moveTo>
                    <a:pt x="78076" y="29878"/>
                  </a:moveTo>
                  <a:cubicBezTo>
                    <a:pt x="75746" y="26964"/>
                    <a:pt x="72250" y="24633"/>
                    <a:pt x="68754" y="23468"/>
                  </a:cubicBezTo>
                  <a:cubicBezTo>
                    <a:pt x="65258" y="22302"/>
                    <a:pt x="61179" y="22885"/>
                    <a:pt x="57101" y="24633"/>
                  </a:cubicBezTo>
                  <a:cubicBezTo>
                    <a:pt x="58266" y="21720"/>
                    <a:pt x="59431" y="18223"/>
                    <a:pt x="58848" y="15310"/>
                  </a:cubicBezTo>
                  <a:cubicBezTo>
                    <a:pt x="58848" y="11813"/>
                    <a:pt x="57101" y="9482"/>
                    <a:pt x="54770" y="6569"/>
                  </a:cubicBezTo>
                  <a:cubicBezTo>
                    <a:pt x="52439" y="4238"/>
                    <a:pt x="50691" y="2490"/>
                    <a:pt x="47778" y="1324"/>
                  </a:cubicBezTo>
                  <a:cubicBezTo>
                    <a:pt x="44865" y="742"/>
                    <a:pt x="42534" y="-424"/>
                    <a:pt x="39621" y="159"/>
                  </a:cubicBezTo>
                  <a:cubicBezTo>
                    <a:pt x="37290" y="742"/>
                    <a:pt x="34377" y="1324"/>
                    <a:pt x="32046" y="2490"/>
                  </a:cubicBezTo>
                  <a:cubicBezTo>
                    <a:pt x="29716" y="4238"/>
                    <a:pt x="26220" y="5986"/>
                    <a:pt x="22141" y="9482"/>
                  </a:cubicBezTo>
                  <a:lnTo>
                    <a:pt x="0" y="26964"/>
                  </a:lnTo>
                  <a:lnTo>
                    <a:pt x="44282" y="82323"/>
                  </a:lnTo>
                  <a:lnTo>
                    <a:pt x="63510" y="67173"/>
                  </a:lnTo>
                  <a:cubicBezTo>
                    <a:pt x="70502" y="61345"/>
                    <a:pt x="75163" y="57849"/>
                    <a:pt x="76911" y="56101"/>
                  </a:cubicBezTo>
                  <a:cubicBezTo>
                    <a:pt x="79242" y="53187"/>
                    <a:pt x="81572" y="50856"/>
                    <a:pt x="82155" y="47360"/>
                  </a:cubicBezTo>
                  <a:cubicBezTo>
                    <a:pt x="82737" y="44446"/>
                    <a:pt x="83320" y="40950"/>
                    <a:pt x="82737" y="38036"/>
                  </a:cubicBezTo>
                  <a:cubicBezTo>
                    <a:pt x="81572" y="35122"/>
                    <a:pt x="79824" y="32209"/>
                    <a:pt x="78076" y="29878"/>
                  </a:cubicBezTo>
                  <a:close/>
                  <a:moveTo>
                    <a:pt x="28550" y="40950"/>
                  </a:moveTo>
                  <a:lnTo>
                    <a:pt x="18062" y="28130"/>
                  </a:lnTo>
                  <a:lnTo>
                    <a:pt x="24472" y="22885"/>
                  </a:lnTo>
                  <a:cubicBezTo>
                    <a:pt x="29716" y="18806"/>
                    <a:pt x="32629" y="15892"/>
                    <a:pt x="33794" y="15892"/>
                  </a:cubicBezTo>
                  <a:cubicBezTo>
                    <a:pt x="35542" y="14144"/>
                    <a:pt x="37290" y="14144"/>
                    <a:pt x="39621" y="14727"/>
                  </a:cubicBezTo>
                  <a:cubicBezTo>
                    <a:pt x="41951" y="15310"/>
                    <a:pt x="43117" y="16475"/>
                    <a:pt x="44865" y="17641"/>
                  </a:cubicBezTo>
                  <a:cubicBezTo>
                    <a:pt x="46613" y="19389"/>
                    <a:pt x="46613" y="21137"/>
                    <a:pt x="46613" y="22885"/>
                  </a:cubicBezTo>
                  <a:cubicBezTo>
                    <a:pt x="46613" y="24633"/>
                    <a:pt x="45447" y="26964"/>
                    <a:pt x="43699" y="28712"/>
                  </a:cubicBezTo>
                  <a:cubicBezTo>
                    <a:pt x="43117" y="29295"/>
                    <a:pt x="40203" y="31626"/>
                    <a:pt x="36125" y="35122"/>
                  </a:cubicBezTo>
                  <a:lnTo>
                    <a:pt x="28550" y="40950"/>
                  </a:lnTo>
                  <a:close/>
                  <a:moveTo>
                    <a:pt x="65840" y="49691"/>
                  </a:moveTo>
                  <a:cubicBezTo>
                    <a:pt x="65258" y="50856"/>
                    <a:pt x="62344" y="52604"/>
                    <a:pt x="58266" y="56101"/>
                  </a:cubicBezTo>
                  <a:lnTo>
                    <a:pt x="48361" y="64259"/>
                  </a:lnTo>
                  <a:lnTo>
                    <a:pt x="36125" y="49691"/>
                  </a:lnTo>
                  <a:lnTo>
                    <a:pt x="44865" y="42115"/>
                  </a:lnTo>
                  <a:cubicBezTo>
                    <a:pt x="50109" y="38036"/>
                    <a:pt x="53605" y="35122"/>
                    <a:pt x="55353" y="35122"/>
                  </a:cubicBezTo>
                  <a:cubicBezTo>
                    <a:pt x="57101" y="33957"/>
                    <a:pt x="58848" y="34540"/>
                    <a:pt x="60596" y="35122"/>
                  </a:cubicBezTo>
                  <a:cubicBezTo>
                    <a:pt x="62344" y="35705"/>
                    <a:pt x="64092" y="36871"/>
                    <a:pt x="64675" y="38619"/>
                  </a:cubicBezTo>
                  <a:cubicBezTo>
                    <a:pt x="66423" y="40367"/>
                    <a:pt x="67006" y="42115"/>
                    <a:pt x="67006" y="44446"/>
                  </a:cubicBezTo>
                  <a:cubicBezTo>
                    <a:pt x="68171" y="46777"/>
                    <a:pt x="67588" y="48525"/>
                    <a:pt x="65840" y="49691"/>
                  </a:cubicBezTo>
                  <a:close/>
                </a:path>
              </a:pathLst>
            </a:custGeom>
            <a:grpFill/>
            <a:ln w="5826" cap="flat">
              <a:noFill/>
              <a:prstDash val="solid"/>
              <a:miter/>
            </a:ln>
          </p:spPr>
          <p:txBody>
            <a:bodyPr rtlCol="0" anchor="ctr"/>
            <a:lstStyle/>
            <a:p>
              <a:endParaRPr lang="zh-TW" altLang="en-US"/>
            </a:p>
          </p:txBody>
        </p:sp>
        <p:sp>
          <p:nvSpPr>
            <p:cNvPr id="75" name="手繪多邊形 153">
              <a:extLst>
                <a:ext uri="{FF2B5EF4-FFF2-40B4-BE49-F238E27FC236}">
                  <a16:creationId xmlns:a16="http://schemas.microsoft.com/office/drawing/2014/main" id="{346B3960-1522-417C-A8CE-0190BC0ED669}"/>
                </a:ext>
              </a:extLst>
            </p:cNvPr>
            <p:cNvSpPr/>
            <p:nvPr/>
          </p:nvSpPr>
          <p:spPr>
            <a:xfrm>
              <a:off x="9048129" y="6218912"/>
              <a:ext cx="64202" cy="74677"/>
            </a:xfrm>
            <a:custGeom>
              <a:avLst/>
              <a:gdLst>
                <a:gd name="connsiteX0" fmla="*/ 59431 w 64202"/>
                <a:gd name="connsiteY0" fmla="*/ 34381 h 74677"/>
                <a:gd name="connsiteX1" fmla="*/ 43699 w 64202"/>
                <a:gd name="connsiteY1" fmla="*/ 25057 h 74677"/>
                <a:gd name="connsiteX2" fmla="*/ 27385 w 64202"/>
                <a:gd name="connsiteY2" fmla="*/ 29136 h 74677"/>
                <a:gd name="connsiteX3" fmla="*/ 21558 w 64202"/>
                <a:gd name="connsiteY3" fmla="*/ 36712 h 74677"/>
                <a:gd name="connsiteX4" fmla="*/ 15732 w 64202"/>
                <a:gd name="connsiteY4" fmla="*/ 26223 h 74677"/>
                <a:gd name="connsiteX5" fmla="*/ 35542 w 64202"/>
                <a:gd name="connsiteY5" fmla="*/ 9906 h 74677"/>
                <a:gd name="connsiteX6" fmla="*/ 27968 w 64202"/>
                <a:gd name="connsiteY6" fmla="*/ 0 h 74677"/>
                <a:gd name="connsiteX7" fmla="*/ 0 w 64202"/>
                <a:gd name="connsiteY7" fmla="*/ 22726 h 74677"/>
                <a:gd name="connsiteX8" fmla="*/ 18062 w 64202"/>
                <a:gd name="connsiteY8" fmla="*/ 55942 h 74677"/>
                <a:gd name="connsiteX9" fmla="*/ 27385 w 64202"/>
                <a:gd name="connsiteY9" fmla="*/ 50115 h 74677"/>
                <a:gd name="connsiteX10" fmla="*/ 32629 w 64202"/>
                <a:gd name="connsiteY10" fmla="*/ 39626 h 74677"/>
                <a:gd name="connsiteX11" fmla="*/ 40203 w 64202"/>
                <a:gd name="connsiteY11" fmla="*/ 37295 h 74677"/>
                <a:gd name="connsiteX12" fmla="*/ 48361 w 64202"/>
                <a:gd name="connsiteY12" fmla="*/ 42539 h 74677"/>
                <a:gd name="connsiteX13" fmla="*/ 52439 w 64202"/>
                <a:gd name="connsiteY13" fmla="*/ 52446 h 74677"/>
                <a:gd name="connsiteX14" fmla="*/ 48943 w 64202"/>
                <a:gd name="connsiteY14" fmla="*/ 59438 h 74677"/>
                <a:gd name="connsiteX15" fmla="*/ 42534 w 64202"/>
                <a:gd name="connsiteY15" fmla="*/ 61769 h 74677"/>
                <a:gd name="connsiteX16" fmla="*/ 35542 w 64202"/>
                <a:gd name="connsiteY16" fmla="*/ 58273 h 74677"/>
                <a:gd name="connsiteX17" fmla="*/ 25054 w 64202"/>
                <a:gd name="connsiteY17" fmla="*/ 68762 h 74677"/>
                <a:gd name="connsiteX18" fmla="*/ 39621 w 64202"/>
                <a:gd name="connsiteY18" fmla="*/ 74589 h 74677"/>
                <a:gd name="connsiteX19" fmla="*/ 55353 w 64202"/>
                <a:gd name="connsiteY19" fmla="*/ 68762 h 74677"/>
                <a:gd name="connsiteX20" fmla="*/ 64092 w 64202"/>
                <a:gd name="connsiteY20" fmla="*/ 48949 h 74677"/>
                <a:gd name="connsiteX21" fmla="*/ 59431 w 64202"/>
                <a:gd name="connsiteY21" fmla="*/ 34381 h 74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4202" h="74677">
                  <a:moveTo>
                    <a:pt x="59431" y="34381"/>
                  </a:moveTo>
                  <a:cubicBezTo>
                    <a:pt x="55353" y="28554"/>
                    <a:pt x="49526" y="25640"/>
                    <a:pt x="43699" y="25057"/>
                  </a:cubicBezTo>
                  <a:cubicBezTo>
                    <a:pt x="37873" y="24475"/>
                    <a:pt x="32629" y="25640"/>
                    <a:pt x="27385" y="29136"/>
                  </a:cubicBezTo>
                  <a:cubicBezTo>
                    <a:pt x="25054" y="31467"/>
                    <a:pt x="22724" y="33216"/>
                    <a:pt x="21558" y="36712"/>
                  </a:cubicBezTo>
                  <a:lnTo>
                    <a:pt x="15732" y="26223"/>
                  </a:lnTo>
                  <a:lnTo>
                    <a:pt x="35542" y="9906"/>
                  </a:lnTo>
                  <a:lnTo>
                    <a:pt x="27968" y="0"/>
                  </a:lnTo>
                  <a:lnTo>
                    <a:pt x="0" y="22726"/>
                  </a:lnTo>
                  <a:lnTo>
                    <a:pt x="18062" y="55942"/>
                  </a:lnTo>
                  <a:lnTo>
                    <a:pt x="27385" y="50115"/>
                  </a:lnTo>
                  <a:cubicBezTo>
                    <a:pt x="27968" y="45453"/>
                    <a:pt x="29133" y="41956"/>
                    <a:pt x="32629" y="39626"/>
                  </a:cubicBezTo>
                  <a:cubicBezTo>
                    <a:pt x="34959" y="37295"/>
                    <a:pt x="37290" y="37295"/>
                    <a:pt x="40203" y="37295"/>
                  </a:cubicBezTo>
                  <a:cubicBezTo>
                    <a:pt x="43117" y="37295"/>
                    <a:pt x="46030" y="39626"/>
                    <a:pt x="48361" y="42539"/>
                  </a:cubicBezTo>
                  <a:cubicBezTo>
                    <a:pt x="51274" y="46618"/>
                    <a:pt x="53022" y="49532"/>
                    <a:pt x="52439" y="52446"/>
                  </a:cubicBezTo>
                  <a:cubicBezTo>
                    <a:pt x="51857" y="55359"/>
                    <a:pt x="51274" y="57690"/>
                    <a:pt x="48943" y="59438"/>
                  </a:cubicBezTo>
                  <a:cubicBezTo>
                    <a:pt x="47195" y="61186"/>
                    <a:pt x="44865" y="61769"/>
                    <a:pt x="42534" y="61769"/>
                  </a:cubicBezTo>
                  <a:cubicBezTo>
                    <a:pt x="40203" y="61769"/>
                    <a:pt x="37290" y="60021"/>
                    <a:pt x="35542" y="58273"/>
                  </a:cubicBezTo>
                  <a:lnTo>
                    <a:pt x="25054" y="68762"/>
                  </a:lnTo>
                  <a:cubicBezTo>
                    <a:pt x="29133" y="72841"/>
                    <a:pt x="34377" y="75172"/>
                    <a:pt x="39621" y="74589"/>
                  </a:cubicBezTo>
                  <a:cubicBezTo>
                    <a:pt x="44865" y="74589"/>
                    <a:pt x="50109" y="72841"/>
                    <a:pt x="55353" y="68762"/>
                  </a:cubicBezTo>
                  <a:cubicBezTo>
                    <a:pt x="61762" y="63517"/>
                    <a:pt x="64675" y="57107"/>
                    <a:pt x="64092" y="48949"/>
                  </a:cubicBezTo>
                  <a:cubicBezTo>
                    <a:pt x="64675" y="44287"/>
                    <a:pt x="62927" y="39043"/>
                    <a:pt x="59431" y="34381"/>
                  </a:cubicBezTo>
                  <a:close/>
                </a:path>
              </a:pathLst>
            </a:custGeom>
            <a:grpFill/>
            <a:ln w="5826" cap="flat">
              <a:noFill/>
              <a:prstDash val="solid"/>
              <a:miter/>
            </a:ln>
          </p:spPr>
          <p:txBody>
            <a:bodyPr rtlCol="0" anchor="ctr"/>
            <a:lstStyle/>
            <a:p>
              <a:endParaRPr lang="zh-TW" altLang="en-US"/>
            </a:p>
          </p:txBody>
        </p:sp>
        <p:sp>
          <p:nvSpPr>
            <p:cNvPr id="76" name="手繪多邊形 154">
              <a:extLst>
                <a:ext uri="{FF2B5EF4-FFF2-40B4-BE49-F238E27FC236}">
                  <a16:creationId xmlns:a16="http://schemas.microsoft.com/office/drawing/2014/main" id="{576986E1-9122-4633-B925-7D234093ED00}"/>
                </a:ext>
              </a:extLst>
            </p:cNvPr>
            <p:cNvSpPr/>
            <p:nvPr/>
          </p:nvSpPr>
          <p:spPr>
            <a:xfrm>
              <a:off x="9091849" y="6184442"/>
              <a:ext cx="76890" cy="75240"/>
            </a:xfrm>
            <a:custGeom>
              <a:avLst/>
              <a:gdLst>
                <a:gd name="connsiteX0" fmla="*/ 35522 w 76890"/>
                <a:gd name="connsiteY0" fmla="*/ 34470 h 75240"/>
                <a:gd name="connsiteX1" fmla="*/ 42514 w 76890"/>
                <a:gd name="connsiteY1" fmla="*/ 43793 h 75240"/>
                <a:gd name="connsiteX2" fmla="*/ 55333 w 76890"/>
                <a:gd name="connsiteY2" fmla="*/ 33304 h 75240"/>
                <a:gd name="connsiteX3" fmla="*/ 61159 w 76890"/>
                <a:gd name="connsiteY3" fmla="*/ 40297 h 75240"/>
                <a:gd name="connsiteX4" fmla="*/ 58246 w 76890"/>
                <a:gd name="connsiteY4" fmla="*/ 49038 h 75240"/>
                <a:gd name="connsiteX5" fmla="*/ 52419 w 76890"/>
                <a:gd name="connsiteY5" fmla="*/ 56031 h 75240"/>
                <a:gd name="connsiteX6" fmla="*/ 36688 w 76890"/>
                <a:gd name="connsiteY6" fmla="*/ 60110 h 75240"/>
                <a:gd name="connsiteX7" fmla="*/ 20373 w 76890"/>
                <a:gd name="connsiteY7" fmla="*/ 49038 h 75240"/>
                <a:gd name="connsiteX8" fmla="*/ 13964 w 76890"/>
                <a:gd name="connsiteY8" fmla="*/ 32139 h 75240"/>
                <a:gd name="connsiteX9" fmla="*/ 21538 w 76890"/>
                <a:gd name="connsiteY9" fmla="*/ 18153 h 75240"/>
                <a:gd name="connsiteX10" fmla="*/ 31444 w 76890"/>
                <a:gd name="connsiteY10" fmla="*/ 14074 h 75240"/>
                <a:gd name="connsiteX11" fmla="*/ 41349 w 76890"/>
                <a:gd name="connsiteY11" fmla="*/ 16988 h 75240"/>
                <a:gd name="connsiteX12" fmla="*/ 50671 w 76890"/>
                <a:gd name="connsiteY12" fmla="*/ 5916 h 75240"/>
                <a:gd name="connsiteX13" fmla="*/ 33774 w 76890"/>
                <a:gd name="connsiteY13" fmla="*/ 89 h 75240"/>
                <a:gd name="connsiteX14" fmla="*/ 13964 w 76890"/>
                <a:gd name="connsiteY14" fmla="*/ 8830 h 75240"/>
                <a:gd name="connsiteX15" fmla="*/ 2893 w 76890"/>
                <a:gd name="connsiteY15" fmla="*/ 22232 h 75240"/>
                <a:gd name="connsiteX16" fmla="*/ 563 w 76890"/>
                <a:gd name="connsiteY16" fmla="*/ 41462 h 75240"/>
                <a:gd name="connsiteX17" fmla="*/ 9303 w 76890"/>
                <a:gd name="connsiteY17" fmla="*/ 60110 h 75240"/>
                <a:gd name="connsiteX18" fmla="*/ 24452 w 76890"/>
                <a:gd name="connsiteY18" fmla="*/ 72347 h 75240"/>
                <a:gd name="connsiteX19" fmla="*/ 42514 w 76890"/>
                <a:gd name="connsiteY19" fmla="*/ 74678 h 75240"/>
                <a:gd name="connsiteX20" fmla="*/ 60576 w 76890"/>
                <a:gd name="connsiteY20" fmla="*/ 65937 h 75240"/>
                <a:gd name="connsiteX21" fmla="*/ 71647 w 76890"/>
                <a:gd name="connsiteY21" fmla="*/ 52534 h 75240"/>
                <a:gd name="connsiteX22" fmla="*/ 76891 w 76890"/>
                <a:gd name="connsiteY22" fmla="*/ 38549 h 75240"/>
                <a:gd name="connsiteX23" fmla="*/ 59411 w 76890"/>
                <a:gd name="connsiteY23" fmla="*/ 16405 h 75240"/>
                <a:gd name="connsiteX24" fmla="*/ 35522 w 76890"/>
                <a:gd name="connsiteY24" fmla="*/ 34470 h 7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6890" h="75240">
                  <a:moveTo>
                    <a:pt x="35522" y="34470"/>
                  </a:moveTo>
                  <a:lnTo>
                    <a:pt x="42514" y="43793"/>
                  </a:lnTo>
                  <a:lnTo>
                    <a:pt x="55333" y="33304"/>
                  </a:lnTo>
                  <a:lnTo>
                    <a:pt x="61159" y="40297"/>
                  </a:lnTo>
                  <a:cubicBezTo>
                    <a:pt x="60576" y="43210"/>
                    <a:pt x="59411" y="46124"/>
                    <a:pt x="58246" y="49038"/>
                  </a:cubicBezTo>
                  <a:cubicBezTo>
                    <a:pt x="57081" y="51951"/>
                    <a:pt x="54750" y="53700"/>
                    <a:pt x="52419" y="56031"/>
                  </a:cubicBezTo>
                  <a:cubicBezTo>
                    <a:pt x="47758" y="59527"/>
                    <a:pt x="42514" y="61275"/>
                    <a:pt x="36688" y="60110"/>
                  </a:cubicBezTo>
                  <a:cubicBezTo>
                    <a:pt x="30861" y="58944"/>
                    <a:pt x="25617" y="55448"/>
                    <a:pt x="20373" y="49038"/>
                  </a:cubicBezTo>
                  <a:cubicBezTo>
                    <a:pt x="15712" y="42628"/>
                    <a:pt x="13381" y="37383"/>
                    <a:pt x="13964" y="32139"/>
                  </a:cubicBezTo>
                  <a:cubicBezTo>
                    <a:pt x="14546" y="26894"/>
                    <a:pt x="16877" y="21650"/>
                    <a:pt x="21538" y="18153"/>
                  </a:cubicBezTo>
                  <a:cubicBezTo>
                    <a:pt x="24452" y="15822"/>
                    <a:pt x="27948" y="14074"/>
                    <a:pt x="31444" y="14074"/>
                  </a:cubicBezTo>
                  <a:cubicBezTo>
                    <a:pt x="34940" y="14074"/>
                    <a:pt x="37853" y="14657"/>
                    <a:pt x="41349" y="16988"/>
                  </a:cubicBezTo>
                  <a:lnTo>
                    <a:pt x="50671" y="5916"/>
                  </a:lnTo>
                  <a:cubicBezTo>
                    <a:pt x="45427" y="1837"/>
                    <a:pt x="39601" y="-494"/>
                    <a:pt x="33774" y="89"/>
                  </a:cubicBezTo>
                  <a:cubicBezTo>
                    <a:pt x="27365" y="89"/>
                    <a:pt x="20956" y="3002"/>
                    <a:pt x="13964" y="8830"/>
                  </a:cubicBezTo>
                  <a:cubicBezTo>
                    <a:pt x="8720" y="12909"/>
                    <a:pt x="5224" y="17570"/>
                    <a:pt x="2893" y="22232"/>
                  </a:cubicBezTo>
                  <a:cubicBezTo>
                    <a:pt x="-20" y="28642"/>
                    <a:pt x="-603" y="35052"/>
                    <a:pt x="563" y="41462"/>
                  </a:cubicBezTo>
                  <a:cubicBezTo>
                    <a:pt x="1728" y="47872"/>
                    <a:pt x="4641" y="54282"/>
                    <a:pt x="9303" y="60110"/>
                  </a:cubicBezTo>
                  <a:cubicBezTo>
                    <a:pt x="13381" y="65354"/>
                    <a:pt x="18625" y="69433"/>
                    <a:pt x="24452" y="72347"/>
                  </a:cubicBezTo>
                  <a:cubicBezTo>
                    <a:pt x="30278" y="75261"/>
                    <a:pt x="36688" y="75843"/>
                    <a:pt x="42514" y="74678"/>
                  </a:cubicBezTo>
                  <a:cubicBezTo>
                    <a:pt x="48341" y="73512"/>
                    <a:pt x="54750" y="70599"/>
                    <a:pt x="60576" y="65937"/>
                  </a:cubicBezTo>
                  <a:cubicBezTo>
                    <a:pt x="65238" y="62441"/>
                    <a:pt x="68734" y="57779"/>
                    <a:pt x="71647" y="52534"/>
                  </a:cubicBezTo>
                  <a:cubicBezTo>
                    <a:pt x="74560" y="46707"/>
                    <a:pt x="76891" y="42628"/>
                    <a:pt x="76891" y="38549"/>
                  </a:cubicBezTo>
                  <a:lnTo>
                    <a:pt x="59411" y="16405"/>
                  </a:lnTo>
                  <a:lnTo>
                    <a:pt x="35522" y="34470"/>
                  </a:lnTo>
                  <a:close/>
                </a:path>
              </a:pathLst>
            </a:custGeom>
            <a:grpFill/>
            <a:ln w="5826" cap="flat">
              <a:noFill/>
              <a:prstDash val="solid"/>
              <a:miter/>
            </a:ln>
          </p:spPr>
          <p:txBody>
            <a:bodyPr rtlCol="0" anchor="ctr"/>
            <a:lstStyle/>
            <a:p>
              <a:endParaRPr lang="zh-TW" altLang="en-US"/>
            </a:p>
          </p:txBody>
        </p:sp>
      </p:grpSp>
      <p:grpSp>
        <p:nvGrpSpPr>
          <p:cNvPr id="77" name="圖形 24">
            <a:extLst>
              <a:ext uri="{FF2B5EF4-FFF2-40B4-BE49-F238E27FC236}">
                <a16:creationId xmlns:a16="http://schemas.microsoft.com/office/drawing/2014/main" id="{E7AB7749-EA98-4C32-8971-659400951930}"/>
              </a:ext>
            </a:extLst>
          </p:cNvPr>
          <p:cNvGrpSpPr/>
          <p:nvPr userDrawn="1"/>
        </p:nvGrpSpPr>
        <p:grpSpPr>
          <a:xfrm>
            <a:off x="5364117" y="5608722"/>
            <a:ext cx="347657" cy="414333"/>
            <a:chOff x="6257100" y="5991336"/>
            <a:chExt cx="428381" cy="510539"/>
          </a:xfrm>
          <a:gradFill flip="none" rotWithShape="1">
            <a:gsLst>
              <a:gs pos="95000">
                <a:srgbClr val="0B77FF"/>
              </a:gs>
              <a:gs pos="0">
                <a:srgbClr val="06EEFD"/>
              </a:gs>
            </a:gsLst>
            <a:lin ang="16200000" scaled="1"/>
            <a:tileRect/>
          </a:gradFill>
        </p:grpSpPr>
        <p:sp>
          <p:nvSpPr>
            <p:cNvPr id="78" name="手繪多邊形 140">
              <a:extLst>
                <a:ext uri="{FF2B5EF4-FFF2-40B4-BE49-F238E27FC236}">
                  <a16:creationId xmlns:a16="http://schemas.microsoft.com/office/drawing/2014/main" id="{3AB906E9-3394-4318-B7B3-43BD1CA50B9F}"/>
                </a:ext>
              </a:extLst>
            </p:cNvPr>
            <p:cNvSpPr/>
            <p:nvPr/>
          </p:nvSpPr>
          <p:spPr>
            <a:xfrm>
              <a:off x="6357424" y="6358475"/>
              <a:ext cx="51232" cy="81634"/>
            </a:xfrm>
            <a:custGeom>
              <a:avLst/>
              <a:gdLst>
                <a:gd name="connsiteX0" fmla="*/ 13346 w 51232"/>
                <a:gd name="connsiteY0" fmla="*/ 51831 h 81634"/>
                <a:gd name="connsiteX1" fmla="*/ 24109 w 51232"/>
                <a:gd name="connsiteY1" fmla="*/ 51831 h 81634"/>
                <a:gd name="connsiteX2" fmla="*/ 36594 w 51232"/>
                <a:gd name="connsiteY2" fmla="*/ 81635 h 81634"/>
                <a:gd name="connsiteX3" fmla="*/ 51232 w 51232"/>
                <a:gd name="connsiteY3" fmla="*/ 81635 h 81634"/>
                <a:gd name="connsiteX4" fmla="*/ 51232 w 51232"/>
                <a:gd name="connsiteY4" fmla="*/ 80771 h 81634"/>
                <a:gd name="connsiteX5" fmla="*/ 37025 w 51232"/>
                <a:gd name="connsiteY5" fmla="*/ 47512 h 81634"/>
                <a:gd name="connsiteX6" fmla="*/ 46066 w 51232"/>
                <a:gd name="connsiteY6" fmla="*/ 38442 h 81634"/>
                <a:gd name="connsiteX7" fmla="*/ 49079 w 51232"/>
                <a:gd name="connsiteY7" fmla="*/ 24620 h 81634"/>
                <a:gd name="connsiteX8" fmla="*/ 42622 w 51232"/>
                <a:gd name="connsiteY8" fmla="*/ 6479 h 81634"/>
                <a:gd name="connsiteX9" fmla="*/ 24540 w 51232"/>
                <a:gd name="connsiteY9" fmla="*/ 0 h 81634"/>
                <a:gd name="connsiteX10" fmla="*/ 0 w 51232"/>
                <a:gd name="connsiteY10" fmla="*/ 0 h 81634"/>
                <a:gd name="connsiteX11" fmla="*/ 0 w 51232"/>
                <a:gd name="connsiteY11" fmla="*/ 81635 h 81634"/>
                <a:gd name="connsiteX12" fmla="*/ 13777 w 51232"/>
                <a:gd name="connsiteY12" fmla="*/ 81635 h 81634"/>
                <a:gd name="connsiteX13" fmla="*/ 13777 w 51232"/>
                <a:gd name="connsiteY13" fmla="*/ 51831 h 81634"/>
                <a:gd name="connsiteX14" fmla="*/ 13346 w 51232"/>
                <a:gd name="connsiteY14" fmla="*/ 13390 h 81634"/>
                <a:gd name="connsiteX15" fmla="*/ 24109 w 51232"/>
                <a:gd name="connsiteY15" fmla="*/ 13390 h 81634"/>
                <a:gd name="connsiteX16" fmla="*/ 32289 w 51232"/>
                <a:gd name="connsiteY16" fmla="*/ 16845 h 81634"/>
                <a:gd name="connsiteX17" fmla="*/ 34872 w 51232"/>
                <a:gd name="connsiteY17" fmla="*/ 25916 h 81634"/>
                <a:gd name="connsiteX18" fmla="*/ 31859 w 51232"/>
                <a:gd name="connsiteY18" fmla="*/ 34986 h 81634"/>
                <a:gd name="connsiteX19" fmla="*/ 24109 w 51232"/>
                <a:gd name="connsiteY19" fmla="*/ 38010 h 81634"/>
                <a:gd name="connsiteX20" fmla="*/ 13346 w 51232"/>
                <a:gd name="connsiteY20" fmla="*/ 38010 h 81634"/>
                <a:gd name="connsiteX21" fmla="*/ 13346 w 51232"/>
                <a:gd name="connsiteY21" fmla="*/ 13390 h 8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1232" h="81634">
                  <a:moveTo>
                    <a:pt x="13346" y="51831"/>
                  </a:moveTo>
                  <a:lnTo>
                    <a:pt x="24109" y="51831"/>
                  </a:lnTo>
                  <a:lnTo>
                    <a:pt x="36594" y="81635"/>
                  </a:lnTo>
                  <a:lnTo>
                    <a:pt x="51232" y="81635"/>
                  </a:lnTo>
                  <a:lnTo>
                    <a:pt x="51232" y="80771"/>
                  </a:lnTo>
                  <a:lnTo>
                    <a:pt x="37025" y="47512"/>
                  </a:lnTo>
                  <a:cubicBezTo>
                    <a:pt x="40900" y="45353"/>
                    <a:pt x="43913" y="42329"/>
                    <a:pt x="46066" y="38442"/>
                  </a:cubicBezTo>
                  <a:cubicBezTo>
                    <a:pt x="48218" y="34554"/>
                    <a:pt x="49079" y="30235"/>
                    <a:pt x="49079" y="24620"/>
                  </a:cubicBezTo>
                  <a:cubicBezTo>
                    <a:pt x="49079" y="16845"/>
                    <a:pt x="46927" y="10798"/>
                    <a:pt x="42622" y="6479"/>
                  </a:cubicBezTo>
                  <a:cubicBezTo>
                    <a:pt x="38316" y="2160"/>
                    <a:pt x="32289" y="0"/>
                    <a:pt x="24540" y="0"/>
                  </a:cubicBezTo>
                  <a:lnTo>
                    <a:pt x="0" y="0"/>
                  </a:lnTo>
                  <a:lnTo>
                    <a:pt x="0" y="81635"/>
                  </a:lnTo>
                  <a:lnTo>
                    <a:pt x="13777" y="81635"/>
                  </a:lnTo>
                  <a:lnTo>
                    <a:pt x="13777" y="51831"/>
                  </a:lnTo>
                  <a:close/>
                  <a:moveTo>
                    <a:pt x="13346" y="13390"/>
                  </a:moveTo>
                  <a:lnTo>
                    <a:pt x="24109" y="13390"/>
                  </a:lnTo>
                  <a:cubicBezTo>
                    <a:pt x="27553" y="13390"/>
                    <a:pt x="30567" y="14686"/>
                    <a:pt x="32289" y="16845"/>
                  </a:cubicBezTo>
                  <a:cubicBezTo>
                    <a:pt x="34011" y="19005"/>
                    <a:pt x="34872" y="22028"/>
                    <a:pt x="34872" y="25916"/>
                  </a:cubicBezTo>
                  <a:cubicBezTo>
                    <a:pt x="34872" y="29803"/>
                    <a:pt x="34011" y="32827"/>
                    <a:pt x="31859" y="34986"/>
                  </a:cubicBezTo>
                  <a:cubicBezTo>
                    <a:pt x="30136" y="37146"/>
                    <a:pt x="27553" y="38010"/>
                    <a:pt x="24109" y="38010"/>
                  </a:cubicBezTo>
                  <a:lnTo>
                    <a:pt x="13346" y="38010"/>
                  </a:lnTo>
                  <a:lnTo>
                    <a:pt x="13346" y="13390"/>
                  </a:lnTo>
                  <a:close/>
                </a:path>
              </a:pathLst>
            </a:custGeom>
            <a:grpFill/>
            <a:ln w="4278" cap="flat">
              <a:noFill/>
              <a:prstDash val="solid"/>
              <a:miter/>
            </a:ln>
          </p:spPr>
          <p:txBody>
            <a:bodyPr rtlCol="0" anchor="ctr"/>
            <a:lstStyle/>
            <a:p>
              <a:endParaRPr lang="zh-TW" altLang="en-US"/>
            </a:p>
          </p:txBody>
        </p:sp>
        <p:sp>
          <p:nvSpPr>
            <p:cNvPr id="79" name="手繪多邊形 141">
              <a:extLst>
                <a:ext uri="{FF2B5EF4-FFF2-40B4-BE49-F238E27FC236}">
                  <a16:creationId xmlns:a16="http://schemas.microsoft.com/office/drawing/2014/main" id="{0EF945FC-457C-456A-8606-3634C715EB5C}"/>
                </a:ext>
              </a:extLst>
            </p:cNvPr>
            <p:cNvSpPr/>
            <p:nvPr/>
          </p:nvSpPr>
          <p:spPr>
            <a:xfrm>
              <a:off x="6413391" y="6377912"/>
              <a:ext cx="46496" cy="63061"/>
            </a:xfrm>
            <a:custGeom>
              <a:avLst/>
              <a:gdLst>
                <a:gd name="connsiteX0" fmla="*/ 23248 w 46496"/>
                <a:gd name="connsiteY0" fmla="*/ 63062 h 63061"/>
                <a:gd name="connsiteX1" fmla="*/ 40038 w 46496"/>
                <a:gd name="connsiteY1" fmla="*/ 54423 h 63061"/>
                <a:gd name="connsiteX2" fmla="*/ 46496 w 46496"/>
                <a:gd name="connsiteY2" fmla="*/ 31963 h 63061"/>
                <a:gd name="connsiteX3" fmla="*/ 46496 w 46496"/>
                <a:gd name="connsiteY3" fmla="*/ 27643 h 63061"/>
                <a:gd name="connsiteX4" fmla="*/ 39608 w 46496"/>
                <a:gd name="connsiteY4" fmla="*/ 7343 h 63061"/>
                <a:gd name="connsiteX5" fmla="*/ 23248 w 46496"/>
                <a:gd name="connsiteY5" fmla="*/ 0 h 63061"/>
                <a:gd name="connsiteX6" fmla="*/ 11194 w 46496"/>
                <a:gd name="connsiteY6" fmla="*/ 3887 h 63061"/>
                <a:gd name="connsiteX7" fmla="*/ 3014 w 46496"/>
                <a:gd name="connsiteY7" fmla="*/ 14686 h 63061"/>
                <a:gd name="connsiteX8" fmla="*/ 0 w 46496"/>
                <a:gd name="connsiteY8" fmla="*/ 30667 h 63061"/>
                <a:gd name="connsiteX9" fmla="*/ 0 w 46496"/>
                <a:gd name="connsiteY9" fmla="*/ 31531 h 63061"/>
                <a:gd name="connsiteX10" fmla="*/ 6458 w 46496"/>
                <a:gd name="connsiteY10" fmla="*/ 54423 h 63061"/>
                <a:gd name="connsiteX11" fmla="*/ 23248 w 46496"/>
                <a:gd name="connsiteY11" fmla="*/ 63062 h 63061"/>
                <a:gd name="connsiteX12" fmla="*/ 15929 w 46496"/>
                <a:gd name="connsiteY12" fmla="*/ 18141 h 63061"/>
                <a:gd name="connsiteX13" fmla="*/ 23248 w 46496"/>
                <a:gd name="connsiteY13" fmla="*/ 13390 h 63061"/>
                <a:gd name="connsiteX14" fmla="*/ 30567 w 46496"/>
                <a:gd name="connsiteY14" fmla="*/ 18141 h 63061"/>
                <a:gd name="connsiteX15" fmla="*/ 33150 w 46496"/>
                <a:gd name="connsiteY15" fmla="*/ 31099 h 63061"/>
                <a:gd name="connsiteX16" fmla="*/ 30567 w 46496"/>
                <a:gd name="connsiteY16" fmla="*/ 45353 h 63061"/>
                <a:gd name="connsiteX17" fmla="*/ 23248 w 46496"/>
                <a:gd name="connsiteY17" fmla="*/ 49672 h 63061"/>
                <a:gd name="connsiteX18" fmla="*/ 15929 w 46496"/>
                <a:gd name="connsiteY18" fmla="*/ 44921 h 63061"/>
                <a:gd name="connsiteX19" fmla="*/ 13346 w 46496"/>
                <a:gd name="connsiteY19" fmla="*/ 31531 h 63061"/>
                <a:gd name="connsiteX20" fmla="*/ 15929 w 46496"/>
                <a:gd name="connsiteY20" fmla="*/ 18141 h 6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6496" h="63061">
                  <a:moveTo>
                    <a:pt x="23248" y="63062"/>
                  </a:moveTo>
                  <a:cubicBezTo>
                    <a:pt x="30136" y="63062"/>
                    <a:pt x="35733" y="60038"/>
                    <a:pt x="40038" y="54423"/>
                  </a:cubicBezTo>
                  <a:cubicBezTo>
                    <a:pt x="44344" y="48808"/>
                    <a:pt x="46496" y="41465"/>
                    <a:pt x="46496" y="31963"/>
                  </a:cubicBezTo>
                  <a:lnTo>
                    <a:pt x="46496" y="27643"/>
                  </a:lnTo>
                  <a:cubicBezTo>
                    <a:pt x="46066" y="19005"/>
                    <a:pt x="43483" y="12094"/>
                    <a:pt x="39608" y="7343"/>
                  </a:cubicBezTo>
                  <a:cubicBezTo>
                    <a:pt x="35303" y="2160"/>
                    <a:pt x="30136" y="0"/>
                    <a:pt x="23248" y="0"/>
                  </a:cubicBezTo>
                  <a:cubicBezTo>
                    <a:pt x="18512" y="0"/>
                    <a:pt x="14638" y="1296"/>
                    <a:pt x="11194" y="3887"/>
                  </a:cubicBezTo>
                  <a:cubicBezTo>
                    <a:pt x="7749" y="6479"/>
                    <a:pt x="5166" y="9934"/>
                    <a:pt x="3014" y="14686"/>
                  </a:cubicBezTo>
                  <a:cubicBezTo>
                    <a:pt x="1292" y="19437"/>
                    <a:pt x="0" y="24620"/>
                    <a:pt x="0" y="30667"/>
                  </a:cubicBezTo>
                  <a:lnTo>
                    <a:pt x="0" y="31531"/>
                  </a:lnTo>
                  <a:cubicBezTo>
                    <a:pt x="0" y="41033"/>
                    <a:pt x="2153" y="48808"/>
                    <a:pt x="6458" y="54423"/>
                  </a:cubicBezTo>
                  <a:cubicBezTo>
                    <a:pt x="10763" y="60470"/>
                    <a:pt x="16360" y="63062"/>
                    <a:pt x="23248" y="63062"/>
                  </a:cubicBezTo>
                  <a:close/>
                  <a:moveTo>
                    <a:pt x="15929" y="18141"/>
                  </a:moveTo>
                  <a:cubicBezTo>
                    <a:pt x="17651" y="15118"/>
                    <a:pt x="20234" y="13390"/>
                    <a:pt x="23248" y="13390"/>
                  </a:cubicBezTo>
                  <a:cubicBezTo>
                    <a:pt x="26692" y="13390"/>
                    <a:pt x="28845" y="15118"/>
                    <a:pt x="30567" y="18141"/>
                  </a:cubicBezTo>
                  <a:cubicBezTo>
                    <a:pt x="32289" y="21165"/>
                    <a:pt x="33150" y="25484"/>
                    <a:pt x="33150" y="31099"/>
                  </a:cubicBezTo>
                  <a:cubicBezTo>
                    <a:pt x="33150" y="37578"/>
                    <a:pt x="32289" y="42329"/>
                    <a:pt x="30567" y="45353"/>
                  </a:cubicBezTo>
                  <a:cubicBezTo>
                    <a:pt x="28845" y="48376"/>
                    <a:pt x="26262" y="49672"/>
                    <a:pt x="23248" y="49672"/>
                  </a:cubicBezTo>
                  <a:cubicBezTo>
                    <a:pt x="19804" y="49672"/>
                    <a:pt x="17651" y="47944"/>
                    <a:pt x="15929" y="44921"/>
                  </a:cubicBezTo>
                  <a:cubicBezTo>
                    <a:pt x="14207" y="41897"/>
                    <a:pt x="13346" y="37578"/>
                    <a:pt x="13346" y="31531"/>
                  </a:cubicBezTo>
                  <a:cubicBezTo>
                    <a:pt x="13346" y="25916"/>
                    <a:pt x="14207" y="21165"/>
                    <a:pt x="15929" y="18141"/>
                  </a:cubicBezTo>
                  <a:close/>
                </a:path>
              </a:pathLst>
            </a:custGeom>
            <a:grpFill/>
            <a:ln w="4278" cap="flat">
              <a:noFill/>
              <a:prstDash val="solid"/>
              <a:miter/>
            </a:ln>
          </p:spPr>
          <p:txBody>
            <a:bodyPr rtlCol="0" anchor="ctr"/>
            <a:lstStyle/>
            <a:p>
              <a:endParaRPr lang="zh-TW" altLang="en-US"/>
            </a:p>
          </p:txBody>
        </p:sp>
        <p:sp>
          <p:nvSpPr>
            <p:cNvPr id="80" name="手繪多邊形 142">
              <a:extLst>
                <a:ext uri="{FF2B5EF4-FFF2-40B4-BE49-F238E27FC236}">
                  <a16:creationId xmlns:a16="http://schemas.microsoft.com/office/drawing/2014/main" id="{4EACD0C1-EFCD-482B-A478-A5D5AF98C7A1}"/>
                </a:ext>
              </a:extLst>
            </p:cNvPr>
            <p:cNvSpPr/>
            <p:nvPr/>
          </p:nvSpPr>
          <p:spPr>
            <a:xfrm>
              <a:off x="6468068" y="6354156"/>
              <a:ext cx="44343" cy="87249"/>
            </a:xfrm>
            <a:custGeom>
              <a:avLst/>
              <a:gdLst>
                <a:gd name="connsiteX0" fmla="*/ 12055 w 44343"/>
                <a:gd name="connsiteY0" fmla="*/ 79475 h 87249"/>
                <a:gd name="connsiteX1" fmla="*/ 24970 w 44343"/>
                <a:gd name="connsiteY1" fmla="*/ 87250 h 87249"/>
                <a:gd name="connsiteX2" fmla="*/ 39177 w 44343"/>
                <a:gd name="connsiteY2" fmla="*/ 79043 h 87249"/>
                <a:gd name="connsiteX3" fmla="*/ 44344 w 44343"/>
                <a:gd name="connsiteY3" fmla="*/ 56151 h 87249"/>
                <a:gd name="connsiteX4" fmla="*/ 44344 w 44343"/>
                <a:gd name="connsiteY4" fmla="*/ 55287 h 87249"/>
                <a:gd name="connsiteX5" fmla="*/ 39177 w 44343"/>
                <a:gd name="connsiteY5" fmla="*/ 32395 h 87249"/>
                <a:gd name="connsiteX6" fmla="*/ 24970 w 44343"/>
                <a:gd name="connsiteY6" fmla="*/ 24188 h 87249"/>
                <a:gd name="connsiteX7" fmla="*/ 12916 w 44343"/>
                <a:gd name="connsiteY7" fmla="*/ 30667 h 87249"/>
                <a:gd name="connsiteX8" fmla="*/ 12916 w 44343"/>
                <a:gd name="connsiteY8" fmla="*/ 0 h 87249"/>
                <a:gd name="connsiteX9" fmla="*/ 0 w 44343"/>
                <a:gd name="connsiteY9" fmla="*/ 0 h 87249"/>
                <a:gd name="connsiteX10" fmla="*/ 0 w 44343"/>
                <a:gd name="connsiteY10" fmla="*/ 85954 h 87249"/>
                <a:gd name="connsiteX11" fmla="*/ 11624 w 44343"/>
                <a:gd name="connsiteY11" fmla="*/ 85954 h 87249"/>
                <a:gd name="connsiteX12" fmla="*/ 12055 w 44343"/>
                <a:gd name="connsiteY12" fmla="*/ 79475 h 87249"/>
                <a:gd name="connsiteX13" fmla="*/ 12916 w 44343"/>
                <a:gd name="connsiteY13" fmla="*/ 43625 h 87249"/>
                <a:gd name="connsiteX14" fmla="*/ 21526 w 44343"/>
                <a:gd name="connsiteY14" fmla="*/ 37146 h 87249"/>
                <a:gd name="connsiteX15" fmla="*/ 28414 w 44343"/>
                <a:gd name="connsiteY15" fmla="*/ 41465 h 87249"/>
                <a:gd name="connsiteX16" fmla="*/ 30567 w 44343"/>
                <a:gd name="connsiteY16" fmla="*/ 54855 h 87249"/>
                <a:gd name="connsiteX17" fmla="*/ 29706 w 44343"/>
                <a:gd name="connsiteY17" fmla="*/ 66085 h 87249"/>
                <a:gd name="connsiteX18" fmla="*/ 21526 w 44343"/>
                <a:gd name="connsiteY18" fmla="*/ 73860 h 87249"/>
                <a:gd name="connsiteX19" fmla="*/ 12916 w 44343"/>
                <a:gd name="connsiteY19" fmla="*/ 67381 h 87249"/>
                <a:gd name="connsiteX20" fmla="*/ 12916 w 44343"/>
                <a:gd name="connsiteY20" fmla="*/ 43625 h 87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4343" h="87249">
                  <a:moveTo>
                    <a:pt x="12055" y="79475"/>
                  </a:moveTo>
                  <a:cubicBezTo>
                    <a:pt x="15068" y="84658"/>
                    <a:pt x="19373" y="87250"/>
                    <a:pt x="24970" y="87250"/>
                  </a:cubicBezTo>
                  <a:cubicBezTo>
                    <a:pt x="30998" y="87250"/>
                    <a:pt x="35733" y="84658"/>
                    <a:pt x="39177" y="79043"/>
                  </a:cubicBezTo>
                  <a:cubicBezTo>
                    <a:pt x="42622" y="73428"/>
                    <a:pt x="44344" y="66085"/>
                    <a:pt x="44344" y="56151"/>
                  </a:cubicBezTo>
                  <a:lnTo>
                    <a:pt x="44344" y="55287"/>
                  </a:lnTo>
                  <a:cubicBezTo>
                    <a:pt x="44344" y="45353"/>
                    <a:pt x="42622" y="37578"/>
                    <a:pt x="39177" y="32395"/>
                  </a:cubicBezTo>
                  <a:cubicBezTo>
                    <a:pt x="35733" y="26780"/>
                    <a:pt x="30998" y="24188"/>
                    <a:pt x="24970" y="24188"/>
                  </a:cubicBezTo>
                  <a:cubicBezTo>
                    <a:pt x="20235" y="24188"/>
                    <a:pt x="15929" y="26348"/>
                    <a:pt x="12916" y="30667"/>
                  </a:cubicBezTo>
                  <a:lnTo>
                    <a:pt x="12916" y="0"/>
                  </a:lnTo>
                  <a:lnTo>
                    <a:pt x="0" y="0"/>
                  </a:lnTo>
                  <a:lnTo>
                    <a:pt x="0" y="85954"/>
                  </a:lnTo>
                  <a:lnTo>
                    <a:pt x="11624" y="85954"/>
                  </a:lnTo>
                  <a:lnTo>
                    <a:pt x="12055" y="79475"/>
                  </a:lnTo>
                  <a:close/>
                  <a:moveTo>
                    <a:pt x="12916" y="43625"/>
                  </a:moveTo>
                  <a:cubicBezTo>
                    <a:pt x="14638" y="39306"/>
                    <a:pt x="17221" y="37146"/>
                    <a:pt x="21526" y="37146"/>
                  </a:cubicBezTo>
                  <a:cubicBezTo>
                    <a:pt x="24540" y="37146"/>
                    <a:pt x="27123" y="38442"/>
                    <a:pt x="28414" y="41465"/>
                  </a:cubicBezTo>
                  <a:cubicBezTo>
                    <a:pt x="30136" y="44489"/>
                    <a:pt x="30567" y="48808"/>
                    <a:pt x="30567" y="54855"/>
                  </a:cubicBezTo>
                  <a:cubicBezTo>
                    <a:pt x="30567" y="60038"/>
                    <a:pt x="30136" y="63494"/>
                    <a:pt x="29706" y="66085"/>
                  </a:cubicBezTo>
                  <a:cubicBezTo>
                    <a:pt x="28414" y="71268"/>
                    <a:pt x="25401" y="73860"/>
                    <a:pt x="21526" y="73860"/>
                  </a:cubicBezTo>
                  <a:cubicBezTo>
                    <a:pt x="17221" y="73860"/>
                    <a:pt x="14638" y="71700"/>
                    <a:pt x="12916" y="67381"/>
                  </a:cubicBezTo>
                  <a:lnTo>
                    <a:pt x="12916" y="43625"/>
                  </a:lnTo>
                  <a:close/>
                </a:path>
              </a:pathLst>
            </a:custGeom>
            <a:grpFill/>
            <a:ln w="4278" cap="flat">
              <a:noFill/>
              <a:prstDash val="solid"/>
              <a:miter/>
            </a:ln>
          </p:spPr>
          <p:txBody>
            <a:bodyPr rtlCol="0" anchor="ctr"/>
            <a:lstStyle/>
            <a:p>
              <a:endParaRPr lang="zh-TW" altLang="en-US"/>
            </a:p>
          </p:txBody>
        </p:sp>
        <p:sp>
          <p:nvSpPr>
            <p:cNvPr id="81" name="手繪多邊形 143">
              <a:extLst>
                <a:ext uri="{FF2B5EF4-FFF2-40B4-BE49-F238E27FC236}">
                  <a16:creationId xmlns:a16="http://schemas.microsoft.com/office/drawing/2014/main" id="{656FCE4F-6D3B-4057-9678-204DAEF03235}"/>
                </a:ext>
              </a:extLst>
            </p:cNvPr>
            <p:cNvSpPr/>
            <p:nvPr/>
          </p:nvSpPr>
          <p:spPr>
            <a:xfrm>
              <a:off x="6518008" y="6377912"/>
              <a:ext cx="46496" cy="63061"/>
            </a:xfrm>
            <a:custGeom>
              <a:avLst/>
              <a:gdLst>
                <a:gd name="connsiteX0" fmla="*/ 23248 w 46496"/>
                <a:gd name="connsiteY0" fmla="*/ 63062 h 63061"/>
                <a:gd name="connsiteX1" fmla="*/ 40038 w 46496"/>
                <a:gd name="connsiteY1" fmla="*/ 54423 h 63061"/>
                <a:gd name="connsiteX2" fmla="*/ 46496 w 46496"/>
                <a:gd name="connsiteY2" fmla="*/ 31963 h 63061"/>
                <a:gd name="connsiteX3" fmla="*/ 46496 w 46496"/>
                <a:gd name="connsiteY3" fmla="*/ 27643 h 63061"/>
                <a:gd name="connsiteX4" fmla="*/ 39608 w 46496"/>
                <a:gd name="connsiteY4" fmla="*/ 7343 h 63061"/>
                <a:gd name="connsiteX5" fmla="*/ 23248 w 46496"/>
                <a:gd name="connsiteY5" fmla="*/ 0 h 63061"/>
                <a:gd name="connsiteX6" fmla="*/ 11194 w 46496"/>
                <a:gd name="connsiteY6" fmla="*/ 3887 h 63061"/>
                <a:gd name="connsiteX7" fmla="*/ 3014 w 46496"/>
                <a:gd name="connsiteY7" fmla="*/ 14686 h 63061"/>
                <a:gd name="connsiteX8" fmla="*/ 0 w 46496"/>
                <a:gd name="connsiteY8" fmla="*/ 30667 h 63061"/>
                <a:gd name="connsiteX9" fmla="*/ 0 w 46496"/>
                <a:gd name="connsiteY9" fmla="*/ 31531 h 63061"/>
                <a:gd name="connsiteX10" fmla="*/ 6458 w 46496"/>
                <a:gd name="connsiteY10" fmla="*/ 54423 h 63061"/>
                <a:gd name="connsiteX11" fmla="*/ 23248 w 46496"/>
                <a:gd name="connsiteY11" fmla="*/ 63062 h 63061"/>
                <a:gd name="connsiteX12" fmla="*/ 15929 w 46496"/>
                <a:gd name="connsiteY12" fmla="*/ 18141 h 63061"/>
                <a:gd name="connsiteX13" fmla="*/ 23248 w 46496"/>
                <a:gd name="connsiteY13" fmla="*/ 13390 h 63061"/>
                <a:gd name="connsiteX14" fmla="*/ 30567 w 46496"/>
                <a:gd name="connsiteY14" fmla="*/ 18141 h 63061"/>
                <a:gd name="connsiteX15" fmla="*/ 33150 w 46496"/>
                <a:gd name="connsiteY15" fmla="*/ 31099 h 63061"/>
                <a:gd name="connsiteX16" fmla="*/ 30567 w 46496"/>
                <a:gd name="connsiteY16" fmla="*/ 45353 h 63061"/>
                <a:gd name="connsiteX17" fmla="*/ 23248 w 46496"/>
                <a:gd name="connsiteY17" fmla="*/ 49672 h 63061"/>
                <a:gd name="connsiteX18" fmla="*/ 15929 w 46496"/>
                <a:gd name="connsiteY18" fmla="*/ 44921 h 63061"/>
                <a:gd name="connsiteX19" fmla="*/ 13346 w 46496"/>
                <a:gd name="connsiteY19" fmla="*/ 31531 h 63061"/>
                <a:gd name="connsiteX20" fmla="*/ 15929 w 46496"/>
                <a:gd name="connsiteY20" fmla="*/ 18141 h 6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6496" h="63061">
                  <a:moveTo>
                    <a:pt x="23248" y="63062"/>
                  </a:moveTo>
                  <a:cubicBezTo>
                    <a:pt x="30136" y="63062"/>
                    <a:pt x="35733" y="60038"/>
                    <a:pt x="40038" y="54423"/>
                  </a:cubicBezTo>
                  <a:cubicBezTo>
                    <a:pt x="44344" y="48808"/>
                    <a:pt x="46496" y="41465"/>
                    <a:pt x="46496" y="31963"/>
                  </a:cubicBezTo>
                  <a:lnTo>
                    <a:pt x="46496" y="27643"/>
                  </a:lnTo>
                  <a:cubicBezTo>
                    <a:pt x="46066" y="19005"/>
                    <a:pt x="43483" y="12094"/>
                    <a:pt x="39608" y="7343"/>
                  </a:cubicBezTo>
                  <a:cubicBezTo>
                    <a:pt x="35303" y="2160"/>
                    <a:pt x="30136" y="0"/>
                    <a:pt x="23248" y="0"/>
                  </a:cubicBezTo>
                  <a:cubicBezTo>
                    <a:pt x="18512" y="0"/>
                    <a:pt x="14638" y="1296"/>
                    <a:pt x="11194" y="3887"/>
                  </a:cubicBezTo>
                  <a:cubicBezTo>
                    <a:pt x="7749" y="6479"/>
                    <a:pt x="5166" y="9934"/>
                    <a:pt x="3014" y="14686"/>
                  </a:cubicBezTo>
                  <a:cubicBezTo>
                    <a:pt x="1292" y="19437"/>
                    <a:pt x="0" y="24620"/>
                    <a:pt x="0" y="30667"/>
                  </a:cubicBezTo>
                  <a:lnTo>
                    <a:pt x="0" y="31531"/>
                  </a:lnTo>
                  <a:cubicBezTo>
                    <a:pt x="0" y="41033"/>
                    <a:pt x="2153" y="48808"/>
                    <a:pt x="6458" y="54423"/>
                  </a:cubicBezTo>
                  <a:cubicBezTo>
                    <a:pt x="10763" y="60470"/>
                    <a:pt x="16360" y="63062"/>
                    <a:pt x="23248" y="63062"/>
                  </a:cubicBezTo>
                  <a:close/>
                  <a:moveTo>
                    <a:pt x="15929" y="18141"/>
                  </a:moveTo>
                  <a:cubicBezTo>
                    <a:pt x="17651" y="15118"/>
                    <a:pt x="20235" y="13390"/>
                    <a:pt x="23248" y="13390"/>
                  </a:cubicBezTo>
                  <a:cubicBezTo>
                    <a:pt x="26692" y="13390"/>
                    <a:pt x="28845" y="15118"/>
                    <a:pt x="30567" y="18141"/>
                  </a:cubicBezTo>
                  <a:cubicBezTo>
                    <a:pt x="32289" y="21165"/>
                    <a:pt x="33150" y="25484"/>
                    <a:pt x="33150" y="31099"/>
                  </a:cubicBezTo>
                  <a:cubicBezTo>
                    <a:pt x="33150" y="37578"/>
                    <a:pt x="32289" y="42329"/>
                    <a:pt x="30567" y="45353"/>
                  </a:cubicBezTo>
                  <a:cubicBezTo>
                    <a:pt x="28845" y="48376"/>
                    <a:pt x="26262" y="49672"/>
                    <a:pt x="23248" y="49672"/>
                  </a:cubicBezTo>
                  <a:cubicBezTo>
                    <a:pt x="19804" y="49672"/>
                    <a:pt x="17651" y="47944"/>
                    <a:pt x="15929" y="44921"/>
                  </a:cubicBezTo>
                  <a:cubicBezTo>
                    <a:pt x="14207" y="41897"/>
                    <a:pt x="13346" y="37578"/>
                    <a:pt x="13346" y="31531"/>
                  </a:cubicBezTo>
                  <a:cubicBezTo>
                    <a:pt x="13346" y="25916"/>
                    <a:pt x="14207" y="21165"/>
                    <a:pt x="15929" y="18141"/>
                  </a:cubicBezTo>
                  <a:close/>
                </a:path>
              </a:pathLst>
            </a:custGeom>
            <a:grpFill/>
            <a:ln w="4278" cap="flat">
              <a:noFill/>
              <a:prstDash val="solid"/>
              <a:miter/>
            </a:ln>
          </p:spPr>
          <p:txBody>
            <a:bodyPr rtlCol="0" anchor="ctr"/>
            <a:lstStyle/>
            <a:p>
              <a:endParaRPr lang="zh-TW" altLang="en-US"/>
            </a:p>
          </p:txBody>
        </p:sp>
        <p:sp>
          <p:nvSpPr>
            <p:cNvPr id="82" name="手繪多邊形 144">
              <a:extLst>
                <a:ext uri="{FF2B5EF4-FFF2-40B4-BE49-F238E27FC236}">
                  <a16:creationId xmlns:a16="http://schemas.microsoft.com/office/drawing/2014/main" id="{0B53F1EB-1204-45FA-A456-0A9CBA02E539}"/>
                </a:ext>
              </a:extLst>
            </p:cNvPr>
            <p:cNvSpPr/>
            <p:nvPr/>
          </p:nvSpPr>
          <p:spPr>
            <a:xfrm>
              <a:off x="6567948" y="6364523"/>
              <a:ext cx="29275" cy="76451"/>
            </a:xfrm>
            <a:custGeom>
              <a:avLst/>
              <a:gdLst>
                <a:gd name="connsiteX0" fmla="*/ 7319 w 29275"/>
                <a:gd name="connsiteY0" fmla="*/ 59174 h 76451"/>
                <a:gd name="connsiteX1" fmla="*/ 21526 w 29275"/>
                <a:gd name="connsiteY1" fmla="*/ 76451 h 76451"/>
                <a:gd name="connsiteX2" fmla="*/ 29275 w 29275"/>
                <a:gd name="connsiteY2" fmla="*/ 75156 h 76451"/>
                <a:gd name="connsiteX3" fmla="*/ 29275 w 29275"/>
                <a:gd name="connsiteY3" fmla="*/ 63062 h 76451"/>
                <a:gd name="connsiteX4" fmla="*/ 25401 w 29275"/>
                <a:gd name="connsiteY4" fmla="*/ 63494 h 76451"/>
                <a:gd name="connsiteX5" fmla="*/ 21526 w 29275"/>
                <a:gd name="connsiteY5" fmla="*/ 62198 h 76451"/>
                <a:gd name="connsiteX6" fmla="*/ 20234 w 29275"/>
                <a:gd name="connsiteY6" fmla="*/ 57015 h 76451"/>
                <a:gd name="connsiteX7" fmla="*/ 20234 w 29275"/>
                <a:gd name="connsiteY7" fmla="*/ 26780 h 76451"/>
                <a:gd name="connsiteX8" fmla="*/ 28845 w 29275"/>
                <a:gd name="connsiteY8" fmla="*/ 26780 h 76451"/>
                <a:gd name="connsiteX9" fmla="*/ 28845 w 29275"/>
                <a:gd name="connsiteY9" fmla="*/ 15118 h 76451"/>
                <a:gd name="connsiteX10" fmla="*/ 20234 w 29275"/>
                <a:gd name="connsiteY10" fmla="*/ 15118 h 76451"/>
                <a:gd name="connsiteX11" fmla="*/ 20234 w 29275"/>
                <a:gd name="connsiteY11" fmla="*/ 0 h 76451"/>
                <a:gd name="connsiteX12" fmla="*/ 7319 w 29275"/>
                <a:gd name="connsiteY12" fmla="*/ 0 h 76451"/>
                <a:gd name="connsiteX13" fmla="*/ 7319 w 29275"/>
                <a:gd name="connsiteY13" fmla="*/ 15118 h 76451"/>
                <a:gd name="connsiteX14" fmla="*/ 0 w 29275"/>
                <a:gd name="connsiteY14" fmla="*/ 15118 h 76451"/>
                <a:gd name="connsiteX15" fmla="*/ 0 w 29275"/>
                <a:gd name="connsiteY15" fmla="*/ 26780 h 76451"/>
                <a:gd name="connsiteX16" fmla="*/ 7319 w 29275"/>
                <a:gd name="connsiteY16" fmla="*/ 26780 h 76451"/>
                <a:gd name="connsiteX17" fmla="*/ 7319 w 29275"/>
                <a:gd name="connsiteY17" fmla="*/ 59174 h 76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275" h="76451">
                  <a:moveTo>
                    <a:pt x="7319" y="59174"/>
                  </a:moveTo>
                  <a:cubicBezTo>
                    <a:pt x="7319" y="70836"/>
                    <a:pt x="12055" y="76451"/>
                    <a:pt x="21526" y="76451"/>
                  </a:cubicBezTo>
                  <a:cubicBezTo>
                    <a:pt x="24109" y="76451"/>
                    <a:pt x="26692" y="76019"/>
                    <a:pt x="29275" y="75156"/>
                  </a:cubicBezTo>
                  <a:lnTo>
                    <a:pt x="29275" y="63062"/>
                  </a:lnTo>
                  <a:cubicBezTo>
                    <a:pt x="27984" y="63494"/>
                    <a:pt x="26692" y="63494"/>
                    <a:pt x="25401" y="63494"/>
                  </a:cubicBezTo>
                  <a:cubicBezTo>
                    <a:pt x="23248" y="63494"/>
                    <a:pt x="21957" y="63062"/>
                    <a:pt x="21526" y="62198"/>
                  </a:cubicBezTo>
                  <a:cubicBezTo>
                    <a:pt x="21096" y="61334"/>
                    <a:pt x="20234" y="59174"/>
                    <a:pt x="20234" y="57015"/>
                  </a:cubicBezTo>
                  <a:lnTo>
                    <a:pt x="20234" y="26780"/>
                  </a:lnTo>
                  <a:lnTo>
                    <a:pt x="28845" y="26780"/>
                  </a:lnTo>
                  <a:lnTo>
                    <a:pt x="28845" y="15118"/>
                  </a:lnTo>
                  <a:lnTo>
                    <a:pt x="20234" y="15118"/>
                  </a:lnTo>
                  <a:lnTo>
                    <a:pt x="20234" y="0"/>
                  </a:lnTo>
                  <a:lnTo>
                    <a:pt x="7319" y="0"/>
                  </a:lnTo>
                  <a:lnTo>
                    <a:pt x="7319" y="15118"/>
                  </a:lnTo>
                  <a:lnTo>
                    <a:pt x="0" y="15118"/>
                  </a:lnTo>
                  <a:lnTo>
                    <a:pt x="0" y="26780"/>
                  </a:lnTo>
                  <a:lnTo>
                    <a:pt x="7319" y="26780"/>
                  </a:lnTo>
                  <a:lnTo>
                    <a:pt x="7319" y="59174"/>
                  </a:lnTo>
                  <a:close/>
                </a:path>
              </a:pathLst>
            </a:custGeom>
            <a:grpFill/>
            <a:ln w="4278" cap="flat">
              <a:noFill/>
              <a:prstDash val="solid"/>
              <a:miter/>
            </a:ln>
          </p:spPr>
          <p:txBody>
            <a:bodyPr rtlCol="0" anchor="ctr"/>
            <a:lstStyle/>
            <a:p>
              <a:endParaRPr lang="zh-TW" altLang="en-US"/>
            </a:p>
          </p:txBody>
        </p:sp>
        <p:sp>
          <p:nvSpPr>
            <p:cNvPr id="83" name="手繪多邊形 145">
              <a:extLst>
                <a:ext uri="{FF2B5EF4-FFF2-40B4-BE49-F238E27FC236}">
                  <a16:creationId xmlns:a16="http://schemas.microsoft.com/office/drawing/2014/main" id="{4C590CCF-1C08-46A4-A2EB-7DED1D443DB4}"/>
                </a:ext>
              </a:extLst>
            </p:cNvPr>
            <p:cNvSpPr/>
            <p:nvPr/>
          </p:nvSpPr>
          <p:spPr>
            <a:xfrm>
              <a:off x="6299734" y="5991336"/>
              <a:ext cx="343125" cy="510539"/>
            </a:xfrm>
            <a:custGeom>
              <a:avLst/>
              <a:gdLst>
                <a:gd name="connsiteX0" fmla="*/ 334946 w 343125"/>
                <a:gd name="connsiteY0" fmla="*/ 54855 h 510539"/>
                <a:gd name="connsiteX1" fmla="*/ 315142 w 343125"/>
                <a:gd name="connsiteY1" fmla="*/ 46648 h 510539"/>
                <a:gd name="connsiteX2" fmla="*/ 210955 w 343125"/>
                <a:gd name="connsiteY2" fmla="*/ 46648 h 510539"/>
                <a:gd name="connsiteX3" fmla="*/ 210955 w 343125"/>
                <a:gd name="connsiteY3" fmla="*/ 44489 h 510539"/>
                <a:gd name="connsiteX4" fmla="*/ 210955 w 343125"/>
                <a:gd name="connsiteY4" fmla="*/ 18573 h 510539"/>
                <a:gd name="connsiteX5" fmla="*/ 205359 w 343125"/>
                <a:gd name="connsiteY5" fmla="*/ 5615 h 510539"/>
                <a:gd name="connsiteX6" fmla="*/ 192443 w 343125"/>
                <a:gd name="connsiteY6" fmla="*/ 0 h 510539"/>
                <a:gd name="connsiteX7" fmla="*/ 150682 w 343125"/>
                <a:gd name="connsiteY7" fmla="*/ 0 h 510539"/>
                <a:gd name="connsiteX8" fmla="*/ 137767 w 343125"/>
                <a:gd name="connsiteY8" fmla="*/ 5615 h 510539"/>
                <a:gd name="connsiteX9" fmla="*/ 137767 w 343125"/>
                <a:gd name="connsiteY9" fmla="*/ 5615 h 510539"/>
                <a:gd name="connsiteX10" fmla="*/ 132170 w 343125"/>
                <a:gd name="connsiteY10" fmla="*/ 18573 h 510539"/>
                <a:gd name="connsiteX11" fmla="*/ 132170 w 343125"/>
                <a:gd name="connsiteY11" fmla="*/ 44489 h 510539"/>
                <a:gd name="connsiteX12" fmla="*/ 132170 w 343125"/>
                <a:gd name="connsiteY12" fmla="*/ 46648 h 510539"/>
                <a:gd name="connsiteX13" fmla="*/ 27984 w 343125"/>
                <a:gd name="connsiteY13" fmla="*/ 46648 h 510539"/>
                <a:gd name="connsiteX14" fmla="*/ 8180 w 343125"/>
                <a:gd name="connsiteY14" fmla="*/ 54855 h 510539"/>
                <a:gd name="connsiteX15" fmla="*/ 8180 w 343125"/>
                <a:gd name="connsiteY15" fmla="*/ 54855 h 510539"/>
                <a:gd name="connsiteX16" fmla="*/ 0 w 343125"/>
                <a:gd name="connsiteY16" fmla="*/ 74724 h 510539"/>
                <a:gd name="connsiteX17" fmla="*/ 0 w 343125"/>
                <a:gd name="connsiteY17" fmla="*/ 255702 h 510539"/>
                <a:gd name="connsiteX18" fmla="*/ 8180 w 343125"/>
                <a:gd name="connsiteY18" fmla="*/ 275571 h 510539"/>
                <a:gd name="connsiteX19" fmla="*/ 8180 w 343125"/>
                <a:gd name="connsiteY19" fmla="*/ 275571 h 510539"/>
                <a:gd name="connsiteX20" fmla="*/ 27984 w 343125"/>
                <a:gd name="connsiteY20" fmla="*/ 283777 h 510539"/>
                <a:gd name="connsiteX21" fmla="*/ 132170 w 343125"/>
                <a:gd name="connsiteY21" fmla="*/ 283777 h 510539"/>
                <a:gd name="connsiteX22" fmla="*/ 132170 w 343125"/>
                <a:gd name="connsiteY22" fmla="*/ 315740 h 510539"/>
                <a:gd name="connsiteX23" fmla="*/ 27984 w 343125"/>
                <a:gd name="connsiteY23" fmla="*/ 315740 h 510539"/>
                <a:gd name="connsiteX24" fmla="*/ 8180 w 343125"/>
                <a:gd name="connsiteY24" fmla="*/ 323947 h 510539"/>
                <a:gd name="connsiteX25" fmla="*/ 8180 w 343125"/>
                <a:gd name="connsiteY25" fmla="*/ 323947 h 510539"/>
                <a:gd name="connsiteX26" fmla="*/ 0 w 343125"/>
                <a:gd name="connsiteY26" fmla="*/ 343815 h 510539"/>
                <a:gd name="connsiteX27" fmla="*/ 0 w 343125"/>
                <a:gd name="connsiteY27" fmla="*/ 482464 h 510539"/>
                <a:gd name="connsiteX28" fmla="*/ 8180 w 343125"/>
                <a:gd name="connsiteY28" fmla="*/ 502333 h 510539"/>
                <a:gd name="connsiteX29" fmla="*/ 8180 w 343125"/>
                <a:gd name="connsiteY29" fmla="*/ 502333 h 510539"/>
                <a:gd name="connsiteX30" fmla="*/ 27984 w 343125"/>
                <a:gd name="connsiteY30" fmla="*/ 510540 h 510539"/>
                <a:gd name="connsiteX31" fmla="*/ 315142 w 343125"/>
                <a:gd name="connsiteY31" fmla="*/ 510540 h 510539"/>
                <a:gd name="connsiteX32" fmla="*/ 334946 w 343125"/>
                <a:gd name="connsiteY32" fmla="*/ 502333 h 510539"/>
                <a:gd name="connsiteX33" fmla="*/ 334946 w 343125"/>
                <a:gd name="connsiteY33" fmla="*/ 502333 h 510539"/>
                <a:gd name="connsiteX34" fmla="*/ 343125 w 343125"/>
                <a:gd name="connsiteY34" fmla="*/ 482464 h 510539"/>
                <a:gd name="connsiteX35" fmla="*/ 343125 w 343125"/>
                <a:gd name="connsiteY35" fmla="*/ 343815 h 510539"/>
                <a:gd name="connsiteX36" fmla="*/ 334946 w 343125"/>
                <a:gd name="connsiteY36" fmla="*/ 323947 h 510539"/>
                <a:gd name="connsiteX37" fmla="*/ 334946 w 343125"/>
                <a:gd name="connsiteY37" fmla="*/ 323947 h 510539"/>
                <a:gd name="connsiteX38" fmla="*/ 315142 w 343125"/>
                <a:gd name="connsiteY38" fmla="*/ 315740 h 510539"/>
                <a:gd name="connsiteX39" fmla="*/ 210955 w 343125"/>
                <a:gd name="connsiteY39" fmla="*/ 315740 h 510539"/>
                <a:gd name="connsiteX40" fmla="*/ 210955 w 343125"/>
                <a:gd name="connsiteY40" fmla="*/ 283777 h 510539"/>
                <a:gd name="connsiteX41" fmla="*/ 314711 w 343125"/>
                <a:gd name="connsiteY41" fmla="*/ 283777 h 510539"/>
                <a:gd name="connsiteX42" fmla="*/ 334515 w 343125"/>
                <a:gd name="connsiteY42" fmla="*/ 275571 h 510539"/>
                <a:gd name="connsiteX43" fmla="*/ 334515 w 343125"/>
                <a:gd name="connsiteY43" fmla="*/ 275571 h 510539"/>
                <a:gd name="connsiteX44" fmla="*/ 342695 w 343125"/>
                <a:gd name="connsiteY44" fmla="*/ 255702 h 510539"/>
                <a:gd name="connsiteX45" fmla="*/ 342695 w 343125"/>
                <a:gd name="connsiteY45" fmla="*/ 74724 h 510539"/>
                <a:gd name="connsiteX46" fmla="*/ 334946 w 343125"/>
                <a:gd name="connsiteY46" fmla="*/ 54855 h 510539"/>
                <a:gd name="connsiteX47" fmla="*/ 334946 w 343125"/>
                <a:gd name="connsiteY47" fmla="*/ 54855 h 510539"/>
                <a:gd name="connsiteX48" fmla="*/ 148530 w 343125"/>
                <a:gd name="connsiteY48" fmla="*/ 18141 h 510539"/>
                <a:gd name="connsiteX49" fmla="*/ 149391 w 343125"/>
                <a:gd name="connsiteY49" fmla="*/ 16413 h 510539"/>
                <a:gd name="connsiteX50" fmla="*/ 149391 w 343125"/>
                <a:gd name="connsiteY50" fmla="*/ 16413 h 510539"/>
                <a:gd name="connsiteX51" fmla="*/ 151113 w 343125"/>
                <a:gd name="connsiteY51" fmla="*/ 15549 h 510539"/>
                <a:gd name="connsiteX52" fmla="*/ 192874 w 343125"/>
                <a:gd name="connsiteY52" fmla="*/ 15549 h 510539"/>
                <a:gd name="connsiteX53" fmla="*/ 194596 w 343125"/>
                <a:gd name="connsiteY53" fmla="*/ 16413 h 510539"/>
                <a:gd name="connsiteX54" fmla="*/ 195457 w 343125"/>
                <a:gd name="connsiteY54" fmla="*/ 18141 h 510539"/>
                <a:gd name="connsiteX55" fmla="*/ 195457 w 343125"/>
                <a:gd name="connsiteY55" fmla="*/ 44057 h 510539"/>
                <a:gd name="connsiteX56" fmla="*/ 194596 w 343125"/>
                <a:gd name="connsiteY56" fmla="*/ 45784 h 510539"/>
                <a:gd name="connsiteX57" fmla="*/ 192874 w 343125"/>
                <a:gd name="connsiteY57" fmla="*/ 46648 h 510539"/>
                <a:gd name="connsiteX58" fmla="*/ 150682 w 343125"/>
                <a:gd name="connsiteY58" fmla="*/ 46648 h 510539"/>
                <a:gd name="connsiteX59" fmla="*/ 148960 w 343125"/>
                <a:gd name="connsiteY59" fmla="*/ 45784 h 510539"/>
                <a:gd name="connsiteX60" fmla="*/ 148960 w 343125"/>
                <a:gd name="connsiteY60" fmla="*/ 45784 h 510539"/>
                <a:gd name="connsiteX61" fmla="*/ 148099 w 343125"/>
                <a:gd name="connsiteY61" fmla="*/ 44057 h 510539"/>
                <a:gd name="connsiteX62" fmla="*/ 148099 w 343125"/>
                <a:gd name="connsiteY62" fmla="*/ 18141 h 510539"/>
                <a:gd name="connsiteX63" fmla="*/ 314711 w 343125"/>
                <a:gd name="connsiteY63" fmla="*/ 331721 h 510539"/>
                <a:gd name="connsiteX64" fmla="*/ 322891 w 343125"/>
                <a:gd name="connsiteY64" fmla="*/ 335177 h 510539"/>
                <a:gd name="connsiteX65" fmla="*/ 322891 w 343125"/>
                <a:gd name="connsiteY65" fmla="*/ 335177 h 510539"/>
                <a:gd name="connsiteX66" fmla="*/ 326335 w 343125"/>
                <a:gd name="connsiteY66" fmla="*/ 343815 h 510539"/>
                <a:gd name="connsiteX67" fmla="*/ 326335 w 343125"/>
                <a:gd name="connsiteY67" fmla="*/ 482464 h 510539"/>
                <a:gd name="connsiteX68" fmla="*/ 322891 w 343125"/>
                <a:gd name="connsiteY68" fmla="*/ 491103 h 510539"/>
                <a:gd name="connsiteX69" fmla="*/ 322891 w 343125"/>
                <a:gd name="connsiteY69" fmla="*/ 491103 h 510539"/>
                <a:gd name="connsiteX70" fmla="*/ 314711 w 343125"/>
                <a:gd name="connsiteY70" fmla="*/ 494558 h 510539"/>
                <a:gd name="connsiteX71" fmla="*/ 27984 w 343125"/>
                <a:gd name="connsiteY71" fmla="*/ 494558 h 510539"/>
                <a:gd name="connsiteX72" fmla="*/ 19373 w 343125"/>
                <a:gd name="connsiteY72" fmla="*/ 491103 h 510539"/>
                <a:gd name="connsiteX73" fmla="*/ 15929 w 343125"/>
                <a:gd name="connsiteY73" fmla="*/ 482464 h 510539"/>
                <a:gd name="connsiteX74" fmla="*/ 15929 w 343125"/>
                <a:gd name="connsiteY74" fmla="*/ 343815 h 510539"/>
                <a:gd name="connsiteX75" fmla="*/ 19373 w 343125"/>
                <a:gd name="connsiteY75" fmla="*/ 335177 h 510539"/>
                <a:gd name="connsiteX76" fmla="*/ 27984 w 343125"/>
                <a:gd name="connsiteY76" fmla="*/ 331721 h 510539"/>
                <a:gd name="connsiteX77" fmla="*/ 314711 w 343125"/>
                <a:gd name="connsiteY77" fmla="*/ 331721 h 510539"/>
                <a:gd name="connsiteX78" fmla="*/ 148530 w 343125"/>
                <a:gd name="connsiteY78" fmla="*/ 315740 h 510539"/>
                <a:gd name="connsiteX79" fmla="*/ 148530 w 343125"/>
                <a:gd name="connsiteY79" fmla="*/ 283777 h 510539"/>
                <a:gd name="connsiteX80" fmla="*/ 195026 w 343125"/>
                <a:gd name="connsiteY80" fmla="*/ 283777 h 510539"/>
                <a:gd name="connsiteX81" fmla="*/ 195026 w 343125"/>
                <a:gd name="connsiteY81" fmla="*/ 315740 h 510539"/>
                <a:gd name="connsiteX82" fmla="*/ 148530 w 343125"/>
                <a:gd name="connsiteY82" fmla="*/ 315740 h 510539"/>
                <a:gd name="connsiteX83" fmla="*/ 326766 w 343125"/>
                <a:gd name="connsiteY83" fmla="*/ 255702 h 510539"/>
                <a:gd name="connsiteX84" fmla="*/ 323321 w 343125"/>
                <a:gd name="connsiteY84" fmla="*/ 263909 h 510539"/>
                <a:gd name="connsiteX85" fmla="*/ 323321 w 343125"/>
                <a:gd name="connsiteY85" fmla="*/ 263909 h 510539"/>
                <a:gd name="connsiteX86" fmla="*/ 315142 w 343125"/>
                <a:gd name="connsiteY86" fmla="*/ 267364 h 510539"/>
                <a:gd name="connsiteX87" fmla="*/ 27984 w 343125"/>
                <a:gd name="connsiteY87" fmla="*/ 267364 h 510539"/>
                <a:gd name="connsiteX88" fmla="*/ 19373 w 343125"/>
                <a:gd name="connsiteY88" fmla="*/ 263909 h 510539"/>
                <a:gd name="connsiteX89" fmla="*/ 19373 w 343125"/>
                <a:gd name="connsiteY89" fmla="*/ 263909 h 510539"/>
                <a:gd name="connsiteX90" fmla="*/ 15929 w 343125"/>
                <a:gd name="connsiteY90" fmla="*/ 255702 h 510539"/>
                <a:gd name="connsiteX91" fmla="*/ 15929 w 343125"/>
                <a:gd name="connsiteY91" fmla="*/ 74724 h 510539"/>
                <a:gd name="connsiteX92" fmla="*/ 19373 w 343125"/>
                <a:gd name="connsiteY92" fmla="*/ 66085 h 510539"/>
                <a:gd name="connsiteX93" fmla="*/ 27984 w 343125"/>
                <a:gd name="connsiteY93" fmla="*/ 62630 h 510539"/>
                <a:gd name="connsiteX94" fmla="*/ 150682 w 343125"/>
                <a:gd name="connsiteY94" fmla="*/ 62630 h 510539"/>
                <a:gd name="connsiteX95" fmla="*/ 150682 w 343125"/>
                <a:gd name="connsiteY95" fmla="*/ 62630 h 510539"/>
                <a:gd name="connsiteX96" fmla="*/ 192443 w 343125"/>
                <a:gd name="connsiteY96" fmla="*/ 62630 h 510539"/>
                <a:gd name="connsiteX97" fmla="*/ 192443 w 343125"/>
                <a:gd name="connsiteY97" fmla="*/ 62630 h 510539"/>
                <a:gd name="connsiteX98" fmla="*/ 314711 w 343125"/>
                <a:gd name="connsiteY98" fmla="*/ 62630 h 510539"/>
                <a:gd name="connsiteX99" fmla="*/ 322891 w 343125"/>
                <a:gd name="connsiteY99" fmla="*/ 66085 h 510539"/>
                <a:gd name="connsiteX100" fmla="*/ 322891 w 343125"/>
                <a:gd name="connsiteY100" fmla="*/ 66085 h 510539"/>
                <a:gd name="connsiteX101" fmla="*/ 326335 w 343125"/>
                <a:gd name="connsiteY101" fmla="*/ 74724 h 510539"/>
                <a:gd name="connsiteX102" fmla="*/ 326335 w 343125"/>
                <a:gd name="connsiteY102" fmla="*/ 255702 h 51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343125" h="510539">
                  <a:moveTo>
                    <a:pt x="334946" y="54855"/>
                  </a:moveTo>
                  <a:cubicBezTo>
                    <a:pt x="329779" y="49672"/>
                    <a:pt x="322891" y="46648"/>
                    <a:pt x="315142" y="46648"/>
                  </a:cubicBezTo>
                  <a:lnTo>
                    <a:pt x="210955" y="46648"/>
                  </a:lnTo>
                  <a:cubicBezTo>
                    <a:pt x="210955" y="45784"/>
                    <a:pt x="210955" y="44921"/>
                    <a:pt x="210955" y="44489"/>
                  </a:cubicBezTo>
                  <a:lnTo>
                    <a:pt x="210955" y="18573"/>
                  </a:lnTo>
                  <a:cubicBezTo>
                    <a:pt x="210955" y="13390"/>
                    <a:pt x="208803" y="8639"/>
                    <a:pt x="205359" y="5615"/>
                  </a:cubicBezTo>
                  <a:cubicBezTo>
                    <a:pt x="201914" y="2160"/>
                    <a:pt x="197179" y="0"/>
                    <a:pt x="192443" y="0"/>
                  </a:cubicBezTo>
                  <a:lnTo>
                    <a:pt x="150682" y="0"/>
                  </a:lnTo>
                  <a:cubicBezTo>
                    <a:pt x="145516" y="0"/>
                    <a:pt x="140780" y="2160"/>
                    <a:pt x="137767" y="5615"/>
                  </a:cubicBezTo>
                  <a:lnTo>
                    <a:pt x="137767" y="5615"/>
                  </a:lnTo>
                  <a:cubicBezTo>
                    <a:pt x="134323" y="9071"/>
                    <a:pt x="132170" y="13822"/>
                    <a:pt x="132170" y="18573"/>
                  </a:cubicBezTo>
                  <a:lnTo>
                    <a:pt x="132170" y="44489"/>
                  </a:lnTo>
                  <a:cubicBezTo>
                    <a:pt x="132170" y="45353"/>
                    <a:pt x="132170" y="46216"/>
                    <a:pt x="132170" y="46648"/>
                  </a:cubicBezTo>
                  <a:lnTo>
                    <a:pt x="27984" y="46648"/>
                  </a:lnTo>
                  <a:cubicBezTo>
                    <a:pt x="20235" y="46648"/>
                    <a:pt x="13346" y="49672"/>
                    <a:pt x="8180" y="54855"/>
                  </a:cubicBezTo>
                  <a:lnTo>
                    <a:pt x="8180" y="54855"/>
                  </a:lnTo>
                  <a:cubicBezTo>
                    <a:pt x="3014" y="60038"/>
                    <a:pt x="0" y="66949"/>
                    <a:pt x="0" y="74724"/>
                  </a:cubicBezTo>
                  <a:lnTo>
                    <a:pt x="0" y="255702"/>
                  </a:lnTo>
                  <a:cubicBezTo>
                    <a:pt x="0" y="263477"/>
                    <a:pt x="3014" y="270387"/>
                    <a:pt x="8180" y="275571"/>
                  </a:cubicBezTo>
                  <a:lnTo>
                    <a:pt x="8180" y="275571"/>
                  </a:lnTo>
                  <a:cubicBezTo>
                    <a:pt x="13346" y="280754"/>
                    <a:pt x="20235" y="283777"/>
                    <a:pt x="27984" y="283777"/>
                  </a:cubicBezTo>
                  <a:lnTo>
                    <a:pt x="132170" y="283777"/>
                  </a:lnTo>
                  <a:lnTo>
                    <a:pt x="132170" y="315740"/>
                  </a:lnTo>
                  <a:lnTo>
                    <a:pt x="27984" y="315740"/>
                  </a:lnTo>
                  <a:cubicBezTo>
                    <a:pt x="20235" y="315740"/>
                    <a:pt x="13346" y="318763"/>
                    <a:pt x="8180" y="323947"/>
                  </a:cubicBezTo>
                  <a:lnTo>
                    <a:pt x="8180" y="323947"/>
                  </a:lnTo>
                  <a:cubicBezTo>
                    <a:pt x="3014" y="329130"/>
                    <a:pt x="0" y="336041"/>
                    <a:pt x="0" y="343815"/>
                  </a:cubicBezTo>
                  <a:lnTo>
                    <a:pt x="0" y="482464"/>
                  </a:lnTo>
                  <a:cubicBezTo>
                    <a:pt x="0" y="490239"/>
                    <a:pt x="3014" y="497150"/>
                    <a:pt x="8180" y="502333"/>
                  </a:cubicBezTo>
                  <a:lnTo>
                    <a:pt x="8180" y="502333"/>
                  </a:lnTo>
                  <a:cubicBezTo>
                    <a:pt x="13346" y="507516"/>
                    <a:pt x="20235" y="510540"/>
                    <a:pt x="27984" y="510540"/>
                  </a:cubicBezTo>
                  <a:lnTo>
                    <a:pt x="315142" y="510540"/>
                  </a:lnTo>
                  <a:cubicBezTo>
                    <a:pt x="322891" y="510540"/>
                    <a:pt x="329779" y="507516"/>
                    <a:pt x="334946" y="502333"/>
                  </a:cubicBezTo>
                  <a:lnTo>
                    <a:pt x="334946" y="502333"/>
                  </a:lnTo>
                  <a:cubicBezTo>
                    <a:pt x="340112" y="497150"/>
                    <a:pt x="343125" y="490239"/>
                    <a:pt x="343125" y="482464"/>
                  </a:cubicBezTo>
                  <a:lnTo>
                    <a:pt x="343125" y="343815"/>
                  </a:lnTo>
                  <a:cubicBezTo>
                    <a:pt x="343125" y="336041"/>
                    <a:pt x="340112" y="329130"/>
                    <a:pt x="334946" y="323947"/>
                  </a:cubicBezTo>
                  <a:lnTo>
                    <a:pt x="334946" y="323947"/>
                  </a:lnTo>
                  <a:cubicBezTo>
                    <a:pt x="329779" y="318763"/>
                    <a:pt x="322891" y="315740"/>
                    <a:pt x="315142" y="315740"/>
                  </a:cubicBezTo>
                  <a:lnTo>
                    <a:pt x="210955" y="315740"/>
                  </a:lnTo>
                  <a:lnTo>
                    <a:pt x="210955" y="283777"/>
                  </a:lnTo>
                  <a:lnTo>
                    <a:pt x="314711" y="283777"/>
                  </a:lnTo>
                  <a:cubicBezTo>
                    <a:pt x="322460" y="283777"/>
                    <a:pt x="329349" y="280754"/>
                    <a:pt x="334515" y="275571"/>
                  </a:cubicBezTo>
                  <a:lnTo>
                    <a:pt x="334515" y="275571"/>
                  </a:lnTo>
                  <a:cubicBezTo>
                    <a:pt x="339681" y="270387"/>
                    <a:pt x="342695" y="263477"/>
                    <a:pt x="342695" y="255702"/>
                  </a:cubicBezTo>
                  <a:lnTo>
                    <a:pt x="342695" y="74724"/>
                  </a:lnTo>
                  <a:cubicBezTo>
                    <a:pt x="343125" y="66949"/>
                    <a:pt x="339681" y="60038"/>
                    <a:pt x="334946" y="54855"/>
                  </a:cubicBezTo>
                  <a:lnTo>
                    <a:pt x="334946" y="54855"/>
                  </a:lnTo>
                  <a:close/>
                  <a:moveTo>
                    <a:pt x="148530" y="18141"/>
                  </a:moveTo>
                  <a:cubicBezTo>
                    <a:pt x="148530" y="17709"/>
                    <a:pt x="148960" y="16845"/>
                    <a:pt x="149391" y="16413"/>
                  </a:cubicBezTo>
                  <a:lnTo>
                    <a:pt x="149391" y="16413"/>
                  </a:lnTo>
                  <a:cubicBezTo>
                    <a:pt x="149821" y="15981"/>
                    <a:pt x="150252" y="15549"/>
                    <a:pt x="151113" y="15549"/>
                  </a:cubicBezTo>
                  <a:lnTo>
                    <a:pt x="192874" y="15549"/>
                  </a:lnTo>
                  <a:cubicBezTo>
                    <a:pt x="193304" y="15549"/>
                    <a:pt x="194165" y="15981"/>
                    <a:pt x="194596" y="16413"/>
                  </a:cubicBezTo>
                  <a:cubicBezTo>
                    <a:pt x="195026" y="16845"/>
                    <a:pt x="195457" y="17277"/>
                    <a:pt x="195457" y="18141"/>
                  </a:cubicBezTo>
                  <a:lnTo>
                    <a:pt x="195457" y="44057"/>
                  </a:lnTo>
                  <a:cubicBezTo>
                    <a:pt x="195457" y="44489"/>
                    <a:pt x="195026" y="45353"/>
                    <a:pt x="194596" y="45784"/>
                  </a:cubicBezTo>
                  <a:cubicBezTo>
                    <a:pt x="194165" y="46216"/>
                    <a:pt x="193735" y="46648"/>
                    <a:pt x="192874" y="46648"/>
                  </a:cubicBezTo>
                  <a:lnTo>
                    <a:pt x="150682" y="46648"/>
                  </a:lnTo>
                  <a:cubicBezTo>
                    <a:pt x="150252" y="46648"/>
                    <a:pt x="149391" y="46216"/>
                    <a:pt x="148960" y="45784"/>
                  </a:cubicBezTo>
                  <a:lnTo>
                    <a:pt x="148960" y="45784"/>
                  </a:lnTo>
                  <a:cubicBezTo>
                    <a:pt x="148530" y="45353"/>
                    <a:pt x="148099" y="44921"/>
                    <a:pt x="148099" y="44057"/>
                  </a:cubicBezTo>
                  <a:lnTo>
                    <a:pt x="148099" y="18141"/>
                  </a:lnTo>
                  <a:close/>
                  <a:moveTo>
                    <a:pt x="314711" y="331721"/>
                  </a:moveTo>
                  <a:cubicBezTo>
                    <a:pt x="318155" y="331721"/>
                    <a:pt x="320738" y="333017"/>
                    <a:pt x="322891" y="335177"/>
                  </a:cubicBezTo>
                  <a:lnTo>
                    <a:pt x="322891" y="335177"/>
                  </a:lnTo>
                  <a:cubicBezTo>
                    <a:pt x="325044" y="337336"/>
                    <a:pt x="326335" y="340360"/>
                    <a:pt x="326335" y="343815"/>
                  </a:cubicBezTo>
                  <a:lnTo>
                    <a:pt x="326335" y="482464"/>
                  </a:lnTo>
                  <a:cubicBezTo>
                    <a:pt x="326335" y="485920"/>
                    <a:pt x="325044" y="488943"/>
                    <a:pt x="322891" y="491103"/>
                  </a:cubicBezTo>
                  <a:lnTo>
                    <a:pt x="322891" y="491103"/>
                  </a:lnTo>
                  <a:cubicBezTo>
                    <a:pt x="320738" y="493263"/>
                    <a:pt x="317725" y="494558"/>
                    <a:pt x="314711" y="494558"/>
                  </a:cubicBezTo>
                  <a:lnTo>
                    <a:pt x="27984" y="494558"/>
                  </a:lnTo>
                  <a:cubicBezTo>
                    <a:pt x="24540" y="494558"/>
                    <a:pt x="21957" y="493263"/>
                    <a:pt x="19373" y="491103"/>
                  </a:cubicBezTo>
                  <a:cubicBezTo>
                    <a:pt x="17221" y="488943"/>
                    <a:pt x="15929" y="485920"/>
                    <a:pt x="15929" y="482464"/>
                  </a:cubicBezTo>
                  <a:lnTo>
                    <a:pt x="15929" y="343815"/>
                  </a:lnTo>
                  <a:cubicBezTo>
                    <a:pt x="15929" y="340360"/>
                    <a:pt x="17221" y="337336"/>
                    <a:pt x="19373" y="335177"/>
                  </a:cubicBezTo>
                  <a:cubicBezTo>
                    <a:pt x="21526" y="333017"/>
                    <a:pt x="24540" y="331721"/>
                    <a:pt x="27984" y="331721"/>
                  </a:cubicBezTo>
                  <a:lnTo>
                    <a:pt x="314711" y="331721"/>
                  </a:lnTo>
                  <a:close/>
                  <a:moveTo>
                    <a:pt x="148530" y="315740"/>
                  </a:moveTo>
                  <a:lnTo>
                    <a:pt x="148530" y="283777"/>
                  </a:lnTo>
                  <a:lnTo>
                    <a:pt x="195026" y="283777"/>
                  </a:lnTo>
                  <a:lnTo>
                    <a:pt x="195026" y="315740"/>
                  </a:lnTo>
                  <a:lnTo>
                    <a:pt x="148530" y="315740"/>
                  </a:lnTo>
                  <a:close/>
                  <a:moveTo>
                    <a:pt x="326766" y="255702"/>
                  </a:moveTo>
                  <a:cubicBezTo>
                    <a:pt x="326766" y="259157"/>
                    <a:pt x="325474" y="262181"/>
                    <a:pt x="323321" y="263909"/>
                  </a:cubicBezTo>
                  <a:lnTo>
                    <a:pt x="323321" y="263909"/>
                  </a:lnTo>
                  <a:cubicBezTo>
                    <a:pt x="321169" y="266068"/>
                    <a:pt x="318155" y="267364"/>
                    <a:pt x="315142" y="267364"/>
                  </a:cubicBezTo>
                  <a:lnTo>
                    <a:pt x="27984" y="267364"/>
                  </a:lnTo>
                  <a:cubicBezTo>
                    <a:pt x="24540" y="267364"/>
                    <a:pt x="21957" y="266068"/>
                    <a:pt x="19373" y="263909"/>
                  </a:cubicBezTo>
                  <a:lnTo>
                    <a:pt x="19373" y="263909"/>
                  </a:lnTo>
                  <a:cubicBezTo>
                    <a:pt x="17221" y="261749"/>
                    <a:pt x="15929" y="258725"/>
                    <a:pt x="15929" y="255702"/>
                  </a:cubicBezTo>
                  <a:lnTo>
                    <a:pt x="15929" y="74724"/>
                  </a:lnTo>
                  <a:cubicBezTo>
                    <a:pt x="15929" y="71268"/>
                    <a:pt x="17221" y="68677"/>
                    <a:pt x="19373" y="66085"/>
                  </a:cubicBezTo>
                  <a:cubicBezTo>
                    <a:pt x="21526" y="63925"/>
                    <a:pt x="24540" y="62630"/>
                    <a:pt x="27984" y="62630"/>
                  </a:cubicBezTo>
                  <a:lnTo>
                    <a:pt x="150682" y="62630"/>
                  </a:lnTo>
                  <a:lnTo>
                    <a:pt x="150682" y="62630"/>
                  </a:lnTo>
                  <a:lnTo>
                    <a:pt x="192443" y="62630"/>
                  </a:lnTo>
                  <a:lnTo>
                    <a:pt x="192443" y="62630"/>
                  </a:lnTo>
                  <a:lnTo>
                    <a:pt x="314711" y="62630"/>
                  </a:lnTo>
                  <a:cubicBezTo>
                    <a:pt x="318155" y="62630"/>
                    <a:pt x="320738" y="63925"/>
                    <a:pt x="322891" y="66085"/>
                  </a:cubicBezTo>
                  <a:lnTo>
                    <a:pt x="322891" y="66085"/>
                  </a:lnTo>
                  <a:cubicBezTo>
                    <a:pt x="325044" y="68245"/>
                    <a:pt x="326335" y="71268"/>
                    <a:pt x="326335" y="74724"/>
                  </a:cubicBezTo>
                  <a:lnTo>
                    <a:pt x="326335" y="255702"/>
                  </a:lnTo>
                  <a:close/>
                </a:path>
              </a:pathLst>
            </a:custGeom>
            <a:grpFill/>
            <a:ln w="4278" cap="flat">
              <a:noFill/>
              <a:prstDash val="solid"/>
              <a:miter/>
            </a:ln>
          </p:spPr>
          <p:txBody>
            <a:bodyPr rtlCol="0" anchor="ctr"/>
            <a:lstStyle/>
            <a:p>
              <a:endParaRPr lang="zh-TW" altLang="en-US"/>
            </a:p>
          </p:txBody>
        </p:sp>
        <p:sp>
          <p:nvSpPr>
            <p:cNvPr id="84" name="手繪多邊形 146">
              <a:extLst>
                <a:ext uri="{FF2B5EF4-FFF2-40B4-BE49-F238E27FC236}">
                  <a16:creationId xmlns:a16="http://schemas.microsoft.com/office/drawing/2014/main" id="{ABC683D3-B16D-4F35-9953-DA74D777F8B1}"/>
                </a:ext>
              </a:extLst>
            </p:cNvPr>
            <p:cNvSpPr/>
            <p:nvPr/>
          </p:nvSpPr>
          <p:spPr>
            <a:xfrm>
              <a:off x="6511120" y="6124802"/>
              <a:ext cx="68883" cy="69108"/>
            </a:xfrm>
            <a:custGeom>
              <a:avLst/>
              <a:gdLst>
                <a:gd name="connsiteX0" fmla="*/ 34442 w 68883"/>
                <a:gd name="connsiteY0" fmla="*/ 0 h 69108"/>
                <a:gd name="connsiteX1" fmla="*/ 0 w 68883"/>
                <a:gd name="connsiteY1" fmla="*/ 34554 h 69108"/>
                <a:gd name="connsiteX2" fmla="*/ 34442 w 68883"/>
                <a:gd name="connsiteY2" fmla="*/ 69109 h 69108"/>
                <a:gd name="connsiteX3" fmla="*/ 68883 w 68883"/>
                <a:gd name="connsiteY3" fmla="*/ 34554 h 69108"/>
                <a:gd name="connsiteX4" fmla="*/ 34442 w 68883"/>
                <a:gd name="connsiteY4" fmla="*/ 0 h 69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83" h="69108">
                  <a:moveTo>
                    <a:pt x="34442" y="0"/>
                  </a:moveTo>
                  <a:cubicBezTo>
                    <a:pt x="15499" y="0"/>
                    <a:pt x="0" y="15549"/>
                    <a:pt x="0" y="34554"/>
                  </a:cubicBezTo>
                  <a:cubicBezTo>
                    <a:pt x="0" y="53559"/>
                    <a:pt x="15499" y="69109"/>
                    <a:pt x="34442" y="69109"/>
                  </a:cubicBezTo>
                  <a:cubicBezTo>
                    <a:pt x="53385" y="69109"/>
                    <a:pt x="68883" y="53559"/>
                    <a:pt x="68883" y="34554"/>
                  </a:cubicBezTo>
                  <a:cubicBezTo>
                    <a:pt x="68883" y="15549"/>
                    <a:pt x="53385" y="0"/>
                    <a:pt x="34442" y="0"/>
                  </a:cubicBezTo>
                  <a:close/>
                </a:path>
              </a:pathLst>
            </a:custGeom>
            <a:grpFill/>
            <a:ln w="4278" cap="flat">
              <a:noFill/>
              <a:prstDash val="solid"/>
              <a:miter/>
            </a:ln>
          </p:spPr>
          <p:txBody>
            <a:bodyPr rtlCol="0" anchor="ctr"/>
            <a:lstStyle/>
            <a:p>
              <a:endParaRPr lang="zh-TW" altLang="en-US"/>
            </a:p>
          </p:txBody>
        </p:sp>
        <p:sp>
          <p:nvSpPr>
            <p:cNvPr id="85" name="手繪多邊形 147">
              <a:extLst>
                <a:ext uri="{FF2B5EF4-FFF2-40B4-BE49-F238E27FC236}">
                  <a16:creationId xmlns:a16="http://schemas.microsoft.com/office/drawing/2014/main" id="{5EFA5EB1-3E7F-45E3-95CC-597E928C5C36}"/>
                </a:ext>
              </a:extLst>
            </p:cNvPr>
            <p:cNvSpPr/>
            <p:nvPr/>
          </p:nvSpPr>
          <p:spPr>
            <a:xfrm>
              <a:off x="6364312" y="6124802"/>
              <a:ext cx="68883" cy="69108"/>
            </a:xfrm>
            <a:custGeom>
              <a:avLst/>
              <a:gdLst>
                <a:gd name="connsiteX0" fmla="*/ 34442 w 68883"/>
                <a:gd name="connsiteY0" fmla="*/ 0 h 69108"/>
                <a:gd name="connsiteX1" fmla="*/ 0 w 68883"/>
                <a:gd name="connsiteY1" fmla="*/ 34554 h 69108"/>
                <a:gd name="connsiteX2" fmla="*/ 34442 w 68883"/>
                <a:gd name="connsiteY2" fmla="*/ 69109 h 69108"/>
                <a:gd name="connsiteX3" fmla="*/ 68883 w 68883"/>
                <a:gd name="connsiteY3" fmla="*/ 34554 h 69108"/>
                <a:gd name="connsiteX4" fmla="*/ 34442 w 68883"/>
                <a:gd name="connsiteY4" fmla="*/ 0 h 69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83" h="69108">
                  <a:moveTo>
                    <a:pt x="34442" y="0"/>
                  </a:moveTo>
                  <a:cubicBezTo>
                    <a:pt x="15499" y="0"/>
                    <a:pt x="0" y="15549"/>
                    <a:pt x="0" y="34554"/>
                  </a:cubicBezTo>
                  <a:cubicBezTo>
                    <a:pt x="0" y="53559"/>
                    <a:pt x="15499" y="69109"/>
                    <a:pt x="34442" y="69109"/>
                  </a:cubicBezTo>
                  <a:cubicBezTo>
                    <a:pt x="53385" y="69109"/>
                    <a:pt x="68883" y="53559"/>
                    <a:pt x="68883" y="34554"/>
                  </a:cubicBezTo>
                  <a:cubicBezTo>
                    <a:pt x="68883" y="15549"/>
                    <a:pt x="53385" y="0"/>
                    <a:pt x="34442" y="0"/>
                  </a:cubicBezTo>
                  <a:close/>
                </a:path>
              </a:pathLst>
            </a:custGeom>
            <a:grpFill/>
            <a:ln w="4278" cap="flat">
              <a:noFill/>
              <a:prstDash val="solid"/>
              <a:miter/>
            </a:ln>
          </p:spPr>
          <p:txBody>
            <a:bodyPr rtlCol="0" anchor="ctr"/>
            <a:lstStyle/>
            <a:p>
              <a:endParaRPr lang="zh-TW" altLang="en-US"/>
            </a:p>
          </p:txBody>
        </p:sp>
        <p:sp>
          <p:nvSpPr>
            <p:cNvPr id="86" name="手繪多邊形 148">
              <a:extLst>
                <a:ext uri="{FF2B5EF4-FFF2-40B4-BE49-F238E27FC236}">
                  <a16:creationId xmlns:a16="http://schemas.microsoft.com/office/drawing/2014/main" id="{356A73BD-107A-4542-A426-6C797E9929D7}"/>
                </a:ext>
              </a:extLst>
            </p:cNvPr>
            <p:cNvSpPr/>
            <p:nvPr/>
          </p:nvSpPr>
          <p:spPr>
            <a:xfrm>
              <a:off x="6661372" y="6105355"/>
              <a:ext cx="24109" cy="94602"/>
            </a:xfrm>
            <a:custGeom>
              <a:avLst/>
              <a:gdLst>
                <a:gd name="connsiteX0" fmla="*/ 24109 w 24109"/>
                <a:gd name="connsiteY0" fmla="*/ 28518 h 94602"/>
                <a:gd name="connsiteX1" fmla="*/ 0 w 24109"/>
                <a:gd name="connsiteY1" fmla="*/ 10 h 94602"/>
                <a:gd name="connsiteX2" fmla="*/ 431 w 24109"/>
                <a:gd name="connsiteY2" fmla="*/ 94603 h 94602"/>
                <a:gd name="connsiteX3" fmla="*/ 24109 w 24109"/>
                <a:gd name="connsiteY3" fmla="*/ 65664 h 94602"/>
                <a:gd name="connsiteX4" fmla="*/ 24109 w 24109"/>
                <a:gd name="connsiteY4" fmla="*/ 28518 h 94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09" h="94602">
                  <a:moveTo>
                    <a:pt x="24109" y="28518"/>
                  </a:moveTo>
                  <a:cubicBezTo>
                    <a:pt x="24109" y="12536"/>
                    <a:pt x="13346" y="-421"/>
                    <a:pt x="0" y="10"/>
                  </a:cubicBezTo>
                  <a:lnTo>
                    <a:pt x="431" y="94603"/>
                  </a:lnTo>
                  <a:cubicBezTo>
                    <a:pt x="13777" y="94603"/>
                    <a:pt x="24109" y="81645"/>
                    <a:pt x="24109" y="65664"/>
                  </a:cubicBezTo>
                  <a:lnTo>
                    <a:pt x="24109" y="28518"/>
                  </a:lnTo>
                  <a:close/>
                </a:path>
              </a:pathLst>
            </a:custGeom>
            <a:grpFill/>
            <a:ln w="4278" cap="flat">
              <a:noFill/>
              <a:prstDash val="solid"/>
              <a:miter/>
            </a:ln>
          </p:spPr>
          <p:txBody>
            <a:bodyPr rtlCol="0" anchor="ctr"/>
            <a:lstStyle/>
            <a:p>
              <a:endParaRPr lang="zh-TW" altLang="en-US"/>
            </a:p>
          </p:txBody>
        </p:sp>
        <p:sp>
          <p:nvSpPr>
            <p:cNvPr id="87" name="手繪多邊形 149">
              <a:extLst>
                <a:ext uri="{FF2B5EF4-FFF2-40B4-BE49-F238E27FC236}">
                  <a16:creationId xmlns:a16="http://schemas.microsoft.com/office/drawing/2014/main" id="{19CD316E-2363-44A7-8575-704C9D901425}"/>
                </a:ext>
              </a:extLst>
            </p:cNvPr>
            <p:cNvSpPr/>
            <p:nvPr/>
          </p:nvSpPr>
          <p:spPr>
            <a:xfrm>
              <a:off x="6257100" y="6104933"/>
              <a:ext cx="24552" cy="94602"/>
            </a:xfrm>
            <a:custGeom>
              <a:avLst/>
              <a:gdLst>
                <a:gd name="connsiteX0" fmla="*/ 12 w 24552"/>
                <a:gd name="connsiteY0" fmla="*/ 28939 h 94602"/>
                <a:gd name="connsiteX1" fmla="*/ 443 w 24552"/>
                <a:gd name="connsiteY1" fmla="*/ 66085 h 94602"/>
                <a:gd name="connsiteX2" fmla="*/ 24552 w 24552"/>
                <a:gd name="connsiteY2" fmla="*/ 94592 h 94602"/>
                <a:gd name="connsiteX3" fmla="*/ 24122 w 24552"/>
                <a:gd name="connsiteY3" fmla="*/ 0 h 94602"/>
                <a:gd name="connsiteX4" fmla="*/ 12 w 24552"/>
                <a:gd name="connsiteY4" fmla="*/ 28939 h 94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52" h="94602">
                  <a:moveTo>
                    <a:pt x="12" y="28939"/>
                  </a:moveTo>
                  <a:lnTo>
                    <a:pt x="443" y="66085"/>
                  </a:lnTo>
                  <a:cubicBezTo>
                    <a:pt x="443" y="82066"/>
                    <a:pt x="11206" y="95024"/>
                    <a:pt x="24552" y="94592"/>
                  </a:cubicBezTo>
                  <a:lnTo>
                    <a:pt x="24122" y="0"/>
                  </a:lnTo>
                  <a:cubicBezTo>
                    <a:pt x="10345" y="432"/>
                    <a:pt x="-418" y="13390"/>
                    <a:pt x="12" y="28939"/>
                  </a:cubicBezTo>
                  <a:close/>
                </a:path>
              </a:pathLst>
            </a:custGeom>
            <a:grpFill/>
            <a:ln w="4278" cap="flat">
              <a:noFill/>
              <a:prstDash val="solid"/>
              <a:miter/>
            </a:ln>
          </p:spPr>
          <p:txBody>
            <a:bodyPr rtlCol="0" anchor="ctr"/>
            <a:lstStyle/>
            <a:p>
              <a:endParaRPr lang="zh-TW" altLang="en-US"/>
            </a:p>
          </p:txBody>
        </p:sp>
      </p:grpSp>
      <p:grpSp>
        <p:nvGrpSpPr>
          <p:cNvPr id="88" name="群組 87">
            <a:extLst>
              <a:ext uri="{FF2B5EF4-FFF2-40B4-BE49-F238E27FC236}">
                <a16:creationId xmlns:a16="http://schemas.microsoft.com/office/drawing/2014/main" id="{AC43B950-54E0-4F0C-AF33-7EC935F45CDB}"/>
              </a:ext>
            </a:extLst>
          </p:cNvPr>
          <p:cNvGrpSpPr/>
          <p:nvPr userDrawn="1"/>
        </p:nvGrpSpPr>
        <p:grpSpPr>
          <a:xfrm>
            <a:off x="4293299" y="5700913"/>
            <a:ext cx="579200" cy="252302"/>
            <a:chOff x="4281245" y="6063858"/>
            <a:chExt cx="713687" cy="310886"/>
          </a:xfrm>
          <a:gradFill flip="none" rotWithShape="1">
            <a:gsLst>
              <a:gs pos="95000">
                <a:srgbClr val="0B77FF"/>
              </a:gs>
              <a:gs pos="0">
                <a:srgbClr val="06EEFD"/>
              </a:gs>
            </a:gsLst>
            <a:lin ang="16200000" scaled="1"/>
            <a:tileRect/>
          </a:gradFill>
        </p:grpSpPr>
        <p:grpSp>
          <p:nvGrpSpPr>
            <p:cNvPr id="89" name="圖形 26">
              <a:extLst>
                <a:ext uri="{FF2B5EF4-FFF2-40B4-BE49-F238E27FC236}">
                  <a16:creationId xmlns:a16="http://schemas.microsoft.com/office/drawing/2014/main" id="{9FE543B7-E3B5-4535-BE5C-DA438C0F1301}"/>
                </a:ext>
              </a:extLst>
            </p:cNvPr>
            <p:cNvGrpSpPr/>
            <p:nvPr/>
          </p:nvGrpSpPr>
          <p:grpSpPr>
            <a:xfrm>
              <a:off x="4281245" y="6063858"/>
              <a:ext cx="713687" cy="284341"/>
              <a:chOff x="4281245" y="6063858"/>
              <a:chExt cx="713687" cy="284341"/>
            </a:xfrm>
            <a:grpFill/>
          </p:grpSpPr>
          <p:sp>
            <p:nvSpPr>
              <p:cNvPr id="96" name="手繪多邊形 138">
                <a:extLst>
                  <a:ext uri="{FF2B5EF4-FFF2-40B4-BE49-F238E27FC236}">
                    <a16:creationId xmlns:a16="http://schemas.microsoft.com/office/drawing/2014/main" id="{49D68E67-86F2-4E23-829E-82D18E71D0CD}"/>
                  </a:ext>
                </a:extLst>
              </p:cNvPr>
              <p:cNvSpPr/>
              <p:nvPr/>
            </p:nvSpPr>
            <p:spPr>
              <a:xfrm>
                <a:off x="4541274" y="6322051"/>
                <a:ext cx="242314" cy="26148"/>
              </a:xfrm>
              <a:custGeom>
                <a:avLst/>
                <a:gdLst>
                  <a:gd name="connsiteX0" fmla="*/ 234040 w 242314"/>
                  <a:gd name="connsiteY0" fmla="*/ 5151 h 26148"/>
                  <a:gd name="connsiteX1" fmla="*/ 108746 w 242314"/>
                  <a:gd name="connsiteY1" fmla="*/ 792 h 26148"/>
                  <a:gd name="connsiteX2" fmla="*/ 6698 w 242314"/>
                  <a:gd name="connsiteY2" fmla="*/ 0 h 26148"/>
                  <a:gd name="connsiteX3" fmla="*/ 0 w 242314"/>
                  <a:gd name="connsiteY3" fmla="*/ 20602 h 26148"/>
                  <a:gd name="connsiteX4" fmla="*/ 108352 w 242314"/>
                  <a:gd name="connsiteY4" fmla="*/ 21395 h 26148"/>
                  <a:gd name="connsiteX5" fmla="*/ 242314 w 242314"/>
                  <a:gd name="connsiteY5" fmla="*/ 26149 h 26148"/>
                  <a:gd name="connsiteX6" fmla="*/ 234040 w 242314"/>
                  <a:gd name="connsiteY6" fmla="*/ 5151 h 26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2314" h="26148">
                    <a:moveTo>
                      <a:pt x="234040" y="5151"/>
                    </a:moveTo>
                    <a:lnTo>
                      <a:pt x="108746" y="792"/>
                    </a:lnTo>
                    <a:cubicBezTo>
                      <a:pt x="77619" y="792"/>
                      <a:pt x="42159" y="396"/>
                      <a:pt x="6698" y="0"/>
                    </a:cubicBezTo>
                    <a:cubicBezTo>
                      <a:pt x="5516" y="7132"/>
                      <a:pt x="3152" y="14263"/>
                      <a:pt x="0" y="20602"/>
                    </a:cubicBezTo>
                    <a:cubicBezTo>
                      <a:pt x="35855" y="20998"/>
                      <a:pt x="72891" y="20998"/>
                      <a:pt x="108352" y="21395"/>
                    </a:cubicBezTo>
                    <a:lnTo>
                      <a:pt x="242314" y="26149"/>
                    </a:lnTo>
                    <a:cubicBezTo>
                      <a:pt x="238768" y="19414"/>
                      <a:pt x="236010" y="12282"/>
                      <a:pt x="234040" y="5151"/>
                    </a:cubicBezTo>
                    <a:close/>
                  </a:path>
                </a:pathLst>
              </a:custGeom>
              <a:grpFill/>
              <a:ln w="3894" cap="flat">
                <a:noFill/>
                <a:prstDash val="solid"/>
                <a:miter/>
              </a:ln>
            </p:spPr>
            <p:txBody>
              <a:bodyPr rtlCol="0" anchor="ctr"/>
              <a:lstStyle/>
              <a:p>
                <a:endParaRPr lang="zh-TW" altLang="en-US"/>
              </a:p>
            </p:txBody>
          </p:sp>
          <p:sp>
            <p:nvSpPr>
              <p:cNvPr id="97" name="手繪多邊形 139">
                <a:extLst>
                  <a:ext uri="{FF2B5EF4-FFF2-40B4-BE49-F238E27FC236}">
                    <a16:creationId xmlns:a16="http://schemas.microsoft.com/office/drawing/2014/main" id="{E2D82FD3-4222-45CE-AF7C-823C36322BA8}"/>
                  </a:ext>
                </a:extLst>
              </p:cNvPr>
              <p:cNvSpPr/>
              <p:nvPr/>
            </p:nvSpPr>
            <p:spPr>
              <a:xfrm>
                <a:off x="4281245" y="6063858"/>
                <a:ext cx="713687" cy="276813"/>
              </a:xfrm>
              <a:custGeom>
                <a:avLst/>
                <a:gdLst>
                  <a:gd name="connsiteX0" fmla="*/ 712350 w 713687"/>
                  <a:gd name="connsiteY0" fmla="*/ 190443 h 276813"/>
                  <a:gd name="connsiteX1" fmla="*/ 710774 w 713687"/>
                  <a:gd name="connsiteY1" fmla="*/ 180538 h 276813"/>
                  <a:gd name="connsiteX2" fmla="*/ 708410 w 713687"/>
                  <a:gd name="connsiteY2" fmla="*/ 145673 h 276813"/>
                  <a:gd name="connsiteX3" fmla="*/ 705651 w 713687"/>
                  <a:gd name="connsiteY3" fmla="*/ 113977 h 276813"/>
                  <a:gd name="connsiteX4" fmla="*/ 703287 w 713687"/>
                  <a:gd name="connsiteY4" fmla="*/ 105261 h 276813"/>
                  <a:gd name="connsiteX5" fmla="*/ 693831 w 713687"/>
                  <a:gd name="connsiteY5" fmla="*/ 93771 h 276813"/>
                  <a:gd name="connsiteX6" fmla="*/ 648914 w 713687"/>
                  <a:gd name="connsiteY6" fmla="*/ 69603 h 276813"/>
                  <a:gd name="connsiteX7" fmla="*/ 566173 w 713687"/>
                  <a:gd name="connsiteY7" fmla="*/ 27606 h 276813"/>
                  <a:gd name="connsiteX8" fmla="*/ 398326 w 713687"/>
                  <a:gd name="connsiteY8" fmla="*/ 1061 h 276813"/>
                  <a:gd name="connsiteX9" fmla="*/ 263575 w 713687"/>
                  <a:gd name="connsiteY9" fmla="*/ 44642 h 276813"/>
                  <a:gd name="connsiteX10" fmla="*/ 243875 w 713687"/>
                  <a:gd name="connsiteY10" fmla="*/ 55736 h 276813"/>
                  <a:gd name="connsiteX11" fmla="*/ 213537 w 713687"/>
                  <a:gd name="connsiteY11" fmla="*/ 73169 h 276813"/>
                  <a:gd name="connsiteX12" fmla="*/ 157193 w 713687"/>
                  <a:gd name="connsiteY12" fmla="*/ 88224 h 276813"/>
                  <a:gd name="connsiteX13" fmla="*/ 156011 w 713687"/>
                  <a:gd name="connsiteY13" fmla="*/ 88224 h 276813"/>
                  <a:gd name="connsiteX14" fmla="*/ 72876 w 713687"/>
                  <a:gd name="connsiteY14" fmla="*/ 103676 h 276813"/>
                  <a:gd name="connsiteX15" fmla="*/ 15351 w 713687"/>
                  <a:gd name="connsiteY15" fmla="*/ 143692 h 276813"/>
                  <a:gd name="connsiteX16" fmla="*/ 15351 w 713687"/>
                  <a:gd name="connsiteY16" fmla="*/ 143692 h 276813"/>
                  <a:gd name="connsiteX17" fmla="*/ 7865 w 713687"/>
                  <a:gd name="connsiteY17" fmla="*/ 236798 h 276813"/>
                  <a:gd name="connsiteX18" fmla="*/ 25201 w 713687"/>
                  <a:gd name="connsiteY18" fmla="*/ 256608 h 276813"/>
                  <a:gd name="connsiteX19" fmla="*/ 58692 w 713687"/>
                  <a:gd name="connsiteY19" fmla="*/ 274040 h 276813"/>
                  <a:gd name="connsiteX20" fmla="*/ 113065 w 713687"/>
                  <a:gd name="connsiteY20" fmla="*/ 276814 h 276813"/>
                  <a:gd name="connsiteX21" fmla="*/ 107155 w 713687"/>
                  <a:gd name="connsiteY21" fmla="*/ 256211 h 276813"/>
                  <a:gd name="connsiteX22" fmla="*/ 65390 w 713687"/>
                  <a:gd name="connsiteY22" fmla="*/ 254627 h 276813"/>
                  <a:gd name="connsiteX23" fmla="*/ 36627 w 713687"/>
                  <a:gd name="connsiteY23" fmla="*/ 239571 h 276813"/>
                  <a:gd name="connsiteX24" fmla="*/ 26383 w 713687"/>
                  <a:gd name="connsiteY24" fmla="*/ 227685 h 276813"/>
                  <a:gd name="connsiteX25" fmla="*/ 31899 w 713687"/>
                  <a:gd name="connsiteY25" fmla="*/ 155577 h 276813"/>
                  <a:gd name="connsiteX26" fmla="*/ 78392 w 713687"/>
                  <a:gd name="connsiteY26" fmla="*/ 123089 h 276813"/>
                  <a:gd name="connsiteX27" fmla="*/ 157587 w 713687"/>
                  <a:gd name="connsiteY27" fmla="*/ 108430 h 276813"/>
                  <a:gd name="connsiteX28" fmla="*/ 158770 w 713687"/>
                  <a:gd name="connsiteY28" fmla="*/ 108430 h 276813"/>
                  <a:gd name="connsiteX29" fmla="*/ 223781 w 713687"/>
                  <a:gd name="connsiteY29" fmla="*/ 90205 h 276813"/>
                  <a:gd name="connsiteX30" fmla="*/ 252937 w 713687"/>
                  <a:gd name="connsiteY30" fmla="*/ 73565 h 276813"/>
                  <a:gd name="connsiteX31" fmla="*/ 273032 w 713687"/>
                  <a:gd name="connsiteY31" fmla="*/ 62471 h 276813"/>
                  <a:gd name="connsiteX32" fmla="*/ 398326 w 713687"/>
                  <a:gd name="connsiteY32" fmla="*/ 20871 h 276813"/>
                  <a:gd name="connsiteX33" fmla="*/ 557111 w 713687"/>
                  <a:gd name="connsiteY33" fmla="*/ 46227 h 276813"/>
                  <a:gd name="connsiteX34" fmla="*/ 637488 w 713687"/>
                  <a:gd name="connsiteY34" fmla="*/ 87036 h 276813"/>
                  <a:gd name="connsiteX35" fmla="*/ 682405 w 713687"/>
                  <a:gd name="connsiteY35" fmla="*/ 111203 h 276813"/>
                  <a:gd name="connsiteX36" fmla="*/ 684375 w 713687"/>
                  <a:gd name="connsiteY36" fmla="*/ 119127 h 276813"/>
                  <a:gd name="connsiteX37" fmla="*/ 686739 w 713687"/>
                  <a:gd name="connsiteY37" fmla="*/ 140918 h 276813"/>
                  <a:gd name="connsiteX38" fmla="*/ 689103 w 713687"/>
                  <a:gd name="connsiteY38" fmla="*/ 183707 h 276813"/>
                  <a:gd name="connsiteX39" fmla="*/ 690679 w 713687"/>
                  <a:gd name="connsiteY39" fmla="*/ 193216 h 276813"/>
                  <a:gd name="connsiteX40" fmla="*/ 672555 w 713687"/>
                  <a:gd name="connsiteY40" fmla="*/ 245514 h 276813"/>
                  <a:gd name="connsiteX41" fmla="*/ 651673 w 713687"/>
                  <a:gd name="connsiteY41" fmla="*/ 249872 h 276813"/>
                  <a:gd name="connsiteX42" fmla="*/ 646944 w 713687"/>
                  <a:gd name="connsiteY42" fmla="*/ 271663 h 276813"/>
                  <a:gd name="connsiteX43" fmla="*/ 684769 w 713687"/>
                  <a:gd name="connsiteY43" fmla="*/ 262551 h 276813"/>
                  <a:gd name="connsiteX44" fmla="*/ 712350 w 713687"/>
                  <a:gd name="connsiteY44" fmla="*/ 190443 h 276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13687" h="276813">
                    <a:moveTo>
                      <a:pt x="712350" y="190443"/>
                    </a:moveTo>
                    <a:cubicBezTo>
                      <a:pt x="711956" y="187273"/>
                      <a:pt x="711168" y="183707"/>
                      <a:pt x="710774" y="180538"/>
                    </a:cubicBezTo>
                    <a:cubicBezTo>
                      <a:pt x="708410" y="168256"/>
                      <a:pt x="706440" y="156370"/>
                      <a:pt x="708410" y="145673"/>
                    </a:cubicBezTo>
                    <a:cubicBezTo>
                      <a:pt x="710774" y="132994"/>
                      <a:pt x="708016" y="123089"/>
                      <a:pt x="705651" y="113977"/>
                    </a:cubicBezTo>
                    <a:cubicBezTo>
                      <a:pt x="704863" y="111203"/>
                      <a:pt x="704075" y="108034"/>
                      <a:pt x="703287" y="105261"/>
                    </a:cubicBezTo>
                    <a:cubicBezTo>
                      <a:pt x="702105" y="100110"/>
                      <a:pt x="698559" y="95752"/>
                      <a:pt x="693831" y="93771"/>
                    </a:cubicBezTo>
                    <a:cubicBezTo>
                      <a:pt x="678859" y="86243"/>
                      <a:pt x="663493" y="77527"/>
                      <a:pt x="648914" y="69603"/>
                    </a:cubicBezTo>
                    <a:cubicBezTo>
                      <a:pt x="622122" y="54944"/>
                      <a:pt x="594541" y="39492"/>
                      <a:pt x="566173" y="27606"/>
                    </a:cubicBezTo>
                    <a:cubicBezTo>
                      <a:pt x="513376" y="5815"/>
                      <a:pt x="455457" y="-3297"/>
                      <a:pt x="398326" y="1061"/>
                    </a:cubicBezTo>
                    <a:cubicBezTo>
                      <a:pt x="352621" y="3834"/>
                      <a:pt x="308886" y="18097"/>
                      <a:pt x="263575" y="44642"/>
                    </a:cubicBezTo>
                    <a:cubicBezTo>
                      <a:pt x="257271" y="48604"/>
                      <a:pt x="250573" y="52170"/>
                      <a:pt x="243875" y="55736"/>
                    </a:cubicBezTo>
                    <a:cubicBezTo>
                      <a:pt x="234025" y="61283"/>
                      <a:pt x="223781" y="66829"/>
                      <a:pt x="213537" y="73169"/>
                    </a:cubicBezTo>
                    <a:cubicBezTo>
                      <a:pt x="196200" y="84262"/>
                      <a:pt x="177288" y="86243"/>
                      <a:pt x="157193" y="88224"/>
                    </a:cubicBezTo>
                    <a:lnTo>
                      <a:pt x="156011" y="88224"/>
                    </a:lnTo>
                    <a:cubicBezTo>
                      <a:pt x="127643" y="91394"/>
                      <a:pt x="100062" y="94959"/>
                      <a:pt x="72876" y="103676"/>
                    </a:cubicBezTo>
                    <a:cubicBezTo>
                      <a:pt x="50024" y="110015"/>
                      <a:pt x="29535" y="124278"/>
                      <a:pt x="15351" y="143692"/>
                    </a:cubicBezTo>
                    <a:cubicBezTo>
                      <a:pt x="15351" y="143692"/>
                      <a:pt x="15351" y="143692"/>
                      <a:pt x="15351" y="143692"/>
                    </a:cubicBezTo>
                    <a:cubicBezTo>
                      <a:pt x="-1591" y="167067"/>
                      <a:pt x="-5137" y="209856"/>
                      <a:pt x="7865" y="236798"/>
                    </a:cubicBezTo>
                    <a:cubicBezTo>
                      <a:pt x="11805" y="244722"/>
                      <a:pt x="17715" y="251853"/>
                      <a:pt x="25201" y="256608"/>
                    </a:cubicBezTo>
                    <a:cubicBezTo>
                      <a:pt x="35839" y="263739"/>
                      <a:pt x="46871" y="269682"/>
                      <a:pt x="58692" y="274040"/>
                    </a:cubicBezTo>
                    <a:cubicBezTo>
                      <a:pt x="61844" y="275229"/>
                      <a:pt x="82332" y="276021"/>
                      <a:pt x="113065" y="276814"/>
                    </a:cubicBezTo>
                    <a:cubicBezTo>
                      <a:pt x="110307" y="270474"/>
                      <a:pt x="108337" y="263343"/>
                      <a:pt x="107155" y="256211"/>
                    </a:cubicBezTo>
                    <a:cubicBezTo>
                      <a:pt x="84696" y="255815"/>
                      <a:pt x="69330" y="255023"/>
                      <a:pt x="65390" y="254627"/>
                    </a:cubicBezTo>
                    <a:cubicBezTo>
                      <a:pt x="55146" y="250665"/>
                      <a:pt x="45689" y="245910"/>
                      <a:pt x="36627" y="239571"/>
                    </a:cubicBezTo>
                    <a:cubicBezTo>
                      <a:pt x="32293" y="236798"/>
                      <a:pt x="28747" y="232440"/>
                      <a:pt x="26383" y="227685"/>
                    </a:cubicBezTo>
                    <a:cubicBezTo>
                      <a:pt x="16927" y="207875"/>
                      <a:pt x="19685" y="173010"/>
                      <a:pt x="31899" y="155577"/>
                    </a:cubicBezTo>
                    <a:cubicBezTo>
                      <a:pt x="43325" y="140126"/>
                      <a:pt x="59874" y="128636"/>
                      <a:pt x="78392" y="123089"/>
                    </a:cubicBezTo>
                    <a:cubicBezTo>
                      <a:pt x="104003" y="115165"/>
                      <a:pt x="130401" y="111600"/>
                      <a:pt x="157587" y="108430"/>
                    </a:cubicBezTo>
                    <a:lnTo>
                      <a:pt x="158770" y="108430"/>
                    </a:lnTo>
                    <a:cubicBezTo>
                      <a:pt x="180440" y="106053"/>
                      <a:pt x="202504" y="103676"/>
                      <a:pt x="223781" y="90205"/>
                    </a:cubicBezTo>
                    <a:cubicBezTo>
                      <a:pt x="233237" y="84262"/>
                      <a:pt x="243087" y="78715"/>
                      <a:pt x="252937" y="73565"/>
                    </a:cubicBezTo>
                    <a:cubicBezTo>
                      <a:pt x="259635" y="69999"/>
                      <a:pt x="266333" y="66037"/>
                      <a:pt x="273032" y="62471"/>
                    </a:cubicBezTo>
                    <a:cubicBezTo>
                      <a:pt x="315190" y="37511"/>
                      <a:pt x="356167" y="24040"/>
                      <a:pt x="398326" y="20871"/>
                    </a:cubicBezTo>
                    <a:cubicBezTo>
                      <a:pt x="452305" y="16909"/>
                      <a:pt x="507072" y="25625"/>
                      <a:pt x="557111" y="46227"/>
                    </a:cubicBezTo>
                    <a:cubicBezTo>
                      <a:pt x="584691" y="57321"/>
                      <a:pt x="611484" y="72376"/>
                      <a:pt x="637488" y="87036"/>
                    </a:cubicBezTo>
                    <a:cubicBezTo>
                      <a:pt x="652067" y="95356"/>
                      <a:pt x="667433" y="103676"/>
                      <a:pt x="682405" y="111203"/>
                    </a:cubicBezTo>
                    <a:cubicBezTo>
                      <a:pt x="683193" y="113977"/>
                      <a:pt x="683981" y="116750"/>
                      <a:pt x="684375" y="119127"/>
                    </a:cubicBezTo>
                    <a:cubicBezTo>
                      <a:pt x="686739" y="127051"/>
                      <a:pt x="688315" y="133390"/>
                      <a:pt x="686739" y="140918"/>
                    </a:cubicBezTo>
                    <a:cubicBezTo>
                      <a:pt x="683981" y="155577"/>
                      <a:pt x="686345" y="169841"/>
                      <a:pt x="689103" y="183707"/>
                    </a:cubicBezTo>
                    <a:cubicBezTo>
                      <a:pt x="689497" y="186877"/>
                      <a:pt x="690285" y="190047"/>
                      <a:pt x="690679" y="193216"/>
                    </a:cubicBezTo>
                    <a:cubicBezTo>
                      <a:pt x="694225" y="217384"/>
                      <a:pt x="689891" y="230855"/>
                      <a:pt x="672555" y="245514"/>
                    </a:cubicBezTo>
                    <a:cubicBezTo>
                      <a:pt x="669403" y="246703"/>
                      <a:pt x="661917" y="247891"/>
                      <a:pt x="651673" y="249872"/>
                    </a:cubicBezTo>
                    <a:cubicBezTo>
                      <a:pt x="651279" y="257400"/>
                      <a:pt x="649702" y="264532"/>
                      <a:pt x="646944" y="271663"/>
                    </a:cubicBezTo>
                    <a:cubicBezTo>
                      <a:pt x="679647" y="266513"/>
                      <a:pt x="682405" y="264135"/>
                      <a:pt x="684769" y="262551"/>
                    </a:cubicBezTo>
                    <a:cubicBezTo>
                      <a:pt x="709592" y="242741"/>
                      <a:pt x="717078" y="222138"/>
                      <a:pt x="712350" y="190443"/>
                    </a:cubicBezTo>
                    <a:close/>
                  </a:path>
                </a:pathLst>
              </a:custGeom>
              <a:grpFill/>
              <a:ln w="3894" cap="flat">
                <a:noFill/>
                <a:prstDash val="solid"/>
                <a:miter/>
              </a:ln>
            </p:spPr>
            <p:txBody>
              <a:bodyPr rtlCol="0" anchor="ctr"/>
              <a:lstStyle/>
              <a:p>
                <a:endParaRPr lang="zh-TW" altLang="en-US"/>
              </a:p>
            </p:txBody>
          </p:sp>
        </p:grpSp>
        <p:sp>
          <p:nvSpPr>
            <p:cNvPr id="90" name="手繪多邊形 132">
              <a:extLst>
                <a:ext uri="{FF2B5EF4-FFF2-40B4-BE49-F238E27FC236}">
                  <a16:creationId xmlns:a16="http://schemas.microsoft.com/office/drawing/2014/main" id="{D518BE97-87EE-48C8-A2E0-93584C433A0D}"/>
                </a:ext>
              </a:extLst>
            </p:cNvPr>
            <p:cNvSpPr/>
            <p:nvPr/>
          </p:nvSpPr>
          <p:spPr>
            <a:xfrm>
              <a:off x="4638439" y="6138612"/>
              <a:ext cx="110083" cy="171082"/>
            </a:xfrm>
            <a:custGeom>
              <a:avLst/>
              <a:gdLst>
                <a:gd name="connsiteX0" fmla="*/ 61620 w 110083"/>
                <a:gd name="connsiteY0" fmla="*/ 0 h 171082"/>
                <a:gd name="connsiteX1" fmla="*/ 106931 w 110083"/>
                <a:gd name="connsiteY1" fmla="*/ 0 h 171082"/>
                <a:gd name="connsiteX2" fmla="*/ 110083 w 110083"/>
                <a:gd name="connsiteY2" fmla="*/ 3170 h 171082"/>
                <a:gd name="connsiteX3" fmla="*/ 109295 w 110083"/>
                <a:gd name="connsiteY3" fmla="*/ 5151 h 171082"/>
                <a:gd name="connsiteX4" fmla="*/ 63984 w 110083"/>
                <a:gd name="connsiteY4" fmla="*/ 60618 h 171082"/>
                <a:gd name="connsiteX5" fmla="*/ 64378 w 110083"/>
                <a:gd name="connsiteY5" fmla="*/ 64976 h 171082"/>
                <a:gd name="connsiteX6" fmla="*/ 66348 w 110083"/>
                <a:gd name="connsiteY6" fmla="*/ 65769 h 171082"/>
                <a:gd name="connsiteX7" fmla="*/ 101415 w 110083"/>
                <a:gd name="connsiteY7" fmla="*/ 65769 h 171082"/>
                <a:gd name="connsiteX8" fmla="*/ 104567 w 110083"/>
                <a:gd name="connsiteY8" fmla="*/ 68938 h 171082"/>
                <a:gd name="connsiteX9" fmla="*/ 103779 w 110083"/>
                <a:gd name="connsiteY9" fmla="*/ 70919 h 171082"/>
                <a:gd name="connsiteX10" fmla="*/ 5277 w 110083"/>
                <a:gd name="connsiteY10" fmla="*/ 169968 h 171082"/>
                <a:gd name="connsiteX11" fmla="*/ 943 w 110083"/>
                <a:gd name="connsiteY11" fmla="*/ 170364 h 171082"/>
                <a:gd name="connsiteX12" fmla="*/ 549 w 110083"/>
                <a:gd name="connsiteY12" fmla="*/ 166403 h 171082"/>
                <a:gd name="connsiteX13" fmla="*/ 41132 w 110083"/>
                <a:gd name="connsiteY13" fmla="*/ 93106 h 171082"/>
                <a:gd name="connsiteX14" fmla="*/ 39950 w 110083"/>
                <a:gd name="connsiteY14" fmla="*/ 89144 h 171082"/>
                <a:gd name="connsiteX15" fmla="*/ 38374 w 110083"/>
                <a:gd name="connsiteY15" fmla="*/ 88748 h 171082"/>
                <a:gd name="connsiteX16" fmla="*/ 12369 w 110083"/>
                <a:gd name="connsiteY16" fmla="*/ 88748 h 171082"/>
                <a:gd name="connsiteX17" fmla="*/ 9217 w 110083"/>
                <a:gd name="connsiteY17" fmla="*/ 85578 h 171082"/>
                <a:gd name="connsiteX18" fmla="*/ 9611 w 110083"/>
                <a:gd name="connsiteY18" fmla="*/ 83994 h 171082"/>
                <a:gd name="connsiteX19" fmla="*/ 58862 w 110083"/>
                <a:gd name="connsiteY19" fmla="*/ 1585 h 171082"/>
                <a:gd name="connsiteX20" fmla="*/ 61620 w 110083"/>
                <a:gd name="connsiteY20" fmla="*/ 0 h 17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0083" h="171082">
                  <a:moveTo>
                    <a:pt x="61620" y="0"/>
                  </a:moveTo>
                  <a:lnTo>
                    <a:pt x="106931" y="0"/>
                  </a:lnTo>
                  <a:cubicBezTo>
                    <a:pt x="108507" y="0"/>
                    <a:pt x="110083" y="1189"/>
                    <a:pt x="110083" y="3170"/>
                  </a:cubicBezTo>
                  <a:cubicBezTo>
                    <a:pt x="110083" y="3962"/>
                    <a:pt x="109689" y="4358"/>
                    <a:pt x="109295" y="5151"/>
                  </a:cubicBezTo>
                  <a:lnTo>
                    <a:pt x="63984" y="60618"/>
                  </a:lnTo>
                  <a:cubicBezTo>
                    <a:pt x="62802" y="61807"/>
                    <a:pt x="63196" y="63788"/>
                    <a:pt x="64378" y="64976"/>
                  </a:cubicBezTo>
                  <a:cubicBezTo>
                    <a:pt x="64772" y="65372"/>
                    <a:pt x="65560" y="65769"/>
                    <a:pt x="66348" y="65769"/>
                  </a:cubicBezTo>
                  <a:lnTo>
                    <a:pt x="101415" y="65769"/>
                  </a:lnTo>
                  <a:cubicBezTo>
                    <a:pt x="102991" y="65769"/>
                    <a:pt x="104567" y="66957"/>
                    <a:pt x="104567" y="68938"/>
                  </a:cubicBezTo>
                  <a:cubicBezTo>
                    <a:pt x="104567" y="69731"/>
                    <a:pt x="104173" y="70523"/>
                    <a:pt x="103779" y="70919"/>
                  </a:cubicBezTo>
                  <a:lnTo>
                    <a:pt x="5277" y="169968"/>
                  </a:lnTo>
                  <a:cubicBezTo>
                    <a:pt x="4095" y="171157"/>
                    <a:pt x="2125" y="171553"/>
                    <a:pt x="943" y="170364"/>
                  </a:cubicBezTo>
                  <a:cubicBezTo>
                    <a:pt x="-239" y="169572"/>
                    <a:pt x="-239" y="167591"/>
                    <a:pt x="549" y="166403"/>
                  </a:cubicBezTo>
                  <a:lnTo>
                    <a:pt x="41132" y="93106"/>
                  </a:lnTo>
                  <a:cubicBezTo>
                    <a:pt x="41920" y="91521"/>
                    <a:pt x="41526" y="89937"/>
                    <a:pt x="39950" y="89144"/>
                  </a:cubicBezTo>
                  <a:cubicBezTo>
                    <a:pt x="39556" y="88748"/>
                    <a:pt x="39162" y="88748"/>
                    <a:pt x="38374" y="88748"/>
                  </a:cubicBezTo>
                  <a:lnTo>
                    <a:pt x="12369" y="88748"/>
                  </a:lnTo>
                  <a:cubicBezTo>
                    <a:pt x="10793" y="88748"/>
                    <a:pt x="9217" y="87559"/>
                    <a:pt x="9217" y="85578"/>
                  </a:cubicBezTo>
                  <a:cubicBezTo>
                    <a:pt x="9217" y="85182"/>
                    <a:pt x="9217" y="84390"/>
                    <a:pt x="9611" y="83994"/>
                  </a:cubicBezTo>
                  <a:lnTo>
                    <a:pt x="58862" y="1585"/>
                  </a:lnTo>
                  <a:cubicBezTo>
                    <a:pt x="59650" y="396"/>
                    <a:pt x="60438" y="0"/>
                    <a:pt x="61620" y="0"/>
                  </a:cubicBezTo>
                  <a:close/>
                </a:path>
              </a:pathLst>
            </a:custGeom>
            <a:grpFill/>
            <a:ln w="3894" cap="flat">
              <a:noFill/>
              <a:prstDash val="solid"/>
              <a:miter/>
            </a:ln>
          </p:spPr>
          <p:txBody>
            <a:bodyPr rtlCol="0" anchor="ctr"/>
            <a:lstStyle/>
            <a:p>
              <a:endParaRPr lang="zh-TW" altLang="en-US"/>
            </a:p>
          </p:txBody>
        </p:sp>
        <p:sp>
          <p:nvSpPr>
            <p:cNvPr id="91" name="手繪多邊形 133">
              <a:extLst>
                <a:ext uri="{FF2B5EF4-FFF2-40B4-BE49-F238E27FC236}">
                  <a16:creationId xmlns:a16="http://schemas.microsoft.com/office/drawing/2014/main" id="{F8B1F6C8-21B9-47CE-AB48-8C3FACA1A300}"/>
                </a:ext>
              </a:extLst>
            </p:cNvPr>
            <p:cNvSpPr/>
            <p:nvPr/>
          </p:nvSpPr>
          <p:spPr>
            <a:xfrm>
              <a:off x="4758372" y="6138612"/>
              <a:ext cx="55555" cy="77258"/>
            </a:xfrm>
            <a:custGeom>
              <a:avLst/>
              <a:gdLst>
                <a:gd name="connsiteX0" fmla="*/ 0 w 55555"/>
                <a:gd name="connsiteY0" fmla="*/ 75277 h 77258"/>
                <a:gd name="connsiteX1" fmla="*/ 0 w 55555"/>
                <a:gd name="connsiteY1" fmla="*/ 1981 h 77258"/>
                <a:gd name="connsiteX2" fmla="*/ 1970 w 55555"/>
                <a:gd name="connsiteY2" fmla="*/ 0 h 77258"/>
                <a:gd name="connsiteX3" fmla="*/ 55555 w 55555"/>
                <a:gd name="connsiteY3" fmla="*/ 0 h 77258"/>
                <a:gd name="connsiteX4" fmla="*/ 55555 w 55555"/>
                <a:gd name="connsiteY4" fmla="*/ 13471 h 77258"/>
                <a:gd name="connsiteX5" fmla="*/ 16942 w 55555"/>
                <a:gd name="connsiteY5" fmla="*/ 13471 h 77258"/>
                <a:gd name="connsiteX6" fmla="*/ 14972 w 55555"/>
                <a:gd name="connsiteY6" fmla="*/ 15452 h 77258"/>
                <a:gd name="connsiteX7" fmla="*/ 14972 w 55555"/>
                <a:gd name="connsiteY7" fmla="*/ 29715 h 77258"/>
                <a:gd name="connsiteX8" fmla="*/ 16942 w 55555"/>
                <a:gd name="connsiteY8" fmla="*/ 31696 h 77258"/>
                <a:gd name="connsiteX9" fmla="*/ 43341 w 55555"/>
                <a:gd name="connsiteY9" fmla="*/ 31696 h 77258"/>
                <a:gd name="connsiteX10" fmla="*/ 45311 w 55555"/>
                <a:gd name="connsiteY10" fmla="*/ 33677 h 77258"/>
                <a:gd name="connsiteX11" fmla="*/ 45311 w 55555"/>
                <a:gd name="connsiteY11" fmla="*/ 43185 h 77258"/>
                <a:gd name="connsiteX12" fmla="*/ 43341 w 55555"/>
                <a:gd name="connsiteY12" fmla="*/ 45166 h 77258"/>
                <a:gd name="connsiteX13" fmla="*/ 16942 w 55555"/>
                <a:gd name="connsiteY13" fmla="*/ 45166 h 77258"/>
                <a:gd name="connsiteX14" fmla="*/ 14972 w 55555"/>
                <a:gd name="connsiteY14" fmla="*/ 47147 h 77258"/>
                <a:gd name="connsiteX15" fmla="*/ 14972 w 55555"/>
                <a:gd name="connsiteY15" fmla="*/ 61807 h 77258"/>
                <a:gd name="connsiteX16" fmla="*/ 16942 w 55555"/>
                <a:gd name="connsiteY16" fmla="*/ 63788 h 77258"/>
                <a:gd name="connsiteX17" fmla="*/ 48463 w 55555"/>
                <a:gd name="connsiteY17" fmla="*/ 63788 h 77258"/>
                <a:gd name="connsiteX18" fmla="*/ 50433 w 55555"/>
                <a:gd name="connsiteY18" fmla="*/ 65769 h 77258"/>
                <a:gd name="connsiteX19" fmla="*/ 50433 w 55555"/>
                <a:gd name="connsiteY19" fmla="*/ 65769 h 77258"/>
                <a:gd name="connsiteX20" fmla="*/ 50433 w 55555"/>
                <a:gd name="connsiteY20" fmla="*/ 75277 h 77258"/>
                <a:gd name="connsiteX21" fmla="*/ 48463 w 55555"/>
                <a:gd name="connsiteY21" fmla="*/ 77258 h 77258"/>
                <a:gd name="connsiteX22" fmla="*/ 1576 w 55555"/>
                <a:gd name="connsiteY22" fmla="*/ 77258 h 77258"/>
                <a:gd name="connsiteX23" fmla="*/ 0 w 55555"/>
                <a:gd name="connsiteY23" fmla="*/ 75277 h 77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5555" h="77258">
                  <a:moveTo>
                    <a:pt x="0" y="75277"/>
                  </a:moveTo>
                  <a:lnTo>
                    <a:pt x="0" y="1981"/>
                  </a:lnTo>
                  <a:cubicBezTo>
                    <a:pt x="0" y="792"/>
                    <a:pt x="788" y="0"/>
                    <a:pt x="1970" y="0"/>
                  </a:cubicBezTo>
                  <a:lnTo>
                    <a:pt x="55555" y="0"/>
                  </a:lnTo>
                  <a:lnTo>
                    <a:pt x="55555" y="13471"/>
                  </a:lnTo>
                  <a:lnTo>
                    <a:pt x="16942" y="13471"/>
                  </a:lnTo>
                  <a:cubicBezTo>
                    <a:pt x="15760" y="13471"/>
                    <a:pt x="14972" y="14263"/>
                    <a:pt x="14972" y="15452"/>
                  </a:cubicBezTo>
                  <a:lnTo>
                    <a:pt x="14972" y="29715"/>
                  </a:lnTo>
                  <a:cubicBezTo>
                    <a:pt x="14972" y="30903"/>
                    <a:pt x="15760" y="31696"/>
                    <a:pt x="16942" y="31696"/>
                  </a:cubicBezTo>
                  <a:lnTo>
                    <a:pt x="43341" y="31696"/>
                  </a:lnTo>
                  <a:cubicBezTo>
                    <a:pt x="44523" y="31696"/>
                    <a:pt x="45311" y="32488"/>
                    <a:pt x="45311" y="33677"/>
                  </a:cubicBezTo>
                  <a:lnTo>
                    <a:pt x="45311" y="43185"/>
                  </a:lnTo>
                  <a:cubicBezTo>
                    <a:pt x="45311" y="44374"/>
                    <a:pt x="44523" y="45166"/>
                    <a:pt x="43341" y="45166"/>
                  </a:cubicBezTo>
                  <a:lnTo>
                    <a:pt x="16942" y="45166"/>
                  </a:lnTo>
                  <a:cubicBezTo>
                    <a:pt x="15760" y="45166"/>
                    <a:pt x="14972" y="45959"/>
                    <a:pt x="14972" y="47147"/>
                  </a:cubicBezTo>
                  <a:lnTo>
                    <a:pt x="14972" y="61807"/>
                  </a:lnTo>
                  <a:cubicBezTo>
                    <a:pt x="14972" y="62995"/>
                    <a:pt x="15760" y="63788"/>
                    <a:pt x="16942" y="63788"/>
                  </a:cubicBezTo>
                  <a:lnTo>
                    <a:pt x="48463" y="63788"/>
                  </a:lnTo>
                  <a:cubicBezTo>
                    <a:pt x="49645" y="63788"/>
                    <a:pt x="50433" y="64580"/>
                    <a:pt x="50433" y="65769"/>
                  </a:cubicBezTo>
                  <a:cubicBezTo>
                    <a:pt x="50433" y="65769"/>
                    <a:pt x="50433" y="65769"/>
                    <a:pt x="50433" y="65769"/>
                  </a:cubicBezTo>
                  <a:lnTo>
                    <a:pt x="50433" y="75277"/>
                  </a:lnTo>
                  <a:cubicBezTo>
                    <a:pt x="50433" y="76466"/>
                    <a:pt x="49645" y="77258"/>
                    <a:pt x="48463" y="77258"/>
                  </a:cubicBezTo>
                  <a:lnTo>
                    <a:pt x="1576" y="77258"/>
                  </a:lnTo>
                  <a:cubicBezTo>
                    <a:pt x="1182" y="77258"/>
                    <a:pt x="0" y="76466"/>
                    <a:pt x="0" y="75277"/>
                  </a:cubicBezTo>
                  <a:close/>
                </a:path>
              </a:pathLst>
            </a:custGeom>
            <a:grpFill/>
            <a:ln w="3894" cap="flat">
              <a:noFill/>
              <a:prstDash val="solid"/>
              <a:miter/>
            </a:ln>
          </p:spPr>
          <p:txBody>
            <a:bodyPr rtlCol="0" anchor="ctr"/>
            <a:lstStyle/>
            <a:p>
              <a:endParaRPr lang="zh-TW" altLang="en-US"/>
            </a:p>
          </p:txBody>
        </p:sp>
        <p:sp>
          <p:nvSpPr>
            <p:cNvPr id="92" name="手繪多邊形 134">
              <a:extLst>
                <a:ext uri="{FF2B5EF4-FFF2-40B4-BE49-F238E27FC236}">
                  <a16:creationId xmlns:a16="http://schemas.microsoft.com/office/drawing/2014/main" id="{B8619E82-B558-440B-A768-E597D65ADEA1}"/>
                </a:ext>
              </a:extLst>
            </p:cNvPr>
            <p:cNvSpPr/>
            <p:nvPr/>
          </p:nvSpPr>
          <p:spPr>
            <a:xfrm>
              <a:off x="4805899" y="6138612"/>
              <a:ext cx="60430" cy="77258"/>
            </a:xfrm>
            <a:custGeom>
              <a:avLst/>
              <a:gdLst>
                <a:gd name="connsiteX0" fmla="*/ 34426 w 60430"/>
                <a:gd name="connsiteY0" fmla="*/ 77258 h 77258"/>
                <a:gd name="connsiteX1" fmla="*/ 25758 w 60430"/>
                <a:gd name="connsiteY1" fmla="*/ 77258 h 77258"/>
                <a:gd name="connsiteX2" fmla="*/ 23788 w 60430"/>
                <a:gd name="connsiteY2" fmla="*/ 75674 h 77258"/>
                <a:gd name="connsiteX3" fmla="*/ 148 w 60430"/>
                <a:gd name="connsiteY3" fmla="*/ 2377 h 77258"/>
                <a:gd name="connsiteX4" fmla="*/ 1330 w 60430"/>
                <a:gd name="connsiteY4" fmla="*/ 0 h 77258"/>
                <a:gd name="connsiteX5" fmla="*/ 2118 w 60430"/>
                <a:gd name="connsiteY5" fmla="*/ 0 h 77258"/>
                <a:gd name="connsiteX6" fmla="*/ 13544 w 60430"/>
                <a:gd name="connsiteY6" fmla="*/ 0 h 77258"/>
                <a:gd name="connsiteX7" fmla="*/ 15514 w 60430"/>
                <a:gd name="connsiteY7" fmla="*/ 1585 h 77258"/>
                <a:gd name="connsiteX8" fmla="*/ 28516 w 60430"/>
                <a:gd name="connsiteY8" fmla="*/ 44374 h 77258"/>
                <a:gd name="connsiteX9" fmla="*/ 30880 w 60430"/>
                <a:gd name="connsiteY9" fmla="*/ 45563 h 77258"/>
                <a:gd name="connsiteX10" fmla="*/ 32062 w 60430"/>
                <a:gd name="connsiteY10" fmla="*/ 44374 h 77258"/>
                <a:gd name="connsiteX11" fmla="*/ 45065 w 60430"/>
                <a:gd name="connsiteY11" fmla="*/ 1585 h 77258"/>
                <a:gd name="connsiteX12" fmla="*/ 47035 w 60430"/>
                <a:gd name="connsiteY12" fmla="*/ 0 h 77258"/>
                <a:gd name="connsiteX13" fmla="*/ 58461 w 60430"/>
                <a:gd name="connsiteY13" fmla="*/ 0 h 77258"/>
                <a:gd name="connsiteX14" fmla="*/ 60431 w 60430"/>
                <a:gd name="connsiteY14" fmla="*/ 1981 h 77258"/>
                <a:gd name="connsiteX15" fmla="*/ 60431 w 60430"/>
                <a:gd name="connsiteY15" fmla="*/ 2773 h 77258"/>
                <a:gd name="connsiteX16" fmla="*/ 36396 w 60430"/>
                <a:gd name="connsiteY16" fmla="*/ 76070 h 77258"/>
                <a:gd name="connsiteX17" fmla="*/ 34426 w 60430"/>
                <a:gd name="connsiteY17" fmla="*/ 77258 h 77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430" h="77258">
                  <a:moveTo>
                    <a:pt x="34426" y="77258"/>
                  </a:moveTo>
                  <a:lnTo>
                    <a:pt x="25758" y="77258"/>
                  </a:lnTo>
                  <a:cubicBezTo>
                    <a:pt x="24970" y="77258"/>
                    <a:pt x="24182" y="76862"/>
                    <a:pt x="23788" y="75674"/>
                  </a:cubicBezTo>
                  <a:lnTo>
                    <a:pt x="148" y="2377"/>
                  </a:lnTo>
                  <a:cubicBezTo>
                    <a:pt x="-246" y="1189"/>
                    <a:pt x="148" y="396"/>
                    <a:pt x="1330" y="0"/>
                  </a:cubicBezTo>
                  <a:cubicBezTo>
                    <a:pt x="1724" y="0"/>
                    <a:pt x="1724" y="0"/>
                    <a:pt x="2118" y="0"/>
                  </a:cubicBezTo>
                  <a:lnTo>
                    <a:pt x="13544" y="0"/>
                  </a:lnTo>
                  <a:cubicBezTo>
                    <a:pt x="14332" y="0"/>
                    <a:pt x="15120" y="396"/>
                    <a:pt x="15514" y="1585"/>
                  </a:cubicBezTo>
                  <a:lnTo>
                    <a:pt x="28516" y="44374"/>
                  </a:lnTo>
                  <a:cubicBezTo>
                    <a:pt x="28910" y="45563"/>
                    <a:pt x="30092" y="45959"/>
                    <a:pt x="30880" y="45563"/>
                  </a:cubicBezTo>
                  <a:cubicBezTo>
                    <a:pt x="31668" y="45563"/>
                    <a:pt x="32062" y="44770"/>
                    <a:pt x="32062" y="44374"/>
                  </a:cubicBezTo>
                  <a:lnTo>
                    <a:pt x="45065" y="1585"/>
                  </a:lnTo>
                  <a:cubicBezTo>
                    <a:pt x="45459" y="792"/>
                    <a:pt x="46247" y="0"/>
                    <a:pt x="47035" y="0"/>
                  </a:cubicBezTo>
                  <a:lnTo>
                    <a:pt x="58461" y="0"/>
                  </a:lnTo>
                  <a:cubicBezTo>
                    <a:pt x="59643" y="0"/>
                    <a:pt x="60431" y="792"/>
                    <a:pt x="60431" y="1981"/>
                  </a:cubicBezTo>
                  <a:cubicBezTo>
                    <a:pt x="60431" y="2377"/>
                    <a:pt x="60431" y="2377"/>
                    <a:pt x="60431" y="2773"/>
                  </a:cubicBezTo>
                  <a:lnTo>
                    <a:pt x="36396" y="76070"/>
                  </a:lnTo>
                  <a:cubicBezTo>
                    <a:pt x="36002" y="76862"/>
                    <a:pt x="35214" y="77258"/>
                    <a:pt x="34426" y="77258"/>
                  </a:cubicBezTo>
                  <a:close/>
                </a:path>
              </a:pathLst>
            </a:custGeom>
            <a:grpFill/>
            <a:ln w="3894" cap="flat">
              <a:noFill/>
              <a:prstDash val="solid"/>
              <a:miter/>
            </a:ln>
          </p:spPr>
          <p:txBody>
            <a:bodyPr rtlCol="0" anchor="ctr"/>
            <a:lstStyle/>
            <a:p>
              <a:endParaRPr lang="zh-TW" altLang="en-US"/>
            </a:p>
          </p:txBody>
        </p:sp>
        <p:sp>
          <p:nvSpPr>
            <p:cNvPr id="93" name="手繪多邊形 135">
              <a:extLst>
                <a:ext uri="{FF2B5EF4-FFF2-40B4-BE49-F238E27FC236}">
                  <a16:creationId xmlns:a16="http://schemas.microsoft.com/office/drawing/2014/main" id="{113D8080-F26D-49D5-A86F-3B2D159B79A3}"/>
                </a:ext>
              </a:extLst>
            </p:cNvPr>
            <p:cNvSpPr/>
            <p:nvPr/>
          </p:nvSpPr>
          <p:spPr>
            <a:xfrm>
              <a:off x="4531995" y="6092497"/>
              <a:ext cx="300251" cy="78206"/>
            </a:xfrm>
            <a:custGeom>
              <a:avLst/>
              <a:gdLst>
                <a:gd name="connsiteX0" fmla="*/ 119207 w 300251"/>
                <a:gd name="connsiteY0" fmla="*/ 78206 h 78206"/>
                <a:gd name="connsiteX1" fmla="*/ 10461 w 300251"/>
                <a:gd name="connsiteY1" fmla="*/ 78206 h 78206"/>
                <a:gd name="connsiteX2" fmla="*/ 611 w 300251"/>
                <a:gd name="connsiteY2" fmla="*/ 71075 h 78206"/>
                <a:gd name="connsiteX3" fmla="*/ 4157 w 300251"/>
                <a:gd name="connsiteY3" fmla="*/ 59585 h 78206"/>
                <a:gd name="connsiteX4" fmla="*/ 75472 w 300251"/>
                <a:gd name="connsiteY4" fmla="*/ 18381 h 78206"/>
                <a:gd name="connsiteX5" fmla="*/ 292964 w 300251"/>
                <a:gd name="connsiteY5" fmla="*/ 19966 h 78206"/>
                <a:gd name="connsiteX6" fmla="*/ 299662 w 300251"/>
                <a:gd name="connsiteY6" fmla="*/ 32644 h 78206"/>
                <a:gd name="connsiteX7" fmla="*/ 287054 w 300251"/>
                <a:gd name="connsiteY7" fmla="*/ 39379 h 78206"/>
                <a:gd name="connsiteX8" fmla="*/ 83746 w 300251"/>
                <a:gd name="connsiteY8" fmla="*/ 37002 h 78206"/>
                <a:gd name="connsiteX9" fmla="*/ 43952 w 300251"/>
                <a:gd name="connsiteY9" fmla="*/ 57208 h 78206"/>
                <a:gd name="connsiteX10" fmla="*/ 119207 w 300251"/>
                <a:gd name="connsiteY10" fmla="*/ 57208 h 78206"/>
                <a:gd name="connsiteX11" fmla="*/ 129451 w 300251"/>
                <a:gd name="connsiteY11" fmla="*/ 67509 h 78206"/>
                <a:gd name="connsiteX12" fmla="*/ 119207 w 300251"/>
                <a:gd name="connsiteY12" fmla="*/ 78206 h 7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0251" h="78206">
                  <a:moveTo>
                    <a:pt x="119207" y="78206"/>
                  </a:moveTo>
                  <a:lnTo>
                    <a:pt x="10461" y="78206"/>
                  </a:lnTo>
                  <a:cubicBezTo>
                    <a:pt x="6127" y="78206"/>
                    <a:pt x="2187" y="75433"/>
                    <a:pt x="611" y="71075"/>
                  </a:cubicBezTo>
                  <a:cubicBezTo>
                    <a:pt x="-965" y="66717"/>
                    <a:pt x="611" y="62359"/>
                    <a:pt x="4157" y="59585"/>
                  </a:cubicBezTo>
                  <a:cubicBezTo>
                    <a:pt x="25827" y="42945"/>
                    <a:pt x="49862" y="28682"/>
                    <a:pt x="75472" y="18381"/>
                  </a:cubicBezTo>
                  <a:cubicBezTo>
                    <a:pt x="134179" y="-6580"/>
                    <a:pt x="207071" y="-6183"/>
                    <a:pt x="292964" y="19966"/>
                  </a:cubicBezTo>
                  <a:cubicBezTo>
                    <a:pt x="298480" y="21550"/>
                    <a:pt x="301632" y="27493"/>
                    <a:pt x="299662" y="32644"/>
                  </a:cubicBezTo>
                  <a:cubicBezTo>
                    <a:pt x="298086" y="38191"/>
                    <a:pt x="292176" y="41360"/>
                    <a:pt x="287054" y="39379"/>
                  </a:cubicBezTo>
                  <a:cubicBezTo>
                    <a:pt x="206283" y="14815"/>
                    <a:pt x="137725" y="14023"/>
                    <a:pt x="83746" y="37002"/>
                  </a:cubicBezTo>
                  <a:cubicBezTo>
                    <a:pt x="69956" y="42549"/>
                    <a:pt x="56954" y="49680"/>
                    <a:pt x="43952" y="57208"/>
                  </a:cubicBezTo>
                  <a:lnTo>
                    <a:pt x="119207" y="57208"/>
                  </a:lnTo>
                  <a:cubicBezTo>
                    <a:pt x="124723" y="57208"/>
                    <a:pt x="129451" y="61962"/>
                    <a:pt x="129451" y="67509"/>
                  </a:cubicBezTo>
                  <a:cubicBezTo>
                    <a:pt x="129451" y="73056"/>
                    <a:pt x="124723" y="78206"/>
                    <a:pt x="119207" y="78206"/>
                  </a:cubicBezTo>
                  <a:close/>
                </a:path>
              </a:pathLst>
            </a:custGeom>
            <a:grpFill/>
            <a:ln w="3894" cap="flat">
              <a:noFill/>
              <a:prstDash val="solid"/>
              <a:miter/>
            </a:ln>
          </p:spPr>
          <p:txBody>
            <a:bodyPr rtlCol="0" anchor="ctr"/>
            <a:lstStyle/>
            <a:p>
              <a:endParaRPr lang="zh-TW" altLang="en-US"/>
            </a:p>
          </p:txBody>
        </p:sp>
        <p:sp>
          <p:nvSpPr>
            <p:cNvPr id="94" name="手繪多邊形 136">
              <a:extLst>
                <a:ext uri="{FF2B5EF4-FFF2-40B4-BE49-F238E27FC236}">
                  <a16:creationId xmlns:a16="http://schemas.microsoft.com/office/drawing/2014/main" id="{14AB2E83-72CD-4050-9F70-5C83376C7AA4}"/>
                </a:ext>
              </a:extLst>
            </p:cNvPr>
            <p:cNvSpPr/>
            <p:nvPr/>
          </p:nvSpPr>
          <p:spPr>
            <a:xfrm>
              <a:off x="4402584" y="6241227"/>
              <a:ext cx="132386" cy="133121"/>
            </a:xfrm>
            <a:custGeom>
              <a:avLst/>
              <a:gdLst>
                <a:gd name="connsiteX0" fmla="*/ 66193 w 132386"/>
                <a:gd name="connsiteY0" fmla="*/ 0 h 133121"/>
                <a:gd name="connsiteX1" fmla="*/ 0 w 132386"/>
                <a:gd name="connsiteY1" fmla="*/ 66561 h 133121"/>
                <a:gd name="connsiteX2" fmla="*/ 66193 w 132386"/>
                <a:gd name="connsiteY2" fmla="*/ 133122 h 133121"/>
                <a:gd name="connsiteX3" fmla="*/ 132386 w 132386"/>
                <a:gd name="connsiteY3" fmla="*/ 66561 h 133121"/>
                <a:gd name="connsiteX4" fmla="*/ 66193 w 132386"/>
                <a:gd name="connsiteY4" fmla="*/ 0 h 133121"/>
                <a:gd name="connsiteX5" fmla="*/ 66193 w 132386"/>
                <a:gd name="connsiteY5" fmla="*/ 91125 h 133121"/>
                <a:gd name="connsiteX6" fmla="*/ 41765 w 132386"/>
                <a:gd name="connsiteY6" fmla="*/ 66561 h 133121"/>
                <a:gd name="connsiteX7" fmla="*/ 66193 w 132386"/>
                <a:gd name="connsiteY7" fmla="*/ 41997 h 133121"/>
                <a:gd name="connsiteX8" fmla="*/ 90622 w 132386"/>
                <a:gd name="connsiteY8" fmla="*/ 66561 h 133121"/>
                <a:gd name="connsiteX9" fmla="*/ 66193 w 132386"/>
                <a:gd name="connsiteY9" fmla="*/ 91125 h 133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386" h="133121">
                  <a:moveTo>
                    <a:pt x="66193" y="0"/>
                  </a:moveTo>
                  <a:cubicBezTo>
                    <a:pt x="29551" y="0"/>
                    <a:pt x="0" y="29715"/>
                    <a:pt x="0" y="66561"/>
                  </a:cubicBezTo>
                  <a:cubicBezTo>
                    <a:pt x="0" y="103407"/>
                    <a:pt x="29551" y="133122"/>
                    <a:pt x="66193" y="133122"/>
                  </a:cubicBezTo>
                  <a:cubicBezTo>
                    <a:pt x="102836" y="133122"/>
                    <a:pt x="132386" y="103407"/>
                    <a:pt x="132386" y="66561"/>
                  </a:cubicBezTo>
                  <a:cubicBezTo>
                    <a:pt x="132386" y="29715"/>
                    <a:pt x="102836" y="0"/>
                    <a:pt x="66193" y="0"/>
                  </a:cubicBezTo>
                  <a:close/>
                  <a:moveTo>
                    <a:pt x="66193" y="91125"/>
                  </a:moveTo>
                  <a:cubicBezTo>
                    <a:pt x="52797" y="91125"/>
                    <a:pt x="41765" y="80032"/>
                    <a:pt x="41765" y="66561"/>
                  </a:cubicBezTo>
                  <a:cubicBezTo>
                    <a:pt x="41765" y="53090"/>
                    <a:pt x="52797" y="41997"/>
                    <a:pt x="66193" y="41997"/>
                  </a:cubicBezTo>
                  <a:cubicBezTo>
                    <a:pt x="79589" y="41997"/>
                    <a:pt x="90622" y="53090"/>
                    <a:pt x="90622" y="66561"/>
                  </a:cubicBezTo>
                  <a:cubicBezTo>
                    <a:pt x="90622" y="80032"/>
                    <a:pt x="79589" y="91125"/>
                    <a:pt x="66193" y="91125"/>
                  </a:cubicBezTo>
                  <a:close/>
                </a:path>
              </a:pathLst>
            </a:custGeom>
            <a:grpFill/>
            <a:ln w="3894" cap="flat">
              <a:noFill/>
              <a:prstDash val="solid"/>
              <a:miter/>
            </a:ln>
          </p:spPr>
          <p:txBody>
            <a:bodyPr rtlCol="0" anchor="ctr"/>
            <a:lstStyle/>
            <a:p>
              <a:endParaRPr lang="zh-TW" altLang="en-US"/>
            </a:p>
          </p:txBody>
        </p:sp>
        <p:sp>
          <p:nvSpPr>
            <p:cNvPr id="95" name="手繪多邊形 137">
              <a:extLst>
                <a:ext uri="{FF2B5EF4-FFF2-40B4-BE49-F238E27FC236}">
                  <a16:creationId xmlns:a16="http://schemas.microsoft.com/office/drawing/2014/main" id="{D76D5145-42B0-434A-97AF-A662F55D3788}"/>
                </a:ext>
              </a:extLst>
            </p:cNvPr>
            <p:cNvSpPr/>
            <p:nvPr/>
          </p:nvSpPr>
          <p:spPr>
            <a:xfrm>
              <a:off x="4787135" y="6240830"/>
              <a:ext cx="133174" cy="133914"/>
            </a:xfrm>
            <a:custGeom>
              <a:avLst/>
              <a:gdLst>
                <a:gd name="connsiteX0" fmla="*/ 66587 w 133174"/>
                <a:gd name="connsiteY0" fmla="*/ 0 h 133914"/>
                <a:gd name="connsiteX1" fmla="*/ 0 w 133174"/>
                <a:gd name="connsiteY1" fmla="*/ 66957 h 133914"/>
                <a:gd name="connsiteX2" fmla="*/ 66587 w 133174"/>
                <a:gd name="connsiteY2" fmla="*/ 133914 h 133914"/>
                <a:gd name="connsiteX3" fmla="*/ 133174 w 133174"/>
                <a:gd name="connsiteY3" fmla="*/ 66957 h 133914"/>
                <a:gd name="connsiteX4" fmla="*/ 66587 w 133174"/>
                <a:gd name="connsiteY4" fmla="*/ 0 h 133914"/>
                <a:gd name="connsiteX5" fmla="*/ 66587 w 133174"/>
                <a:gd name="connsiteY5" fmla="*/ 87163 h 133914"/>
                <a:gd name="connsiteX6" fmla="*/ 46493 w 133174"/>
                <a:gd name="connsiteY6" fmla="*/ 66957 h 133914"/>
                <a:gd name="connsiteX7" fmla="*/ 66587 w 133174"/>
                <a:gd name="connsiteY7" fmla="*/ 46751 h 133914"/>
                <a:gd name="connsiteX8" fmla="*/ 86682 w 133174"/>
                <a:gd name="connsiteY8" fmla="*/ 66957 h 133914"/>
                <a:gd name="connsiteX9" fmla="*/ 66587 w 133174"/>
                <a:gd name="connsiteY9" fmla="*/ 87163 h 133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3174" h="133914">
                  <a:moveTo>
                    <a:pt x="66587" y="0"/>
                  </a:moveTo>
                  <a:cubicBezTo>
                    <a:pt x="29945" y="0"/>
                    <a:pt x="0" y="30111"/>
                    <a:pt x="0" y="66957"/>
                  </a:cubicBezTo>
                  <a:cubicBezTo>
                    <a:pt x="0" y="103803"/>
                    <a:pt x="29945" y="133914"/>
                    <a:pt x="66587" y="133914"/>
                  </a:cubicBezTo>
                  <a:cubicBezTo>
                    <a:pt x="103230" y="133914"/>
                    <a:pt x="133174" y="103803"/>
                    <a:pt x="133174" y="66957"/>
                  </a:cubicBezTo>
                  <a:cubicBezTo>
                    <a:pt x="133174" y="30111"/>
                    <a:pt x="103624" y="0"/>
                    <a:pt x="66587" y="0"/>
                  </a:cubicBezTo>
                  <a:close/>
                  <a:moveTo>
                    <a:pt x="66587" y="87163"/>
                  </a:moveTo>
                  <a:cubicBezTo>
                    <a:pt x="55555" y="87163"/>
                    <a:pt x="46493" y="78051"/>
                    <a:pt x="46493" y="66957"/>
                  </a:cubicBezTo>
                  <a:cubicBezTo>
                    <a:pt x="46493" y="55864"/>
                    <a:pt x="55555" y="46751"/>
                    <a:pt x="66587" y="46751"/>
                  </a:cubicBezTo>
                  <a:cubicBezTo>
                    <a:pt x="77619" y="46751"/>
                    <a:pt x="86682" y="55864"/>
                    <a:pt x="86682" y="66957"/>
                  </a:cubicBezTo>
                  <a:cubicBezTo>
                    <a:pt x="86682" y="78051"/>
                    <a:pt x="77619" y="87163"/>
                    <a:pt x="66587" y="87163"/>
                  </a:cubicBezTo>
                  <a:close/>
                </a:path>
              </a:pathLst>
            </a:custGeom>
            <a:grpFill/>
            <a:ln w="3894" cap="flat">
              <a:noFill/>
              <a:prstDash val="solid"/>
              <a:miter/>
            </a:ln>
          </p:spPr>
          <p:txBody>
            <a:bodyPr rtlCol="0" anchor="ctr"/>
            <a:lstStyle/>
            <a:p>
              <a:endParaRPr lang="zh-TW" altLang="en-US"/>
            </a:p>
          </p:txBody>
        </p:sp>
      </p:grpSp>
      <p:grpSp>
        <p:nvGrpSpPr>
          <p:cNvPr id="98" name="圖形 28">
            <a:extLst>
              <a:ext uri="{FF2B5EF4-FFF2-40B4-BE49-F238E27FC236}">
                <a16:creationId xmlns:a16="http://schemas.microsoft.com/office/drawing/2014/main" id="{93BA9393-C72E-476F-8A88-6E9B47B41CF3}"/>
              </a:ext>
            </a:extLst>
          </p:cNvPr>
          <p:cNvGrpSpPr/>
          <p:nvPr userDrawn="1"/>
        </p:nvGrpSpPr>
        <p:grpSpPr>
          <a:xfrm>
            <a:off x="6563803" y="5597001"/>
            <a:ext cx="341537" cy="505305"/>
            <a:chOff x="7116910" y="5963038"/>
            <a:chExt cx="420840" cy="622635"/>
          </a:xfrm>
          <a:gradFill flip="none" rotWithShape="1">
            <a:gsLst>
              <a:gs pos="95000">
                <a:srgbClr val="0B77FF"/>
              </a:gs>
              <a:gs pos="0">
                <a:srgbClr val="06EEFD"/>
              </a:gs>
            </a:gsLst>
            <a:lin ang="16200000" scaled="1"/>
            <a:tileRect/>
          </a:gradFill>
        </p:grpSpPr>
        <p:sp>
          <p:nvSpPr>
            <p:cNvPr id="99" name="手繪多邊形 65">
              <a:extLst>
                <a:ext uri="{FF2B5EF4-FFF2-40B4-BE49-F238E27FC236}">
                  <a16:creationId xmlns:a16="http://schemas.microsoft.com/office/drawing/2014/main" id="{008153AC-0570-4076-96BF-EC7C4DE4B761}"/>
                </a:ext>
              </a:extLst>
            </p:cNvPr>
            <p:cNvSpPr/>
            <p:nvPr/>
          </p:nvSpPr>
          <p:spPr>
            <a:xfrm>
              <a:off x="7116910" y="5963038"/>
              <a:ext cx="420840" cy="622635"/>
            </a:xfrm>
            <a:custGeom>
              <a:avLst/>
              <a:gdLst>
                <a:gd name="connsiteX0" fmla="*/ 419320 w 420840"/>
                <a:gd name="connsiteY0" fmla="*/ 267791 h 622635"/>
                <a:gd name="connsiteX1" fmla="*/ 367133 w 420840"/>
                <a:gd name="connsiteY1" fmla="*/ 182756 h 622635"/>
                <a:gd name="connsiteX2" fmla="*/ 181778 w 420840"/>
                <a:gd name="connsiteY2" fmla="*/ 0 h 622635"/>
                <a:gd name="connsiteX3" fmla="*/ 0 w 420840"/>
                <a:gd name="connsiteY3" fmla="*/ 175589 h 622635"/>
                <a:gd name="connsiteX4" fmla="*/ 0 w 420840"/>
                <a:gd name="connsiteY4" fmla="*/ 177452 h 622635"/>
                <a:gd name="connsiteX5" fmla="*/ 85345 w 420840"/>
                <a:gd name="connsiteY5" fmla="*/ 319715 h 622635"/>
                <a:gd name="connsiteX6" fmla="*/ 95146 w 420840"/>
                <a:gd name="connsiteY6" fmla="*/ 324947 h 622635"/>
                <a:gd name="connsiteX7" fmla="*/ 95146 w 420840"/>
                <a:gd name="connsiteY7" fmla="*/ 441480 h 622635"/>
                <a:gd name="connsiteX8" fmla="*/ 104338 w 420840"/>
                <a:gd name="connsiteY8" fmla="*/ 450690 h 622635"/>
                <a:gd name="connsiteX9" fmla="*/ 113531 w 420840"/>
                <a:gd name="connsiteY9" fmla="*/ 441480 h 622635"/>
                <a:gd name="connsiteX10" fmla="*/ 113531 w 420840"/>
                <a:gd name="connsiteY10" fmla="*/ 319428 h 622635"/>
                <a:gd name="connsiteX11" fmla="*/ 108666 w 420840"/>
                <a:gd name="connsiteY11" fmla="*/ 311294 h 622635"/>
                <a:gd name="connsiteX12" fmla="*/ 93965 w 420840"/>
                <a:gd name="connsiteY12" fmla="*/ 303482 h 622635"/>
                <a:gd name="connsiteX13" fmla="*/ 18385 w 420840"/>
                <a:gd name="connsiteY13" fmla="*/ 177488 h 622635"/>
                <a:gd name="connsiteX14" fmla="*/ 18385 w 420840"/>
                <a:gd name="connsiteY14" fmla="*/ 175589 h 622635"/>
                <a:gd name="connsiteX15" fmla="*/ 54405 w 420840"/>
                <a:gd name="connsiteY15" fmla="*/ 72601 h 622635"/>
                <a:gd name="connsiteX16" fmla="*/ 66638 w 420840"/>
                <a:gd name="connsiteY16" fmla="*/ 82563 h 622635"/>
                <a:gd name="connsiteX17" fmla="*/ 66638 w 420840"/>
                <a:gd name="connsiteY17" fmla="*/ 164982 h 622635"/>
                <a:gd name="connsiteX18" fmla="*/ 71002 w 420840"/>
                <a:gd name="connsiteY18" fmla="*/ 172794 h 622635"/>
                <a:gd name="connsiteX19" fmla="*/ 94073 w 420840"/>
                <a:gd name="connsiteY19" fmla="*/ 187127 h 622635"/>
                <a:gd name="connsiteX20" fmla="*/ 94073 w 420840"/>
                <a:gd name="connsiteY20" fmla="*/ 248942 h 622635"/>
                <a:gd name="connsiteX21" fmla="*/ 112458 w 420840"/>
                <a:gd name="connsiteY21" fmla="*/ 267361 h 622635"/>
                <a:gd name="connsiteX22" fmla="*/ 133204 w 420840"/>
                <a:gd name="connsiteY22" fmla="*/ 267361 h 622635"/>
                <a:gd name="connsiteX23" fmla="*/ 133204 w 420840"/>
                <a:gd name="connsiteY23" fmla="*/ 498672 h 622635"/>
                <a:gd name="connsiteX24" fmla="*/ 116786 w 420840"/>
                <a:gd name="connsiteY24" fmla="*/ 531697 h 622635"/>
                <a:gd name="connsiteX25" fmla="*/ 149749 w 420840"/>
                <a:gd name="connsiteY25" fmla="*/ 548145 h 622635"/>
                <a:gd name="connsiteX26" fmla="*/ 166167 w 420840"/>
                <a:gd name="connsiteY26" fmla="*/ 515120 h 622635"/>
                <a:gd name="connsiteX27" fmla="*/ 151553 w 420840"/>
                <a:gd name="connsiteY27" fmla="*/ 499353 h 622635"/>
                <a:gd name="connsiteX28" fmla="*/ 151553 w 420840"/>
                <a:gd name="connsiteY28" fmla="*/ 267361 h 622635"/>
                <a:gd name="connsiteX29" fmla="*/ 178094 w 420840"/>
                <a:gd name="connsiteY29" fmla="*/ 267361 h 622635"/>
                <a:gd name="connsiteX30" fmla="*/ 178094 w 420840"/>
                <a:gd name="connsiteY30" fmla="*/ 572132 h 622635"/>
                <a:gd name="connsiteX31" fmla="*/ 162923 w 420840"/>
                <a:gd name="connsiteY31" fmla="*/ 605749 h 622635"/>
                <a:gd name="connsiteX32" fmla="*/ 196479 w 420840"/>
                <a:gd name="connsiteY32" fmla="*/ 620950 h 622635"/>
                <a:gd name="connsiteX33" fmla="*/ 211650 w 420840"/>
                <a:gd name="connsiteY33" fmla="*/ 587330 h 622635"/>
                <a:gd name="connsiteX34" fmla="*/ 196479 w 420840"/>
                <a:gd name="connsiteY34" fmla="*/ 572132 h 622635"/>
                <a:gd name="connsiteX35" fmla="*/ 196479 w 420840"/>
                <a:gd name="connsiteY35" fmla="*/ 267540 h 622635"/>
                <a:gd name="connsiteX36" fmla="*/ 220909 w 420840"/>
                <a:gd name="connsiteY36" fmla="*/ 267540 h 622635"/>
                <a:gd name="connsiteX37" fmla="*/ 220909 w 420840"/>
                <a:gd name="connsiteY37" fmla="*/ 459326 h 622635"/>
                <a:gd name="connsiteX38" fmla="*/ 205739 w 420840"/>
                <a:gd name="connsiteY38" fmla="*/ 492942 h 622635"/>
                <a:gd name="connsiteX39" fmla="*/ 239295 w 420840"/>
                <a:gd name="connsiteY39" fmla="*/ 508143 h 622635"/>
                <a:gd name="connsiteX40" fmla="*/ 254465 w 420840"/>
                <a:gd name="connsiteY40" fmla="*/ 474523 h 622635"/>
                <a:gd name="connsiteX41" fmla="*/ 239295 w 420840"/>
                <a:gd name="connsiteY41" fmla="*/ 459326 h 622635"/>
                <a:gd name="connsiteX42" fmla="*/ 239295 w 420840"/>
                <a:gd name="connsiteY42" fmla="*/ 267361 h 622635"/>
                <a:gd name="connsiteX43" fmla="*/ 262509 w 420840"/>
                <a:gd name="connsiteY43" fmla="*/ 267361 h 622635"/>
                <a:gd name="connsiteX44" fmla="*/ 280894 w 420840"/>
                <a:gd name="connsiteY44" fmla="*/ 248942 h 622635"/>
                <a:gd name="connsiteX45" fmla="*/ 280894 w 420840"/>
                <a:gd name="connsiteY45" fmla="*/ 231670 h 622635"/>
                <a:gd name="connsiteX46" fmla="*/ 309974 w 420840"/>
                <a:gd name="connsiteY46" fmla="*/ 220919 h 622635"/>
                <a:gd name="connsiteX47" fmla="*/ 316019 w 420840"/>
                <a:gd name="connsiteY47" fmla="*/ 212283 h 622635"/>
                <a:gd name="connsiteX48" fmla="*/ 316019 w 420840"/>
                <a:gd name="connsiteY48" fmla="*/ 129541 h 622635"/>
                <a:gd name="connsiteX49" fmla="*/ 332008 w 420840"/>
                <a:gd name="connsiteY49" fmla="*/ 114670 h 622635"/>
                <a:gd name="connsiteX50" fmla="*/ 348891 w 420840"/>
                <a:gd name="connsiteY50" fmla="*/ 186052 h 622635"/>
                <a:gd name="connsiteX51" fmla="*/ 350250 w 420840"/>
                <a:gd name="connsiteY51" fmla="*/ 190603 h 622635"/>
                <a:gd name="connsiteX52" fmla="*/ 395069 w 420840"/>
                <a:gd name="connsiteY52" fmla="*/ 263383 h 622635"/>
                <a:gd name="connsiteX53" fmla="*/ 363091 w 420840"/>
                <a:gd name="connsiteY53" fmla="*/ 263383 h 622635"/>
                <a:gd name="connsiteX54" fmla="*/ 353898 w 420840"/>
                <a:gd name="connsiteY54" fmla="*/ 272592 h 622635"/>
                <a:gd name="connsiteX55" fmla="*/ 353898 w 420840"/>
                <a:gd name="connsiteY55" fmla="*/ 298537 h 622635"/>
                <a:gd name="connsiteX56" fmla="*/ 315053 w 420840"/>
                <a:gd name="connsiteY56" fmla="*/ 298537 h 622635"/>
                <a:gd name="connsiteX57" fmla="*/ 290838 w 420840"/>
                <a:gd name="connsiteY57" fmla="*/ 322797 h 622635"/>
                <a:gd name="connsiteX58" fmla="*/ 315053 w 420840"/>
                <a:gd name="connsiteY58" fmla="*/ 347056 h 622635"/>
                <a:gd name="connsiteX59" fmla="*/ 353898 w 420840"/>
                <a:gd name="connsiteY59" fmla="*/ 347056 h 622635"/>
                <a:gd name="connsiteX60" fmla="*/ 353898 w 420840"/>
                <a:gd name="connsiteY60" fmla="*/ 364974 h 622635"/>
                <a:gd name="connsiteX61" fmla="*/ 330005 w 420840"/>
                <a:gd name="connsiteY61" fmla="*/ 388911 h 622635"/>
                <a:gd name="connsiteX62" fmla="*/ 274634 w 420840"/>
                <a:gd name="connsiteY62" fmla="*/ 388911 h 622635"/>
                <a:gd name="connsiteX63" fmla="*/ 265442 w 420840"/>
                <a:gd name="connsiteY63" fmla="*/ 398120 h 622635"/>
                <a:gd name="connsiteX64" fmla="*/ 265442 w 420840"/>
                <a:gd name="connsiteY64" fmla="*/ 441588 h 622635"/>
                <a:gd name="connsiteX65" fmla="*/ 274044 w 420840"/>
                <a:gd name="connsiteY65" fmla="*/ 451353 h 622635"/>
                <a:gd name="connsiteX66" fmla="*/ 283791 w 420840"/>
                <a:gd name="connsiteY66" fmla="*/ 442734 h 622635"/>
                <a:gd name="connsiteX67" fmla="*/ 283791 w 420840"/>
                <a:gd name="connsiteY67" fmla="*/ 441588 h 622635"/>
                <a:gd name="connsiteX68" fmla="*/ 283791 w 420840"/>
                <a:gd name="connsiteY68" fmla="*/ 407330 h 622635"/>
                <a:gd name="connsiteX69" fmla="*/ 330005 w 420840"/>
                <a:gd name="connsiteY69" fmla="*/ 407330 h 622635"/>
                <a:gd name="connsiteX70" fmla="*/ 372284 w 420840"/>
                <a:gd name="connsiteY70" fmla="*/ 364974 h 622635"/>
                <a:gd name="connsiteX71" fmla="*/ 372284 w 420840"/>
                <a:gd name="connsiteY71" fmla="*/ 281802 h 622635"/>
                <a:gd name="connsiteX72" fmla="*/ 411630 w 420840"/>
                <a:gd name="connsiteY72" fmla="*/ 281802 h 622635"/>
                <a:gd name="connsiteX73" fmla="*/ 420840 w 420840"/>
                <a:gd name="connsiteY73" fmla="*/ 272682 h 622635"/>
                <a:gd name="connsiteX74" fmla="*/ 419463 w 420840"/>
                <a:gd name="connsiteY74" fmla="*/ 267791 h 622635"/>
                <a:gd name="connsiteX75" fmla="*/ 141466 w 420840"/>
                <a:gd name="connsiteY75" fmla="*/ 531066 h 622635"/>
                <a:gd name="connsiteX76" fmla="*/ 133740 w 420840"/>
                <a:gd name="connsiteY76" fmla="*/ 523398 h 622635"/>
                <a:gd name="connsiteX77" fmla="*/ 141395 w 420840"/>
                <a:gd name="connsiteY77" fmla="*/ 515657 h 622635"/>
                <a:gd name="connsiteX78" fmla="*/ 149121 w 420840"/>
                <a:gd name="connsiteY78" fmla="*/ 523326 h 622635"/>
                <a:gd name="connsiteX79" fmla="*/ 149121 w 420840"/>
                <a:gd name="connsiteY79" fmla="*/ 523398 h 622635"/>
                <a:gd name="connsiteX80" fmla="*/ 141466 w 420840"/>
                <a:gd name="connsiteY80" fmla="*/ 531066 h 622635"/>
                <a:gd name="connsiteX81" fmla="*/ 187287 w 420840"/>
                <a:gd name="connsiteY81" fmla="*/ 604204 h 622635"/>
                <a:gd name="connsiteX82" fmla="*/ 179560 w 420840"/>
                <a:gd name="connsiteY82" fmla="*/ 596536 h 622635"/>
                <a:gd name="connsiteX83" fmla="*/ 187215 w 420840"/>
                <a:gd name="connsiteY83" fmla="*/ 588795 h 622635"/>
                <a:gd name="connsiteX84" fmla="*/ 194941 w 420840"/>
                <a:gd name="connsiteY84" fmla="*/ 596464 h 622635"/>
                <a:gd name="connsiteX85" fmla="*/ 194941 w 420840"/>
                <a:gd name="connsiteY85" fmla="*/ 596500 h 622635"/>
                <a:gd name="connsiteX86" fmla="*/ 187322 w 420840"/>
                <a:gd name="connsiteY86" fmla="*/ 604204 h 622635"/>
                <a:gd name="connsiteX87" fmla="*/ 187287 w 420840"/>
                <a:gd name="connsiteY87" fmla="*/ 604204 h 622635"/>
                <a:gd name="connsiteX88" fmla="*/ 230209 w 420840"/>
                <a:gd name="connsiteY88" fmla="*/ 491218 h 622635"/>
                <a:gd name="connsiteX89" fmla="*/ 222483 w 420840"/>
                <a:gd name="connsiteY89" fmla="*/ 483550 h 622635"/>
                <a:gd name="connsiteX90" fmla="*/ 230138 w 420840"/>
                <a:gd name="connsiteY90" fmla="*/ 475810 h 622635"/>
                <a:gd name="connsiteX91" fmla="*/ 237864 w 420840"/>
                <a:gd name="connsiteY91" fmla="*/ 483478 h 622635"/>
                <a:gd name="connsiteX92" fmla="*/ 237864 w 420840"/>
                <a:gd name="connsiteY92" fmla="*/ 483550 h 622635"/>
                <a:gd name="connsiteX93" fmla="*/ 230210 w 420840"/>
                <a:gd name="connsiteY93" fmla="*/ 491218 h 622635"/>
                <a:gd name="connsiteX94" fmla="*/ 230102 w 420840"/>
                <a:gd name="connsiteY94" fmla="*/ 491218 h 622635"/>
                <a:gd name="connsiteX95" fmla="*/ 85023 w 420840"/>
                <a:gd name="connsiteY95" fmla="*/ 159857 h 622635"/>
                <a:gd name="connsiteX96" fmla="*/ 85023 w 420840"/>
                <a:gd name="connsiteY96" fmla="*/ 78191 h 622635"/>
                <a:gd name="connsiteX97" fmla="*/ 81625 w 420840"/>
                <a:gd name="connsiteY97" fmla="*/ 71024 h 622635"/>
                <a:gd name="connsiteX98" fmla="*/ 67961 w 420840"/>
                <a:gd name="connsiteY98" fmla="*/ 59772 h 622635"/>
                <a:gd name="connsiteX99" fmla="*/ 142647 w 420840"/>
                <a:gd name="connsiteY99" fmla="*/ 23937 h 622635"/>
                <a:gd name="connsiteX100" fmla="*/ 142647 w 420840"/>
                <a:gd name="connsiteY100" fmla="*/ 50168 h 622635"/>
                <a:gd name="connsiteX101" fmla="*/ 151839 w 420840"/>
                <a:gd name="connsiteY101" fmla="*/ 59378 h 622635"/>
                <a:gd name="connsiteX102" fmla="*/ 193439 w 420840"/>
                <a:gd name="connsiteY102" fmla="*/ 59378 h 622635"/>
                <a:gd name="connsiteX103" fmla="*/ 193439 w 420840"/>
                <a:gd name="connsiteY103" fmla="*/ 80197 h 622635"/>
                <a:gd name="connsiteX104" fmla="*/ 112458 w 420840"/>
                <a:gd name="connsiteY104" fmla="*/ 80197 h 622635"/>
                <a:gd name="connsiteX105" fmla="*/ 94073 w 420840"/>
                <a:gd name="connsiteY105" fmla="*/ 98616 h 622635"/>
                <a:gd name="connsiteX106" fmla="*/ 94073 w 420840"/>
                <a:gd name="connsiteY106" fmla="*/ 165448 h 622635"/>
                <a:gd name="connsiteX107" fmla="*/ 262509 w 420840"/>
                <a:gd name="connsiteY107" fmla="*/ 248942 h 622635"/>
                <a:gd name="connsiteX108" fmla="*/ 112458 w 420840"/>
                <a:gd name="connsiteY108" fmla="*/ 248942 h 622635"/>
                <a:gd name="connsiteX109" fmla="*/ 112458 w 420840"/>
                <a:gd name="connsiteY109" fmla="*/ 98616 h 622635"/>
                <a:gd name="connsiteX110" fmla="*/ 262688 w 420840"/>
                <a:gd name="connsiteY110" fmla="*/ 98616 h 622635"/>
                <a:gd name="connsiteX111" fmla="*/ 262688 w 420840"/>
                <a:gd name="connsiteY111" fmla="*/ 249121 h 622635"/>
                <a:gd name="connsiteX112" fmla="*/ 300460 w 420840"/>
                <a:gd name="connsiteY112" fmla="*/ 118863 h 622635"/>
                <a:gd name="connsiteX113" fmla="*/ 297634 w 420840"/>
                <a:gd name="connsiteY113" fmla="*/ 125420 h 622635"/>
                <a:gd name="connsiteX114" fmla="*/ 297634 w 420840"/>
                <a:gd name="connsiteY114" fmla="*/ 205940 h 622635"/>
                <a:gd name="connsiteX115" fmla="*/ 280894 w 420840"/>
                <a:gd name="connsiteY115" fmla="*/ 212068 h 622635"/>
                <a:gd name="connsiteX116" fmla="*/ 280894 w 420840"/>
                <a:gd name="connsiteY116" fmla="*/ 98616 h 622635"/>
                <a:gd name="connsiteX117" fmla="*/ 262509 w 420840"/>
                <a:gd name="connsiteY117" fmla="*/ 80197 h 622635"/>
                <a:gd name="connsiteX118" fmla="*/ 211824 w 420840"/>
                <a:gd name="connsiteY118" fmla="*/ 80197 h 622635"/>
                <a:gd name="connsiteX119" fmla="*/ 211824 w 420840"/>
                <a:gd name="connsiteY119" fmla="*/ 50168 h 622635"/>
                <a:gd name="connsiteX120" fmla="*/ 202631 w 420840"/>
                <a:gd name="connsiteY120" fmla="*/ 40959 h 622635"/>
                <a:gd name="connsiteX121" fmla="*/ 160961 w 420840"/>
                <a:gd name="connsiteY121" fmla="*/ 40959 h 622635"/>
                <a:gd name="connsiteX122" fmla="*/ 160961 w 420840"/>
                <a:gd name="connsiteY122" fmla="*/ 20497 h 622635"/>
                <a:gd name="connsiteX123" fmla="*/ 182064 w 420840"/>
                <a:gd name="connsiteY123" fmla="*/ 18419 h 622635"/>
                <a:gd name="connsiteX124" fmla="*/ 323674 w 420840"/>
                <a:gd name="connsiteY124" fmla="*/ 97255 h 622635"/>
                <a:gd name="connsiteX125" fmla="*/ 314982 w 420840"/>
                <a:gd name="connsiteY125" fmla="*/ 328638 h 622635"/>
                <a:gd name="connsiteX126" fmla="*/ 309591 w 420840"/>
                <a:gd name="connsiteY126" fmla="*/ 322320 h 622635"/>
                <a:gd name="connsiteX127" fmla="*/ 314982 w 420840"/>
                <a:gd name="connsiteY127" fmla="*/ 316920 h 622635"/>
                <a:gd name="connsiteX128" fmla="*/ 353898 w 420840"/>
                <a:gd name="connsiteY128" fmla="*/ 316920 h 622635"/>
                <a:gd name="connsiteX129" fmla="*/ 353898 w 420840"/>
                <a:gd name="connsiteY129" fmla="*/ 328638 h 622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Lst>
              <a:rect l="l" t="t" r="r" b="b"/>
              <a:pathLst>
                <a:path w="420840" h="622635">
                  <a:moveTo>
                    <a:pt x="419320" y="267791"/>
                  </a:moveTo>
                  <a:lnTo>
                    <a:pt x="367133" y="182756"/>
                  </a:lnTo>
                  <a:cubicBezTo>
                    <a:pt x="365523" y="160287"/>
                    <a:pt x="348319" y="0"/>
                    <a:pt x="181778" y="0"/>
                  </a:cubicBezTo>
                  <a:cubicBezTo>
                    <a:pt x="179954" y="0"/>
                    <a:pt x="0" y="5662"/>
                    <a:pt x="0" y="175589"/>
                  </a:cubicBezTo>
                  <a:lnTo>
                    <a:pt x="0" y="177452"/>
                  </a:lnTo>
                  <a:cubicBezTo>
                    <a:pt x="-78" y="237057"/>
                    <a:pt x="32770" y="291812"/>
                    <a:pt x="85345" y="319715"/>
                  </a:cubicBezTo>
                  <a:lnTo>
                    <a:pt x="95146" y="324947"/>
                  </a:lnTo>
                  <a:lnTo>
                    <a:pt x="95146" y="441480"/>
                  </a:lnTo>
                  <a:cubicBezTo>
                    <a:pt x="95146" y="446565"/>
                    <a:pt x="99261" y="450690"/>
                    <a:pt x="104338" y="450690"/>
                  </a:cubicBezTo>
                  <a:cubicBezTo>
                    <a:pt x="109415" y="450690"/>
                    <a:pt x="113531" y="446565"/>
                    <a:pt x="113531" y="441480"/>
                  </a:cubicBezTo>
                  <a:lnTo>
                    <a:pt x="113531" y="319428"/>
                  </a:lnTo>
                  <a:cubicBezTo>
                    <a:pt x="113534" y="316024"/>
                    <a:pt x="111664" y="312896"/>
                    <a:pt x="108666" y="311294"/>
                  </a:cubicBezTo>
                  <a:lnTo>
                    <a:pt x="93965" y="303482"/>
                  </a:lnTo>
                  <a:cubicBezTo>
                    <a:pt x="47411" y="278763"/>
                    <a:pt x="18323" y="230273"/>
                    <a:pt x="18385" y="177488"/>
                  </a:cubicBezTo>
                  <a:lnTo>
                    <a:pt x="18385" y="175589"/>
                  </a:lnTo>
                  <a:cubicBezTo>
                    <a:pt x="18385" y="128610"/>
                    <a:pt x="33444" y="95678"/>
                    <a:pt x="54405" y="72601"/>
                  </a:cubicBezTo>
                  <a:lnTo>
                    <a:pt x="66638" y="82563"/>
                  </a:lnTo>
                  <a:lnTo>
                    <a:pt x="66638" y="164982"/>
                  </a:lnTo>
                  <a:cubicBezTo>
                    <a:pt x="66632" y="168170"/>
                    <a:pt x="68286" y="171131"/>
                    <a:pt x="71002" y="172794"/>
                  </a:cubicBezTo>
                  <a:lnTo>
                    <a:pt x="94073" y="187127"/>
                  </a:lnTo>
                  <a:lnTo>
                    <a:pt x="94073" y="248942"/>
                  </a:lnTo>
                  <a:cubicBezTo>
                    <a:pt x="94073" y="259114"/>
                    <a:pt x="102304" y="267361"/>
                    <a:pt x="112458" y="267361"/>
                  </a:cubicBezTo>
                  <a:lnTo>
                    <a:pt x="133204" y="267361"/>
                  </a:lnTo>
                  <a:lnTo>
                    <a:pt x="133204" y="498672"/>
                  </a:lnTo>
                  <a:cubicBezTo>
                    <a:pt x="119568" y="503248"/>
                    <a:pt x="112217" y="518033"/>
                    <a:pt x="116786" y="531697"/>
                  </a:cubicBezTo>
                  <a:cubicBezTo>
                    <a:pt x="121355" y="545357"/>
                    <a:pt x="136113" y="552721"/>
                    <a:pt x="149749" y="548145"/>
                  </a:cubicBezTo>
                  <a:cubicBezTo>
                    <a:pt x="163386" y="543565"/>
                    <a:pt x="170736" y="528780"/>
                    <a:pt x="166167" y="515120"/>
                  </a:cubicBezTo>
                  <a:cubicBezTo>
                    <a:pt x="163787" y="508003"/>
                    <a:pt x="158462" y="502259"/>
                    <a:pt x="151553" y="499353"/>
                  </a:cubicBezTo>
                  <a:lnTo>
                    <a:pt x="151553" y="267361"/>
                  </a:lnTo>
                  <a:lnTo>
                    <a:pt x="178094" y="267361"/>
                  </a:lnTo>
                  <a:lnTo>
                    <a:pt x="178094" y="572132"/>
                  </a:lnTo>
                  <a:cubicBezTo>
                    <a:pt x="164638" y="577217"/>
                    <a:pt x="157847" y="592271"/>
                    <a:pt x="162923" y="605749"/>
                  </a:cubicBezTo>
                  <a:cubicBezTo>
                    <a:pt x="168000" y="619230"/>
                    <a:pt x="183024" y="626035"/>
                    <a:pt x="196479" y="620950"/>
                  </a:cubicBezTo>
                  <a:cubicBezTo>
                    <a:pt x="209935" y="615861"/>
                    <a:pt x="216727" y="600811"/>
                    <a:pt x="211650" y="587330"/>
                  </a:cubicBezTo>
                  <a:cubicBezTo>
                    <a:pt x="209008" y="580317"/>
                    <a:pt x="203481" y="574781"/>
                    <a:pt x="196479" y="572132"/>
                  </a:cubicBezTo>
                  <a:lnTo>
                    <a:pt x="196479" y="267540"/>
                  </a:lnTo>
                  <a:lnTo>
                    <a:pt x="220909" y="267540"/>
                  </a:lnTo>
                  <a:lnTo>
                    <a:pt x="220909" y="459326"/>
                  </a:lnTo>
                  <a:cubicBezTo>
                    <a:pt x="207454" y="464411"/>
                    <a:pt x="200662" y="479461"/>
                    <a:pt x="205739" y="492942"/>
                  </a:cubicBezTo>
                  <a:cubicBezTo>
                    <a:pt x="210816" y="506423"/>
                    <a:pt x="225839" y="513228"/>
                    <a:pt x="239295" y="508143"/>
                  </a:cubicBezTo>
                  <a:cubicBezTo>
                    <a:pt x="252750" y="503054"/>
                    <a:pt x="259542" y="488004"/>
                    <a:pt x="254465" y="474523"/>
                  </a:cubicBezTo>
                  <a:cubicBezTo>
                    <a:pt x="251823" y="467510"/>
                    <a:pt x="246296" y="461974"/>
                    <a:pt x="239295" y="459326"/>
                  </a:cubicBezTo>
                  <a:lnTo>
                    <a:pt x="239295" y="267361"/>
                  </a:lnTo>
                  <a:lnTo>
                    <a:pt x="262509" y="267361"/>
                  </a:lnTo>
                  <a:cubicBezTo>
                    <a:pt x="272662" y="267361"/>
                    <a:pt x="280894" y="259114"/>
                    <a:pt x="280894" y="248942"/>
                  </a:cubicBezTo>
                  <a:lnTo>
                    <a:pt x="280894" y="231670"/>
                  </a:lnTo>
                  <a:lnTo>
                    <a:pt x="309974" y="220919"/>
                  </a:lnTo>
                  <a:cubicBezTo>
                    <a:pt x="313598" y="219596"/>
                    <a:pt x="316012" y="216147"/>
                    <a:pt x="316019" y="212283"/>
                  </a:cubicBezTo>
                  <a:lnTo>
                    <a:pt x="316019" y="129541"/>
                  </a:lnTo>
                  <a:lnTo>
                    <a:pt x="332008" y="114670"/>
                  </a:lnTo>
                  <a:cubicBezTo>
                    <a:pt x="341502" y="137377"/>
                    <a:pt x="347205" y="161492"/>
                    <a:pt x="348891" y="186052"/>
                  </a:cubicBezTo>
                  <a:cubicBezTo>
                    <a:pt x="348941" y="187662"/>
                    <a:pt x="349409" y="189231"/>
                    <a:pt x="350250" y="190603"/>
                  </a:cubicBezTo>
                  <a:lnTo>
                    <a:pt x="395069" y="263383"/>
                  </a:lnTo>
                  <a:lnTo>
                    <a:pt x="363091" y="263383"/>
                  </a:lnTo>
                  <a:cubicBezTo>
                    <a:pt x="358023" y="263403"/>
                    <a:pt x="353918" y="267514"/>
                    <a:pt x="353898" y="272592"/>
                  </a:cubicBezTo>
                  <a:lnTo>
                    <a:pt x="353898" y="298537"/>
                  </a:lnTo>
                  <a:lnTo>
                    <a:pt x="315053" y="298537"/>
                  </a:lnTo>
                  <a:cubicBezTo>
                    <a:pt x="301679" y="298537"/>
                    <a:pt x="290838" y="309398"/>
                    <a:pt x="290838" y="322797"/>
                  </a:cubicBezTo>
                  <a:cubicBezTo>
                    <a:pt x="290838" y="336195"/>
                    <a:pt x="301679" y="347056"/>
                    <a:pt x="315053" y="347056"/>
                  </a:cubicBezTo>
                  <a:lnTo>
                    <a:pt x="353898" y="347056"/>
                  </a:lnTo>
                  <a:lnTo>
                    <a:pt x="353898" y="364974"/>
                  </a:lnTo>
                  <a:cubicBezTo>
                    <a:pt x="353879" y="378186"/>
                    <a:pt x="343193" y="388890"/>
                    <a:pt x="330005" y="388911"/>
                  </a:cubicBezTo>
                  <a:lnTo>
                    <a:pt x="274634" y="388911"/>
                  </a:lnTo>
                  <a:cubicBezTo>
                    <a:pt x="269557" y="388911"/>
                    <a:pt x="265442" y="393036"/>
                    <a:pt x="265442" y="398120"/>
                  </a:cubicBezTo>
                  <a:lnTo>
                    <a:pt x="265442" y="441588"/>
                  </a:lnTo>
                  <a:cubicBezTo>
                    <a:pt x="265125" y="446665"/>
                    <a:pt x="268976" y="451037"/>
                    <a:pt x="274044" y="451353"/>
                  </a:cubicBezTo>
                  <a:cubicBezTo>
                    <a:pt x="279111" y="451671"/>
                    <a:pt x="283475" y="447812"/>
                    <a:pt x="283791" y="442734"/>
                  </a:cubicBezTo>
                  <a:cubicBezTo>
                    <a:pt x="283815" y="442354"/>
                    <a:pt x="283815" y="441971"/>
                    <a:pt x="283791" y="441588"/>
                  </a:cubicBezTo>
                  <a:lnTo>
                    <a:pt x="283791" y="407330"/>
                  </a:lnTo>
                  <a:lnTo>
                    <a:pt x="330005" y="407330"/>
                  </a:lnTo>
                  <a:cubicBezTo>
                    <a:pt x="353338" y="407290"/>
                    <a:pt x="372244" y="388348"/>
                    <a:pt x="372284" y="364974"/>
                  </a:cubicBezTo>
                  <a:lnTo>
                    <a:pt x="372284" y="281802"/>
                  </a:lnTo>
                  <a:lnTo>
                    <a:pt x="411630" y="281802"/>
                  </a:lnTo>
                  <a:cubicBezTo>
                    <a:pt x="416687" y="281831"/>
                    <a:pt x="420812" y="277748"/>
                    <a:pt x="420840" y="272682"/>
                  </a:cubicBezTo>
                  <a:cubicBezTo>
                    <a:pt x="420851" y="270954"/>
                    <a:pt x="420372" y="269259"/>
                    <a:pt x="419463" y="267791"/>
                  </a:cubicBezTo>
                  <a:close/>
                  <a:moveTo>
                    <a:pt x="141466" y="531066"/>
                  </a:moveTo>
                  <a:cubicBezTo>
                    <a:pt x="137219" y="531088"/>
                    <a:pt x="133760" y="527651"/>
                    <a:pt x="133740" y="523398"/>
                  </a:cubicBezTo>
                  <a:cubicBezTo>
                    <a:pt x="133721" y="519144"/>
                    <a:pt x="137148" y="515679"/>
                    <a:pt x="141395" y="515657"/>
                  </a:cubicBezTo>
                  <a:cubicBezTo>
                    <a:pt x="145642" y="515639"/>
                    <a:pt x="149101" y="519072"/>
                    <a:pt x="149121" y="523326"/>
                  </a:cubicBezTo>
                  <a:cubicBezTo>
                    <a:pt x="149121" y="523351"/>
                    <a:pt x="149121" y="523373"/>
                    <a:pt x="149121" y="523398"/>
                  </a:cubicBezTo>
                  <a:cubicBezTo>
                    <a:pt x="149101" y="527626"/>
                    <a:pt x="145686" y="531048"/>
                    <a:pt x="141466" y="531066"/>
                  </a:cubicBezTo>
                  <a:close/>
                  <a:moveTo>
                    <a:pt x="187287" y="604204"/>
                  </a:moveTo>
                  <a:cubicBezTo>
                    <a:pt x="183039" y="604226"/>
                    <a:pt x="179580" y="600789"/>
                    <a:pt x="179560" y="596536"/>
                  </a:cubicBezTo>
                  <a:cubicBezTo>
                    <a:pt x="179541" y="592282"/>
                    <a:pt x="182968" y="588817"/>
                    <a:pt x="187215" y="588795"/>
                  </a:cubicBezTo>
                  <a:cubicBezTo>
                    <a:pt x="191462" y="588778"/>
                    <a:pt x="194921" y="592210"/>
                    <a:pt x="194941" y="596464"/>
                  </a:cubicBezTo>
                  <a:cubicBezTo>
                    <a:pt x="194941" y="596475"/>
                    <a:pt x="194941" y="596489"/>
                    <a:pt x="194941" y="596500"/>
                  </a:cubicBezTo>
                  <a:cubicBezTo>
                    <a:pt x="194961" y="600735"/>
                    <a:pt x="191550" y="604183"/>
                    <a:pt x="187322" y="604204"/>
                  </a:cubicBezTo>
                  <a:cubicBezTo>
                    <a:pt x="187311" y="604204"/>
                    <a:pt x="187298" y="604204"/>
                    <a:pt x="187287" y="604204"/>
                  </a:cubicBezTo>
                  <a:close/>
                  <a:moveTo>
                    <a:pt x="230209" y="491218"/>
                  </a:moveTo>
                  <a:cubicBezTo>
                    <a:pt x="225962" y="491240"/>
                    <a:pt x="222503" y="487803"/>
                    <a:pt x="222483" y="483550"/>
                  </a:cubicBezTo>
                  <a:cubicBezTo>
                    <a:pt x="222464" y="479296"/>
                    <a:pt x="225891" y="475831"/>
                    <a:pt x="230138" y="475810"/>
                  </a:cubicBezTo>
                  <a:cubicBezTo>
                    <a:pt x="234385" y="475792"/>
                    <a:pt x="237844" y="479225"/>
                    <a:pt x="237864" y="483478"/>
                  </a:cubicBezTo>
                  <a:cubicBezTo>
                    <a:pt x="237864" y="483503"/>
                    <a:pt x="237864" y="483525"/>
                    <a:pt x="237864" y="483550"/>
                  </a:cubicBezTo>
                  <a:cubicBezTo>
                    <a:pt x="237864" y="487785"/>
                    <a:pt x="234438" y="491218"/>
                    <a:pt x="230210" y="491218"/>
                  </a:cubicBezTo>
                  <a:cubicBezTo>
                    <a:pt x="230174" y="491218"/>
                    <a:pt x="230138" y="491218"/>
                    <a:pt x="230102" y="491218"/>
                  </a:cubicBezTo>
                  <a:close/>
                  <a:moveTo>
                    <a:pt x="85023" y="159857"/>
                  </a:moveTo>
                  <a:lnTo>
                    <a:pt x="85023" y="78191"/>
                  </a:lnTo>
                  <a:cubicBezTo>
                    <a:pt x="85028" y="75410"/>
                    <a:pt x="83779" y="72776"/>
                    <a:pt x="81625" y="71024"/>
                  </a:cubicBezTo>
                  <a:lnTo>
                    <a:pt x="67961" y="59772"/>
                  </a:lnTo>
                  <a:cubicBezTo>
                    <a:pt x="91855" y="39705"/>
                    <a:pt x="120148" y="29384"/>
                    <a:pt x="142647" y="23937"/>
                  </a:cubicBezTo>
                  <a:lnTo>
                    <a:pt x="142647" y="50168"/>
                  </a:lnTo>
                  <a:cubicBezTo>
                    <a:pt x="142647" y="55255"/>
                    <a:pt x="146762" y="59378"/>
                    <a:pt x="151839" y="59378"/>
                  </a:cubicBezTo>
                  <a:lnTo>
                    <a:pt x="193439" y="59378"/>
                  </a:lnTo>
                  <a:lnTo>
                    <a:pt x="193439" y="80197"/>
                  </a:lnTo>
                  <a:lnTo>
                    <a:pt x="112458" y="80197"/>
                  </a:lnTo>
                  <a:cubicBezTo>
                    <a:pt x="102304" y="80197"/>
                    <a:pt x="94073" y="88444"/>
                    <a:pt x="94073" y="98616"/>
                  </a:cubicBezTo>
                  <a:lnTo>
                    <a:pt x="94073" y="165448"/>
                  </a:lnTo>
                  <a:close/>
                  <a:moveTo>
                    <a:pt x="262509" y="248942"/>
                  </a:moveTo>
                  <a:lnTo>
                    <a:pt x="112458" y="248942"/>
                  </a:lnTo>
                  <a:lnTo>
                    <a:pt x="112458" y="98616"/>
                  </a:lnTo>
                  <a:lnTo>
                    <a:pt x="262688" y="98616"/>
                  </a:lnTo>
                  <a:lnTo>
                    <a:pt x="262688" y="249121"/>
                  </a:lnTo>
                  <a:close/>
                  <a:moveTo>
                    <a:pt x="300460" y="118863"/>
                  </a:moveTo>
                  <a:cubicBezTo>
                    <a:pt x="298665" y="120572"/>
                    <a:pt x="297645" y="122940"/>
                    <a:pt x="297634" y="125420"/>
                  </a:cubicBezTo>
                  <a:lnTo>
                    <a:pt x="297634" y="205940"/>
                  </a:lnTo>
                  <a:lnTo>
                    <a:pt x="280894" y="212068"/>
                  </a:lnTo>
                  <a:lnTo>
                    <a:pt x="280894" y="98616"/>
                  </a:lnTo>
                  <a:cubicBezTo>
                    <a:pt x="280894" y="88444"/>
                    <a:pt x="272662" y="80197"/>
                    <a:pt x="262509" y="80197"/>
                  </a:cubicBezTo>
                  <a:lnTo>
                    <a:pt x="211824" y="80197"/>
                  </a:lnTo>
                  <a:lnTo>
                    <a:pt x="211824" y="50168"/>
                  </a:lnTo>
                  <a:cubicBezTo>
                    <a:pt x="211824" y="45082"/>
                    <a:pt x="207708" y="40959"/>
                    <a:pt x="202631" y="40959"/>
                  </a:cubicBezTo>
                  <a:lnTo>
                    <a:pt x="160961" y="40959"/>
                  </a:lnTo>
                  <a:lnTo>
                    <a:pt x="160961" y="20497"/>
                  </a:lnTo>
                  <a:cubicBezTo>
                    <a:pt x="167947" y="19383"/>
                    <a:pt x="174995" y="18689"/>
                    <a:pt x="182064" y="18419"/>
                  </a:cubicBezTo>
                  <a:cubicBezTo>
                    <a:pt x="247450" y="18419"/>
                    <a:pt x="295023" y="44972"/>
                    <a:pt x="323674" y="97255"/>
                  </a:cubicBezTo>
                  <a:close/>
                  <a:moveTo>
                    <a:pt x="314982" y="328638"/>
                  </a:moveTo>
                  <a:cubicBezTo>
                    <a:pt x="311752" y="328384"/>
                    <a:pt x="309339" y="325556"/>
                    <a:pt x="309591" y="322320"/>
                  </a:cubicBezTo>
                  <a:cubicBezTo>
                    <a:pt x="309817" y="319436"/>
                    <a:pt x="312103" y="317145"/>
                    <a:pt x="314982" y="316920"/>
                  </a:cubicBezTo>
                  <a:lnTo>
                    <a:pt x="353898" y="316920"/>
                  </a:lnTo>
                  <a:lnTo>
                    <a:pt x="353898" y="328638"/>
                  </a:lnTo>
                  <a:close/>
                </a:path>
              </a:pathLst>
            </a:custGeom>
            <a:grpFill/>
            <a:ln w="3552" cap="flat">
              <a:noFill/>
              <a:prstDash val="solid"/>
              <a:miter/>
            </a:ln>
          </p:spPr>
          <p:txBody>
            <a:bodyPr rtlCol="0" anchor="ctr"/>
            <a:lstStyle/>
            <a:p>
              <a:endParaRPr lang="zh-TW" altLang="en-US"/>
            </a:p>
          </p:txBody>
        </p:sp>
        <p:sp>
          <p:nvSpPr>
            <p:cNvPr id="100" name="手繪多邊形 66">
              <a:extLst>
                <a:ext uri="{FF2B5EF4-FFF2-40B4-BE49-F238E27FC236}">
                  <a16:creationId xmlns:a16="http://schemas.microsoft.com/office/drawing/2014/main" id="{D9BC1F39-0211-4CA4-9431-D93CD3382198}"/>
                </a:ext>
              </a:extLst>
            </p:cNvPr>
            <p:cNvSpPr/>
            <p:nvPr/>
          </p:nvSpPr>
          <p:spPr>
            <a:xfrm>
              <a:off x="7260354" y="6099352"/>
              <a:ext cx="63775" cy="74679"/>
            </a:xfrm>
            <a:custGeom>
              <a:avLst/>
              <a:gdLst>
                <a:gd name="connsiteX0" fmla="*/ 55682 w 63775"/>
                <a:gd name="connsiteY0" fmla="*/ 50025 h 74679"/>
                <a:gd name="connsiteX1" fmla="*/ 47097 w 63775"/>
                <a:gd name="connsiteY1" fmla="*/ 26410 h 74679"/>
                <a:gd name="connsiteX2" fmla="*/ 37976 w 63775"/>
                <a:gd name="connsiteY2" fmla="*/ 1326 h 74679"/>
                <a:gd name="connsiteX3" fmla="*/ 36081 w 63775"/>
                <a:gd name="connsiteY3" fmla="*/ 0 h 74679"/>
                <a:gd name="connsiteX4" fmla="*/ 27532 w 63775"/>
                <a:gd name="connsiteY4" fmla="*/ 0 h 74679"/>
                <a:gd name="connsiteX5" fmla="*/ 25636 w 63775"/>
                <a:gd name="connsiteY5" fmla="*/ 1326 h 74679"/>
                <a:gd name="connsiteX6" fmla="*/ 3710 w 63775"/>
                <a:gd name="connsiteY6" fmla="*/ 61958 h 74679"/>
                <a:gd name="connsiteX7" fmla="*/ 133 w 63775"/>
                <a:gd name="connsiteY7" fmla="*/ 71956 h 74679"/>
                <a:gd name="connsiteX8" fmla="*/ 1288 w 63775"/>
                <a:gd name="connsiteY8" fmla="*/ 74547 h 74679"/>
                <a:gd name="connsiteX9" fmla="*/ 2028 w 63775"/>
                <a:gd name="connsiteY9" fmla="*/ 74679 h 74679"/>
                <a:gd name="connsiteX10" fmla="*/ 12759 w 63775"/>
                <a:gd name="connsiteY10" fmla="*/ 74679 h 74679"/>
                <a:gd name="connsiteX11" fmla="*/ 14655 w 63775"/>
                <a:gd name="connsiteY11" fmla="*/ 73317 h 74679"/>
                <a:gd name="connsiteX12" fmla="*/ 18232 w 63775"/>
                <a:gd name="connsiteY12" fmla="*/ 62889 h 74679"/>
                <a:gd name="connsiteX13" fmla="*/ 20128 w 63775"/>
                <a:gd name="connsiteY13" fmla="*/ 61492 h 74679"/>
                <a:gd name="connsiteX14" fmla="*/ 43628 w 63775"/>
                <a:gd name="connsiteY14" fmla="*/ 61492 h 74679"/>
                <a:gd name="connsiteX15" fmla="*/ 45559 w 63775"/>
                <a:gd name="connsiteY15" fmla="*/ 62889 h 74679"/>
                <a:gd name="connsiteX16" fmla="*/ 49136 w 63775"/>
                <a:gd name="connsiteY16" fmla="*/ 73317 h 74679"/>
                <a:gd name="connsiteX17" fmla="*/ 51032 w 63775"/>
                <a:gd name="connsiteY17" fmla="*/ 74679 h 74679"/>
                <a:gd name="connsiteX18" fmla="*/ 61763 w 63775"/>
                <a:gd name="connsiteY18" fmla="*/ 74679 h 74679"/>
                <a:gd name="connsiteX19" fmla="*/ 63775 w 63775"/>
                <a:gd name="connsiteY19" fmla="*/ 72610 h 74679"/>
                <a:gd name="connsiteX20" fmla="*/ 63658 w 63775"/>
                <a:gd name="connsiteY20" fmla="*/ 71956 h 74679"/>
                <a:gd name="connsiteX21" fmla="*/ 38441 w 63775"/>
                <a:gd name="connsiteY21" fmla="*/ 49165 h 74679"/>
                <a:gd name="connsiteX22" fmla="*/ 25636 w 63775"/>
                <a:gd name="connsiteY22" fmla="*/ 49165 h 74679"/>
                <a:gd name="connsiteX23" fmla="*/ 23622 w 63775"/>
                <a:gd name="connsiteY23" fmla="*/ 47170 h 74679"/>
                <a:gd name="connsiteX24" fmla="*/ 23740 w 63775"/>
                <a:gd name="connsiteY24" fmla="*/ 46477 h 74679"/>
                <a:gd name="connsiteX25" fmla="*/ 30250 w 63775"/>
                <a:gd name="connsiteY25" fmla="*/ 27700 h 74679"/>
                <a:gd name="connsiteX26" fmla="*/ 32867 w 63775"/>
                <a:gd name="connsiteY26" fmla="*/ 26488 h 74679"/>
                <a:gd name="connsiteX27" fmla="*/ 34078 w 63775"/>
                <a:gd name="connsiteY27" fmla="*/ 27700 h 74679"/>
                <a:gd name="connsiteX28" fmla="*/ 38978 w 63775"/>
                <a:gd name="connsiteY28" fmla="*/ 42464 h 74679"/>
                <a:gd name="connsiteX29" fmla="*/ 40373 w 63775"/>
                <a:gd name="connsiteY29" fmla="*/ 46621 h 74679"/>
                <a:gd name="connsiteX30" fmla="*/ 39035 w 63775"/>
                <a:gd name="connsiteY30" fmla="*/ 49180 h 74679"/>
                <a:gd name="connsiteX31" fmla="*/ 38441 w 63775"/>
                <a:gd name="connsiteY31" fmla="*/ 49272 h 74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3775" h="74679">
                  <a:moveTo>
                    <a:pt x="55682" y="50025"/>
                  </a:moveTo>
                  <a:lnTo>
                    <a:pt x="47097" y="26410"/>
                  </a:lnTo>
                  <a:lnTo>
                    <a:pt x="37976" y="1326"/>
                  </a:lnTo>
                  <a:cubicBezTo>
                    <a:pt x="37688" y="526"/>
                    <a:pt x="36929" y="-5"/>
                    <a:pt x="36081" y="0"/>
                  </a:cubicBezTo>
                  <a:lnTo>
                    <a:pt x="27532" y="0"/>
                  </a:lnTo>
                  <a:cubicBezTo>
                    <a:pt x="26687" y="6"/>
                    <a:pt x="25933" y="533"/>
                    <a:pt x="25636" y="1326"/>
                  </a:cubicBezTo>
                  <a:lnTo>
                    <a:pt x="3710" y="61958"/>
                  </a:lnTo>
                  <a:lnTo>
                    <a:pt x="133" y="71956"/>
                  </a:lnTo>
                  <a:cubicBezTo>
                    <a:pt x="-263" y="72991"/>
                    <a:pt x="255" y="74151"/>
                    <a:pt x="1288" y="74547"/>
                  </a:cubicBezTo>
                  <a:cubicBezTo>
                    <a:pt x="1525" y="74637"/>
                    <a:pt x="1776" y="74682"/>
                    <a:pt x="2028" y="74679"/>
                  </a:cubicBezTo>
                  <a:lnTo>
                    <a:pt x="12759" y="74679"/>
                  </a:lnTo>
                  <a:cubicBezTo>
                    <a:pt x="13617" y="74679"/>
                    <a:pt x="14379" y="74131"/>
                    <a:pt x="14655" y="73317"/>
                  </a:cubicBezTo>
                  <a:lnTo>
                    <a:pt x="18232" y="62889"/>
                  </a:lnTo>
                  <a:cubicBezTo>
                    <a:pt x="18495" y="62062"/>
                    <a:pt x="19260" y="61497"/>
                    <a:pt x="20128" y="61492"/>
                  </a:cubicBezTo>
                  <a:lnTo>
                    <a:pt x="43628" y="61492"/>
                  </a:lnTo>
                  <a:cubicBezTo>
                    <a:pt x="44501" y="61504"/>
                    <a:pt x="45273" y="62063"/>
                    <a:pt x="45559" y="62889"/>
                  </a:cubicBezTo>
                  <a:lnTo>
                    <a:pt x="49136" y="73317"/>
                  </a:lnTo>
                  <a:cubicBezTo>
                    <a:pt x="49402" y="74138"/>
                    <a:pt x="50171" y="74690"/>
                    <a:pt x="51032" y="74679"/>
                  </a:cubicBezTo>
                  <a:lnTo>
                    <a:pt x="61763" y="74679"/>
                  </a:lnTo>
                  <a:cubicBezTo>
                    <a:pt x="62889" y="74664"/>
                    <a:pt x="63789" y="73738"/>
                    <a:pt x="63775" y="72610"/>
                  </a:cubicBezTo>
                  <a:cubicBezTo>
                    <a:pt x="63772" y="72387"/>
                    <a:pt x="63733" y="72166"/>
                    <a:pt x="63658" y="71956"/>
                  </a:cubicBezTo>
                  <a:close/>
                  <a:moveTo>
                    <a:pt x="38441" y="49165"/>
                  </a:moveTo>
                  <a:lnTo>
                    <a:pt x="25636" y="49165"/>
                  </a:lnTo>
                  <a:cubicBezTo>
                    <a:pt x="24530" y="49171"/>
                    <a:pt x="23628" y="48278"/>
                    <a:pt x="23622" y="47170"/>
                  </a:cubicBezTo>
                  <a:cubicBezTo>
                    <a:pt x="23620" y="46934"/>
                    <a:pt x="23661" y="46699"/>
                    <a:pt x="23740" y="46477"/>
                  </a:cubicBezTo>
                  <a:lnTo>
                    <a:pt x="30250" y="27700"/>
                  </a:lnTo>
                  <a:cubicBezTo>
                    <a:pt x="30639" y="26641"/>
                    <a:pt x="31810" y="26098"/>
                    <a:pt x="32867" y="26488"/>
                  </a:cubicBezTo>
                  <a:cubicBezTo>
                    <a:pt x="33429" y="26695"/>
                    <a:pt x="33871" y="27138"/>
                    <a:pt x="34078" y="27700"/>
                  </a:cubicBezTo>
                  <a:lnTo>
                    <a:pt x="38978" y="42464"/>
                  </a:lnTo>
                  <a:lnTo>
                    <a:pt x="40373" y="46621"/>
                  </a:lnTo>
                  <a:cubicBezTo>
                    <a:pt x="40709" y="47697"/>
                    <a:pt x="40110" y="48843"/>
                    <a:pt x="39035" y="49180"/>
                  </a:cubicBezTo>
                  <a:cubicBezTo>
                    <a:pt x="38843" y="49240"/>
                    <a:pt x="38643" y="49271"/>
                    <a:pt x="38441" y="49272"/>
                  </a:cubicBezTo>
                  <a:close/>
                </a:path>
              </a:pathLst>
            </a:custGeom>
            <a:grpFill/>
            <a:ln w="3552" cap="flat">
              <a:noFill/>
              <a:prstDash val="solid"/>
              <a:miter/>
            </a:ln>
          </p:spPr>
          <p:txBody>
            <a:bodyPr rtlCol="0" anchor="ctr"/>
            <a:lstStyle/>
            <a:p>
              <a:endParaRPr lang="zh-TW" altLang="en-US"/>
            </a:p>
          </p:txBody>
        </p:sp>
        <p:sp>
          <p:nvSpPr>
            <p:cNvPr id="101" name="手繪多邊形 67">
              <a:extLst>
                <a:ext uri="{FF2B5EF4-FFF2-40B4-BE49-F238E27FC236}">
                  <a16:creationId xmlns:a16="http://schemas.microsoft.com/office/drawing/2014/main" id="{B189DC51-13A0-4F80-8E24-EB2CA030F46B}"/>
                </a:ext>
              </a:extLst>
            </p:cNvPr>
            <p:cNvSpPr/>
            <p:nvPr/>
          </p:nvSpPr>
          <p:spPr>
            <a:xfrm>
              <a:off x="7333957" y="6099602"/>
              <a:ext cx="14522" cy="74428"/>
            </a:xfrm>
            <a:custGeom>
              <a:avLst/>
              <a:gdLst>
                <a:gd name="connsiteX0" fmla="*/ 12519 w 14522"/>
                <a:gd name="connsiteY0" fmla="*/ 0 h 74428"/>
                <a:gd name="connsiteX1" fmla="*/ 14522 w 14522"/>
                <a:gd name="connsiteY1" fmla="*/ 0 h 74428"/>
                <a:gd name="connsiteX2" fmla="*/ 14522 w 14522"/>
                <a:gd name="connsiteY2" fmla="*/ 74428 h 74428"/>
                <a:gd name="connsiteX3" fmla="*/ 12519 w 14522"/>
                <a:gd name="connsiteY3" fmla="*/ 74428 h 74428"/>
                <a:gd name="connsiteX4" fmla="*/ 2003 w 14522"/>
                <a:gd name="connsiteY4" fmla="*/ 74428 h 74428"/>
                <a:gd name="connsiteX5" fmla="*/ 0 w 14522"/>
                <a:gd name="connsiteY5" fmla="*/ 74428 h 74428"/>
                <a:gd name="connsiteX6" fmla="*/ 0 w 14522"/>
                <a:gd name="connsiteY6" fmla="*/ 0 h 74428"/>
                <a:gd name="connsiteX7" fmla="*/ 2003 w 14522"/>
                <a:gd name="connsiteY7" fmla="*/ 0 h 7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22" h="74428">
                  <a:moveTo>
                    <a:pt x="12519" y="0"/>
                  </a:moveTo>
                  <a:cubicBezTo>
                    <a:pt x="13625" y="0"/>
                    <a:pt x="14522" y="0"/>
                    <a:pt x="14522" y="0"/>
                  </a:cubicBezTo>
                  <a:lnTo>
                    <a:pt x="14522" y="74428"/>
                  </a:lnTo>
                  <a:cubicBezTo>
                    <a:pt x="14522" y="74428"/>
                    <a:pt x="13625" y="74428"/>
                    <a:pt x="12519" y="74428"/>
                  </a:cubicBezTo>
                  <a:lnTo>
                    <a:pt x="2003" y="74428"/>
                  </a:lnTo>
                  <a:cubicBezTo>
                    <a:pt x="897" y="74428"/>
                    <a:pt x="0" y="74428"/>
                    <a:pt x="0" y="74428"/>
                  </a:cubicBezTo>
                  <a:lnTo>
                    <a:pt x="0" y="0"/>
                  </a:lnTo>
                  <a:cubicBezTo>
                    <a:pt x="0" y="0"/>
                    <a:pt x="897" y="0"/>
                    <a:pt x="2003" y="0"/>
                  </a:cubicBezTo>
                  <a:close/>
                </a:path>
              </a:pathLst>
            </a:custGeom>
            <a:grpFill/>
            <a:ln w="3552" cap="flat">
              <a:noFill/>
              <a:prstDash val="solid"/>
              <a:miter/>
            </a:ln>
          </p:spPr>
          <p:txBody>
            <a:bodyPr rtlCol="0" anchor="ctr"/>
            <a:lstStyle/>
            <a:p>
              <a:endParaRPr lang="zh-TW" altLang="en-US"/>
            </a:p>
          </p:txBody>
        </p:sp>
      </p:grpSp>
      <p:sp>
        <p:nvSpPr>
          <p:cNvPr id="102" name="十字形 101">
            <a:extLst>
              <a:ext uri="{FF2B5EF4-FFF2-40B4-BE49-F238E27FC236}">
                <a16:creationId xmlns:a16="http://schemas.microsoft.com/office/drawing/2014/main" id="{55FB6FA4-9DD3-4CA5-A5C5-5424125D0D6D}"/>
              </a:ext>
            </a:extLst>
          </p:cNvPr>
          <p:cNvSpPr/>
          <p:nvPr userDrawn="1"/>
        </p:nvSpPr>
        <p:spPr>
          <a:xfrm>
            <a:off x="6015801" y="5728371"/>
            <a:ext cx="232462" cy="232462"/>
          </a:xfrm>
          <a:prstGeom prst="plus">
            <a:avLst>
              <a:gd name="adj" fmla="val 4446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103" name="圖片 102">
            <a:extLst>
              <a:ext uri="{FF2B5EF4-FFF2-40B4-BE49-F238E27FC236}">
                <a16:creationId xmlns:a16="http://schemas.microsoft.com/office/drawing/2014/main" id="{94354324-1881-4245-B270-F6AC763361D2}"/>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1406966" y="128024"/>
            <a:ext cx="678599" cy="229786"/>
          </a:xfrm>
          <a:prstGeom prst="rect">
            <a:avLst/>
          </a:prstGeom>
        </p:spPr>
      </p:pic>
      <p:sp>
        <p:nvSpPr>
          <p:cNvPr id="104" name="矩形 103">
            <a:extLst>
              <a:ext uri="{FF2B5EF4-FFF2-40B4-BE49-F238E27FC236}">
                <a16:creationId xmlns:a16="http://schemas.microsoft.com/office/drawing/2014/main" id="{C294BC74-DED5-494D-9B87-4C71A1146C48}"/>
              </a:ext>
            </a:extLst>
          </p:cNvPr>
          <p:cNvSpPr/>
          <p:nvPr userDrawn="1"/>
        </p:nvSpPr>
        <p:spPr>
          <a:xfrm>
            <a:off x="335360" y="6564257"/>
            <a:ext cx="7284640" cy="140038"/>
          </a:xfrm>
          <a:prstGeom prst="rect">
            <a:avLst/>
          </a:prstGeom>
        </p:spPr>
        <p:txBody>
          <a:bodyPr wrap="square" lIns="0" tIns="0" rIns="0" bIns="0">
            <a:spAutoFit/>
          </a:bodyPr>
          <a:lstStyle/>
          <a:p>
            <a:pPr marL="12700" marR="5080" lvl="0" indent="0" algn="l" rtl="0">
              <a:lnSpc>
                <a:spcPct val="91000"/>
              </a:lnSpc>
              <a:spcBef>
                <a:spcPts val="0"/>
              </a:spcBef>
              <a:spcAft>
                <a:spcPts val="0"/>
              </a:spcAft>
              <a:buClr>
                <a:schemeClr val="lt1"/>
              </a:buClr>
              <a:buSzPts val="1000"/>
              <a:buFont typeface="Arial"/>
              <a:buNone/>
            </a:pPr>
            <a:r>
              <a:rPr lang="en-US" altLang="zh-TW" sz="1000" b="0" i="0" u="none" strike="noStrike" cap="none" dirty="0" smtClean="0">
                <a:solidFill>
                  <a:schemeClr val="lt1"/>
                </a:solidFill>
                <a:latin typeface="+mn-lt"/>
                <a:ea typeface="Arial"/>
                <a:cs typeface="Arial"/>
                <a:sym typeface="Arial"/>
              </a:rPr>
              <a:t>© 2024  FIH Mobile Limited. All rights reserved. </a:t>
            </a:r>
            <a:endParaRPr lang="en-US" altLang="zh-TW" sz="1000" dirty="0"/>
          </a:p>
        </p:txBody>
      </p:sp>
    </p:spTree>
    <p:extLst>
      <p:ext uri="{BB962C8B-B14F-4D97-AF65-F5344CB8AC3E}">
        <p14:creationId xmlns:p14="http://schemas.microsoft.com/office/powerpoint/2010/main" val="371648866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agenda">
    <p:bg>
      <p:bgPr>
        <a:solidFill>
          <a:srgbClr val="091C42"/>
        </a:solidFill>
        <a:effectLst/>
      </p:bgPr>
    </p:bg>
    <p:spTree>
      <p:nvGrpSpPr>
        <p:cNvPr id="1" name=""/>
        <p:cNvGrpSpPr/>
        <p:nvPr/>
      </p:nvGrpSpPr>
      <p:grpSpPr>
        <a:xfrm>
          <a:off x="0" y="0"/>
          <a:ext cx="0" cy="0"/>
          <a:chOff x="0" y="0"/>
          <a:chExt cx="0" cy="0"/>
        </a:xfrm>
      </p:grpSpPr>
      <p:pic>
        <p:nvPicPr>
          <p:cNvPr id="26" name="圖片 25">
            <a:extLst>
              <a:ext uri="{FF2B5EF4-FFF2-40B4-BE49-F238E27FC236}">
                <a16:creationId xmlns:a16="http://schemas.microsoft.com/office/drawing/2014/main" id="{60FDD03E-AEDD-EC70-77BD-C8628B077C8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3099900"/>
            <a:ext cx="7620000" cy="3754198"/>
          </a:xfrm>
          <a:prstGeom prst="rect">
            <a:avLst/>
          </a:prstGeom>
        </p:spPr>
      </p:pic>
      <p:sp>
        <p:nvSpPr>
          <p:cNvPr id="3" name="矩形 2">
            <a:extLst>
              <a:ext uri="{FF2B5EF4-FFF2-40B4-BE49-F238E27FC236}">
                <a16:creationId xmlns:a16="http://schemas.microsoft.com/office/drawing/2014/main" id="{CBEE0E56-3538-27DB-12B5-9DDFFFAF799C}"/>
              </a:ext>
            </a:extLst>
          </p:cNvPr>
          <p:cNvSpPr/>
          <p:nvPr userDrawn="1"/>
        </p:nvSpPr>
        <p:spPr>
          <a:xfrm>
            <a:off x="0" y="3903"/>
            <a:ext cx="12192000" cy="6854097"/>
          </a:xfrm>
          <a:prstGeom prst="rect">
            <a:avLst/>
          </a:prstGeom>
          <a:gradFill flip="none" rotWithShape="1">
            <a:gsLst>
              <a:gs pos="4000">
                <a:srgbClr val="00B0F0"/>
              </a:gs>
              <a:gs pos="70000">
                <a:srgbClr val="00B0F0">
                  <a:alpha val="36678"/>
                </a:srgb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TW" altLang="en-US" dirty="0">
              <a:solidFill>
                <a:schemeClr val="lt1"/>
              </a:solidFill>
            </a:endParaRPr>
          </a:p>
        </p:txBody>
      </p:sp>
      <p:sp>
        <p:nvSpPr>
          <p:cNvPr id="5" name="Holder 6">
            <a:extLst>
              <a:ext uri="{FF2B5EF4-FFF2-40B4-BE49-F238E27FC236}">
                <a16:creationId xmlns:a16="http://schemas.microsoft.com/office/drawing/2014/main" id="{3236ABEE-4E58-D48F-B893-E61F0F061147}"/>
              </a:ext>
            </a:extLst>
          </p:cNvPr>
          <p:cNvSpPr>
            <a:spLocks noGrp="1"/>
          </p:cNvSpPr>
          <p:nvPr>
            <p:ph type="sldNum" sz="quarter" idx="4"/>
          </p:nvPr>
        </p:nvSpPr>
        <p:spPr>
          <a:xfrm>
            <a:off x="10972800" y="6500304"/>
            <a:ext cx="660399" cy="169277"/>
          </a:xfrm>
          <a:prstGeom prst="rect">
            <a:avLst/>
          </a:prstGeom>
          <a:noFill/>
        </p:spPr>
        <p:txBody>
          <a:bodyPr wrap="square" lIns="0" tIns="0" rIns="0" bIns="0">
            <a:spAutoFit/>
          </a:bodyPr>
          <a:lstStyle>
            <a:lvl1pPr algn="r">
              <a:defRPr sz="1100" b="1" i="0">
                <a:solidFill>
                  <a:schemeClr val="bg1"/>
                </a:solidFill>
                <a:latin typeface="Microsoft YaHei" panose="020B0503020204020204" pitchFamily="34" charset="-122"/>
                <a:ea typeface="Microsoft YaHei" panose="020B0503020204020204" pitchFamily="34" charset="-122"/>
                <a:cs typeface="Tahoma"/>
              </a:defRPr>
            </a:lvl1pPr>
          </a:lstStyle>
          <a:p>
            <a:pPr marL="50799">
              <a:spcBef>
                <a:spcPts val="133"/>
              </a:spcBef>
            </a:pPr>
            <a:fld id="{81D60167-4931-47E6-BA6A-407CBD079E47}" type="slidenum">
              <a:rPr lang="en-US" altLang="zh-TW" smtClean="0"/>
              <a:pPr marL="50799">
                <a:spcBef>
                  <a:spcPts val="133"/>
                </a:spcBef>
              </a:pPr>
              <a:t>‹#›</a:t>
            </a:fld>
            <a:r>
              <a:rPr lang="en-US" altLang="zh-TW" dirty="0"/>
              <a:t> /</a:t>
            </a:r>
          </a:p>
        </p:txBody>
      </p:sp>
      <p:sp>
        <p:nvSpPr>
          <p:cNvPr id="6" name="頁尾版面配置區 2">
            <a:extLst>
              <a:ext uri="{FF2B5EF4-FFF2-40B4-BE49-F238E27FC236}">
                <a16:creationId xmlns:a16="http://schemas.microsoft.com/office/drawing/2014/main" id="{FB9B155A-A2D7-15E5-B048-24902A3F19A7}"/>
              </a:ext>
            </a:extLst>
          </p:cNvPr>
          <p:cNvSpPr>
            <a:spLocks noGrp="1"/>
          </p:cNvSpPr>
          <p:nvPr>
            <p:ph type="ftr" sz="quarter" idx="3"/>
          </p:nvPr>
        </p:nvSpPr>
        <p:spPr>
          <a:xfrm>
            <a:off x="11431564" y="6501600"/>
            <a:ext cx="660399" cy="167981"/>
          </a:xfrm>
          <a:prstGeom prst="rect">
            <a:avLst/>
          </a:prstGeom>
          <a:noFill/>
        </p:spPr>
        <p:txBody>
          <a:bodyPr anchor="ctr"/>
          <a:lstStyle>
            <a:lvl1pPr algn="ctr">
              <a:defRPr lang="en-US" sz="1100" b="1" i="0" kern="1200" dirty="0">
                <a:solidFill>
                  <a:schemeClr val="bg1"/>
                </a:solidFill>
                <a:latin typeface="Microsoft YaHei" panose="020B0503020204020204" pitchFamily="34" charset="-122"/>
                <a:ea typeface="Microsoft YaHei" panose="020B0503020204020204" pitchFamily="34" charset="-122"/>
                <a:cs typeface="Tahoma"/>
              </a:defRPr>
            </a:lvl1pPr>
          </a:lstStyle>
          <a:p>
            <a:r>
              <a:rPr lang="en-US" altLang="zh-TW" smtClean="0"/>
              <a:t>79</a:t>
            </a:r>
            <a:endParaRPr lang="zh-TW" altLang="en-US" dirty="0"/>
          </a:p>
        </p:txBody>
      </p:sp>
      <p:sp>
        <p:nvSpPr>
          <p:cNvPr id="2" name="標題 5">
            <a:extLst>
              <a:ext uri="{FF2B5EF4-FFF2-40B4-BE49-F238E27FC236}">
                <a16:creationId xmlns:a16="http://schemas.microsoft.com/office/drawing/2014/main" id="{C442EFAA-AD1F-DE8F-60F4-4D0F467464CF}"/>
              </a:ext>
            </a:extLst>
          </p:cNvPr>
          <p:cNvSpPr>
            <a:spLocks noGrp="1"/>
          </p:cNvSpPr>
          <p:nvPr>
            <p:ph type="title" hasCustomPrompt="1"/>
          </p:nvPr>
        </p:nvSpPr>
        <p:spPr>
          <a:xfrm>
            <a:off x="589433" y="274174"/>
            <a:ext cx="1908670" cy="770259"/>
          </a:xfrm>
          <a:prstGeom prst="rect">
            <a:avLst/>
          </a:prstGeom>
        </p:spPr>
        <p:txBody>
          <a:bodyPr>
            <a:normAutofit/>
          </a:bodyPr>
          <a:lstStyle>
            <a:lvl1pPr>
              <a:defRPr lang="zh-TW" altLang="en-US" sz="4000" b="1" i="0" kern="1200" spc="300" baseline="0" dirty="0">
                <a:solidFill>
                  <a:prstClr val="white"/>
                </a:solidFill>
                <a:latin typeface="+mj-lt"/>
                <a:ea typeface="Microsoft YaHei" panose="020B0503020204020204" pitchFamily="34" charset="-122"/>
                <a:cs typeface="Microsoft JhengHei" charset="-120"/>
              </a:defRPr>
            </a:lvl1pPr>
          </a:lstStyle>
          <a:p>
            <a:pPr marL="12700">
              <a:spcBef>
                <a:spcPts val="100"/>
              </a:spcBef>
              <a:buClr>
                <a:srgbClr val="0F67AE"/>
              </a:buClr>
              <a:buSzPct val="110000"/>
              <a:tabLst>
                <a:tab pos="5106988" algn="l"/>
              </a:tabLst>
              <a:defRPr/>
            </a:pPr>
            <a:r>
              <a:rPr lang="zh-TW" altLang="en-US" sz="4400" spc="300" dirty="0">
                <a:solidFill>
                  <a:prstClr val="white"/>
                </a:solidFill>
                <a:cs typeface="Microsoft JhengHei" charset="-120"/>
              </a:rPr>
              <a:t>目錄</a:t>
            </a:r>
          </a:p>
        </p:txBody>
      </p:sp>
      <p:sp>
        <p:nvSpPr>
          <p:cNvPr id="7" name="矩形 6">
            <a:extLst>
              <a:ext uri="{FF2B5EF4-FFF2-40B4-BE49-F238E27FC236}">
                <a16:creationId xmlns:a16="http://schemas.microsoft.com/office/drawing/2014/main" id="{BB93BC5F-58BE-FC50-17E4-70CC838CD824}"/>
              </a:ext>
            </a:extLst>
          </p:cNvPr>
          <p:cNvSpPr/>
          <p:nvPr userDrawn="1"/>
        </p:nvSpPr>
        <p:spPr>
          <a:xfrm>
            <a:off x="272710" y="6505426"/>
            <a:ext cx="7284640" cy="115929"/>
          </a:xfrm>
          <a:prstGeom prst="rect">
            <a:avLst/>
          </a:prstGeom>
        </p:spPr>
        <p:txBody>
          <a:bodyPr wrap="square" lIns="0" tIns="0" rIns="0" bIns="0">
            <a:spAutoFit/>
          </a:bodyPr>
          <a:lstStyle/>
          <a:p>
            <a:pPr marL="12700" marR="5080" lvl="0" indent="0" fontAlgn="auto">
              <a:lnSpc>
                <a:spcPts val="910"/>
              </a:lnSpc>
              <a:spcBef>
                <a:spcPts val="95"/>
              </a:spcBef>
              <a:spcAft>
                <a:spcPts val="0"/>
              </a:spcAft>
              <a:buClrTx/>
              <a:buSzTx/>
              <a:buFontTx/>
              <a:buNone/>
              <a:tabLst/>
            </a:pPr>
            <a:endParaRPr lang="en" altLang="zh-TW" sz="1000" spc="-30" dirty="0">
              <a:solidFill>
                <a:schemeClr val="bg1"/>
              </a:solidFill>
              <a:latin typeface="Arial" panose="020B0604020202020204" pitchFamily="34" charset="0"/>
              <a:ea typeface="Microsoft JhengHei" panose="020B0604030504040204" pitchFamily="34" charset="-120"/>
              <a:cs typeface="Arial" panose="020B0604020202020204" pitchFamily="34" charset="0"/>
            </a:endParaRPr>
          </a:p>
        </p:txBody>
      </p:sp>
      <p:pic>
        <p:nvPicPr>
          <p:cNvPr id="9" name="圖片 8">
            <a:extLst>
              <a:ext uri="{FF2B5EF4-FFF2-40B4-BE49-F238E27FC236}">
                <a16:creationId xmlns:a16="http://schemas.microsoft.com/office/drawing/2014/main" id="{D3FB6116-A4FB-4EF3-9C16-B29D171D7429}"/>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1406966" y="128024"/>
            <a:ext cx="678599" cy="229786"/>
          </a:xfrm>
          <a:prstGeom prst="rect">
            <a:avLst/>
          </a:prstGeom>
        </p:spPr>
      </p:pic>
      <p:sp>
        <p:nvSpPr>
          <p:cNvPr id="21" name="矩形 20">
            <a:extLst>
              <a:ext uri="{FF2B5EF4-FFF2-40B4-BE49-F238E27FC236}">
                <a16:creationId xmlns:a16="http://schemas.microsoft.com/office/drawing/2014/main" id="{EC41338C-A960-4E0E-BAA1-A484A7AD0A00}"/>
              </a:ext>
            </a:extLst>
          </p:cNvPr>
          <p:cNvSpPr/>
          <p:nvPr userDrawn="1"/>
        </p:nvSpPr>
        <p:spPr>
          <a:xfrm>
            <a:off x="335360" y="6564257"/>
            <a:ext cx="7284640" cy="140038"/>
          </a:xfrm>
          <a:prstGeom prst="rect">
            <a:avLst/>
          </a:prstGeom>
        </p:spPr>
        <p:txBody>
          <a:bodyPr wrap="square" lIns="0" tIns="0" rIns="0" bIns="0">
            <a:spAutoFit/>
          </a:bodyPr>
          <a:lstStyle/>
          <a:p>
            <a:pPr marL="12700" marR="5080" lvl="0" indent="0" algn="l" rtl="0">
              <a:lnSpc>
                <a:spcPct val="91000"/>
              </a:lnSpc>
              <a:spcBef>
                <a:spcPts val="0"/>
              </a:spcBef>
              <a:spcAft>
                <a:spcPts val="0"/>
              </a:spcAft>
              <a:buClr>
                <a:schemeClr val="lt1"/>
              </a:buClr>
              <a:buSzPts val="1000"/>
              <a:buFont typeface="Arial"/>
              <a:buNone/>
            </a:pPr>
            <a:r>
              <a:rPr lang="en-US" altLang="zh-TW" sz="1000" b="0" i="0" u="none" strike="noStrike" cap="none" dirty="0" smtClean="0">
                <a:solidFill>
                  <a:schemeClr val="lt1"/>
                </a:solidFill>
                <a:latin typeface="+mn-lt"/>
                <a:ea typeface="Arial"/>
                <a:cs typeface="Arial"/>
                <a:sym typeface="Arial"/>
              </a:rPr>
              <a:t>© 2024  FIH Mobile Limited. All rights reserved. </a:t>
            </a:r>
            <a:endParaRPr lang="en-US" altLang="zh-TW" sz="1000" dirty="0"/>
          </a:p>
        </p:txBody>
      </p:sp>
    </p:spTree>
    <p:extLst>
      <p:ext uri="{BB962C8B-B14F-4D97-AF65-F5344CB8AC3E}">
        <p14:creationId xmlns:p14="http://schemas.microsoft.com/office/powerpoint/2010/main" val="418605456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new category">
    <p:spTree>
      <p:nvGrpSpPr>
        <p:cNvPr id="1" name=""/>
        <p:cNvGrpSpPr/>
        <p:nvPr/>
      </p:nvGrpSpPr>
      <p:grpSpPr>
        <a:xfrm>
          <a:off x="0" y="0"/>
          <a:ext cx="0" cy="0"/>
          <a:chOff x="0" y="0"/>
          <a:chExt cx="0" cy="0"/>
        </a:xfrm>
      </p:grpSpPr>
      <p:pic>
        <p:nvPicPr>
          <p:cNvPr id="14" name="圖片 13">
            <a:extLst>
              <a:ext uri="{FF2B5EF4-FFF2-40B4-BE49-F238E27FC236}">
                <a16:creationId xmlns:a16="http://schemas.microsoft.com/office/drawing/2014/main" id="{32BB3C4E-CC23-F643-996E-D17816C6E3A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矩形 3">
            <a:extLst>
              <a:ext uri="{FF2B5EF4-FFF2-40B4-BE49-F238E27FC236}">
                <a16:creationId xmlns:a16="http://schemas.microsoft.com/office/drawing/2014/main" id="{15F3B3D4-8415-2CA0-9C17-1D57B13D1253}"/>
              </a:ext>
            </a:extLst>
          </p:cNvPr>
          <p:cNvSpPr/>
          <p:nvPr userDrawn="1"/>
        </p:nvSpPr>
        <p:spPr>
          <a:xfrm>
            <a:off x="-2" y="3903"/>
            <a:ext cx="12192000" cy="6854097"/>
          </a:xfrm>
          <a:prstGeom prst="rect">
            <a:avLst/>
          </a:prstGeom>
          <a:gradFill flip="none" rotWithShape="1">
            <a:gsLst>
              <a:gs pos="10000">
                <a:srgbClr val="00B0F0"/>
              </a:gs>
              <a:gs pos="97000">
                <a:srgbClr val="00B0F0">
                  <a:alpha val="32000"/>
                </a:srgbClr>
              </a:gs>
              <a:gs pos="53000">
                <a:srgbClr val="00B0F0">
                  <a:alpha val="35244"/>
                </a:srgb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TW" altLang="en-US" dirty="0">
              <a:solidFill>
                <a:schemeClr val="lt1"/>
              </a:solidFill>
            </a:endParaRPr>
          </a:p>
        </p:txBody>
      </p:sp>
      <p:sp>
        <p:nvSpPr>
          <p:cNvPr id="5" name="標題 1">
            <a:extLst>
              <a:ext uri="{FF2B5EF4-FFF2-40B4-BE49-F238E27FC236}">
                <a16:creationId xmlns:a16="http://schemas.microsoft.com/office/drawing/2014/main" id="{1347969B-EC41-E354-4D53-4B4FAF31EF41}"/>
              </a:ext>
            </a:extLst>
          </p:cNvPr>
          <p:cNvSpPr>
            <a:spLocks noGrp="1"/>
          </p:cNvSpPr>
          <p:nvPr>
            <p:ph type="title"/>
          </p:nvPr>
        </p:nvSpPr>
        <p:spPr>
          <a:xfrm>
            <a:off x="729691" y="2604953"/>
            <a:ext cx="10732615" cy="770259"/>
          </a:xfrm>
          <a:prstGeom prst="rect">
            <a:avLst/>
          </a:prstGeom>
        </p:spPr>
        <p:txBody>
          <a:bodyPr anchor="t">
            <a:noAutofit/>
          </a:bodyPr>
          <a:lstStyle>
            <a:lvl1pPr>
              <a:defRPr lang="zh-TW" altLang="en-US" sz="4800" b="1" i="0" kern="1200" spc="200" baseline="0" dirty="0">
                <a:solidFill>
                  <a:schemeClr val="bg1"/>
                </a:solidFill>
                <a:latin typeface="+mj-lt"/>
                <a:ea typeface="Microsoft YaHei" panose="020B0503020204020204" pitchFamily="34" charset="-122"/>
                <a:cs typeface="+mj-cs"/>
              </a:defRPr>
            </a:lvl1pPr>
          </a:lstStyle>
          <a:p>
            <a:r>
              <a:rPr lang="zh-TW" altLang="en-US" dirty="0"/>
              <a:t>按一下以編輯母片標題樣式</a:t>
            </a:r>
          </a:p>
        </p:txBody>
      </p:sp>
      <p:sp>
        <p:nvSpPr>
          <p:cNvPr id="6" name="Holder 6">
            <a:extLst>
              <a:ext uri="{FF2B5EF4-FFF2-40B4-BE49-F238E27FC236}">
                <a16:creationId xmlns:a16="http://schemas.microsoft.com/office/drawing/2014/main" id="{2C186E3E-BBCA-D343-35CD-01F6A1BA0843}"/>
              </a:ext>
            </a:extLst>
          </p:cNvPr>
          <p:cNvSpPr>
            <a:spLocks noGrp="1"/>
          </p:cNvSpPr>
          <p:nvPr>
            <p:ph type="sldNum" sz="quarter" idx="4"/>
          </p:nvPr>
        </p:nvSpPr>
        <p:spPr>
          <a:xfrm>
            <a:off x="10972800" y="6500304"/>
            <a:ext cx="660399" cy="169277"/>
          </a:xfrm>
          <a:prstGeom prst="rect">
            <a:avLst/>
          </a:prstGeom>
          <a:noFill/>
        </p:spPr>
        <p:txBody>
          <a:bodyPr wrap="square" lIns="0" tIns="0" rIns="0" bIns="0">
            <a:spAutoFit/>
          </a:bodyPr>
          <a:lstStyle>
            <a:lvl1pPr algn="r">
              <a:defRPr sz="1100" b="1" i="0">
                <a:solidFill>
                  <a:schemeClr val="bg1"/>
                </a:solidFill>
                <a:latin typeface="Microsoft YaHei" panose="020B0503020204020204" pitchFamily="34" charset="-122"/>
                <a:ea typeface="Microsoft YaHei" panose="020B0503020204020204" pitchFamily="34" charset="-122"/>
                <a:cs typeface="Tahoma"/>
              </a:defRPr>
            </a:lvl1pPr>
          </a:lstStyle>
          <a:p>
            <a:pPr marL="50799">
              <a:spcBef>
                <a:spcPts val="133"/>
              </a:spcBef>
            </a:pPr>
            <a:fld id="{81D60167-4931-47E6-BA6A-407CBD079E47}" type="slidenum">
              <a:rPr lang="en-US" altLang="zh-TW" smtClean="0"/>
              <a:pPr marL="50799">
                <a:spcBef>
                  <a:spcPts val="133"/>
                </a:spcBef>
              </a:pPr>
              <a:t>‹#›</a:t>
            </a:fld>
            <a:r>
              <a:rPr lang="en-US" altLang="zh-TW" dirty="0"/>
              <a:t> /</a:t>
            </a:r>
          </a:p>
        </p:txBody>
      </p:sp>
      <p:sp>
        <p:nvSpPr>
          <p:cNvPr id="7" name="頁尾版面配置區 2">
            <a:extLst>
              <a:ext uri="{FF2B5EF4-FFF2-40B4-BE49-F238E27FC236}">
                <a16:creationId xmlns:a16="http://schemas.microsoft.com/office/drawing/2014/main" id="{2083A67B-5A54-91FE-C404-6B739410310A}"/>
              </a:ext>
            </a:extLst>
          </p:cNvPr>
          <p:cNvSpPr>
            <a:spLocks noGrp="1"/>
          </p:cNvSpPr>
          <p:nvPr>
            <p:ph type="ftr" sz="quarter" idx="3"/>
          </p:nvPr>
        </p:nvSpPr>
        <p:spPr>
          <a:xfrm>
            <a:off x="11431564" y="6501600"/>
            <a:ext cx="660399" cy="167981"/>
          </a:xfrm>
          <a:prstGeom prst="rect">
            <a:avLst/>
          </a:prstGeom>
          <a:noFill/>
        </p:spPr>
        <p:txBody>
          <a:bodyPr anchor="ctr"/>
          <a:lstStyle>
            <a:lvl1pPr algn="ctr">
              <a:defRPr lang="en-US" sz="1100" b="1" i="0" kern="1200" dirty="0">
                <a:solidFill>
                  <a:schemeClr val="bg1"/>
                </a:solidFill>
                <a:latin typeface="Microsoft YaHei" panose="020B0503020204020204" pitchFamily="34" charset="-122"/>
                <a:ea typeface="Microsoft YaHei" panose="020B0503020204020204" pitchFamily="34" charset="-122"/>
                <a:cs typeface="Tahoma"/>
              </a:defRPr>
            </a:lvl1pPr>
          </a:lstStyle>
          <a:p>
            <a:r>
              <a:rPr lang="en-US" altLang="zh-TW" smtClean="0"/>
              <a:t>79</a:t>
            </a:r>
            <a:endParaRPr lang="zh-TW" altLang="en-US" dirty="0"/>
          </a:p>
        </p:txBody>
      </p:sp>
      <p:pic>
        <p:nvPicPr>
          <p:cNvPr id="9" name="圖片 8">
            <a:extLst>
              <a:ext uri="{FF2B5EF4-FFF2-40B4-BE49-F238E27FC236}">
                <a16:creationId xmlns:a16="http://schemas.microsoft.com/office/drawing/2014/main" id="{1818D6BC-4A26-4C23-9E3B-4D9DAEC0667B}"/>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1406966" y="128024"/>
            <a:ext cx="678599" cy="229786"/>
          </a:xfrm>
          <a:prstGeom prst="rect">
            <a:avLst/>
          </a:prstGeom>
        </p:spPr>
      </p:pic>
      <p:sp>
        <p:nvSpPr>
          <p:cNvPr id="12" name="矩形 11">
            <a:extLst>
              <a:ext uri="{FF2B5EF4-FFF2-40B4-BE49-F238E27FC236}">
                <a16:creationId xmlns:a16="http://schemas.microsoft.com/office/drawing/2014/main" id="{214D1CF2-AE77-43DA-BB58-392C44B59644}"/>
              </a:ext>
            </a:extLst>
          </p:cNvPr>
          <p:cNvSpPr/>
          <p:nvPr userDrawn="1"/>
        </p:nvSpPr>
        <p:spPr>
          <a:xfrm>
            <a:off x="335360" y="6564257"/>
            <a:ext cx="7284640" cy="140038"/>
          </a:xfrm>
          <a:prstGeom prst="rect">
            <a:avLst/>
          </a:prstGeom>
        </p:spPr>
        <p:txBody>
          <a:bodyPr wrap="square" lIns="0" tIns="0" rIns="0" bIns="0">
            <a:spAutoFit/>
          </a:bodyPr>
          <a:lstStyle/>
          <a:p>
            <a:pPr marL="12700" marR="5080" lvl="0" indent="0" algn="l" rtl="0">
              <a:lnSpc>
                <a:spcPct val="91000"/>
              </a:lnSpc>
              <a:spcBef>
                <a:spcPts val="0"/>
              </a:spcBef>
              <a:spcAft>
                <a:spcPts val="0"/>
              </a:spcAft>
              <a:buClr>
                <a:schemeClr val="lt1"/>
              </a:buClr>
              <a:buSzPts val="1000"/>
              <a:buFont typeface="Arial"/>
              <a:buNone/>
            </a:pPr>
            <a:r>
              <a:rPr lang="en-US" altLang="zh-TW" sz="1000" b="0" i="0" u="none" strike="noStrike" cap="none" dirty="0" smtClean="0">
                <a:solidFill>
                  <a:schemeClr val="lt1"/>
                </a:solidFill>
                <a:latin typeface="+mn-lt"/>
                <a:ea typeface="Arial"/>
                <a:cs typeface="Arial"/>
                <a:sym typeface="Arial"/>
              </a:rPr>
              <a:t>© 2024  FIH Mobile Limited. All rights reserved. </a:t>
            </a:r>
            <a:endParaRPr lang="en-US" altLang="zh-TW" sz="1000" dirty="0"/>
          </a:p>
        </p:txBody>
      </p:sp>
    </p:spTree>
    <p:extLst>
      <p:ext uri="{BB962C8B-B14F-4D97-AF65-F5344CB8AC3E}">
        <p14:creationId xmlns:p14="http://schemas.microsoft.com/office/powerpoint/2010/main" val="314384763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content page">
    <p:bg>
      <p:bgPr>
        <a:solidFill>
          <a:srgbClr val="00060D"/>
        </a:solidFill>
        <a:effectLst/>
      </p:bgPr>
    </p:bg>
    <p:spTree>
      <p:nvGrpSpPr>
        <p:cNvPr id="1" name=""/>
        <p:cNvGrpSpPr/>
        <p:nvPr/>
      </p:nvGrpSpPr>
      <p:grpSpPr>
        <a:xfrm>
          <a:off x="0" y="0"/>
          <a:ext cx="0" cy="0"/>
          <a:chOff x="0" y="0"/>
          <a:chExt cx="0" cy="0"/>
        </a:xfrm>
      </p:grpSpPr>
      <p:pic>
        <p:nvPicPr>
          <p:cNvPr id="11" name="圖片 10">
            <a:extLst>
              <a:ext uri="{FF2B5EF4-FFF2-40B4-BE49-F238E27FC236}">
                <a16:creationId xmlns:a16="http://schemas.microsoft.com/office/drawing/2014/main" id="{FF09B397-3121-D437-B410-3FD48DFA5FF1}"/>
              </a:ext>
            </a:extLst>
          </p:cNvPr>
          <p:cNvPicPr>
            <a:picLocks noChangeAspect="1"/>
          </p:cNvPicPr>
          <p:nvPr userDrawn="1"/>
        </p:nvPicPr>
        <p:blipFill>
          <a:blip r:embed="rId2"/>
          <a:stretch>
            <a:fillRect/>
          </a:stretch>
        </p:blipFill>
        <p:spPr>
          <a:xfrm>
            <a:off x="-1" y="0"/>
            <a:ext cx="12192001" cy="6858000"/>
          </a:xfrm>
          <a:prstGeom prst="rect">
            <a:avLst/>
          </a:prstGeom>
        </p:spPr>
      </p:pic>
      <p:sp>
        <p:nvSpPr>
          <p:cNvPr id="2" name="矩形 1">
            <a:extLst>
              <a:ext uri="{FF2B5EF4-FFF2-40B4-BE49-F238E27FC236}">
                <a16:creationId xmlns:a16="http://schemas.microsoft.com/office/drawing/2014/main" id="{E1CD139B-FF7F-CFD5-4CC2-E84FFE9448A4}"/>
              </a:ext>
            </a:extLst>
          </p:cNvPr>
          <p:cNvSpPr/>
          <p:nvPr userDrawn="1"/>
        </p:nvSpPr>
        <p:spPr>
          <a:xfrm>
            <a:off x="-4671" y="0"/>
            <a:ext cx="12192001" cy="6858000"/>
          </a:xfrm>
          <a:prstGeom prst="rect">
            <a:avLst/>
          </a:prstGeom>
          <a:gradFill flip="none" rotWithShape="1">
            <a:gsLst>
              <a:gs pos="99000">
                <a:srgbClr val="0090D8">
                  <a:alpha val="72000"/>
                </a:srgbClr>
              </a:gs>
              <a:gs pos="0">
                <a:srgbClr val="00B0F0">
                  <a:alpha val="84865"/>
                </a:srgbClr>
              </a:gs>
              <a:gs pos="77000">
                <a:srgbClr val="00A0E4">
                  <a:alpha val="48715"/>
                </a:srgbClr>
              </a:gs>
              <a:gs pos="60000">
                <a:srgbClr val="00B0F0">
                  <a:alpha val="48183"/>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標題 1">
            <a:extLst>
              <a:ext uri="{FF2B5EF4-FFF2-40B4-BE49-F238E27FC236}">
                <a16:creationId xmlns:a16="http://schemas.microsoft.com/office/drawing/2014/main" id="{F6319C2A-D51E-68BB-5C5E-32EC8D53818D}"/>
              </a:ext>
            </a:extLst>
          </p:cNvPr>
          <p:cNvSpPr>
            <a:spLocks noGrp="1"/>
          </p:cNvSpPr>
          <p:nvPr>
            <p:ph type="title"/>
          </p:nvPr>
        </p:nvSpPr>
        <p:spPr>
          <a:xfrm>
            <a:off x="589433" y="274175"/>
            <a:ext cx="11003794" cy="470930"/>
          </a:xfrm>
          <a:prstGeom prst="rect">
            <a:avLst/>
          </a:prstGeom>
        </p:spPr>
        <p:txBody>
          <a:bodyPr anchor="t">
            <a:normAutofit/>
          </a:bodyPr>
          <a:lstStyle>
            <a:lvl1pPr>
              <a:defRPr lang="zh-TW" altLang="en-US" sz="2800" b="1" i="0" kern="1200" spc="200" baseline="0" dirty="0">
                <a:solidFill>
                  <a:schemeClr val="bg1"/>
                </a:solidFill>
                <a:latin typeface="+mj-lt"/>
                <a:ea typeface="Microsoft YaHei" panose="020B0503020204020204" pitchFamily="34" charset="-122"/>
                <a:cs typeface="Arial" panose="020B0604020202020204" pitchFamily="34" charset="0"/>
              </a:defRPr>
            </a:lvl1pPr>
          </a:lstStyle>
          <a:p>
            <a:r>
              <a:rPr lang="zh-TW" altLang="en-US" dirty="0"/>
              <a:t>按一下以編輯母片標題樣式</a:t>
            </a:r>
          </a:p>
        </p:txBody>
      </p:sp>
      <p:sp>
        <p:nvSpPr>
          <p:cNvPr id="10" name="內容版面配置區 2">
            <a:extLst>
              <a:ext uri="{FF2B5EF4-FFF2-40B4-BE49-F238E27FC236}">
                <a16:creationId xmlns:a16="http://schemas.microsoft.com/office/drawing/2014/main" id="{71710FAA-46A7-344E-82D6-1E7B2592B1BA}"/>
              </a:ext>
            </a:extLst>
          </p:cNvPr>
          <p:cNvSpPr>
            <a:spLocks noGrp="1"/>
          </p:cNvSpPr>
          <p:nvPr>
            <p:ph idx="1" hasCustomPrompt="1"/>
          </p:nvPr>
        </p:nvSpPr>
        <p:spPr>
          <a:xfrm>
            <a:off x="589433" y="1019280"/>
            <a:ext cx="11003794" cy="5157683"/>
          </a:xfrm>
          <a:prstGeom prst="rect">
            <a:avLst/>
          </a:prstGeom>
        </p:spPr>
        <p:txBody>
          <a:bodyPr>
            <a:normAutofit/>
          </a:bodyPr>
          <a:lstStyle>
            <a:lvl1pPr>
              <a:buNone/>
              <a:defRPr sz="2800" b="0" i="0" spc="100" baseline="0">
                <a:solidFill>
                  <a:schemeClr val="bg1"/>
                </a:solidFill>
                <a:latin typeface="+mn-lt"/>
                <a:ea typeface="Microsoft YaHei" panose="020B0503020204020204" pitchFamily="34" charset="-122"/>
                <a:cs typeface="Arial" panose="020B0604020202020204" pitchFamily="34" charset="0"/>
              </a:defRPr>
            </a:lvl1pPr>
            <a:lvl2pPr marL="685800" indent="-228600">
              <a:buFont typeface="Wingdings" pitchFamily="2" charset="2"/>
              <a:buChar char="n"/>
              <a:defRPr sz="2000" b="0" i="0" spc="100" baseline="0">
                <a:solidFill>
                  <a:schemeClr val="bg1"/>
                </a:solidFill>
                <a:latin typeface="+mn-lt"/>
                <a:ea typeface="Microsoft YaHei" panose="020B0503020204020204" pitchFamily="34" charset="-122"/>
                <a:cs typeface="Arial" panose="020B0604020202020204" pitchFamily="34" charset="0"/>
              </a:defRPr>
            </a:lvl2pPr>
            <a:lvl3pPr>
              <a:defRPr sz="1800" b="0" i="0" spc="100" baseline="0">
                <a:solidFill>
                  <a:schemeClr val="bg1"/>
                </a:solidFill>
                <a:latin typeface="+mn-lt"/>
                <a:ea typeface="Microsoft YaHei" panose="020B0503020204020204" pitchFamily="34" charset="-122"/>
                <a:cs typeface="Arial" panose="020B0604020202020204" pitchFamily="34" charset="0"/>
              </a:defRPr>
            </a:lvl3pPr>
            <a:lvl4pPr>
              <a:defRPr sz="1600" b="0" i="0" spc="100" baseline="0">
                <a:solidFill>
                  <a:schemeClr val="bg1"/>
                </a:solidFill>
                <a:latin typeface="+mn-lt"/>
                <a:ea typeface="Microsoft YaHei" panose="020B0503020204020204" pitchFamily="34" charset="-122"/>
                <a:cs typeface="Arial" panose="020B0604020202020204" pitchFamily="34" charset="0"/>
              </a:defRPr>
            </a:lvl4pPr>
            <a:lvl5pPr>
              <a:defRPr sz="1600" b="0" i="0" spc="100" baseline="0">
                <a:solidFill>
                  <a:schemeClr val="bg1"/>
                </a:solidFill>
                <a:latin typeface="+mn-lt"/>
                <a:ea typeface="Microsoft YaHei" panose="020B0503020204020204" pitchFamily="34" charset="-122"/>
                <a:cs typeface="Arial" panose="020B0604020202020204" pitchFamily="34" charset="0"/>
              </a:defRPr>
            </a:lvl5pPr>
          </a:lstStyle>
          <a:p>
            <a:pPr lvl="0"/>
            <a:r>
              <a:rPr lang="zh-TW" altLang="en-US" dirty="0"/>
              <a:t>編輯母片文字樣式</a:t>
            </a:r>
          </a:p>
          <a:p>
            <a:pPr lvl="1"/>
            <a:r>
              <a:rPr lang="zh-TW" altLang="en-US" dirty="0"/>
              <a:t> 第二層</a:t>
            </a:r>
          </a:p>
          <a:p>
            <a:pPr lvl="2"/>
            <a:r>
              <a:rPr lang="zh-TW" altLang="en-US" dirty="0"/>
              <a:t>第三層</a:t>
            </a:r>
          </a:p>
          <a:p>
            <a:pPr lvl="3"/>
            <a:r>
              <a:rPr lang="zh-TW" altLang="en-US" dirty="0"/>
              <a:t>第四層</a:t>
            </a:r>
          </a:p>
          <a:p>
            <a:pPr lvl="4"/>
            <a:r>
              <a:rPr lang="zh-TW" altLang="en-US" dirty="0"/>
              <a:t>第五層</a:t>
            </a:r>
          </a:p>
        </p:txBody>
      </p:sp>
      <p:sp>
        <p:nvSpPr>
          <p:cNvPr id="3" name="Holder 6">
            <a:extLst>
              <a:ext uri="{FF2B5EF4-FFF2-40B4-BE49-F238E27FC236}">
                <a16:creationId xmlns:a16="http://schemas.microsoft.com/office/drawing/2014/main" id="{5438E982-4AE1-63DF-E8CB-96CD926C13FF}"/>
              </a:ext>
            </a:extLst>
          </p:cNvPr>
          <p:cNvSpPr>
            <a:spLocks noGrp="1"/>
          </p:cNvSpPr>
          <p:nvPr>
            <p:ph type="sldNum" sz="quarter" idx="4"/>
          </p:nvPr>
        </p:nvSpPr>
        <p:spPr>
          <a:xfrm>
            <a:off x="10972800" y="6500304"/>
            <a:ext cx="660399" cy="169277"/>
          </a:xfrm>
          <a:prstGeom prst="rect">
            <a:avLst/>
          </a:prstGeom>
          <a:noFill/>
        </p:spPr>
        <p:txBody>
          <a:bodyPr wrap="square" lIns="0" tIns="0" rIns="0" bIns="0">
            <a:spAutoFit/>
          </a:bodyPr>
          <a:lstStyle>
            <a:lvl1pPr algn="r">
              <a:defRPr sz="1100" b="1" i="0">
                <a:solidFill>
                  <a:schemeClr val="bg1"/>
                </a:solidFill>
                <a:latin typeface="Microsoft YaHei" panose="020B0503020204020204" pitchFamily="34" charset="-122"/>
                <a:ea typeface="Microsoft YaHei" panose="020B0503020204020204" pitchFamily="34" charset="-122"/>
                <a:cs typeface="Tahoma"/>
              </a:defRPr>
            </a:lvl1pPr>
          </a:lstStyle>
          <a:p>
            <a:pPr marL="50799">
              <a:spcBef>
                <a:spcPts val="133"/>
              </a:spcBef>
            </a:pPr>
            <a:fld id="{81D60167-4931-47E6-BA6A-407CBD079E47}" type="slidenum">
              <a:rPr lang="en-US" altLang="zh-TW" smtClean="0"/>
              <a:pPr marL="50799">
                <a:spcBef>
                  <a:spcPts val="133"/>
                </a:spcBef>
              </a:pPr>
              <a:t>‹#›</a:t>
            </a:fld>
            <a:r>
              <a:rPr lang="en-US" altLang="zh-TW" dirty="0"/>
              <a:t> /</a:t>
            </a:r>
          </a:p>
        </p:txBody>
      </p:sp>
      <p:sp>
        <p:nvSpPr>
          <p:cNvPr id="7" name="頁尾版面配置區 2">
            <a:extLst>
              <a:ext uri="{FF2B5EF4-FFF2-40B4-BE49-F238E27FC236}">
                <a16:creationId xmlns:a16="http://schemas.microsoft.com/office/drawing/2014/main" id="{0E827145-173C-E4AB-8FDF-3D9930BC1E57}"/>
              </a:ext>
            </a:extLst>
          </p:cNvPr>
          <p:cNvSpPr>
            <a:spLocks noGrp="1"/>
          </p:cNvSpPr>
          <p:nvPr>
            <p:ph type="ftr" sz="quarter" idx="3"/>
          </p:nvPr>
        </p:nvSpPr>
        <p:spPr>
          <a:xfrm>
            <a:off x="11431564" y="6501600"/>
            <a:ext cx="660399" cy="167981"/>
          </a:xfrm>
          <a:prstGeom prst="rect">
            <a:avLst/>
          </a:prstGeom>
          <a:noFill/>
        </p:spPr>
        <p:txBody>
          <a:bodyPr anchor="ctr"/>
          <a:lstStyle>
            <a:lvl1pPr algn="ctr">
              <a:defRPr lang="en-US" sz="1100" b="1" i="0" kern="1200" dirty="0">
                <a:solidFill>
                  <a:schemeClr val="bg1"/>
                </a:solidFill>
                <a:latin typeface="Microsoft YaHei" panose="020B0503020204020204" pitchFamily="34" charset="-122"/>
                <a:ea typeface="Microsoft YaHei" panose="020B0503020204020204" pitchFamily="34" charset="-122"/>
                <a:cs typeface="Tahoma"/>
              </a:defRPr>
            </a:lvl1pPr>
          </a:lstStyle>
          <a:p>
            <a:r>
              <a:rPr lang="en-US" altLang="zh-TW" smtClean="0"/>
              <a:t>79</a:t>
            </a:r>
            <a:endParaRPr lang="zh-TW" altLang="en-US" dirty="0"/>
          </a:p>
        </p:txBody>
      </p:sp>
      <p:pic>
        <p:nvPicPr>
          <p:cNvPr id="12" name="圖片 11">
            <a:extLst>
              <a:ext uri="{FF2B5EF4-FFF2-40B4-BE49-F238E27FC236}">
                <a16:creationId xmlns:a16="http://schemas.microsoft.com/office/drawing/2014/main" id="{0C24BF47-F4D7-4E41-9BFC-2147F0BBDBDE}"/>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1406966" y="128024"/>
            <a:ext cx="678599" cy="229786"/>
          </a:xfrm>
          <a:prstGeom prst="rect">
            <a:avLst/>
          </a:prstGeom>
        </p:spPr>
      </p:pic>
      <p:sp>
        <p:nvSpPr>
          <p:cNvPr id="14" name="矩形 13">
            <a:extLst>
              <a:ext uri="{FF2B5EF4-FFF2-40B4-BE49-F238E27FC236}">
                <a16:creationId xmlns:a16="http://schemas.microsoft.com/office/drawing/2014/main" id="{DACC38CB-FE7F-43B2-8F77-380477BD594D}"/>
              </a:ext>
            </a:extLst>
          </p:cNvPr>
          <p:cNvSpPr/>
          <p:nvPr userDrawn="1"/>
        </p:nvSpPr>
        <p:spPr>
          <a:xfrm>
            <a:off x="335360" y="6564257"/>
            <a:ext cx="7284640" cy="140038"/>
          </a:xfrm>
          <a:prstGeom prst="rect">
            <a:avLst/>
          </a:prstGeom>
        </p:spPr>
        <p:txBody>
          <a:bodyPr wrap="square" lIns="0" tIns="0" rIns="0" bIns="0">
            <a:spAutoFit/>
          </a:bodyPr>
          <a:lstStyle/>
          <a:p>
            <a:pPr marL="12700" marR="5080" lvl="0" indent="0" algn="l" rtl="0">
              <a:lnSpc>
                <a:spcPct val="91000"/>
              </a:lnSpc>
              <a:spcBef>
                <a:spcPts val="0"/>
              </a:spcBef>
              <a:spcAft>
                <a:spcPts val="0"/>
              </a:spcAft>
              <a:buClr>
                <a:schemeClr val="lt1"/>
              </a:buClr>
              <a:buSzPts val="1000"/>
              <a:buFont typeface="Arial"/>
              <a:buNone/>
            </a:pPr>
            <a:r>
              <a:rPr lang="en-US" altLang="zh-TW" sz="1000" b="0" i="0" u="none" strike="noStrike" cap="none" dirty="0" smtClean="0">
                <a:solidFill>
                  <a:schemeClr val="lt1"/>
                </a:solidFill>
                <a:latin typeface="+mn-lt"/>
                <a:ea typeface="Arial"/>
                <a:cs typeface="Arial"/>
                <a:sym typeface="Arial"/>
              </a:rPr>
              <a:t>© 2024  FIH Mobile Limited. All rights reserved. </a:t>
            </a:r>
            <a:endParaRPr lang="en-US" altLang="zh-TW" sz="1000" dirty="0"/>
          </a:p>
        </p:txBody>
      </p:sp>
    </p:spTree>
    <p:extLst>
      <p:ext uri="{BB962C8B-B14F-4D97-AF65-F5344CB8AC3E}">
        <p14:creationId xmlns:p14="http://schemas.microsoft.com/office/powerpoint/2010/main" val="1302302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_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E83A75B-6F73-EDCF-C3F3-FB55ED0A94BD}"/>
              </a:ext>
            </a:extLst>
          </p:cNvPr>
          <p:cNvSpPr/>
          <p:nvPr userDrawn="1"/>
        </p:nvSpPr>
        <p:spPr>
          <a:xfrm>
            <a:off x="-12701" y="0"/>
            <a:ext cx="12204701" cy="6858000"/>
          </a:xfrm>
          <a:prstGeom prst="rect">
            <a:avLst/>
          </a:prstGeom>
          <a:gradFill flip="none" rotWithShape="1">
            <a:gsLst>
              <a:gs pos="83000">
                <a:srgbClr val="0090D8">
                  <a:alpha val="79000"/>
                </a:srgbClr>
              </a:gs>
              <a:gs pos="46000">
                <a:srgbClr val="0090D8">
                  <a:alpha val="0"/>
                </a:srgbClr>
              </a:gs>
              <a:gs pos="56000">
                <a:srgbClr val="0090D8">
                  <a:alpha val="0"/>
                </a:srgbClr>
              </a:gs>
              <a:gs pos="0">
                <a:srgbClr val="00B0F0"/>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5" name="Holder 6">
            <a:extLst>
              <a:ext uri="{FF2B5EF4-FFF2-40B4-BE49-F238E27FC236}">
                <a16:creationId xmlns:a16="http://schemas.microsoft.com/office/drawing/2014/main" id="{F8313991-7EF2-A1DB-7D9E-EB23B302FE49}"/>
              </a:ext>
            </a:extLst>
          </p:cNvPr>
          <p:cNvSpPr>
            <a:spLocks noGrp="1"/>
          </p:cNvSpPr>
          <p:nvPr>
            <p:ph type="sldNum" sz="quarter" idx="4"/>
          </p:nvPr>
        </p:nvSpPr>
        <p:spPr>
          <a:xfrm>
            <a:off x="10972800" y="6500304"/>
            <a:ext cx="660399" cy="169277"/>
          </a:xfrm>
          <a:prstGeom prst="rect">
            <a:avLst/>
          </a:prstGeom>
          <a:noFill/>
        </p:spPr>
        <p:txBody>
          <a:bodyPr wrap="square" lIns="0" tIns="0" rIns="0" bIns="0">
            <a:spAutoFit/>
          </a:bodyPr>
          <a:lstStyle>
            <a:lvl1pPr algn="r">
              <a:defRPr sz="1100" b="1" i="0">
                <a:solidFill>
                  <a:schemeClr val="bg1"/>
                </a:solidFill>
                <a:latin typeface="Microsoft YaHei" panose="020B0503020204020204" pitchFamily="34" charset="-122"/>
                <a:ea typeface="Microsoft YaHei" panose="020B0503020204020204" pitchFamily="34" charset="-122"/>
                <a:cs typeface="Tahoma"/>
              </a:defRPr>
            </a:lvl1pPr>
          </a:lstStyle>
          <a:p>
            <a:pPr marL="50799">
              <a:spcBef>
                <a:spcPts val="133"/>
              </a:spcBef>
            </a:pPr>
            <a:fld id="{81D60167-4931-47E6-BA6A-407CBD079E47}" type="slidenum">
              <a:rPr lang="en-US" altLang="zh-TW" smtClean="0"/>
              <a:pPr marL="50799">
                <a:spcBef>
                  <a:spcPts val="133"/>
                </a:spcBef>
              </a:pPr>
              <a:t>‹#›</a:t>
            </a:fld>
            <a:r>
              <a:rPr lang="en-US" altLang="zh-TW" dirty="0"/>
              <a:t> /</a:t>
            </a:r>
          </a:p>
        </p:txBody>
      </p:sp>
      <p:sp>
        <p:nvSpPr>
          <p:cNvPr id="6" name="頁尾版面配置區 2">
            <a:extLst>
              <a:ext uri="{FF2B5EF4-FFF2-40B4-BE49-F238E27FC236}">
                <a16:creationId xmlns:a16="http://schemas.microsoft.com/office/drawing/2014/main" id="{50CE8BF0-3692-8DC1-AB85-B39DD8990E82}"/>
              </a:ext>
            </a:extLst>
          </p:cNvPr>
          <p:cNvSpPr>
            <a:spLocks noGrp="1"/>
          </p:cNvSpPr>
          <p:nvPr>
            <p:ph type="ftr" sz="quarter" idx="3"/>
          </p:nvPr>
        </p:nvSpPr>
        <p:spPr>
          <a:xfrm>
            <a:off x="11431564" y="6501600"/>
            <a:ext cx="660399" cy="167981"/>
          </a:xfrm>
          <a:prstGeom prst="rect">
            <a:avLst/>
          </a:prstGeom>
          <a:noFill/>
        </p:spPr>
        <p:txBody>
          <a:bodyPr anchor="ctr"/>
          <a:lstStyle>
            <a:lvl1pPr algn="ctr">
              <a:defRPr lang="en-US" sz="1100" b="1" i="0" kern="1200" dirty="0">
                <a:solidFill>
                  <a:schemeClr val="bg1"/>
                </a:solidFill>
                <a:latin typeface="Microsoft YaHei" panose="020B0503020204020204" pitchFamily="34" charset="-122"/>
                <a:ea typeface="Microsoft YaHei" panose="020B0503020204020204" pitchFamily="34" charset="-122"/>
                <a:cs typeface="Tahoma"/>
              </a:defRPr>
            </a:lvl1pPr>
          </a:lstStyle>
          <a:p>
            <a:r>
              <a:rPr lang="en-US" altLang="zh-TW" smtClean="0"/>
              <a:t>79</a:t>
            </a:r>
            <a:endParaRPr lang="zh-TW" altLang="en-US" dirty="0"/>
          </a:p>
        </p:txBody>
      </p:sp>
      <p:grpSp>
        <p:nvGrpSpPr>
          <p:cNvPr id="8" name="圖形 20">
            <a:extLst>
              <a:ext uri="{FF2B5EF4-FFF2-40B4-BE49-F238E27FC236}">
                <a16:creationId xmlns:a16="http://schemas.microsoft.com/office/drawing/2014/main" id="{5264E337-664B-4457-8864-DE4E9FB63F88}"/>
              </a:ext>
            </a:extLst>
          </p:cNvPr>
          <p:cNvGrpSpPr/>
          <p:nvPr userDrawn="1"/>
        </p:nvGrpSpPr>
        <p:grpSpPr>
          <a:xfrm>
            <a:off x="7308808" y="5652740"/>
            <a:ext cx="410111" cy="409547"/>
            <a:chOff x="8806326" y="6007964"/>
            <a:chExt cx="505337" cy="504642"/>
          </a:xfrm>
          <a:gradFill flip="none" rotWithShape="1">
            <a:gsLst>
              <a:gs pos="95000">
                <a:srgbClr val="0B77FF"/>
              </a:gs>
              <a:gs pos="0">
                <a:srgbClr val="06EEFD"/>
              </a:gs>
            </a:gsLst>
            <a:lin ang="16200000" scaled="1"/>
            <a:tileRect/>
          </a:gradFill>
        </p:grpSpPr>
        <p:sp>
          <p:nvSpPr>
            <p:cNvPr id="11" name="手繪多邊形 150">
              <a:extLst>
                <a:ext uri="{FF2B5EF4-FFF2-40B4-BE49-F238E27FC236}">
                  <a16:creationId xmlns:a16="http://schemas.microsoft.com/office/drawing/2014/main" id="{E9988E46-6E00-4254-A0CE-04BB47F38F20}"/>
                </a:ext>
              </a:extLst>
            </p:cNvPr>
            <p:cNvSpPr/>
            <p:nvPr/>
          </p:nvSpPr>
          <p:spPr>
            <a:xfrm>
              <a:off x="8806326" y="6007964"/>
              <a:ext cx="505337" cy="504642"/>
            </a:xfrm>
            <a:custGeom>
              <a:avLst/>
              <a:gdLst>
                <a:gd name="connsiteX0" fmla="*/ 502251 w 505337"/>
                <a:gd name="connsiteY0" fmla="*/ 371198 h 504642"/>
                <a:gd name="connsiteX1" fmla="*/ 427671 w 505337"/>
                <a:gd name="connsiteY1" fmla="*/ 282040 h 504642"/>
                <a:gd name="connsiteX2" fmla="*/ 418349 w 505337"/>
                <a:gd name="connsiteY2" fmla="*/ 276796 h 504642"/>
                <a:gd name="connsiteX3" fmla="*/ 418349 w 505337"/>
                <a:gd name="connsiteY3" fmla="*/ 276796 h 504642"/>
                <a:gd name="connsiteX4" fmla="*/ 404365 w 505337"/>
                <a:gd name="connsiteY4" fmla="*/ 281458 h 504642"/>
                <a:gd name="connsiteX5" fmla="*/ 351926 w 505337"/>
                <a:gd name="connsiteY5" fmla="*/ 325162 h 504642"/>
                <a:gd name="connsiteX6" fmla="*/ 344351 w 505337"/>
                <a:gd name="connsiteY6" fmla="*/ 315839 h 504642"/>
                <a:gd name="connsiteX7" fmla="*/ 413105 w 505337"/>
                <a:gd name="connsiteY7" fmla="*/ 258731 h 504642"/>
                <a:gd name="connsiteX8" fmla="*/ 424758 w 505337"/>
                <a:gd name="connsiteY8" fmla="*/ 237753 h 504642"/>
                <a:gd name="connsiteX9" fmla="*/ 412522 w 505337"/>
                <a:gd name="connsiteY9" fmla="*/ 205703 h 504642"/>
                <a:gd name="connsiteX10" fmla="*/ 346099 w 505337"/>
                <a:gd name="connsiteY10" fmla="*/ 126452 h 504642"/>
                <a:gd name="connsiteX11" fmla="*/ 321045 w 505337"/>
                <a:gd name="connsiteY11" fmla="*/ 110718 h 504642"/>
                <a:gd name="connsiteX12" fmla="*/ 293660 w 505337"/>
                <a:gd name="connsiteY12" fmla="*/ 116546 h 504642"/>
                <a:gd name="connsiteX13" fmla="*/ 225489 w 505337"/>
                <a:gd name="connsiteY13" fmla="*/ 172487 h 504642"/>
                <a:gd name="connsiteX14" fmla="*/ 216749 w 505337"/>
                <a:gd name="connsiteY14" fmla="*/ 161416 h 504642"/>
                <a:gd name="connsiteX15" fmla="*/ 269771 w 505337"/>
                <a:gd name="connsiteY15" fmla="*/ 117128 h 504642"/>
                <a:gd name="connsiteX16" fmla="*/ 273849 w 505337"/>
                <a:gd name="connsiteY16" fmla="*/ 93819 h 504642"/>
                <a:gd name="connsiteX17" fmla="*/ 198686 w 505337"/>
                <a:gd name="connsiteY17" fmla="*/ 5245 h 504642"/>
                <a:gd name="connsiteX18" fmla="*/ 189364 w 505337"/>
                <a:gd name="connsiteY18" fmla="*/ 0 h 504642"/>
                <a:gd name="connsiteX19" fmla="*/ 175380 w 505337"/>
                <a:gd name="connsiteY19" fmla="*/ 5245 h 504642"/>
                <a:gd name="connsiteX20" fmla="*/ 55935 w 505337"/>
                <a:gd name="connsiteY20" fmla="*/ 106057 h 504642"/>
                <a:gd name="connsiteX21" fmla="*/ 51857 w 505337"/>
                <a:gd name="connsiteY21" fmla="*/ 129366 h 504642"/>
                <a:gd name="connsiteX22" fmla="*/ 126437 w 505337"/>
                <a:gd name="connsiteY22" fmla="*/ 217940 h 504642"/>
                <a:gd name="connsiteX23" fmla="*/ 135759 w 505337"/>
                <a:gd name="connsiteY23" fmla="*/ 223185 h 504642"/>
                <a:gd name="connsiteX24" fmla="*/ 135759 w 505337"/>
                <a:gd name="connsiteY24" fmla="*/ 223185 h 504642"/>
                <a:gd name="connsiteX25" fmla="*/ 149743 w 505337"/>
                <a:gd name="connsiteY25" fmla="*/ 218523 h 504642"/>
                <a:gd name="connsiteX26" fmla="*/ 202182 w 505337"/>
                <a:gd name="connsiteY26" fmla="*/ 174818 h 504642"/>
                <a:gd name="connsiteX27" fmla="*/ 210922 w 505337"/>
                <a:gd name="connsiteY27" fmla="*/ 185890 h 504642"/>
                <a:gd name="connsiteX28" fmla="*/ 134011 w 505337"/>
                <a:gd name="connsiteY28" fmla="*/ 250573 h 504642"/>
                <a:gd name="connsiteX29" fmla="*/ 134594 w 505337"/>
                <a:gd name="connsiteY29" fmla="*/ 304184 h 504642"/>
                <a:gd name="connsiteX30" fmla="*/ 143917 w 505337"/>
                <a:gd name="connsiteY30" fmla="*/ 315839 h 504642"/>
                <a:gd name="connsiteX31" fmla="*/ 120610 w 505337"/>
                <a:gd name="connsiteY31" fmla="*/ 335651 h 504642"/>
                <a:gd name="connsiteX32" fmla="*/ 12818 w 505337"/>
                <a:gd name="connsiteY32" fmla="*/ 323414 h 504642"/>
                <a:gd name="connsiteX33" fmla="*/ 0 w 505337"/>
                <a:gd name="connsiteY33" fmla="*/ 327493 h 504642"/>
                <a:gd name="connsiteX34" fmla="*/ 66423 w 505337"/>
                <a:gd name="connsiteY34" fmla="*/ 406744 h 504642"/>
                <a:gd name="connsiteX35" fmla="*/ 50109 w 505337"/>
                <a:gd name="connsiteY35" fmla="*/ 419564 h 504642"/>
                <a:gd name="connsiteX36" fmla="*/ 48943 w 505337"/>
                <a:gd name="connsiteY36" fmla="*/ 438794 h 504642"/>
                <a:gd name="connsiteX37" fmla="*/ 68754 w 505337"/>
                <a:gd name="connsiteY37" fmla="*/ 440542 h 504642"/>
                <a:gd name="connsiteX38" fmla="*/ 84485 w 505337"/>
                <a:gd name="connsiteY38" fmla="*/ 427140 h 504642"/>
                <a:gd name="connsiteX39" fmla="*/ 149743 w 505337"/>
                <a:gd name="connsiteY39" fmla="*/ 504642 h 504642"/>
                <a:gd name="connsiteX40" fmla="*/ 155570 w 505337"/>
                <a:gd name="connsiteY40" fmla="*/ 492988 h 504642"/>
                <a:gd name="connsiteX41" fmla="*/ 165475 w 505337"/>
                <a:gd name="connsiteY41" fmla="*/ 391011 h 504642"/>
                <a:gd name="connsiteX42" fmla="*/ 191112 w 505337"/>
                <a:gd name="connsiteY42" fmla="*/ 369450 h 504642"/>
                <a:gd name="connsiteX43" fmla="*/ 202182 w 505337"/>
                <a:gd name="connsiteY43" fmla="*/ 382852 h 504642"/>
                <a:gd name="connsiteX44" fmla="*/ 228985 w 505337"/>
                <a:gd name="connsiteY44" fmla="*/ 398003 h 504642"/>
                <a:gd name="connsiteX45" fmla="*/ 230150 w 505337"/>
                <a:gd name="connsiteY45" fmla="*/ 398003 h 504642"/>
                <a:gd name="connsiteX46" fmla="*/ 261031 w 505337"/>
                <a:gd name="connsiteY46" fmla="*/ 387514 h 504642"/>
                <a:gd name="connsiteX47" fmla="*/ 330950 w 505337"/>
                <a:gd name="connsiteY47" fmla="*/ 329241 h 504642"/>
                <a:gd name="connsiteX48" fmla="*/ 338524 w 505337"/>
                <a:gd name="connsiteY48" fmla="*/ 338565 h 504642"/>
                <a:gd name="connsiteX49" fmla="*/ 285503 w 505337"/>
                <a:gd name="connsiteY49" fmla="*/ 382852 h 504642"/>
                <a:gd name="connsiteX50" fmla="*/ 278511 w 505337"/>
                <a:gd name="connsiteY50" fmla="*/ 392759 h 504642"/>
                <a:gd name="connsiteX51" fmla="*/ 281424 w 505337"/>
                <a:gd name="connsiteY51" fmla="*/ 406744 h 504642"/>
                <a:gd name="connsiteX52" fmla="*/ 356004 w 505337"/>
                <a:gd name="connsiteY52" fmla="*/ 495902 h 504642"/>
                <a:gd name="connsiteX53" fmla="*/ 365327 w 505337"/>
                <a:gd name="connsiteY53" fmla="*/ 501146 h 504642"/>
                <a:gd name="connsiteX54" fmla="*/ 365327 w 505337"/>
                <a:gd name="connsiteY54" fmla="*/ 501146 h 504642"/>
                <a:gd name="connsiteX55" fmla="*/ 379311 w 505337"/>
                <a:gd name="connsiteY55" fmla="*/ 496484 h 504642"/>
                <a:gd name="connsiteX56" fmla="*/ 499338 w 505337"/>
                <a:gd name="connsiteY56" fmla="*/ 396255 h 504642"/>
                <a:gd name="connsiteX57" fmla="*/ 502251 w 505337"/>
                <a:gd name="connsiteY57" fmla="*/ 371198 h 504642"/>
                <a:gd name="connsiteX58" fmla="*/ 204513 w 505337"/>
                <a:gd name="connsiteY58" fmla="*/ 146265 h 504642"/>
                <a:gd name="connsiteX59" fmla="*/ 176545 w 505337"/>
                <a:gd name="connsiteY59" fmla="*/ 113049 h 504642"/>
                <a:gd name="connsiteX60" fmla="*/ 227819 w 505337"/>
                <a:gd name="connsiteY60" fmla="*/ 69927 h 504642"/>
                <a:gd name="connsiteX61" fmla="*/ 255787 w 505337"/>
                <a:gd name="connsiteY61" fmla="*/ 103143 h 504642"/>
                <a:gd name="connsiteX62" fmla="*/ 204513 w 505337"/>
                <a:gd name="connsiteY62" fmla="*/ 146265 h 504642"/>
                <a:gd name="connsiteX63" fmla="*/ 187616 w 505337"/>
                <a:gd name="connsiteY63" fmla="*/ 21561 h 504642"/>
                <a:gd name="connsiteX64" fmla="*/ 216166 w 505337"/>
                <a:gd name="connsiteY64" fmla="*/ 55359 h 504642"/>
                <a:gd name="connsiteX65" fmla="*/ 164892 w 505337"/>
                <a:gd name="connsiteY65" fmla="*/ 98481 h 504642"/>
                <a:gd name="connsiteX66" fmla="*/ 136342 w 505337"/>
                <a:gd name="connsiteY66" fmla="*/ 64683 h 504642"/>
                <a:gd name="connsiteX67" fmla="*/ 187616 w 505337"/>
                <a:gd name="connsiteY67" fmla="*/ 21561 h 504642"/>
                <a:gd name="connsiteX68" fmla="*/ 120610 w 505337"/>
                <a:gd name="connsiteY68" fmla="*/ 76920 h 504642"/>
                <a:gd name="connsiteX69" fmla="*/ 149161 w 505337"/>
                <a:gd name="connsiteY69" fmla="*/ 110718 h 504642"/>
                <a:gd name="connsiteX70" fmla="*/ 98469 w 505337"/>
                <a:gd name="connsiteY70" fmla="*/ 153257 h 504642"/>
                <a:gd name="connsiteX71" fmla="*/ 69919 w 505337"/>
                <a:gd name="connsiteY71" fmla="*/ 119459 h 504642"/>
                <a:gd name="connsiteX72" fmla="*/ 120610 w 505337"/>
                <a:gd name="connsiteY72" fmla="*/ 76920 h 504642"/>
                <a:gd name="connsiteX73" fmla="*/ 138673 w 505337"/>
                <a:gd name="connsiteY73" fmla="*/ 201624 h 504642"/>
                <a:gd name="connsiteX74" fmla="*/ 110705 w 505337"/>
                <a:gd name="connsiteY74" fmla="*/ 168408 h 504642"/>
                <a:gd name="connsiteX75" fmla="*/ 161396 w 505337"/>
                <a:gd name="connsiteY75" fmla="*/ 125869 h 504642"/>
                <a:gd name="connsiteX76" fmla="*/ 189364 w 505337"/>
                <a:gd name="connsiteY76" fmla="*/ 159085 h 504642"/>
                <a:gd name="connsiteX77" fmla="*/ 138673 w 505337"/>
                <a:gd name="connsiteY77" fmla="*/ 201624 h 504642"/>
                <a:gd name="connsiteX78" fmla="*/ 143917 w 505337"/>
                <a:gd name="connsiteY78" fmla="*/ 471427 h 504642"/>
                <a:gd name="connsiteX79" fmla="*/ 30881 w 505337"/>
                <a:gd name="connsiteY79" fmla="*/ 335069 h 504642"/>
                <a:gd name="connsiteX80" fmla="*/ 132846 w 505337"/>
                <a:gd name="connsiteY80" fmla="*/ 365370 h 504642"/>
                <a:gd name="connsiteX81" fmla="*/ 143917 w 505337"/>
                <a:gd name="connsiteY81" fmla="*/ 471427 h 504642"/>
                <a:gd name="connsiteX82" fmla="*/ 153822 w 505337"/>
                <a:gd name="connsiteY82" fmla="*/ 367701 h 504642"/>
                <a:gd name="connsiteX83" fmla="*/ 145082 w 505337"/>
                <a:gd name="connsiteY83" fmla="*/ 354299 h 504642"/>
                <a:gd name="connsiteX84" fmla="*/ 138090 w 505337"/>
                <a:gd name="connsiteY84" fmla="*/ 347306 h 504642"/>
                <a:gd name="connsiteX85" fmla="*/ 157900 w 505337"/>
                <a:gd name="connsiteY85" fmla="*/ 330990 h 504642"/>
                <a:gd name="connsiteX86" fmla="*/ 174215 w 505337"/>
                <a:gd name="connsiteY86" fmla="*/ 350802 h 504642"/>
                <a:gd name="connsiteX87" fmla="*/ 153822 w 505337"/>
                <a:gd name="connsiteY87" fmla="*/ 367701 h 504642"/>
                <a:gd name="connsiteX88" fmla="*/ 245882 w 505337"/>
                <a:gd name="connsiteY88" fmla="*/ 371781 h 504642"/>
                <a:gd name="connsiteX89" fmla="*/ 229567 w 505337"/>
                <a:gd name="connsiteY89" fmla="*/ 377608 h 504642"/>
                <a:gd name="connsiteX90" fmla="*/ 215584 w 505337"/>
                <a:gd name="connsiteY90" fmla="*/ 369450 h 504642"/>
                <a:gd name="connsiteX91" fmla="*/ 149161 w 505337"/>
                <a:gd name="connsiteY91" fmla="*/ 290199 h 504642"/>
                <a:gd name="connsiteX92" fmla="*/ 146247 w 505337"/>
                <a:gd name="connsiteY92" fmla="*/ 264559 h 504642"/>
                <a:gd name="connsiteX93" fmla="*/ 307061 w 505337"/>
                <a:gd name="connsiteY93" fmla="*/ 131114 h 504642"/>
                <a:gd name="connsiteX94" fmla="*/ 307061 w 505337"/>
                <a:gd name="connsiteY94" fmla="*/ 131114 h 504642"/>
                <a:gd name="connsiteX95" fmla="*/ 314635 w 505337"/>
                <a:gd name="connsiteY95" fmla="*/ 128783 h 504642"/>
                <a:gd name="connsiteX96" fmla="*/ 316966 w 505337"/>
                <a:gd name="connsiteY96" fmla="*/ 128783 h 504642"/>
                <a:gd name="connsiteX97" fmla="*/ 331533 w 505337"/>
                <a:gd name="connsiteY97" fmla="*/ 137524 h 504642"/>
                <a:gd name="connsiteX98" fmla="*/ 397956 w 505337"/>
                <a:gd name="connsiteY98" fmla="*/ 216775 h 504642"/>
                <a:gd name="connsiteX99" fmla="*/ 405530 w 505337"/>
                <a:gd name="connsiteY99" fmla="*/ 234257 h 504642"/>
                <a:gd name="connsiteX100" fmla="*/ 400869 w 505337"/>
                <a:gd name="connsiteY100" fmla="*/ 241832 h 504642"/>
                <a:gd name="connsiteX101" fmla="*/ 245882 w 505337"/>
                <a:gd name="connsiteY101" fmla="*/ 371781 h 504642"/>
                <a:gd name="connsiteX102" fmla="*/ 415435 w 505337"/>
                <a:gd name="connsiteY102" fmla="*/ 298357 h 504642"/>
                <a:gd name="connsiteX103" fmla="*/ 443986 w 505337"/>
                <a:gd name="connsiteY103" fmla="*/ 332155 h 504642"/>
                <a:gd name="connsiteX104" fmla="*/ 393294 w 505337"/>
                <a:gd name="connsiteY104" fmla="*/ 374694 h 504642"/>
                <a:gd name="connsiteX105" fmla="*/ 364744 w 505337"/>
                <a:gd name="connsiteY105" fmla="*/ 340896 h 504642"/>
                <a:gd name="connsiteX106" fmla="*/ 415435 w 505337"/>
                <a:gd name="connsiteY106" fmla="*/ 298357 h 504642"/>
                <a:gd name="connsiteX107" fmla="*/ 349012 w 505337"/>
                <a:gd name="connsiteY107" fmla="*/ 353133 h 504642"/>
                <a:gd name="connsiteX108" fmla="*/ 377563 w 505337"/>
                <a:gd name="connsiteY108" fmla="*/ 386931 h 504642"/>
                <a:gd name="connsiteX109" fmla="*/ 326289 w 505337"/>
                <a:gd name="connsiteY109" fmla="*/ 430053 h 504642"/>
                <a:gd name="connsiteX110" fmla="*/ 297738 w 505337"/>
                <a:gd name="connsiteY110" fmla="*/ 396255 h 504642"/>
                <a:gd name="connsiteX111" fmla="*/ 349012 w 505337"/>
                <a:gd name="connsiteY111" fmla="*/ 353133 h 504642"/>
                <a:gd name="connsiteX112" fmla="*/ 366492 w 505337"/>
                <a:gd name="connsiteY112" fmla="*/ 478420 h 504642"/>
                <a:gd name="connsiteX113" fmla="*/ 338524 w 505337"/>
                <a:gd name="connsiteY113" fmla="*/ 445204 h 504642"/>
                <a:gd name="connsiteX114" fmla="*/ 389798 w 505337"/>
                <a:gd name="connsiteY114" fmla="*/ 402082 h 504642"/>
                <a:gd name="connsiteX115" fmla="*/ 417766 w 505337"/>
                <a:gd name="connsiteY115" fmla="*/ 435298 h 504642"/>
                <a:gd name="connsiteX116" fmla="*/ 366492 w 505337"/>
                <a:gd name="connsiteY116" fmla="*/ 478420 h 504642"/>
                <a:gd name="connsiteX117" fmla="*/ 433498 w 505337"/>
                <a:gd name="connsiteY117" fmla="*/ 422478 h 504642"/>
                <a:gd name="connsiteX118" fmla="*/ 405530 w 505337"/>
                <a:gd name="connsiteY118" fmla="*/ 389262 h 504642"/>
                <a:gd name="connsiteX119" fmla="*/ 456221 w 505337"/>
                <a:gd name="connsiteY119" fmla="*/ 346723 h 504642"/>
                <a:gd name="connsiteX120" fmla="*/ 484189 w 505337"/>
                <a:gd name="connsiteY120" fmla="*/ 379939 h 504642"/>
                <a:gd name="connsiteX121" fmla="*/ 433498 w 505337"/>
                <a:gd name="connsiteY121" fmla="*/ 422478 h 50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05337" h="504642">
                  <a:moveTo>
                    <a:pt x="502251" y="371198"/>
                  </a:moveTo>
                  <a:lnTo>
                    <a:pt x="427671" y="282040"/>
                  </a:lnTo>
                  <a:cubicBezTo>
                    <a:pt x="425341" y="279709"/>
                    <a:pt x="421845" y="277379"/>
                    <a:pt x="418349" y="276796"/>
                  </a:cubicBezTo>
                  <a:lnTo>
                    <a:pt x="418349" y="276796"/>
                  </a:lnTo>
                  <a:cubicBezTo>
                    <a:pt x="413687" y="276213"/>
                    <a:pt x="409026" y="277961"/>
                    <a:pt x="404365" y="281458"/>
                  </a:cubicBezTo>
                  <a:lnTo>
                    <a:pt x="351926" y="325162"/>
                  </a:lnTo>
                  <a:lnTo>
                    <a:pt x="344351" y="315839"/>
                  </a:lnTo>
                  <a:lnTo>
                    <a:pt x="413105" y="258731"/>
                  </a:lnTo>
                  <a:cubicBezTo>
                    <a:pt x="420097" y="252904"/>
                    <a:pt x="424175" y="245911"/>
                    <a:pt x="424758" y="237753"/>
                  </a:cubicBezTo>
                  <a:cubicBezTo>
                    <a:pt x="425923" y="227264"/>
                    <a:pt x="421845" y="215609"/>
                    <a:pt x="412522" y="205703"/>
                  </a:cubicBezTo>
                  <a:lnTo>
                    <a:pt x="346099" y="126452"/>
                  </a:lnTo>
                  <a:cubicBezTo>
                    <a:pt x="339107" y="118294"/>
                    <a:pt x="330367" y="112467"/>
                    <a:pt x="321045" y="110718"/>
                  </a:cubicBezTo>
                  <a:cubicBezTo>
                    <a:pt x="310557" y="108387"/>
                    <a:pt x="301234" y="110718"/>
                    <a:pt x="293660" y="116546"/>
                  </a:cubicBezTo>
                  <a:lnTo>
                    <a:pt x="225489" y="172487"/>
                  </a:lnTo>
                  <a:lnTo>
                    <a:pt x="216749" y="161416"/>
                  </a:lnTo>
                  <a:lnTo>
                    <a:pt x="269771" y="117128"/>
                  </a:lnTo>
                  <a:cubicBezTo>
                    <a:pt x="277345" y="110718"/>
                    <a:pt x="279093" y="100229"/>
                    <a:pt x="273849" y="93819"/>
                  </a:cubicBezTo>
                  <a:lnTo>
                    <a:pt x="198686" y="5245"/>
                  </a:lnTo>
                  <a:cubicBezTo>
                    <a:pt x="195773" y="2914"/>
                    <a:pt x="192860" y="583"/>
                    <a:pt x="189364" y="0"/>
                  </a:cubicBezTo>
                  <a:cubicBezTo>
                    <a:pt x="184703" y="0"/>
                    <a:pt x="180041" y="1748"/>
                    <a:pt x="175380" y="5245"/>
                  </a:cubicBezTo>
                  <a:lnTo>
                    <a:pt x="55935" y="106057"/>
                  </a:lnTo>
                  <a:cubicBezTo>
                    <a:pt x="48361" y="112467"/>
                    <a:pt x="46613" y="122956"/>
                    <a:pt x="51857" y="129366"/>
                  </a:cubicBezTo>
                  <a:lnTo>
                    <a:pt x="126437" y="217940"/>
                  </a:lnTo>
                  <a:cubicBezTo>
                    <a:pt x="128767" y="220271"/>
                    <a:pt x="132263" y="222602"/>
                    <a:pt x="135759" y="223185"/>
                  </a:cubicBezTo>
                  <a:lnTo>
                    <a:pt x="135759" y="223185"/>
                  </a:lnTo>
                  <a:cubicBezTo>
                    <a:pt x="140421" y="223768"/>
                    <a:pt x="145082" y="222019"/>
                    <a:pt x="149743" y="218523"/>
                  </a:cubicBezTo>
                  <a:lnTo>
                    <a:pt x="202182" y="174818"/>
                  </a:lnTo>
                  <a:lnTo>
                    <a:pt x="210922" y="185890"/>
                  </a:lnTo>
                  <a:lnTo>
                    <a:pt x="134011" y="250573"/>
                  </a:lnTo>
                  <a:cubicBezTo>
                    <a:pt x="120028" y="262810"/>
                    <a:pt x="120028" y="286702"/>
                    <a:pt x="134594" y="304184"/>
                  </a:cubicBezTo>
                  <a:lnTo>
                    <a:pt x="143917" y="315839"/>
                  </a:lnTo>
                  <a:lnTo>
                    <a:pt x="120610" y="335651"/>
                  </a:lnTo>
                  <a:cubicBezTo>
                    <a:pt x="87981" y="316421"/>
                    <a:pt x="44282" y="314090"/>
                    <a:pt x="12818" y="323414"/>
                  </a:cubicBezTo>
                  <a:lnTo>
                    <a:pt x="0" y="327493"/>
                  </a:lnTo>
                  <a:lnTo>
                    <a:pt x="66423" y="406744"/>
                  </a:lnTo>
                  <a:lnTo>
                    <a:pt x="50109" y="419564"/>
                  </a:lnTo>
                  <a:cubicBezTo>
                    <a:pt x="44282" y="424226"/>
                    <a:pt x="43699" y="432967"/>
                    <a:pt x="48943" y="438794"/>
                  </a:cubicBezTo>
                  <a:cubicBezTo>
                    <a:pt x="53605" y="444622"/>
                    <a:pt x="62344" y="445787"/>
                    <a:pt x="68754" y="440542"/>
                  </a:cubicBezTo>
                  <a:lnTo>
                    <a:pt x="84485" y="427140"/>
                  </a:lnTo>
                  <a:lnTo>
                    <a:pt x="149743" y="504642"/>
                  </a:lnTo>
                  <a:lnTo>
                    <a:pt x="155570" y="492988"/>
                  </a:lnTo>
                  <a:cubicBezTo>
                    <a:pt x="170136" y="465017"/>
                    <a:pt x="175380" y="425391"/>
                    <a:pt x="165475" y="391011"/>
                  </a:cubicBezTo>
                  <a:lnTo>
                    <a:pt x="191112" y="369450"/>
                  </a:lnTo>
                  <a:lnTo>
                    <a:pt x="202182" y="382852"/>
                  </a:lnTo>
                  <a:cubicBezTo>
                    <a:pt x="209757" y="391593"/>
                    <a:pt x="219080" y="396838"/>
                    <a:pt x="228985" y="398003"/>
                  </a:cubicBezTo>
                  <a:cubicBezTo>
                    <a:pt x="229567" y="398003"/>
                    <a:pt x="229567" y="398003"/>
                    <a:pt x="230150" y="398003"/>
                  </a:cubicBezTo>
                  <a:cubicBezTo>
                    <a:pt x="240638" y="399169"/>
                    <a:pt x="251708" y="395090"/>
                    <a:pt x="261031" y="387514"/>
                  </a:cubicBezTo>
                  <a:lnTo>
                    <a:pt x="330950" y="329241"/>
                  </a:lnTo>
                  <a:lnTo>
                    <a:pt x="338524" y="338565"/>
                  </a:lnTo>
                  <a:lnTo>
                    <a:pt x="285503" y="382852"/>
                  </a:lnTo>
                  <a:cubicBezTo>
                    <a:pt x="282589" y="385183"/>
                    <a:pt x="280259" y="388680"/>
                    <a:pt x="278511" y="392759"/>
                  </a:cubicBezTo>
                  <a:cubicBezTo>
                    <a:pt x="276763" y="398003"/>
                    <a:pt x="277928" y="402665"/>
                    <a:pt x="281424" y="406744"/>
                  </a:cubicBezTo>
                  <a:lnTo>
                    <a:pt x="356004" y="495902"/>
                  </a:lnTo>
                  <a:cubicBezTo>
                    <a:pt x="358335" y="498232"/>
                    <a:pt x="361831" y="500563"/>
                    <a:pt x="365327" y="501146"/>
                  </a:cubicBezTo>
                  <a:lnTo>
                    <a:pt x="365327" y="501146"/>
                  </a:lnTo>
                  <a:cubicBezTo>
                    <a:pt x="369988" y="501729"/>
                    <a:pt x="374649" y="499981"/>
                    <a:pt x="379311" y="496484"/>
                  </a:cubicBezTo>
                  <a:lnTo>
                    <a:pt x="499338" y="396255"/>
                  </a:lnTo>
                  <a:cubicBezTo>
                    <a:pt x="505747" y="388097"/>
                    <a:pt x="507495" y="377608"/>
                    <a:pt x="502251" y="371198"/>
                  </a:cubicBezTo>
                  <a:close/>
                  <a:moveTo>
                    <a:pt x="204513" y="146265"/>
                  </a:moveTo>
                  <a:lnTo>
                    <a:pt x="176545" y="113049"/>
                  </a:lnTo>
                  <a:lnTo>
                    <a:pt x="227819" y="69927"/>
                  </a:lnTo>
                  <a:lnTo>
                    <a:pt x="255787" y="103143"/>
                  </a:lnTo>
                  <a:lnTo>
                    <a:pt x="204513" y="146265"/>
                  </a:lnTo>
                  <a:close/>
                  <a:moveTo>
                    <a:pt x="187616" y="21561"/>
                  </a:moveTo>
                  <a:lnTo>
                    <a:pt x="216166" y="55359"/>
                  </a:lnTo>
                  <a:lnTo>
                    <a:pt x="164892" y="98481"/>
                  </a:lnTo>
                  <a:lnTo>
                    <a:pt x="136342" y="64683"/>
                  </a:lnTo>
                  <a:lnTo>
                    <a:pt x="187616" y="21561"/>
                  </a:lnTo>
                  <a:close/>
                  <a:moveTo>
                    <a:pt x="120610" y="76920"/>
                  </a:moveTo>
                  <a:lnTo>
                    <a:pt x="149161" y="110718"/>
                  </a:lnTo>
                  <a:lnTo>
                    <a:pt x="98469" y="153257"/>
                  </a:lnTo>
                  <a:lnTo>
                    <a:pt x="69919" y="119459"/>
                  </a:lnTo>
                  <a:lnTo>
                    <a:pt x="120610" y="76920"/>
                  </a:lnTo>
                  <a:close/>
                  <a:moveTo>
                    <a:pt x="138673" y="201624"/>
                  </a:moveTo>
                  <a:lnTo>
                    <a:pt x="110705" y="168408"/>
                  </a:lnTo>
                  <a:lnTo>
                    <a:pt x="161396" y="125869"/>
                  </a:lnTo>
                  <a:lnTo>
                    <a:pt x="189364" y="159085"/>
                  </a:lnTo>
                  <a:lnTo>
                    <a:pt x="138673" y="201624"/>
                  </a:lnTo>
                  <a:close/>
                  <a:moveTo>
                    <a:pt x="143917" y="471427"/>
                  </a:moveTo>
                  <a:lnTo>
                    <a:pt x="30881" y="335069"/>
                  </a:lnTo>
                  <a:cubicBezTo>
                    <a:pt x="62344" y="329824"/>
                    <a:pt x="107792" y="336234"/>
                    <a:pt x="132846" y="365370"/>
                  </a:cubicBezTo>
                  <a:cubicBezTo>
                    <a:pt x="156735" y="396255"/>
                    <a:pt x="154404" y="441708"/>
                    <a:pt x="143917" y="471427"/>
                  </a:cubicBezTo>
                  <a:close/>
                  <a:moveTo>
                    <a:pt x="153822" y="367701"/>
                  </a:moveTo>
                  <a:cubicBezTo>
                    <a:pt x="151491" y="363622"/>
                    <a:pt x="147995" y="358960"/>
                    <a:pt x="145082" y="354299"/>
                  </a:cubicBezTo>
                  <a:cubicBezTo>
                    <a:pt x="142751" y="351968"/>
                    <a:pt x="141003" y="349054"/>
                    <a:pt x="138090" y="347306"/>
                  </a:cubicBezTo>
                  <a:lnTo>
                    <a:pt x="157900" y="330990"/>
                  </a:lnTo>
                  <a:lnTo>
                    <a:pt x="174215" y="350802"/>
                  </a:lnTo>
                  <a:lnTo>
                    <a:pt x="153822" y="367701"/>
                  </a:lnTo>
                  <a:close/>
                  <a:moveTo>
                    <a:pt x="245882" y="371781"/>
                  </a:moveTo>
                  <a:cubicBezTo>
                    <a:pt x="240055" y="376442"/>
                    <a:pt x="234811" y="378191"/>
                    <a:pt x="229567" y="377608"/>
                  </a:cubicBezTo>
                  <a:cubicBezTo>
                    <a:pt x="224323" y="377025"/>
                    <a:pt x="219662" y="374111"/>
                    <a:pt x="215584" y="369450"/>
                  </a:cubicBezTo>
                  <a:lnTo>
                    <a:pt x="149161" y="290199"/>
                  </a:lnTo>
                  <a:cubicBezTo>
                    <a:pt x="141586" y="281458"/>
                    <a:pt x="140421" y="269220"/>
                    <a:pt x="146247" y="264559"/>
                  </a:cubicBezTo>
                  <a:lnTo>
                    <a:pt x="307061" y="131114"/>
                  </a:lnTo>
                  <a:lnTo>
                    <a:pt x="307061" y="131114"/>
                  </a:lnTo>
                  <a:cubicBezTo>
                    <a:pt x="309392" y="128783"/>
                    <a:pt x="312305" y="128783"/>
                    <a:pt x="314635" y="128783"/>
                  </a:cubicBezTo>
                  <a:cubicBezTo>
                    <a:pt x="315218" y="128783"/>
                    <a:pt x="316383" y="128783"/>
                    <a:pt x="316966" y="128783"/>
                  </a:cubicBezTo>
                  <a:cubicBezTo>
                    <a:pt x="322210" y="129948"/>
                    <a:pt x="326871" y="133445"/>
                    <a:pt x="331533" y="137524"/>
                  </a:cubicBezTo>
                  <a:lnTo>
                    <a:pt x="397956" y="216775"/>
                  </a:lnTo>
                  <a:cubicBezTo>
                    <a:pt x="403200" y="223185"/>
                    <a:pt x="406113" y="229012"/>
                    <a:pt x="405530" y="234257"/>
                  </a:cubicBezTo>
                  <a:cubicBezTo>
                    <a:pt x="405530" y="237170"/>
                    <a:pt x="403782" y="240084"/>
                    <a:pt x="400869" y="241832"/>
                  </a:cubicBezTo>
                  <a:lnTo>
                    <a:pt x="245882" y="371781"/>
                  </a:lnTo>
                  <a:close/>
                  <a:moveTo>
                    <a:pt x="415435" y="298357"/>
                  </a:moveTo>
                  <a:lnTo>
                    <a:pt x="443986" y="332155"/>
                  </a:lnTo>
                  <a:lnTo>
                    <a:pt x="393294" y="374694"/>
                  </a:lnTo>
                  <a:lnTo>
                    <a:pt x="364744" y="340896"/>
                  </a:lnTo>
                  <a:lnTo>
                    <a:pt x="415435" y="298357"/>
                  </a:lnTo>
                  <a:close/>
                  <a:moveTo>
                    <a:pt x="349012" y="353133"/>
                  </a:moveTo>
                  <a:lnTo>
                    <a:pt x="377563" y="386931"/>
                  </a:lnTo>
                  <a:lnTo>
                    <a:pt x="326289" y="430053"/>
                  </a:lnTo>
                  <a:lnTo>
                    <a:pt x="297738" y="396255"/>
                  </a:lnTo>
                  <a:lnTo>
                    <a:pt x="349012" y="353133"/>
                  </a:lnTo>
                  <a:close/>
                  <a:moveTo>
                    <a:pt x="366492" y="478420"/>
                  </a:moveTo>
                  <a:lnTo>
                    <a:pt x="338524" y="445204"/>
                  </a:lnTo>
                  <a:lnTo>
                    <a:pt x="389798" y="402082"/>
                  </a:lnTo>
                  <a:lnTo>
                    <a:pt x="417766" y="435298"/>
                  </a:lnTo>
                  <a:lnTo>
                    <a:pt x="366492" y="478420"/>
                  </a:lnTo>
                  <a:close/>
                  <a:moveTo>
                    <a:pt x="433498" y="422478"/>
                  </a:moveTo>
                  <a:lnTo>
                    <a:pt x="405530" y="389262"/>
                  </a:lnTo>
                  <a:lnTo>
                    <a:pt x="456221" y="346723"/>
                  </a:lnTo>
                  <a:lnTo>
                    <a:pt x="484189" y="379939"/>
                  </a:lnTo>
                  <a:lnTo>
                    <a:pt x="433498" y="422478"/>
                  </a:lnTo>
                  <a:close/>
                </a:path>
              </a:pathLst>
            </a:custGeom>
            <a:grpFill/>
            <a:ln w="5826" cap="flat">
              <a:noFill/>
              <a:prstDash val="solid"/>
              <a:miter/>
            </a:ln>
          </p:spPr>
          <p:txBody>
            <a:bodyPr rtlCol="0" anchor="ctr"/>
            <a:lstStyle/>
            <a:p>
              <a:endParaRPr lang="zh-TW" altLang="en-US"/>
            </a:p>
          </p:txBody>
        </p:sp>
        <p:sp>
          <p:nvSpPr>
            <p:cNvPr id="12" name="手繪多邊形 151">
              <a:extLst>
                <a:ext uri="{FF2B5EF4-FFF2-40B4-BE49-F238E27FC236}">
                  <a16:creationId xmlns:a16="http://schemas.microsoft.com/office/drawing/2014/main" id="{383F957C-1BC7-468A-A117-5E93A0C8F2E5}"/>
                </a:ext>
              </a:extLst>
            </p:cNvPr>
            <p:cNvSpPr/>
            <p:nvPr/>
          </p:nvSpPr>
          <p:spPr>
            <a:xfrm>
              <a:off x="9173984" y="6121043"/>
              <a:ext cx="65409" cy="74559"/>
            </a:xfrm>
            <a:custGeom>
              <a:avLst/>
              <a:gdLst>
                <a:gd name="connsiteX0" fmla="*/ 57683 w 65409"/>
                <a:gd name="connsiteY0" fmla="*/ 38431 h 74559"/>
                <a:gd name="connsiteX1" fmla="*/ 34959 w 65409"/>
                <a:gd name="connsiteY1" fmla="*/ 11042 h 74559"/>
                <a:gd name="connsiteX2" fmla="*/ 0 w 65409"/>
                <a:gd name="connsiteY2" fmla="*/ 4632 h 74559"/>
                <a:gd name="connsiteX3" fmla="*/ 58266 w 65409"/>
                <a:gd name="connsiteY3" fmla="*/ 74560 h 74559"/>
                <a:gd name="connsiteX4" fmla="*/ 57683 w 65409"/>
                <a:gd name="connsiteY4" fmla="*/ 38431 h 74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09" h="74559">
                  <a:moveTo>
                    <a:pt x="57683" y="38431"/>
                  </a:moveTo>
                  <a:lnTo>
                    <a:pt x="34959" y="11042"/>
                  </a:lnTo>
                  <a:cubicBezTo>
                    <a:pt x="25054" y="-612"/>
                    <a:pt x="9323" y="-3526"/>
                    <a:pt x="0" y="4632"/>
                  </a:cubicBezTo>
                  <a:lnTo>
                    <a:pt x="58266" y="74560"/>
                  </a:lnTo>
                  <a:cubicBezTo>
                    <a:pt x="68171" y="66402"/>
                    <a:pt x="67588" y="50085"/>
                    <a:pt x="57683" y="38431"/>
                  </a:cubicBezTo>
                  <a:close/>
                </a:path>
              </a:pathLst>
            </a:custGeom>
            <a:grpFill/>
            <a:ln w="5826" cap="flat">
              <a:noFill/>
              <a:prstDash val="solid"/>
              <a:miter/>
            </a:ln>
          </p:spPr>
          <p:txBody>
            <a:bodyPr rtlCol="0" anchor="ctr"/>
            <a:lstStyle/>
            <a:p>
              <a:endParaRPr lang="zh-TW" altLang="en-US"/>
            </a:p>
          </p:txBody>
        </p:sp>
        <p:sp>
          <p:nvSpPr>
            <p:cNvPr id="13" name="手繪多邊形 152">
              <a:extLst>
                <a:ext uri="{FF2B5EF4-FFF2-40B4-BE49-F238E27FC236}">
                  <a16:creationId xmlns:a16="http://schemas.microsoft.com/office/drawing/2014/main" id="{1F9460F3-29F9-4934-B73B-35C4B2B66B47}"/>
                </a:ext>
              </a:extLst>
            </p:cNvPr>
            <p:cNvSpPr/>
            <p:nvPr/>
          </p:nvSpPr>
          <p:spPr>
            <a:xfrm>
              <a:off x="8991611" y="6258378"/>
              <a:ext cx="82978" cy="82323"/>
            </a:xfrm>
            <a:custGeom>
              <a:avLst/>
              <a:gdLst>
                <a:gd name="connsiteX0" fmla="*/ 78076 w 82978"/>
                <a:gd name="connsiteY0" fmla="*/ 29878 h 82323"/>
                <a:gd name="connsiteX1" fmla="*/ 68754 w 82978"/>
                <a:gd name="connsiteY1" fmla="*/ 23468 h 82323"/>
                <a:gd name="connsiteX2" fmla="*/ 57101 w 82978"/>
                <a:gd name="connsiteY2" fmla="*/ 24633 h 82323"/>
                <a:gd name="connsiteX3" fmla="*/ 58848 w 82978"/>
                <a:gd name="connsiteY3" fmla="*/ 15310 h 82323"/>
                <a:gd name="connsiteX4" fmla="*/ 54770 w 82978"/>
                <a:gd name="connsiteY4" fmla="*/ 6569 h 82323"/>
                <a:gd name="connsiteX5" fmla="*/ 47778 w 82978"/>
                <a:gd name="connsiteY5" fmla="*/ 1324 h 82323"/>
                <a:gd name="connsiteX6" fmla="*/ 39621 w 82978"/>
                <a:gd name="connsiteY6" fmla="*/ 159 h 82323"/>
                <a:gd name="connsiteX7" fmla="*/ 32046 w 82978"/>
                <a:gd name="connsiteY7" fmla="*/ 2490 h 82323"/>
                <a:gd name="connsiteX8" fmla="*/ 22141 w 82978"/>
                <a:gd name="connsiteY8" fmla="*/ 9482 h 82323"/>
                <a:gd name="connsiteX9" fmla="*/ 0 w 82978"/>
                <a:gd name="connsiteY9" fmla="*/ 26964 h 82323"/>
                <a:gd name="connsiteX10" fmla="*/ 44282 w 82978"/>
                <a:gd name="connsiteY10" fmla="*/ 82323 h 82323"/>
                <a:gd name="connsiteX11" fmla="*/ 63510 w 82978"/>
                <a:gd name="connsiteY11" fmla="*/ 67173 h 82323"/>
                <a:gd name="connsiteX12" fmla="*/ 76911 w 82978"/>
                <a:gd name="connsiteY12" fmla="*/ 56101 h 82323"/>
                <a:gd name="connsiteX13" fmla="*/ 82155 w 82978"/>
                <a:gd name="connsiteY13" fmla="*/ 47360 h 82323"/>
                <a:gd name="connsiteX14" fmla="*/ 82737 w 82978"/>
                <a:gd name="connsiteY14" fmla="*/ 38036 h 82323"/>
                <a:gd name="connsiteX15" fmla="*/ 78076 w 82978"/>
                <a:gd name="connsiteY15" fmla="*/ 29878 h 82323"/>
                <a:gd name="connsiteX16" fmla="*/ 28550 w 82978"/>
                <a:gd name="connsiteY16" fmla="*/ 40950 h 82323"/>
                <a:gd name="connsiteX17" fmla="*/ 18062 w 82978"/>
                <a:gd name="connsiteY17" fmla="*/ 28130 h 82323"/>
                <a:gd name="connsiteX18" fmla="*/ 24472 w 82978"/>
                <a:gd name="connsiteY18" fmla="*/ 22885 h 82323"/>
                <a:gd name="connsiteX19" fmla="*/ 33794 w 82978"/>
                <a:gd name="connsiteY19" fmla="*/ 15892 h 82323"/>
                <a:gd name="connsiteX20" fmla="*/ 39621 w 82978"/>
                <a:gd name="connsiteY20" fmla="*/ 14727 h 82323"/>
                <a:gd name="connsiteX21" fmla="*/ 44865 w 82978"/>
                <a:gd name="connsiteY21" fmla="*/ 17641 h 82323"/>
                <a:gd name="connsiteX22" fmla="*/ 46613 w 82978"/>
                <a:gd name="connsiteY22" fmla="*/ 22885 h 82323"/>
                <a:gd name="connsiteX23" fmla="*/ 43699 w 82978"/>
                <a:gd name="connsiteY23" fmla="*/ 28712 h 82323"/>
                <a:gd name="connsiteX24" fmla="*/ 36125 w 82978"/>
                <a:gd name="connsiteY24" fmla="*/ 35122 h 82323"/>
                <a:gd name="connsiteX25" fmla="*/ 28550 w 82978"/>
                <a:gd name="connsiteY25" fmla="*/ 40950 h 82323"/>
                <a:gd name="connsiteX26" fmla="*/ 65840 w 82978"/>
                <a:gd name="connsiteY26" fmla="*/ 49691 h 82323"/>
                <a:gd name="connsiteX27" fmla="*/ 58266 w 82978"/>
                <a:gd name="connsiteY27" fmla="*/ 56101 h 82323"/>
                <a:gd name="connsiteX28" fmla="*/ 48361 w 82978"/>
                <a:gd name="connsiteY28" fmla="*/ 64259 h 82323"/>
                <a:gd name="connsiteX29" fmla="*/ 36125 w 82978"/>
                <a:gd name="connsiteY29" fmla="*/ 49691 h 82323"/>
                <a:gd name="connsiteX30" fmla="*/ 44865 w 82978"/>
                <a:gd name="connsiteY30" fmla="*/ 42115 h 82323"/>
                <a:gd name="connsiteX31" fmla="*/ 55353 w 82978"/>
                <a:gd name="connsiteY31" fmla="*/ 35122 h 82323"/>
                <a:gd name="connsiteX32" fmla="*/ 60596 w 82978"/>
                <a:gd name="connsiteY32" fmla="*/ 35122 h 82323"/>
                <a:gd name="connsiteX33" fmla="*/ 64675 w 82978"/>
                <a:gd name="connsiteY33" fmla="*/ 38619 h 82323"/>
                <a:gd name="connsiteX34" fmla="*/ 67006 w 82978"/>
                <a:gd name="connsiteY34" fmla="*/ 44446 h 82323"/>
                <a:gd name="connsiteX35" fmla="*/ 65840 w 82978"/>
                <a:gd name="connsiteY35" fmla="*/ 49691 h 82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2978" h="82323">
                  <a:moveTo>
                    <a:pt x="78076" y="29878"/>
                  </a:moveTo>
                  <a:cubicBezTo>
                    <a:pt x="75746" y="26964"/>
                    <a:pt x="72250" y="24633"/>
                    <a:pt x="68754" y="23468"/>
                  </a:cubicBezTo>
                  <a:cubicBezTo>
                    <a:pt x="65258" y="22302"/>
                    <a:pt x="61179" y="22885"/>
                    <a:pt x="57101" y="24633"/>
                  </a:cubicBezTo>
                  <a:cubicBezTo>
                    <a:pt x="58266" y="21720"/>
                    <a:pt x="59431" y="18223"/>
                    <a:pt x="58848" y="15310"/>
                  </a:cubicBezTo>
                  <a:cubicBezTo>
                    <a:pt x="58848" y="11813"/>
                    <a:pt x="57101" y="9482"/>
                    <a:pt x="54770" y="6569"/>
                  </a:cubicBezTo>
                  <a:cubicBezTo>
                    <a:pt x="52439" y="4238"/>
                    <a:pt x="50691" y="2490"/>
                    <a:pt x="47778" y="1324"/>
                  </a:cubicBezTo>
                  <a:cubicBezTo>
                    <a:pt x="44865" y="742"/>
                    <a:pt x="42534" y="-424"/>
                    <a:pt x="39621" y="159"/>
                  </a:cubicBezTo>
                  <a:cubicBezTo>
                    <a:pt x="37290" y="742"/>
                    <a:pt x="34377" y="1324"/>
                    <a:pt x="32046" y="2490"/>
                  </a:cubicBezTo>
                  <a:cubicBezTo>
                    <a:pt x="29716" y="4238"/>
                    <a:pt x="26220" y="5986"/>
                    <a:pt x="22141" y="9482"/>
                  </a:cubicBezTo>
                  <a:lnTo>
                    <a:pt x="0" y="26964"/>
                  </a:lnTo>
                  <a:lnTo>
                    <a:pt x="44282" y="82323"/>
                  </a:lnTo>
                  <a:lnTo>
                    <a:pt x="63510" y="67173"/>
                  </a:lnTo>
                  <a:cubicBezTo>
                    <a:pt x="70502" y="61345"/>
                    <a:pt x="75163" y="57849"/>
                    <a:pt x="76911" y="56101"/>
                  </a:cubicBezTo>
                  <a:cubicBezTo>
                    <a:pt x="79242" y="53187"/>
                    <a:pt x="81572" y="50856"/>
                    <a:pt x="82155" y="47360"/>
                  </a:cubicBezTo>
                  <a:cubicBezTo>
                    <a:pt x="82737" y="44446"/>
                    <a:pt x="83320" y="40950"/>
                    <a:pt x="82737" y="38036"/>
                  </a:cubicBezTo>
                  <a:cubicBezTo>
                    <a:pt x="81572" y="35122"/>
                    <a:pt x="79824" y="32209"/>
                    <a:pt x="78076" y="29878"/>
                  </a:cubicBezTo>
                  <a:close/>
                  <a:moveTo>
                    <a:pt x="28550" y="40950"/>
                  </a:moveTo>
                  <a:lnTo>
                    <a:pt x="18062" y="28130"/>
                  </a:lnTo>
                  <a:lnTo>
                    <a:pt x="24472" y="22885"/>
                  </a:lnTo>
                  <a:cubicBezTo>
                    <a:pt x="29716" y="18806"/>
                    <a:pt x="32629" y="15892"/>
                    <a:pt x="33794" y="15892"/>
                  </a:cubicBezTo>
                  <a:cubicBezTo>
                    <a:pt x="35542" y="14144"/>
                    <a:pt x="37290" y="14144"/>
                    <a:pt x="39621" y="14727"/>
                  </a:cubicBezTo>
                  <a:cubicBezTo>
                    <a:pt x="41951" y="15310"/>
                    <a:pt x="43117" y="16475"/>
                    <a:pt x="44865" y="17641"/>
                  </a:cubicBezTo>
                  <a:cubicBezTo>
                    <a:pt x="46613" y="19389"/>
                    <a:pt x="46613" y="21137"/>
                    <a:pt x="46613" y="22885"/>
                  </a:cubicBezTo>
                  <a:cubicBezTo>
                    <a:pt x="46613" y="24633"/>
                    <a:pt x="45447" y="26964"/>
                    <a:pt x="43699" y="28712"/>
                  </a:cubicBezTo>
                  <a:cubicBezTo>
                    <a:pt x="43117" y="29295"/>
                    <a:pt x="40203" y="31626"/>
                    <a:pt x="36125" y="35122"/>
                  </a:cubicBezTo>
                  <a:lnTo>
                    <a:pt x="28550" y="40950"/>
                  </a:lnTo>
                  <a:close/>
                  <a:moveTo>
                    <a:pt x="65840" y="49691"/>
                  </a:moveTo>
                  <a:cubicBezTo>
                    <a:pt x="65258" y="50856"/>
                    <a:pt x="62344" y="52604"/>
                    <a:pt x="58266" y="56101"/>
                  </a:cubicBezTo>
                  <a:lnTo>
                    <a:pt x="48361" y="64259"/>
                  </a:lnTo>
                  <a:lnTo>
                    <a:pt x="36125" y="49691"/>
                  </a:lnTo>
                  <a:lnTo>
                    <a:pt x="44865" y="42115"/>
                  </a:lnTo>
                  <a:cubicBezTo>
                    <a:pt x="50109" y="38036"/>
                    <a:pt x="53605" y="35122"/>
                    <a:pt x="55353" y="35122"/>
                  </a:cubicBezTo>
                  <a:cubicBezTo>
                    <a:pt x="57101" y="33957"/>
                    <a:pt x="58848" y="34540"/>
                    <a:pt x="60596" y="35122"/>
                  </a:cubicBezTo>
                  <a:cubicBezTo>
                    <a:pt x="62344" y="35705"/>
                    <a:pt x="64092" y="36871"/>
                    <a:pt x="64675" y="38619"/>
                  </a:cubicBezTo>
                  <a:cubicBezTo>
                    <a:pt x="66423" y="40367"/>
                    <a:pt x="67006" y="42115"/>
                    <a:pt x="67006" y="44446"/>
                  </a:cubicBezTo>
                  <a:cubicBezTo>
                    <a:pt x="68171" y="46777"/>
                    <a:pt x="67588" y="48525"/>
                    <a:pt x="65840" y="49691"/>
                  </a:cubicBezTo>
                  <a:close/>
                </a:path>
              </a:pathLst>
            </a:custGeom>
            <a:grpFill/>
            <a:ln w="5826" cap="flat">
              <a:noFill/>
              <a:prstDash val="solid"/>
              <a:miter/>
            </a:ln>
          </p:spPr>
          <p:txBody>
            <a:bodyPr rtlCol="0" anchor="ctr"/>
            <a:lstStyle/>
            <a:p>
              <a:endParaRPr lang="zh-TW" altLang="en-US"/>
            </a:p>
          </p:txBody>
        </p:sp>
        <p:sp>
          <p:nvSpPr>
            <p:cNvPr id="14" name="手繪多邊形 153">
              <a:extLst>
                <a:ext uri="{FF2B5EF4-FFF2-40B4-BE49-F238E27FC236}">
                  <a16:creationId xmlns:a16="http://schemas.microsoft.com/office/drawing/2014/main" id="{A3C3677F-7EF1-412C-A73F-3A7D12DF08F5}"/>
                </a:ext>
              </a:extLst>
            </p:cNvPr>
            <p:cNvSpPr/>
            <p:nvPr/>
          </p:nvSpPr>
          <p:spPr>
            <a:xfrm>
              <a:off x="9048129" y="6218912"/>
              <a:ext cx="64202" cy="74677"/>
            </a:xfrm>
            <a:custGeom>
              <a:avLst/>
              <a:gdLst>
                <a:gd name="connsiteX0" fmla="*/ 59431 w 64202"/>
                <a:gd name="connsiteY0" fmla="*/ 34381 h 74677"/>
                <a:gd name="connsiteX1" fmla="*/ 43699 w 64202"/>
                <a:gd name="connsiteY1" fmla="*/ 25057 h 74677"/>
                <a:gd name="connsiteX2" fmla="*/ 27385 w 64202"/>
                <a:gd name="connsiteY2" fmla="*/ 29136 h 74677"/>
                <a:gd name="connsiteX3" fmla="*/ 21558 w 64202"/>
                <a:gd name="connsiteY3" fmla="*/ 36712 h 74677"/>
                <a:gd name="connsiteX4" fmla="*/ 15732 w 64202"/>
                <a:gd name="connsiteY4" fmla="*/ 26223 h 74677"/>
                <a:gd name="connsiteX5" fmla="*/ 35542 w 64202"/>
                <a:gd name="connsiteY5" fmla="*/ 9906 h 74677"/>
                <a:gd name="connsiteX6" fmla="*/ 27968 w 64202"/>
                <a:gd name="connsiteY6" fmla="*/ 0 h 74677"/>
                <a:gd name="connsiteX7" fmla="*/ 0 w 64202"/>
                <a:gd name="connsiteY7" fmla="*/ 22726 h 74677"/>
                <a:gd name="connsiteX8" fmla="*/ 18062 w 64202"/>
                <a:gd name="connsiteY8" fmla="*/ 55942 h 74677"/>
                <a:gd name="connsiteX9" fmla="*/ 27385 w 64202"/>
                <a:gd name="connsiteY9" fmla="*/ 50115 h 74677"/>
                <a:gd name="connsiteX10" fmla="*/ 32629 w 64202"/>
                <a:gd name="connsiteY10" fmla="*/ 39626 h 74677"/>
                <a:gd name="connsiteX11" fmla="*/ 40203 w 64202"/>
                <a:gd name="connsiteY11" fmla="*/ 37295 h 74677"/>
                <a:gd name="connsiteX12" fmla="*/ 48361 w 64202"/>
                <a:gd name="connsiteY12" fmla="*/ 42539 h 74677"/>
                <a:gd name="connsiteX13" fmla="*/ 52439 w 64202"/>
                <a:gd name="connsiteY13" fmla="*/ 52446 h 74677"/>
                <a:gd name="connsiteX14" fmla="*/ 48943 w 64202"/>
                <a:gd name="connsiteY14" fmla="*/ 59438 h 74677"/>
                <a:gd name="connsiteX15" fmla="*/ 42534 w 64202"/>
                <a:gd name="connsiteY15" fmla="*/ 61769 h 74677"/>
                <a:gd name="connsiteX16" fmla="*/ 35542 w 64202"/>
                <a:gd name="connsiteY16" fmla="*/ 58273 h 74677"/>
                <a:gd name="connsiteX17" fmla="*/ 25054 w 64202"/>
                <a:gd name="connsiteY17" fmla="*/ 68762 h 74677"/>
                <a:gd name="connsiteX18" fmla="*/ 39621 w 64202"/>
                <a:gd name="connsiteY18" fmla="*/ 74589 h 74677"/>
                <a:gd name="connsiteX19" fmla="*/ 55353 w 64202"/>
                <a:gd name="connsiteY19" fmla="*/ 68762 h 74677"/>
                <a:gd name="connsiteX20" fmla="*/ 64092 w 64202"/>
                <a:gd name="connsiteY20" fmla="*/ 48949 h 74677"/>
                <a:gd name="connsiteX21" fmla="*/ 59431 w 64202"/>
                <a:gd name="connsiteY21" fmla="*/ 34381 h 74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4202" h="74677">
                  <a:moveTo>
                    <a:pt x="59431" y="34381"/>
                  </a:moveTo>
                  <a:cubicBezTo>
                    <a:pt x="55353" y="28554"/>
                    <a:pt x="49526" y="25640"/>
                    <a:pt x="43699" y="25057"/>
                  </a:cubicBezTo>
                  <a:cubicBezTo>
                    <a:pt x="37873" y="24475"/>
                    <a:pt x="32629" y="25640"/>
                    <a:pt x="27385" y="29136"/>
                  </a:cubicBezTo>
                  <a:cubicBezTo>
                    <a:pt x="25054" y="31467"/>
                    <a:pt x="22724" y="33216"/>
                    <a:pt x="21558" y="36712"/>
                  </a:cubicBezTo>
                  <a:lnTo>
                    <a:pt x="15732" y="26223"/>
                  </a:lnTo>
                  <a:lnTo>
                    <a:pt x="35542" y="9906"/>
                  </a:lnTo>
                  <a:lnTo>
                    <a:pt x="27968" y="0"/>
                  </a:lnTo>
                  <a:lnTo>
                    <a:pt x="0" y="22726"/>
                  </a:lnTo>
                  <a:lnTo>
                    <a:pt x="18062" y="55942"/>
                  </a:lnTo>
                  <a:lnTo>
                    <a:pt x="27385" y="50115"/>
                  </a:lnTo>
                  <a:cubicBezTo>
                    <a:pt x="27968" y="45453"/>
                    <a:pt x="29133" y="41956"/>
                    <a:pt x="32629" y="39626"/>
                  </a:cubicBezTo>
                  <a:cubicBezTo>
                    <a:pt x="34959" y="37295"/>
                    <a:pt x="37290" y="37295"/>
                    <a:pt x="40203" y="37295"/>
                  </a:cubicBezTo>
                  <a:cubicBezTo>
                    <a:pt x="43117" y="37295"/>
                    <a:pt x="46030" y="39626"/>
                    <a:pt x="48361" y="42539"/>
                  </a:cubicBezTo>
                  <a:cubicBezTo>
                    <a:pt x="51274" y="46618"/>
                    <a:pt x="53022" y="49532"/>
                    <a:pt x="52439" y="52446"/>
                  </a:cubicBezTo>
                  <a:cubicBezTo>
                    <a:pt x="51857" y="55359"/>
                    <a:pt x="51274" y="57690"/>
                    <a:pt x="48943" y="59438"/>
                  </a:cubicBezTo>
                  <a:cubicBezTo>
                    <a:pt x="47195" y="61186"/>
                    <a:pt x="44865" y="61769"/>
                    <a:pt x="42534" y="61769"/>
                  </a:cubicBezTo>
                  <a:cubicBezTo>
                    <a:pt x="40203" y="61769"/>
                    <a:pt x="37290" y="60021"/>
                    <a:pt x="35542" y="58273"/>
                  </a:cubicBezTo>
                  <a:lnTo>
                    <a:pt x="25054" y="68762"/>
                  </a:lnTo>
                  <a:cubicBezTo>
                    <a:pt x="29133" y="72841"/>
                    <a:pt x="34377" y="75172"/>
                    <a:pt x="39621" y="74589"/>
                  </a:cubicBezTo>
                  <a:cubicBezTo>
                    <a:pt x="44865" y="74589"/>
                    <a:pt x="50109" y="72841"/>
                    <a:pt x="55353" y="68762"/>
                  </a:cubicBezTo>
                  <a:cubicBezTo>
                    <a:pt x="61762" y="63517"/>
                    <a:pt x="64675" y="57107"/>
                    <a:pt x="64092" y="48949"/>
                  </a:cubicBezTo>
                  <a:cubicBezTo>
                    <a:pt x="64675" y="44287"/>
                    <a:pt x="62927" y="39043"/>
                    <a:pt x="59431" y="34381"/>
                  </a:cubicBezTo>
                  <a:close/>
                </a:path>
              </a:pathLst>
            </a:custGeom>
            <a:grpFill/>
            <a:ln w="5826" cap="flat">
              <a:noFill/>
              <a:prstDash val="solid"/>
              <a:miter/>
            </a:ln>
          </p:spPr>
          <p:txBody>
            <a:bodyPr rtlCol="0" anchor="ctr"/>
            <a:lstStyle/>
            <a:p>
              <a:endParaRPr lang="zh-TW" altLang="en-US"/>
            </a:p>
          </p:txBody>
        </p:sp>
        <p:sp>
          <p:nvSpPr>
            <p:cNvPr id="15" name="手繪多邊形 154">
              <a:extLst>
                <a:ext uri="{FF2B5EF4-FFF2-40B4-BE49-F238E27FC236}">
                  <a16:creationId xmlns:a16="http://schemas.microsoft.com/office/drawing/2014/main" id="{F7352129-C626-46A0-9583-84C0D5415454}"/>
                </a:ext>
              </a:extLst>
            </p:cNvPr>
            <p:cNvSpPr/>
            <p:nvPr/>
          </p:nvSpPr>
          <p:spPr>
            <a:xfrm>
              <a:off x="9091849" y="6184442"/>
              <a:ext cx="76890" cy="75240"/>
            </a:xfrm>
            <a:custGeom>
              <a:avLst/>
              <a:gdLst>
                <a:gd name="connsiteX0" fmla="*/ 35522 w 76890"/>
                <a:gd name="connsiteY0" fmla="*/ 34470 h 75240"/>
                <a:gd name="connsiteX1" fmla="*/ 42514 w 76890"/>
                <a:gd name="connsiteY1" fmla="*/ 43793 h 75240"/>
                <a:gd name="connsiteX2" fmla="*/ 55333 w 76890"/>
                <a:gd name="connsiteY2" fmla="*/ 33304 h 75240"/>
                <a:gd name="connsiteX3" fmla="*/ 61159 w 76890"/>
                <a:gd name="connsiteY3" fmla="*/ 40297 h 75240"/>
                <a:gd name="connsiteX4" fmla="*/ 58246 w 76890"/>
                <a:gd name="connsiteY4" fmla="*/ 49038 h 75240"/>
                <a:gd name="connsiteX5" fmla="*/ 52419 w 76890"/>
                <a:gd name="connsiteY5" fmla="*/ 56031 h 75240"/>
                <a:gd name="connsiteX6" fmla="*/ 36688 w 76890"/>
                <a:gd name="connsiteY6" fmla="*/ 60110 h 75240"/>
                <a:gd name="connsiteX7" fmla="*/ 20373 w 76890"/>
                <a:gd name="connsiteY7" fmla="*/ 49038 h 75240"/>
                <a:gd name="connsiteX8" fmla="*/ 13964 w 76890"/>
                <a:gd name="connsiteY8" fmla="*/ 32139 h 75240"/>
                <a:gd name="connsiteX9" fmla="*/ 21538 w 76890"/>
                <a:gd name="connsiteY9" fmla="*/ 18153 h 75240"/>
                <a:gd name="connsiteX10" fmla="*/ 31444 w 76890"/>
                <a:gd name="connsiteY10" fmla="*/ 14074 h 75240"/>
                <a:gd name="connsiteX11" fmla="*/ 41349 w 76890"/>
                <a:gd name="connsiteY11" fmla="*/ 16988 h 75240"/>
                <a:gd name="connsiteX12" fmla="*/ 50671 w 76890"/>
                <a:gd name="connsiteY12" fmla="*/ 5916 h 75240"/>
                <a:gd name="connsiteX13" fmla="*/ 33774 w 76890"/>
                <a:gd name="connsiteY13" fmla="*/ 89 h 75240"/>
                <a:gd name="connsiteX14" fmla="*/ 13964 w 76890"/>
                <a:gd name="connsiteY14" fmla="*/ 8830 h 75240"/>
                <a:gd name="connsiteX15" fmla="*/ 2893 w 76890"/>
                <a:gd name="connsiteY15" fmla="*/ 22232 h 75240"/>
                <a:gd name="connsiteX16" fmla="*/ 563 w 76890"/>
                <a:gd name="connsiteY16" fmla="*/ 41462 h 75240"/>
                <a:gd name="connsiteX17" fmla="*/ 9303 w 76890"/>
                <a:gd name="connsiteY17" fmla="*/ 60110 h 75240"/>
                <a:gd name="connsiteX18" fmla="*/ 24452 w 76890"/>
                <a:gd name="connsiteY18" fmla="*/ 72347 h 75240"/>
                <a:gd name="connsiteX19" fmla="*/ 42514 w 76890"/>
                <a:gd name="connsiteY19" fmla="*/ 74678 h 75240"/>
                <a:gd name="connsiteX20" fmla="*/ 60576 w 76890"/>
                <a:gd name="connsiteY20" fmla="*/ 65937 h 75240"/>
                <a:gd name="connsiteX21" fmla="*/ 71647 w 76890"/>
                <a:gd name="connsiteY21" fmla="*/ 52534 h 75240"/>
                <a:gd name="connsiteX22" fmla="*/ 76891 w 76890"/>
                <a:gd name="connsiteY22" fmla="*/ 38549 h 75240"/>
                <a:gd name="connsiteX23" fmla="*/ 59411 w 76890"/>
                <a:gd name="connsiteY23" fmla="*/ 16405 h 75240"/>
                <a:gd name="connsiteX24" fmla="*/ 35522 w 76890"/>
                <a:gd name="connsiteY24" fmla="*/ 34470 h 7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6890" h="75240">
                  <a:moveTo>
                    <a:pt x="35522" y="34470"/>
                  </a:moveTo>
                  <a:lnTo>
                    <a:pt x="42514" y="43793"/>
                  </a:lnTo>
                  <a:lnTo>
                    <a:pt x="55333" y="33304"/>
                  </a:lnTo>
                  <a:lnTo>
                    <a:pt x="61159" y="40297"/>
                  </a:lnTo>
                  <a:cubicBezTo>
                    <a:pt x="60576" y="43210"/>
                    <a:pt x="59411" y="46124"/>
                    <a:pt x="58246" y="49038"/>
                  </a:cubicBezTo>
                  <a:cubicBezTo>
                    <a:pt x="57081" y="51951"/>
                    <a:pt x="54750" y="53700"/>
                    <a:pt x="52419" y="56031"/>
                  </a:cubicBezTo>
                  <a:cubicBezTo>
                    <a:pt x="47758" y="59527"/>
                    <a:pt x="42514" y="61275"/>
                    <a:pt x="36688" y="60110"/>
                  </a:cubicBezTo>
                  <a:cubicBezTo>
                    <a:pt x="30861" y="58944"/>
                    <a:pt x="25617" y="55448"/>
                    <a:pt x="20373" y="49038"/>
                  </a:cubicBezTo>
                  <a:cubicBezTo>
                    <a:pt x="15712" y="42628"/>
                    <a:pt x="13381" y="37383"/>
                    <a:pt x="13964" y="32139"/>
                  </a:cubicBezTo>
                  <a:cubicBezTo>
                    <a:pt x="14546" y="26894"/>
                    <a:pt x="16877" y="21650"/>
                    <a:pt x="21538" y="18153"/>
                  </a:cubicBezTo>
                  <a:cubicBezTo>
                    <a:pt x="24452" y="15822"/>
                    <a:pt x="27948" y="14074"/>
                    <a:pt x="31444" y="14074"/>
                  </a:cubicBezTo>
                  <a:cubicBezTo>
                    <a:pt x="34940" y="14074"/>
                    <a:pt x="37853" y="14657"/>
                    <a:pt x="41349" y="16988"/>
                  </a:cubicBezTo>
                  <a:lnTo>
                    <a:pt x="50671" y="5916"/>
                  </a:lnTo>
                  <a:cubicBezTo>
                    <a:pt x="45427" y="1837"/>
                    <a:pt x="39601" y="-494"/>
                    <a:pt x="33774" y="89"/>
                  </a:cubicBezTo>
                  <a:cubicBezTo>
                    <a:pt x="27365" y="89"/>
                    <a:pt x="20956" y="3002"/>
                    <a:pt x="13964" y="8830"/>
                  </a:cubicBezTo>
                  <a:cubicBezTo>
                    <a:pt x="8720" y="12909"/>
                    <a:pt x="5224" y="17570"/>
                    <a:pt x="2893" y="22232"/>
                  </a:cubicBezTo>
                  <a:cubicBezTo>
                    <a:pt x="-20" y="28642"/>
                    <a:pt x="-603" y="35052"/>
                    <a:pt x="563" y="41462"/>
                  </a:cubicBezTo>
                  <a:cubicBezTo>
                    <a:pt x="1728" y="47872"/>
                    <a:pt x="4641" y="54282"/>
                    <a:pt x="9303" y="60110"/>
                  </a:cubicBezTo>
                  <a:cubicBezTo>
                    <a:pt x="13381" y="65354"/>
                    <a:pt x="18625" y="69433"/>
                    <a:pt x="24452" y="72347"/>
                  </a:cubicBezTo>
                  <a:cubicBezTo>
                    <a:pt x="30278" y="75261"/>
                    <a:pt x="36688" y="75843"/>
                    <a:pt x="42514" y="74678"/>
                  </a:cubicBezTo>
                  <a:cubicBezTo>
                    <a:pt x="48341" y="73512"/>
                    <a:pt x="54750" y="70599"/>
                    <a:pt x="60576" y="65937"/>
                  </a:cubicBezTo>
                  <a:cubicBezTo>
                    <a:pt x="65238" y="62441"/>
                    <a:pt x="68734" y="57779"/>
                    <a:pt x="71647" y="52534"/>
                  </a:cubicBezTo>
                  <a:cubicBezTo>
                    <a:pt x="74560" y="46707"/>
                    <a:pt x="76891" y="42628"/>
                    <a:pt x="76891" y="38549"/>
                  </a:cubicBezTo>
                  <a:lnTo>
                    <a:pt x="59411" y="16405"/>
                  </a:lnTo>
                  <a:lnTo>
                    <a:pt x="35522" y="34470"/>
                  </a:lnTo>
                  <a:close/>
                </a:path>
              </a:pathLst>
            </a:custGeom>
            <a:grpFill/>
            <a:ln w="5826" cap="flat">
              <a:noFill/>
              <a:prstDash val="solid"/>
              <a:miter/>
            </a:ln>
          </p:spPr>
          <p:txBody>
            <a:bodyPr rtlCol="0" anchor="ctr"/>
            <a:lstStyle/>
            <a:p>
              <a:endParaRPr lang="zh-TW" altLang="en-US"/>
            </a:p>
          </p:txBody>
        </p:sp>
      </p:grpSp>
      <p:grpSp>
        <p:nvGrpSpPr>
          <p:cNvPr id="16" name="圖形 24">
            <a:extLst>
              <a:ext uri="{FF2B5EF4-FFF2-40B4-BE49-F238E27FC236}">
                <a16:creationId xmlns:a16="http://schemas.microsoft.com/office/drawing/2014/main" id="{1F333AF6-70CB-49EF-89C9-C74F475ABDC4}"/>
              </a:ext>
            </a:extLst>
          </p:cNvPr>
          <p:cNvGrpSpPr/>
          <p:nvPr userDrawn="1"/>
        </p:nvGrpSpPr>
        <p:grpSpPr>
          <a:xfrm>
            <a:off x="5364117" y="5608722"/>
            <a:ext cx="347657" cy="414333"/>
            <a:chOff x="6257100" y="5991336"/>
            <a:chExt cx="428381" cy="510539"/>
          </a:xfrm>
          <a:gradFill flip="none" rotWithShape="1">
            <a:gsLst>
              <a:gs pos="95000">
                <a:srgbClr val="0B77FF"/>
              </a:gs>
              <a:gs pos="0">
                <a:srgbClr val="06EEFD"/>
              </a:gs>
            </a:gsLst>
            <a:lin ang="16200000" scaled="1"/>
            <a:tileRect/>
          </a:gradFill>
        </p:grpSpPr>
        <p:sp>
          <p:nvSpPr>
            <p:cNvPr id="17" name="手繪多邊形 140">
              <a:extLst>
                <a:ext uri="{FF2B5EF4-FFF2-40B4-BE49-F238E27FC236}">
                  <a16:creationId xmlns:a16="http://schemas.microsoft.com/office/drawing/2014/main" id="{0793CB18-572E-4BD4-8D1D-1AD87BD49E58}"/>
                </a:ext>
              </a:extLst>
            </p:cNvPr>
            <p:cNvSpPr/>
            <p:nvPr/>
          </p:nvSpPr>
          <p:spPr>
            <a:xfrm>
              <a:off x="6357424" y="6358475"/>
              <a:ext cx="51232" cy="81634"/>
            </a:xfrm>
            <a:custGeom>
              <a:avLst/>
              <a:gdLst>
                <a:gd name="connsiteX0" fmla="*/ 13346 w 51232"/>
                <a:gd name="connsiteY0" fmla="*/ 51831 h 81634"/>
                <a:gd name="connsiteX1" fmla="*/ 24109 w 51232"/>
                <a:gd name="connsiteY1" fmla="*/ 51831 h 81634"/>
                <a:gd name="connsiteX2" fmla="*/ 36594 w 51232"/>
                <a:gd name="connsiteY2" fmla="*/ 81635 h 81634"/>
                <a:gd name="connsiteX3" fmla="*/ 51232 w 51232"/>
                <a:gd name="connsiteY3" fmla="*/ 81635 h 81634"/>
                <a:gd name="connsiteX4" fmla="*/ 51232 w 51232"/>
                <a:gd name="connsiteY4" fmla="*/ 80771 h 81634"/>
                <a:gd name="connsiteX5" fmla="*/ 37025 w 51232"/>
                <a:gd name="connsiteY5" fmla="*/ 47512 h 81634"/>
                <a:gd name="connsiteX6" fmla="*/ 46066 w 51232"/>
                <a:gd name="connsiteY6" fmla="*/ 38442 h 81634"/>
                <a:gd name="connsiteX7" fmla="*/ 49079 w 51232"/>
                <a:gd name="connsiteY7" fmla="*/ 24620 h 81634"/>
                <a:gd name="connsiteX8" fmla="*/ 42622 w 51232"/>
                <a:gd name="connsiteY8" fmla="*/ 6479 h 81634"/>
                <a:gd name="connsiteX9" fmla="*/ 24540 w 51232"/>
                <a:gd name="connsiteY9" fmla="*/ 0 h 81634"/>
                <a:gd name="connsiteX10" fmla="*/ 0 w 51232"/>
                <a:gd name="connsiteY10" fmla="*/ 0 h 81634"/>
                <a:gd name="connsiteX11" fmla="*/ 0 w 51232"/>
                <a:gd name="connsiteY11" fmla="*/ 81635 h 81634"/>
                <a:gd name="connsiteX12" fmla="*/ 13777 w 51232"/>
                <a:gd name="connsiteY12" fmla="*/ 81635 h 81634"/>
                <a:gd name="connsiteX13" fmla="*/ 13777 w 51232"/>
                <a:gd name="connsiteY13" fmla="*/ 51831 h 81634"/>
                <a:gd name="connsiteX14" fmla="*/ 13346 w 51232"/>
                <a:gd name="connsiteY14" fmla="*/ 13390 h 81634"/>
                <a:gd name="connsiteX15" fmla="*/ 24109 w 51232"/>
                <a:gd name="connsiteY15" fmla="*/ 13390 h 81634"/>
                <a:gd name="connsiteX16" fmla="*/ 32289 w 51232"/>
                <a:gd name="connsiteY16" fmla="*/ 16845 h 81634"/>
                <a:gd name="connsiteX17" fmla="*/ 34872 w 51232"/>
                <a:gd name="connsiteY17" fmla="*/ 25916 h 81634"/>
                <a:gd name="connsiteX18" fmla="*/ 31859 w 51232"/>
                <a:gd name="connsiteY18" fmla="*/ 34986 h 81634"/>
                <a:gd name="connsiteX19" fmla="*/ 24109 w 51232"/>
                <a:gd name="connsiteY19" fmla="*/ 38010 h 81634"/>
                <a:gd name="connsiteX20" fmla="*/ 13346 w 51232"/>
                <a:gd name="connsiteY20" fmla="*/ 38010 h 81634"/>
                <a:gd name="connsiteX21" fmla="*/ 13346 w 51232"/>
                <a:gd name="connsiteY21" fmla="*/ 13390 h 8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1232" h="81634">
                  <a:moveTo>
                    <a:pt x="13346" y="51831"/>
                  </a:moveTo>
                  <a:lnTo>
                    <a:pt x="24109" y="51831"/>
                  </a:lnTo>
                  <a:lnTo>
                    <a:pt x="36594" y="81635"/>
                  </a:lnTo>
                  <a:lnTo>
                    <a:pt x="51232" y="81635"/>
                  </a:lnTo>
                  <a:lnTo>
                    <a:pt x="51232" y="80771"/>
                  </a:lnTo>
                  <a:lnTo>
                    <a:pt x="37025" y="47512"/>
                  </a:lnTo>
                  <a:cubicBezTo>
                    <a:pt x="40900" y="45353"/>
                    <a:pt x="43913" y="42329"/>
                    <a:pt x="46066" y="38442"/>
                  </a:cubicBezTo>
                  <a:cubicBezTo>
                    <a:pt x="48218" y="34554"/>
                    <a:pt x="49079" y="30235"/>
                    <a:pt x="49079" y="24620"/>
                  </a:cubicBezTo>
                  <a:cubicBezTo>
                    <a:pt x="49079" y="16845"/>
                    <a:pt x="46927" y="10798"/>
                    <a:pt x="42622" y="6479"/>
                  </a:cubicBezTo>
                  <a:cubicBezTo>
                    <a:pt x="38316" y="2160"/>
                    <a:pt x="32289" y="0"/>
                    <a:pt x="24540" y="0"/>
                  </a:cubicBezTo>
                  <a:lnTo>
                    <a:pt x="0" y="0"/>
                  </a:lnTo>
                  <a:lnTo>
                    <a:pt x="0" y="81635"/>
                  </a:lnTo>
                  <a:lnTo>
                    <a:pt x="13777" y="81635"/>
                  </a:lnTo>
                  <a:lnTo>
                    <a:pt x="13777" y="51831"/>
                  </a:lnTo>
                  <a:close/>
                  <a:moveTo>
                    <a:pt x="13346" y="13390"/>
                  </a:moveTo>
                  <a:lnTo>
                    <a:pt x="24109" y="13390"/>
                  </a:lnTo>
                  <a:cubicBezTo>
                    <a:pt x="27553" y="13390"/>
                    <a:pt x="30567" y="14686"/>
                    <a:pt x="32289" y="16845"/>
                  </a:cubicBezTo>
                  <a:cubicBezTo>
                    <a:pt x="34011" y="19005"/>
                    <a:pt x="34872" y="22028"/>
                    <a:pt x="34872" y="25916"/>
                  </a:cubicBezTo>
                  <a:cubicBezTo>
                    <a:pt x="34872" y="29803"/>
                    <a:pt x="34011" y="32827"/>
                    <a:pt x="31859" y="34986"/>
                  </a:cubicBezTo>
                  <a:cubicBezTo>
                    <a:pt x="30136" y="37146"/>
                    <a:pt x="27553" y="38010"/>
                    <a:pt x="24109" y="38010"/>
                  </a:cubicBezTo>
                  <a:lnTo>
                    <a:pt x="13346" y="38010"/>
                  </a:lnTo>
                  <a:lnTo>
                    <a:pt x="13346" y="13390"/>
                  </a:lnTo>
                  <a:close/>
                </a:path>
              </a:pathLst>
            </a:custGeom>
            <a:grpFill/>
            <a:ln w="4278" cap="flat">
              <a:noFill/>
              <a:prstDash val="solid"/>
              <a:miter/>
            </a:ln>
          </p:spPr>
          <p:txBody>
            <a:bodyPr rtlCol="0" anchor="ctr"/>
            <a:lstStyle/>
            <a:p>
              <a:endParaRPr lang="zh-TW" altLang="en-US"/>
            </a:p>
          </p:txBody>
        </p:sp>
        <p:sp>
          <p:nvSpPr>
            <p:cNvPr id="18" name="手繪多邊形 141">
              <a:extLst>
                <a:ext uri="{FF2B5EF4-FFF2-40B4-BE49-F238E27FC236}">
                  <a16:creationId xmlns:a16="http://schemas.microsoft.com/office/drawing/2014/main" id="{5439690A-E3A0-4DA5-9BB1-BEF26A2F8C99}"/>
                </a:ext>
              </a:extLst>
            </p:cNvPr>
            <p:cNvSpPr/>
            <p:nvPr/>
          </p:nvSpPr>
          <p:spPr>
            <a:xfrm>
              <a:off x="6413391" y="6377912"/>
              <a:ext cx="46496" cy="63061"/>
            </a:xfrm>
            <a:custGeom>
              <a:avLst/>
              <a:gdLst>
                <a:gd name="connsiteX0" fmla="*/ 23248 w 46496"/>
                <a:gd name="connsiteY0" fmla="*/ 63062 h 63061"/>
                <a:gd name="connsiteX1" fmla="*/ 40038 w 46496"/>
                <a:gd name="connsiteY1" fmla="*/ 54423 h 63061"/>
                <a:gd name="connsiteX2" fmla="*/ 46496 w 46496"/>
                <a:gd name="connsiteY2" fmla="*/ 31963 h 63061"/>
                <a:gd name="connsiteX3" fmla="*/ 46496 w 46496"/>
                <a:gd name="connsiteY3" fmla="*/ 27643 h 63061"/>
                <a:gd name="connsiteX4" fmla="*/ 39608 w 46496"/>
                <a:gd name="connsiteY4" fmla="*/ 7343 h 63061"/>
                <a:gd name="connsiteX5" fmla="*/ 23248 w 46496"/>
                <a:gd name="connsiteY5" fmla="*/ 0 h 63061"/>
                <a:gd name="connsiteX6" fmla="*/ 11194 w 46496"/>
                <a:gd name="connsiteY6" fmla="*/ 3887 h 63061"/>
                <a:gd name="connsiteX7" fmla="*/ 3014 w 46496"/>
                <a:gd name="connsiteY7" fmla="*/ 14686 h 63061"/>
                <a:gd name="connsiteX8" fmla="*/ 0 w 46496"/>
                <a:gd name="connsiteY8" fmla="*/ 30667 h 63061"/>
                <a:gd name="connsiteX9" fmla="*/ 0 w 46496"/>
                <a:gd name="connsiteY9" fmla="*/ 31531 h 63061"/>
                <a:gd name="connsiteX10" fmla="*/ 6458 w 46496"/>
                <a:gd name="connsiteY10" fmla="*/ 54423 h 63061"/>
                <a:gd name="connsiteX11" fmla="*/ 23248 w 46496"/>
                <a:gd name="connsiteY11" fmla="*/ 63062 h 63061"/>
                <a:gd name="connsiteX12" fmla="*/ 15929 w 46496"/>
                <a:gd name="connsiteY12" fmla="*/ 18141 h 63061"/>
                <a:gd name="connsiteX13" fmla="*/ 23248 w 46496"/>
                <a:gd name="connsiteY13" fmla="*/ 13390 h 63061"/>
                <a:gd name="connsiteX14" fmla="*/ 30567 w 46496"/>
                <a:gd name="connsiteY14" fmla="*/ 18141 h 63061"/>
                <a:gd name="connsiteX15" fmla="*/ 33150 w 46496"/>
                <a:gd name="connsiteY15" fmla="*/ 31099 h 63061"/>
                <a:gd name="connsiteX16" fmla="*/ 30567 w 46496"/>
                <a:gd name="connsiteY16" fmla="*/ 45353 h 63061"/>
                <a:gd name="connsiteX17" fmla="*/ 23248 w 46496"/>
                <a:gd name="connsiteY17" fmla="*/ 49672 h 63061"/>
                <a:gd name="connsiteX18" fmla="*/ 15929 w 46496"/>
                <a:gd name="connsiteY18" fmla="*/ 44921 h 63061"/>
                <a:gd name="connsiteX19" fmla="*/ 13346 w 46496"/>
                <a:gd name="connsiteY19" fmla="*/ 31531 h 63061"/>
                <a:gd name="connsiteX20" fmla="*/ 15929 w 46496"/>
                <a:gd name="connsiteY20" fmla="*/ 18141 h 6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6496" h="63061">
                  <a:moveTo>
                    <a:pt x="23248" y="63062"/>
                  </a:moveTo>
                  <a:cubicBezTo>
                    <a:pt x="30136" y="63062"/>
                    <a:pt x="35733" y="60038"/>
                    <a:pt x="40038" y="54423"/>
                  </a:cubicBezTo>
                  <a:cubicBezTo>
                    <a:pt x="44344" y="48808"/>
                    <a:pt x="46496" y="41465"/>
                    <a:pt x="46496" y="31963"/>
                  </a:cubicBezTo>
                  <a:lnTo>
                    <a:pt x="46496" y="27643"/>
                  </a:lnTo>
                  <a:cubicBezTo>
                    <a:pt x="46066" y="19005"/>
                    <a:pt x="43483" y="12094"/>
                    <a:pt x="39608" y="7343"/>
                  </a:cubicBezTo>
                  <a:cubicBezTo>
                    <a:pt x="35303" y="2160"/>
                    <a:pt x="30136" y="0"/>
                    <a:pt x="23248" y="0"/>
                  </a:cubicBezTo>
                  <a:cubicBezTo>
                    <a:pt x="18512" y="0"/>
                    <a:pt x="14638" y="1296"/>
                    <a:pt x="11194" y="3887"/>
                  </a:cubicBezTo>
                  <a:cubicBezTo>
                    <a:pt x="7749" y="6479"/>
                    <a:pt x="5166" y="9934"/>
                    <a:pt x="3014" y="14686"/>
                  </a:cubicBezTo>
                  <a:cubicBezTo>
                    <a:pt x="1292" y="19437"/>
                    <a:pt x="0" y="24620"/>
                    <a:pt x="0" y="30667"/>
                  </a:cubicBezTo>
                  <a:lnTo>
                    <a:pt x="0" y="31531"/>
                  </a:lnTo>
                  <a:cubicBezTo>
                    <a:pt x="0" y="41033"/>
                    <a:pt x="2153" y="48808"/>
                    <a:pt x="6458" y="54423"/>
                  </a:cubicBezTo>
                  <a:cubicBezTo>
                    <a:pt x="10763" y="60470"/>
                    <a:pt x="16360" y="63062"/>
                    <a:pt x="23248" y="63062"/>
                  </a:cubicBezTo>
                  <a:close/>
                  <a:moveTo>
                    <a:pt x="15929" y="18141"/>
                  </a:moveTo>
                  <a:cubicBezTo>
                    <a:pt x="17651" y="15118"/>
                    <a:pt x="20234" y="13390"/>
                    <a:pt x="23248" y="13390"/>
                  </a:cubicBezTo>
                  <a:cubicBezTo>
                    <a:pt x="26692" y="13390"/>
                    <a:pt x="28845" y="15118"/>
                    <a:pt x="30567" y="18141"/>
                  </a:cubicBezTo>
                  <a:cubicBezTo>
                    <a:pt x="32289" y="21165"/>
                    <a:pt x="33150" y="25484"/>
                    <a:pt x="33150" y="31099"/>
                  </a:cubicBezTo>
                  <a:cubicBezTo>
                    <a:pt x="33150" y="37578"/>
                    <a:pt x="32289" y="42329"/>
                    <a:pt x="30567" y="45353"/>
                  </a:cubicBezTo>
                  <a:cubicBezTo>
                    <a:pt x="28845" y="48376"/>
                    <a:pt x="26262" y="49672"/>
                    <a:pt x="23248" y="49672"/>
                  </a:cubicBezTo>
                  <a:cubicBezTo>
                    <a:pt x="19804" y="49672"/>
                    <a:pt x="17651" y="47944"/>
                    <a:pt x="15929" y="44921"/>
                  </a:cubicBezTo>
                  <a:cubicBezTo>
                    <a:pt x="14207" y="41897"/>
                    <a:pt x="13346" y="37578"/>
                    <a:pt x="13346" y="31531"/>
                  </a:cubicBezTo>
                  <a:cubicBezTo>
                    <a:pt x="13346" y="25916"/>
                    <a:pt x="14207" y="21165"/>
                    <a:pt x="15929" y="18141"/>
                  </a:cubicBezTo>
                  <a:close/>
                </a:path>
              </a:pathLst>
            </a:custGeom>
            <a:grpFill/>
            <a:ln w="4278" cap="flat">
              <a:noFill/>
              <a:prstDash val="solid"/>
              <a:miter/>
            </a:ln>
          </p:spPr>
          <p:txBody>
            <a:bodyPr rtlCol="0" anchor="ctr"/>
            <a:lstStyle/>
            <a:p>
              <a:endParaRPr lang="zh-TW" altLang="en-US"/>
            </a:p>
          </p:txBody>
        </p:sp>
        <p:sp>
          <p:nvSpPr>
            <p:cNvPr id="19" name="手繪多邊形 142">
              <a:extLst>
                <a:ext uri="{FF2B5EF4-FFF2-40B4-BE49-F238E27FC236}">
                  <a16:creationId xmlns:a16="http://schemas.microsoft.com/office/drawing/2014/main" id="{951BD6AA-8FAC-43E7-AFE0-7031C4B56D91}"/>
                </a:ext>
              </a:extLst>
            </p:cNvPr>
            <p:cNvSpPr/>
            <p:nvPr/>
          </p:nvSpPr>
          <p:spPr>
            <a:xfrm>
              <a:off x="6468068" y="6354156"/>
              <a:ext cx="44343" cy="87249"/>
            </a:xfrm>
            <a:custGeom>
              <a:avLst/>
              <a:gdLst>
                <a:gd name="connsiteX0" fmla="*/ 12055 w 44343"/>
                <a:gd name="connsiteY0" fmla="*/ 79475 h 87249"/>
                <a:gd name="connsiteX1" fmla="*/ 24970 w 44343"/>
                <a:gd name="connsiteY1" fmla="*/ 87250 h 87249"/>
                <a:gd name="connsiteX2" fmla="*/ 39177 w 44343"/>
                <a:gd name="connsiteY2" fmla="*/ 79043 h 87249"/>
                <a:gd name="connsiteX3" fmla="*/ 44344 w 44343"/>
                <a:gd name="connsiteY3" fmla="*/ 56151 h 87249"/>
                <a:gd name="connsiteX4" fmla="*/ 44344 w 44343"/>
                <a:gd name="connsiteY4" fmla="*/ 55287 h 87249"/>
                <a:gd name="connsiteX5" fmla="*/ 39177 w 44343"/>
                <a:gd name="connsiteY5" fmla="*/ 32395 h 87249"/>
                <a:gd name="connsiteX6" fmla="*/ 24970 w 44343"/>
                <a:gd name="connsiteY6" fmla="*/ 24188 h 87249"/>
                <a:gd name="connsiteX7" fmla="*/ 12916 w 44343"/>
                <a:gd name="connsiteY7" fmla="*/ 30667 h 87249"/>
                <a:gd name="connsiteX8" fmla="*/ 12916 w 44343"/>
                <a:gd name="connsiteY8" fmla="*/ 0 h 87249"/>
                <a:gd name="connsiteX9" fmla="*/ 0 w 44343"/>
                <a:gd name="connsiteY9" fmla="*/ 0 h 87249"/>
                <a:gd name="connsiteX10" fmla="*/ 0 w 44343"/>
                <a:gd name="connsiteY10" fmla="*/ 85954 h 87249"/>
                <a:gd name="connsiteX11" fmla="*/ 11624 w 44343"/>
                <a:gd name="connsiteY11" fmla="*/ 85954 h 87249"/>
                <a:gd name="connsiteX12" fmla="*/ 12055 w 44343"/>
                <a:gd name="connsiteY12" fmla="*/ 79475 h 87249"/>
                <a:gd name="connsiteX13" fmla="*/ 12916 w 44343"/>
                <a:gd name="connsiteY13" fmla="*/ 43625 h 87249"/>
                <a:gd name="connsiteX14" fmla="*/ 21526 w 44343"/>
                <a:gd name="connsiteY14" fmla="*/ 37146 h 87249"/>
                <a:gd name="connsiteX15" fmla="*/ 28414 w 44343"/>
                <a:gd name="connsiteY15" fmla="*/ 41465 h 87249"/>
                <a:gd name="connsiteX16" fmla="*/ 30567 w 44343"/>
                <a:gd name="connsiteY16" fmla="*/ 54855 h 87249"/>
                <a:gd name="connsiteX17" fmla="*/ 29706 w 44343"/>
                <a:gd name="connsiteY17" fmla="*/ 66085 h 87249"/>
                <a:gd name="connsiteX18" fmla="*/ 21526 w 44343"/>
                <a:gd name="connsiteY18" fmla="*/ 73860 h 87249"/>
                <a:gd name="connsiteX19" fmla="*/ 12916 w 44343"/>
                <a:gd name="connsiteY19" fmla="*/ 67381 h 87249"/>
                <a:gd name="connsiteX20" fmla="*/ 12916 w 44343"/>
                <a:gd name="connsiteY20" fmla="*/ 43625 h 87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4343" h="87249">
                  <a:moveTo>
                    <a:pt x="12055" y="79475"/>
                  </a:moveTo>
                  <a:cubicBezTo>
                    <a:pt x="15068" y="84658"/>
                    <a:pt x="19373" y="87250"/>
                    <a:pt x="24970" y="87250"/>
                  </a:cubicBezTo>
                  <a:cubicBezTo>
                    <a:pt x="30998" y="87250"/>
                    <a:pt x="35733" y="84658"/>
                    <a:pt x="39177" y="79043"/>
                  </a:cubicBezTo>
                  <a:cubicBezTo>
                    <a:pt x="42622" y="73428"/>
                    <a:pt x="44344" y="66085"/>
                    <a:pt x="44344" y="56151"/>
                  </a:cubicBezTo>
                  <a:lnTo>
                    <a:pt x="44344" y="55287"/>
                  </a:lnTo>
                  <a:cubicBezTo>
                    <a:pt x="44344" y="45353"/>
                    <a:pt x="42622" y="37578"/>
                    <a:pt x="39177" y="32395"/>
                  </a:cubicBezTo>
                  <a:cubicBezTo>
                    <a:pt x="35733" y="26780"/>
                    <a:pt x="30998" y="24188"/>
                    <a:pt x="24970" y="24188"/>
                  </a:cubicBezTo>
                  <a:cubicBezTo>
                    <a:pt x="20235" y="24188"/>
                    <a:pt x="15929" y="26348"/>
                    <a:pt x="12916" y="30667"/>
                  </a:cubicBezTo>
                  <a:lnTo>
                    <a:pt x="12916" y="0"/>
                  </a:lnTo>
                  <a:lnTo>
                    <a:pt x="0" y="0"/>
                  </a:lnTo>
                  <a:lnTo>
                    <a:pt x="0" y="85954"/>
                  </a:lnTo>
                  <a:lnTo>
                    <a:pt x="11624" y="85954"/>
                  </a:lnTo>
                  <a:lnTo>
                    <a:pt x="12055" y="79475"/>
                  </a:lnTo>
                  <a:close/>
                  <a:moveTo>
                    <a:pt x="12916" y="43625"/>
                  </a:moveTo>
                  <a:cubicBezTo>
                    <a:pt x="14638" y="39306"/>
                    <a:pt x="17221" y="37146"/>
                    <a:pt x="21526" y="37146"/>
                  </a:cubicBezTo>
                  <a:cubicBezTo>
                    <a:pt x="24540" y="37146"/>
                    <a:pt x="27123" y="38442"/>
                    <a:pt x="28414" y="41465"/>
                  </a:cubicBezTo>
                  <a:cubicBezTo>
                    <a:pt x="30136" y="44489"/>
                    <a:pt x="30567" y="48808"/>
                    <a:pt x="30567" y="54855"/>
                  </a:cubicBezTo>
                  <a:cubicBezTo>
                    <a:pt x="30567" y="60038"/>
                    <a:pt x="30136" y="63494"/>
                    <a:pt x="29706" y="66085"/>
                  </a:cubicBezTo>
                  <a:cubicBezTo>
                    <a:pt x="28414" y="71268"/>
                    <a:pt x="25401" y="73860"/>
                    <a:pt x="21526" y="73860"/>
                  </a:cubicBezTo>
                  <a:cubicBezTo>
                    <a:pt x="17221" y="73860"/>
                    <a:pt x="14638" y="71700"/>
                    <a:pt x="12916" y="67381"/>
                  </a:cubicBezTo>
                  <a:lnTo>
                    <a:pt x="12916" y="43625"/>
                  </a:lnTo>
                  <a:close/>
                </a:path>
              </a:pathLst>
            </a:custGeom>
            <a:grpFill/>
            <a:ln w="4278" cap="flat">
              <a:noFill/>
              <a:prstDash val="solid"/>
              <a:miter/>
            </a:ln>
          </p:spPr>
          <p:txBody>
            <a:bodyPr rtlCol="0" anchor="ctr"/>
            <a:lstStyle/>
            <a:p>
              <a:endParaRPr lang="zh-TW" altLang="en-US"/>
            </a:p>
          </p:txBody>
        </p:sp>
        <p:sp>
          <p:nvSpPr>
            <p:cNvPr id="20" name="手繪多邊形 143">
              <a:extLst>
                <a:ext uri="{FF2B5EF4-FFF2-40B4-BE49-F238E27FC236}">
                  <a16:creationId xmlns:a16="http://schemas.microsoft.com/office/drawing/2014/main" id="{2089CF80-4566-42A8-91D7-BFE7267AF885}"/>
                </a:ext>
              </a:extLst>
            </p:cNvPr>
            <p:cNvSpPr/>
            <p:nvPr/>
          </p:nvSpPr>
          <p:spPr>
            <a:xfrm>
              <a:off x="6518008" y="6377912"/>
              <a:ext cx="46496" cy="63061"/>
            </a:xfrm>
            <a:custGeom>
              <a:avLst/>
              <a:gdLst>
                <a:gd name="connsiteX0" fmla="*/ 23248 w 46496"/>
                <a:gd name="connsiteY0" fmla="*/ 63062 h 63061"/>
                <a:gd name="connsiteX1" fmla="*/ 40038 w 46496"/>
                <a:gd name="connsiteY1" fmla="*/ 54423 h 63061"/>
                <a:gd name="connsiteX2" fmla="*/ 46496 w 46496"/>
                <a:gd name="connsiteY2" fmla="*/ 31963 h 63061"/>
                <a:gd name="connsiteX3" fmla="*/ 46496 w 46496"/>
                <a:gd name="connsiteY3" fmla="*/ 27643 h 63061"/>
                <a:gd name="connsiteX4" fmla="*/ 39608 w 46496"/>
                <a:gd name="connsiteY4" fmla="*/ 7343 h 63061"/>
                <a:gd name="connsiteX5" fmla="*/ 23248 w 46496"/>
                <a:gd name="connsiteY5" fmla="*/ 0 h 63061"/>
                <a:gd name="connsiteX6" fmla="*/ 11194 w 46496"/>
                <a:gd name="connsiteY6" fmla="*/ 3887 h 63061"/>
                <a:gd name="connsiteX7" fmla="*/ 3014 w 46496"/>
                <a:gd name="connsiteY7" fmla="*/ 14686 h 63061"/>
                <a:gd name="connsiteX8" fmla="*/ 0 w 46496"/>
                <a:gd name="connsiteY8" fmla="*/ 30667 h 63061"/>
                <a:gd name="connsiteX9" fmla="*/ 0 w 46496"/>
                <a:gd name="connsiteY9" fmla="*/ 31531 h 63061"/>
                <a:gd name="connsiteX10" fmla="*/ 6458 w 46496"/>
                <a:gd name="connsiteY10" fmla="*/ 54423 h 63061"/>
                <a:gd name="connsiteX11" fmla="*/ 23248 w 46496"/>
                <a:gd name="connsiteY11" fmla="*/ 63062 h 63061"/>
                <a:gd name="connsiteX12" fmla="*/ 15929 w 46496"/>
                <a:gd name="connsiteY12" fmla="*/ 18141 h 63061"/>
                <a:gd name="connsiteX13" fmla="*/ 23248 w 46496"/>
                <a:gd name="connsiteY13" fmla="*/ 13390 h 63061"/>
                <a:gd name="connsiteX14" fmla="*/ 30567 w 46496"/>
                <a:gd name="connsiteY14" fmla="*/ 18141 h 63061"/>
                <a:gd name="connsiteX15" fmla="*/ 33150 w 46496"/>
                <a:gd name="connsiteY15" fmla="*/ 31099 h 63061"/>
                <a:gd name="connsiteX16" fmla="*/ 30567 w 46496"/>
                <a:gd name="connsiteY16" fmla="*/ 45353 h 63061"/>
                <a:gd name="connsiteX17" fmla="*/ 23248 w 46496"/>
                <a:gd name="connsiteY17" fmla="*/ 49672 h 63061"/>
                <a:gd name="connsiteX18" fmla="*/ 15929 w 46496"/>
                <a:gd name="connsiteY18" fmla="*/ 44921 h 63061"/>
                <a:gd name="connsiteX19" fmla="*/ 13346 w 46496"/>
                <a:gd name="connsiteY19" fmla="*/ 31531 h 63061"/>
                <a:gd name="connsiteX20" fmla="*/ 15929 w 46496"/>
                <a:gd name="connsiteY20" fmla="*/ 18141 h 6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6496" h="63061">
                  <a:moveTo>
                    <a:pt x="23248" y="63062"/>
                  </a:moveTo>
                  <a:cubicBezTo>
                    <a:pt x="30136" y="63062"/>
                    <a:pt x="35733" y="60038"/>
                    <a:pt x="40038" y="54423"/>
                  </a:cubicBezTo>
                  <a:cubicBezTo>
                    <a:pt x="44344" y="48808"/>
                    <a:pt x="46496" y="41465"/>
                    <a:pt x="46496" y="31963"/>
                  </a:cubicBezTo>
                  <a:lnTo>
                    <a:pt x="46496" y="27643"/>
                  </a:lnTo>
                  <a:cubicBezTo>
                    <a:pt x="46066" y="19005"/>
                    <a:pt x="43483" y="12094"/>
                    <a:pt x="39608" y="7343"/>
                  </a:cubicBezTo>
                  <a:cubicBezTo>
                    <a:pt x="35303" y="2160"/>
                    <a:pt x="30136" y="0"/>
                    <a:pt x="23248" y="0"/>
                  </a:cubicBezTo>
                  <a:cubicBezTo>
                    <a:pt x="18512" y="0"/>
                    <a:pt x="14638" y="1296"/>
                    <a:pt x="11194" y="3887"/>
                  </a:cubicBezTo>
                  <a:cubicBezTo>
                    <a:pt x="7749" y="6479"/>
                    <a:pt x="5166" y="9934"/>
                    <a:pt x="3014" y="14686"/>
                  </a:cubicBezTo>
                  <a:cubicBezTo>
                    <a:pt x="1292" y="19437"/>
                    <a:pt x="0" y="24620"/>
                    <a:pt x="0" y="30667"/>
                  </a:cubicBezTo>
                  <a:lnTo>
                    <a:pt x="0" y="31531"/>
                  </a:lnTo>
                  <a:cubicBezTo>
                    <a:pt x="0" y="41033"/>
                    <a:pt x="2153" y="48808"/>
                    <a:pt x="6458" y="54423"/>
                  </a:cubicBezTo>
                  <a:cubicBezTo>
                    <a:pt x="10763" y="60470"/>
                    <a:pt x="16360" y="63062"/>
                    <a:pt x="23248" y="63062"/>
                  </a:cubicBezTo>
                  <a:close/>
                  <a:moveTo>
                    <a:pt x="15929" y="18141"/>
                  </a:moveTo>
                  <a:cubicBezTo>
                    <a:pt x="17651" y="15118"/>
                    <a:pt x="20235" y="13390"/>
                    <a:pt x="23248" y="13390"/>
                  </a:cubicBezTo>
                  <a:cubicBezTo>
                    <a:pt x="26692" y="13390"/>
                    <a:pt x="28845" y="15118"/>
                    <a:pt x="30567" y="18141"/>
                  </a:cubicBezTo>
                  <a:cubicBezTo>
                    <a:pt x="32289" y="21165"/>
                    <a:pt x="33150" y="25484"/>
                    <a:pt x="33150" y="31099"/>
                  </a:cubicBezTo>
                  <a:cubicBezTo>
                    <a:pt x="33150" y="37578"/>
                    <a:pt x="32289" y="42329"/>
                    <a:pt x="30567" y="45353"/>
                  </a:cubicBezTo>
                  <a:cubicBezTo>
                    <a:pt x="28845" y="48376"/>
                    <a:pt x="26262" y="49672"/>
                    <a:pt x="23248" y="49672"/>
                  </a:cubicBezTo>
                  <a:cubicBezTo>
                    <a:pt x="19804" y="49672"/>
                    <a:pt x="17651" y="47944"/>
                    <a:pt x="15929" y="44921"/>
                  </a:cubicBezTo>
                  <a:cubicBezTo>
                    <a:pt x="14207" y="41897"/>
                    <a:pt x="13346" y="37578"/>
                    <a:pt x="13346" y="31531"/>
                  </a:cubicBezTo>
                  <a:cubicBezTo>
                    <a:pt x="13346" y="25916"/>
                    <a:pt x="14207" y="21165"/>
                    <a:pt x="15929" y="18141"/>
                  </a:cubicBezTo>
                  <a:close/>
                </a:path>
              </a:pathLst>
            </a:custGeom>
            <a:grpFill/>
            <a:ln w="4278" cap="flat">
              <a:noFill/>
              <a:prstDash val="solid"/>
              <a:miter/>
            </a:ln>
          </p:spPr>
          <p:txBody>
            <a:bodyPr rtlCol="0" anchor="ctr"/>
            <a:lstStyle/>
            <a:p>
              <a:endParaRPr lang="zh-TW" altLang="en-US"/>
            </a:p>
          </p:txBody>
        </p:sp>
        <p:sp>
          <p:nvSpPr>
            <p:cNvPr id="21" name="手繪多邊形 144">
              <a:extLst>
                <a:ext uri="{FF2B5EF4-FFF2-40B4-BE49-F238E27FC236}">
                  <a16:creationId xmlns:a16="http://schemas.microsoft.com/office/drawing/2014/main" id="{854464CB-059B-4D56-98C4-BB6D23D96A5A}"/>
                </a:ext>
              </a:extLst>
            </p:cNvPr>
            <p:cNvSpPr/>
            <p:nvPr/>
          </p:nvSpPr>
          <p:spPr>
            <a:xfrm>
              <a:off x="6567948" y="6364523"/>
              <a:ext cx="29275" cy="76451"/>
            </a:xfrm>
            <a:custGeom>
              <a:avLst/>
              <a:gdLst>
                <a:gd name="connsiteX0" fmla="*/ 7319 w 29275"/>
                <a:gd name="connsiteY0" fmla="*/ 59174 h 76451"/>
                <a:gd name="connsiteX1" fmla="*/ 21526 w 29275"/>
                <a:gd name="connsiteY1" fmla="*/ 76451 h 76451"/>
                <a:gd name="connsiteX2" fmla="*/ 29275 w 29275"/>
                <a:gd name="connsiteY2" fmla="*/ 75156 h 76451"/>
                <a:gd name="connsiteX3" fmla="*/ 29275 w 29275"/>
                <a:gd name="connsiteY3" fmla="*/ 63062 h 76451"/>
                <a:gd name="connsiteX4" fmla="*/ 25401 w 29275"/>
                <a:gd name="connsiteY4" fmla="*/ 63494 h 76451"/>
                <a:gd name="connsiteX5" fmla="*/ 21526 w 29275"/>
                <a:gd name="connsiteY5" fmla="*/ 62198 h 76451"/>
                <a:gd name="connsiteX6" fmla="*/ 20234 w 29275"/>
                <a:gd name="connsiteY6" fmla="*/ 57015 h 76451"/>
                <a:gd name="connsiteX7" fmla="*/ 20234 w 29275"/>
                <a:gd name="connsiteY7" fmla="*/ 26780 h 76451"/>
                <a:gd name="connsiteX8" fmla="*/ 28845 w 29275"/>
                <a:gd name="connsiteY8" fmla="*/ 26780 h 76451"/>
                <a:gd name="connsiteX9" fmla="*/ 28845 w 29275"/>
                <a:gd name="connsiteY9" fmla="*/ 15118 h 76451"/>
                <a:gd name="connsiteX10" fmla="*/ 20234 w 29275"/>
                <a:gd name="connsiteY10" fmla="*/ 15118 h 76451"/>
                <a:gd name="connsiteX11" fmla="*/ 20234 w 29275"/>
                <a:gd name="connsiteY11" fmla="*/ 0 h 76451"/>
                <a:gd name="connsiteX12" fmla="*/ 7319 w 29275"/>
                <a:gd name="connsiteY12" fmla="*/ 0 h 76451"/>
                <a:gd name="connsiteX13" fmla="*/ 7319 w 29275"/>
                <a:gd name="connsiteY13" fmla="*/ 15118 h 76451"/>
                <a:gd name="connsiteX14" fmla="*/ 0 w 29275"/>
                <a:gd name="connsiteY14" fmla="*/ 15118 h 76451"/>
                <a:gd name="connsiteX15" fmla="*/ 0 w 29275"/>
                <a:gd name="connsiteY15" fmla="*/ 26780 h 76451"/>
                <a:gd name="connsiteX16" fmla="*/ 7319 w 29275"/>
                <a:gd name="connsiteY16" fmla="*/ 26780 h 76451"/>
                <a:gd name="connsiteX17" fmla="*/ 7319 w 29275"/>
                <a:gd name="connsiteY17" fmla="*/ 59174 h 76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275" h="76451">
                  <a:moveTo>
                    <a:pt x="7319" y="59174"/>
                  </a:moveTo>
                  <a:cubicBezTo>
                    <a:pt x="7319" y="70836"/>
                    <a:pt x="12055" y="76451"/>
                    <a:pt x="21526" y="76451"/>
                  </a:cubicBezTo>
                  <a:cubicBezTo>
                    <a:pt x="24109" y="76451"/>
                    <a:pt x="26692" y="76019"/>
                    <a:pt x="29275" y="75156"/>
                  </a:cubicBezTo>
                  <a:lnTo>
                    <a:pt x="29275" y="63062"/>
                  </a:lnTo>
                  <a:cubicBezTo>
                    <a:pt x="27984" y="63494"/>
                    <a:pt x="26692" y="63494"/>
                    <a:pt x="25401" y="63494"/>
                  </a:cubicBezTo>
                  <a:cubicBezTo>
                    <a:pt x="23248" y="63494"/>
                    <a:pt x="21957" y="63062"/>
                    <a:pt x="21526" y="62198"/>
                  </a:cubicBezTo>
                  <a:cubicBezTo>
                    <a:pt x="21096" y="61334"/>
                    <a:pt x="20234" y="59174"/>
                    <a:pt x="20234" y="57015"/>
                  </a:cubicBezTo>
                  <a:lnTo>
                    <a:pt x="20234" y="26780"/>
                  </a:lnTo>
                  <a:lnTo>
                    <a:pt x="28845" y="26780"/>
                  </a:lnTo>
                  <a:lnTo>
                    <a:pt x="28845" y="15118"/>
                  </a:lnTo>
                  <a:lnTo>
                    <a:pt x="20234" y="15118"/>
                  </a:lnTo>
                  <a:lnTo>
                    <a:pt x="20234" y="0"/>
                  </a:lnTo>
                  <a:lnTo>
                    <a:pt x="7319" y="0"/>
                  </a:lnTo>
                  <a:lnTo>
                    <a:pt x="7319" y="15118"/>
                  </a:lnTo>
                  <a:lnTo>
                    <a:pt x="0" y="15118"/>
                  </a:lnTo>
                  <a:lnTo>
                    <a:pt x="0" y="26780"/>
                  </a:lnTo>
                  <a:lnTo>
                    <a:pt x="7319" y="26780"/>
                  </a:lnTo>
                  <a:lnTo>
                    <a:pt x="7319" y="59174"/>
                  </a:lnTo>
                  <a:close/>
                </a:path>
              </a:pathLst>
            </a:custGeom>
            <a:grpFill/>
            <a:ln w="4278" cap="flat">
              <a:noFill/>
              <a:prstDash val="solid"/>
              <a:miter/>
            </a:ln>
          </p:spPr>
          <p:txBody>
            <a:bodyPr rtlCol="0" anchor="ctr"/>
            <a:lstStyle/>
            <a:p>
              <a:endParaRPr lang="zh-TW" altLang="en-US"/>
            </a:p>
          </p:txBody>
        </p:sp>
        <p:sp>
          <p:nvSpPr>
            <p:cNvPr id="22" name="手繪多邊形 145">
              <a:extLst>
                <a:ext uri="{FF2B5EF4-FFF2-40B4-BE49-F238E27FC236}">
                  <a16:creationId xmlns:a16="http://schemas.microsoft.com/office/drawing/2014/main" id="{934FEF0D-02DB-4BCC-BF34-B13601E6E56D}"/>
                </a:ext>
              </a:extLst>
            </p:cNvPr>
            <p:cNvSpPr/>
            <p:nvPr/>
          </p:nvSpPr>
          <p:spPr>
            <a:xfrm>
              <a:off x="6299734" y="5991336"/>
              <a:ext cx="343125" cy="510539"/>
            </a:xfrm>
            <a:custGeom>
              <a:avLst/>
              <a:gdLst>
                <a:gd name="connsiteX0" fmla="*/ 334946 w 343125"/>
                <a:gd name="connsiteY0" fmla="*/ 54855 h 510539"/>
                <a:gd name="connsiteX1" fmla="*/ 315142 w 343125"/>
                <a:gd name="connsiteY1" fmla="*/ 46648 h 510539"/>
                <a:gd name="connsiteX2" fmla="*/ 210955 w 343125"/>
                <a:gd name="connsiteY2" fmla="*/ 46648 h 510539"/>
                <a:gd name="connsiteX3" fmla="*/ 210955 w 343125"/>
                <a:gd name="connsiteY3" fmla="*/ 44489 h 510539"/>
                <a:gd name="connsiteX4" fmla="*/ 210955 w 343125"/>
                <a:gd name="connsiteY4" fmla="*/ 18573 h 510539"/>
                <a:gd name="connsiteX5" fmla="*/ 205359 w 343125"/>
                <a:gd name="connsiteY5" fmla="*/ 5615 h 510539"/>
                <a:gd name="connsiteX6" fmla="*/ 192443 w 343125"/>
                <a:gd name="connsiteY6" fmla="*/ 0 h 510539"/>
                <a:gd name="connsiteX7" fmla="*/ 150682 w 343125"/>
                <a:gd name="connsiteY7" fmla="*/ 0 h 510539"/>
                <a:gd name="connsiteX8" fmla="*/ 137767 w 343125"/>
                <a:gd name="connsiteY8" fmla="*/ 5615 h 510539"/>
                <a:gd name="connsiteX9" fmla="*/ 137767 w 343125"/>
                <a:gd name="connsiteY9" fmla="*/ 5615 h 510539"/>
                <a:gd name="connsiteX10" fmla="*/ 132170 w 343125"/>
                <a:gd name="connsiteY10" fmla="*/ 18573 h 510539"/>
                <a:gd name="connsiteX11" fmla="*/ 132170 w 343125"/>
                <a:gd name="connsiteY11" fmla="*/ 44489 h 510539"/>
                <a:gd name="connsiteX12" fmla="*/ 132170 w 343125"/>
                <a:gd name="connsiteY12" fmla="*/ 46648 h 510539"/>
                <a:gd name="connsiteX13" fmla="*/ 27984 w 343125"/>
                <a:gd name="connsiteY13" fmla="*/ 46648 h 510539"/>
                <a:gd name="connsiteX14" fmla="*/ 8180 w 343125"/>
                <a:gd name="connsiteY14" fmla="*/ 54855 h 510539"/>
                <a:gd name="connsiteX15" fmla="*/ 8180 w 343125"/>
                <a:gd name="connsiteY15" fmla="*/ 54855 h 510539"/>
                <a:gd name="connsiteX16" fmla="*/ 0 w 343125"/>
                <a:gd name="connsiteY16" fmla="*/ 74724 h 510539"/>
                <a:gd name="connsiteX17" fmla="*/ 0 w 343125"/>
                <a:gd name="connsiteY17" fmla="*/ 255702 h 510539"/>
                <a:gd name="connsiteX18" fmla="*/ 8180 w 343125"/>
                <a:gd name="connsiteY18" fmla="*/ 275571 h 510539"/>
                <a:gd name="connsiteX19" fmla="*/ 8180 w 343125"/>
                <a:gd name="connsiteY19" fmla="*/ 275571 h 510539"/>
                <a:gd name="connsiteX20" fmla="*/ 27984 w 343125"/>
                <a:gd name="connsiteY20" fmla="*/ 283777 h 510539"/>
                <a:gd name="connsiteX21" fmla="*/ 132170 w 343125"/>
                <a:gd name="connsiteY21" fmla="*/ 283777 h 510539"/>
                <a:gd name="connsiteX22" fmla="*/ 132170 w 343125"/>
                <a:gd name="connsiteY22" fmla="*/ 315740 h 510539"/>
                <a:gd name="connsiteX23" fmla="*/ 27984 w 343125"/>
                <a:gd name="connsiteY23" fmla="*/ 315740 h 510539"/>
                <a:gd name="connsiteX24" fmla="*/ 8180 w 343125"/>
                <a:gd name="connsiteY24" fmla="*/ 323947 h 510539"/>
                <a:gd name="connsiteX25" fmla="*/ 8180 w 343125"/>
                <a:gd name="connsiteY25" fmla="*/ 323947 h 510539"/>
                <a:gd name="connsiteX26" fmla="*/ 0 w 343125"/>
                <a:gd name="connsiteY26" fmla="*/ 343815 h 510539"/>
                <a:gd name="connsiteX27" fmla="*/ 0 w 343125"/>
                <a:gd name="connsiteY27" fmla="*/ 482464 h 510539"/>
                <a:gd name="connsiteX28" fmla="*/ 8180 w 343125"/>
                <a:gd name="connsiteY28" fmla="*/ 502333 h 510539"/>
                <a:gd name="connsiteX29" fmla="*/ 8180 w 343125"/>
                <a:gd name="connsiteY29" fmla="*/ 502333 h 510539"/>
                <a:gd name="connsiteX30" fmla="*/ 27984 w 343125"/>
                <a:gd name="connsiteY30" fmla="*/ 510540 h 510539"/>
                <a:gd name="connsiteX31" fmla="*/ 315142 w 343125"/>
                <a:gd name="connsiteY31" fmla="*/ 510540 h 510539"/>
                <a:gd name="connsiteX32" fmla="*/ 334946 w 343125"/>
                <a:gd name="connsiteY32" fmla="*/ 502333 h 510539"/>
                <a:gd name="connsiteX33" fmla="*/ 334946 w 343125"/>
                <a:gd name="connsiteY33" fmla="*/ 502333 h 510539"/>
                <a:gd name="connsiteX34" fmla="*/ 343125 w 343125"/>
                <a:gd name="connsiteY34" fmla="*/ 482464 h 510539"/>
                <a:gd name="connsiteX35" fmla="*/ 343125 w 343125"/>
                <a:gd name="connsiteY35" fmla="*/ 343815 h 510539"/>
                <a:gd name="connsiteX36" fmla="*/ 334946 w 343125"/>
                <a:gd name="connsiteY36" fmla="*/ 323947 h 510539"/>
                <a:gd name="connsiteX37" fmla="*/ 334946 w 343125"/>
                <a:gd name="connsiteY37" fmla="*/ 323947 h 510539"/>
                <a:gd name="connsiteX38" fmla="*/ 315142 w 343125"/>
                <a:gd name="connsiteY38" fmla="*/ 315740 h 510539"/>
                <a:gd name="connsiteX39" fmla="*/ 210955 w 343125"/>
                <a:gd name="connsiteY39" fmla="*/ 315740 h 510539"/>
                <a:gd name="connsiteX40" fmla="*/ 210955 w 343125"/>
                <a:gd name="connsiteY40" fmla="*/ 283777 h 510539"/>
                <a:gd name="connsiteX41" fmla="*/ 314711 w 343125"/>
                <a:gd name="connsiteY41" fmla="*/ 283777 h 510539"/>
                <a:gd name="connsiteX42" fmla="*/ 334515 w 343125"/>
                <a:gd name="connsiteY42" fmla="*/ 275571 h 510539"/>
                <a:gd name="connsiteX43" fmla="*/ 334515 w 343125"/>
                <a:gd name="connsiteY43" fmla="*/ 275571 h 510539"/>
                <a:gd name="connsiteX44" fmla="*/ 342695 w 343125"/>
                <a:gd name="connsiteY44" fmla="*/ 255702 h 510539"/>
                <a:gd name="connsiteX45" fmla="*/ 342695 w 343125"/>
                <a:gd name="connsiteY45" fmla="*/ 74724 h 510539"/>
                <a:gd name="connsiteX46" fmla="*/ 334946 w 343125"/>
                <a:gd name="connsiteY46" fmla="*/ 54855 h 510539"/>
                <a:gd name="connsiteX47" fmla="*/ 334946 w 343125"/>
                <a:gd name="connsiteY47" fmla="*/ 54855 h 510539"/>
                <a:gd name="connsiteX48" fmla="*/ 148530 w 343125"/>
                <a:gd name="connsiteY48" fmla="*/ 18141 h 510539"/>
                <a:gd name="connsiteX49" fmla="*/ 149391 w 343125"/>
                <a:gd name="connsiteY49" fmla="*/ 16413 h 510539"/>
                <a:gd name="connsiteX50" fmla="*/ 149391 w 343125"/>
                <a:gd name="connsiteY50" fmla="*/ 16413 h 510539"/>
                <a:gd name="connsiteX51" fmla="*/ 151113 w 343125"/>
                <a:gd name="connsiteY51" fmla="*/ 15549 h 510539"/>
                <a:gd name="connsiteX52" fmla="*/ 192874 w 343125"/>
                <a:gd name="connsiteY52" fmla="*/ 15549 h 510539"/>
                <a:gd name="connsiteX53" fmla="*/ 194596 w 343125"/>
                <a:gd name="connsiteY53" fmla="*/ 16413 h 510539"/>
                <a:gd name="connsiteX54" fmla="*/ 195457 w 343125"/>
                <a:gd name="connsiteY54" fmla="*/ 18141 h 510539"/>
                <a:gd name="connsiteX55" fmla="*/ 195457 w 343125"/>
                <a:gd name="connsiteY55" fmla="*/ 44057 h 510539"/>
                <a:gd name="connsiteX56" fmla="*/ 194596 w 343125"/>
                <a:gd name="connsiteY56" fmla="*/ 45784 h 510539"/>
                <a:gd name="connsiteX57" fmla="*/ 192874 w 343125"/>
                <a:gd name="connsiteY57" fmla="*/ 46648 h 510539"/>
                <a:gd name="connsiteX58" fmla="*/ 150682 w 343125"/>
                <a:gd name="connsiteY58" fmla="*/ 46648 h 510539"/>
                <a:gd name="connsiteX59" fmla="*/ 148960 w 343125"/>
                <a:gd name="connsiteY59" fmla="*/ 45784 h 510539"/>
                <a:gd name="connsiteX60" fmla="*/ 148960 w 343125"/>
                <a:gd name="connsiteY60" fmla="*/ 45784 h 510539"/>
                <a:gd name="connsiteX61" fmla="*/ 148099 w 343125"/>
                <a:gd name="connsiteY61" fmla="*/ 44057 h 510539"/>
                <a:gd name="connsiteX62" fmla="*/ 148099 w 343125"/>
                <a:gd name="connsiteY62" fmla="*/ 18141 h 510539"/>
                <a:gd name="connsiteX63" fmla="*/ 314711 w 343125"/>
                <a:gd name="connsiteY63" fmla="*/ 331721 h 510539"/>
                <a:gd name="connsiteX64" fmla="*/ 322891 w 343125"/>
                <a:gd name="connsiteY64" fmla="*/ 335177 h 510539"/>
                <a:gd name="connsiteX65" fmla="*/ 322891 w 343125"/>
                <a:gd name="connsiteY65" fmla="*/ 335177 h 510539"/>
                <a:gd name="connsiteX66" fmla="*/ 326335 w 343125"/>
                <a:gd name="connsiteY66" fmla="*/ 343815 h 510539"/>
                <a:gd name="connsiteX67" fmla="*/ 326335 w 343125"/>
                <a:gd name="connsiteY67" fmla="*/ 482464 h 510539"/>
                <a:gd name="connsiteX68" fmla="*/ 322891 w 343125"/>
                <a:gd name="connsiteY68" fmla="*/ 491103 h 510539"/>
                <a:gd name="connsiteX69" fmla="*/ 322891 w 343125"/>
                <a:gd name="connsiteY69" fmla="*/ 491103 h 510539"/>
                <a:gd name="connsiteX70" fmla="*/ 314711 w 343125"/>
                <a:gd name="connsiteY70" fmla="*/ 494558 h 510539"/>
                <a:gd name="connsiteX71" fmla="*/ 27984 w 343125"/>
                <a:gd name="connsiteY71" fmla="*/ 494558 h 510539"/>
                <a:gd name="connsiteX72" fmla="*/ 19373 w 343125"/>
                <a:gd name="connsiteY72" fmla="*/ 491103 h 510539"/>
                <a:gd name="connsiteX73" fmla="*/ 15929 w 343125"/>
                <a:gd name="connsiteY73" fmla="*/ 482464 h 510539"/>
                <a:gd name="connsiteX74" fmla="*/ 15929 w 343125"/>
                <a:gd name="connsiteY74" fmla="*/ 343815 h 510539"/>
                <a:gd name="connsiteX75" fmla="*/ 19373 w 343125"/>
                <a:gd name="connsiteY75" fmla="*/ 335177 h 510539"/>
                <a:gd name="connsiteX76" fmla="*/ 27984 w 343125"/>
                <a:gd name="connsiteY76" fmla="*/ 331721 h 510539"/>
                <a:gd name="connsiteX77" fmla="*/ 314711 w 343125"/>
                <a:gd name="connsiteY77" fmla="*/ 331721 h 510539"/>
                <a:gd name="connsiteX78" fmla="*/ 148530 w 343125"/>
                <a:gd name="connsiteY78" fmla="*/ 315740 h 510539"/>
                <a:gd name="connsiteX79" fmla="*/ 148530 w 343125"/>
                <a:gd name="connsiteY79" fmla="*/ 283777 h 510539"/>
                <a:gd name="connsiteX80" fmla="*/ 195026 w 343125"/>
                <a:gd name="connsiteY80" fmla="*/ 283777 h 510539"/>
                <a:gd name="connsiteX81" fmla="*/ 195026 w 343125"/>
                <a:gd name="connsiteY81" fmla="*/ 315740 h 510539"/>
                <a:gd name="connsiteX82" fmla="*/ 148530 w 343125"/>
                <a:gd name="connsiteY82" fmla="*/ 315740 h 510539"/>
                <a:gd name="connsiteX83" fmla="*/ 326766 w 343125"/>
                <a:gd name="connsiteY83" fmla="*/ 255702 h 510539"/>
                <a:gd name="connsiteX84" fmla="*/ 323321 w 343125"/>
                <a:gd name="connsiteY84" fmla="*/ 263909 h 510539"/>
                <a:gd name="connsiteX85" fmla="*/ 323321 w 343125"/>
                <a:gd name="connsiteY85" fmla="*/ 263909 h 510539"/>
                <a:gd name="connsiteX86" fmla="*/ 315142 w 343125"/>
                <a:gd name="connsiteY86" fmla="*/ 267364 h 510539"/>
                <a:gd name="connsiteX87" fmla="*/ 27984 w 343125"/>
                <a:gd name="connsiteY87" fmla="*/ 267364 h 510539"/>
                <a:gd name="connsiteX88" fmla="*/ 19373 w 343125"/>
                <a:gd name="connsiteY88" fmla="*/ 263909 h 510539"/>
                <a:gd name="connsiteX89" fmla="*/ 19373 w 343125"/>
                <a:gd name="connsiteY89" fmla="*/ 263909 h 510539"/>
                <a:gd name="connsiteX90" fmla="*/ 15929 w 343125"/>
                <a:gd name="connsiteY90" fmla="*/ 255702 h 510539"/>
                <a:gd name="connsiteX91" fmla="*/ 15929 w 343125"/>
                <a:gd name="connsiteY91" fmla="*/ 74724 h 510539"/>
                <a:gd name="connsiteX92" fmla="*/ 19373 w 343125"/>
                <a:gd name="connsiteY92" fmla="*/ 66085 h 510539"/>
                <a:gd name="connsiteX93" fmla="*/ 27984 w 343125"/>
                <a:gd name="connsiteY93" fmla="*/ 62630 h 510539"/>
                <a:gd name="connsiteX94" fmla="*/ 150682 w 343125"/>
                <a:gd name="connsiteY94" fmla="*/ 62630 h 510539"/>
                <a:gd name="connsiteX95" fmla="*/ 150682 w 343125"/>
                <a:gd name="connsiteY95" fmla="*/ 62630 h 510539"/>
                <a:gd name="connsiteX96" fmla="*/ 192443 w 343125"/>
                <a:gd name="connsiteY96" fmla="*/ 62630 h 510539"/>
                <a:gd name="connsiteX97" fmla="*/ 192443 w 343125"/>
                <a:gd name="connsiteY97" fmla="*/ 62630 h 510539"/>
                <a:gd name="connsiteX98" fmla="*/ 314711 w 343125"/>
                <a:gd name="connsiteY98" fmla="*/ 62630 h 510539"/>
                <a:gd name="connsiteX99" fmla="*/ 322891 w 343125"/>
                <a:gd name="connsiteY99" fmla="*/ 66085 h 510539"/>
                <a:gd name="connsiteX100" fmla="*/ 322891 w 343125"/>
                <a:gd name="connsiteY100" fmla="*/ 66085 h 510539"/>
                <a:gd name="connsiteX101" fmla="*/ 326335 w 343125"/>
                <a:gd name="connsiteY101" fmla="*/ 74724 h 510539"/>
                <a:gd name="connsiteX102" fmla="*/ 326335 w 343125"/>
                <a:gd name="connsiteY102" fmla="*/ 255702 h 51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343125" h="510539">
                  <a:moveTo>
                    <a:pt x="334946" y="54855"/>
                  </a:moveTo>
                  <a:cubicBezTo>
                    <a:pt x="329779" y="49672"/>
                    <a:pt x="322891" y="46648"/>
                    <a:pt x="315142" y="46648"/>
                  </a:cubicBezTo>
                  <a:lnTo>
                    <a:pt x="210955" y="46648"/>
                  </a:lnTo>
                  <a:cubicBezTo>
                    <a:pt x="210955" y="45784"/>
                    <a:pt x="210955" y="44921"/>
                    <a:pt x="210955" y="44489"/>
                  </a:cubicBezTo>
                  <a:lnTo>
                    <a:pt x="210955" y="18573"/>
                  </a:lnTo>
                  <a:cubicBezTo>
                    <a:pt x="210955" y="13390"/>
                    <a:pt x="208803" y="8639"/>
                    <a:pt x="205359" y="5615"/>
                  </a:cubicBezTo>
                  <a:cubicBezTo>
                    <a:pt x="201914" y="2160"/>
                    <a:pt x="197179" y="0"/>
                    <a:pt x="192443" y="0"/>
                  </a:cubicBezTo>
                  <a:lnTo>
                    <a:pt x="150682" y="0"/>
                  </a:lnTo>
                  <a:cubicBezTo>
                    <a:pt x="145516" y="0"/>
                    <a:pt x="140780" y="2160"/>
                    <a:pt x="137767" y="5615"/>
                  </a:cubicBezTo>
                  <a:lnTo>
                    <a:pt x="137767" y="5615"/>
                  </a:lnTo>
                  <a:cubicBezTo>
                    <a:pt x="134323" y="9071"/>
                    <a:pt x="132170" y="13822"/>
                    <a:pt x="132170" y="18573"/>
                  </a:cubicBezTo>
                  <a:lnTo>
                    <a:pt x="132170" y="44489"/>
                  </a:lnTo>
                  <a:cubicBezTo>
                    <a:pt x="132170" y="45353"/>
                    <a:pt x="132170" y="46216"/>
                    <a:pt x="132170" y="46648"/>
                  </a:cubicBezTo>
                  <a:lnTo>
                    <a:pt x="27984" y="46648"/>
                  </a:lnTo>
                  <a:cubicBezTo>
                    <a:pt x="20235" y="46648"/>
                    <a:pt x="13346" y="49672"/>
                    <a:pt x="8180" y="54855"/>
                  </a:cubicBezTo>
                  <a:lnTo>
                    <a:pt x="8180" y="54855"/>
                  </a:lnTo>
                  <a:cubicBezTo>
                    <a:pt x="3014" y="60038"/>
                    <a:pt x="0" y="66949"/>
                    <a:pt x="0" y="74724"/>
                  </a:cubicBezTo>
                  <a:lnTo>
                    <a:pt x="0" y="255702"/>
                  </a:lnTo>
                  <a:cubicBezTo>
                    <a:pt x="0" y="263477"/>
                    <a:pt x="3014" y="270387"/>
                    <a:pt x="8180" y="275571"/>
                  </a:cubicBezTo>
                  <a:lnTo>
                    <a:pt x="8180" y="275571"/>
                  </a:lnTo>
                  <a:cubicBezTo>
                    <a:pt x="13346" y="280754"/>
                    <a:pt x="20235" y="283777"/>
                    <a:pt x="27984" y="283777"/>
                  </a:cubicBezTo>
                  <a:lnTo>
                    <a:pt x="132170" y="283777"/>
                  </a:lnTo>
                  <a:lnTo>
                    <a:pt x="132170" y="315740"/>
                  </a:lnTo>
                  <a:lnTo>
                    <a:pt x="27984" y="315740"/>
                  </a:lnTo>
                  <a:cubicBezTo>
                    <a:pt x="20235" y="315740"/>
                    <a:pt x="13346" y="318763"/>
                    <a:pt x="8180" y="323947"/>
                  </a:cubicBezTo>
                  <a:lnTo>
                    <a:pt x="8180" y="323947"/>
                  </a:lnTo>
                  <a:cubicBezTo>
                    <a:pt x="3014" y="329130"/>
                    <a:pt x="0" y="336041"/>
                    <a:pt x="0" y="343815"/>
                  </a:cubicBezTo>
                  <a:lnTo>
                    <a:pt x="0" y="482464"/>
                  </a:lnTo>
                  <a:cubicBezTo>
                    <a:pt x="0" y="490239"/>
                    <a:pt x="3014" y="497150"/>
                    <a:pt x="8180" y="502333"/>
                  </a:cubicBezTo>
                  <a:lnTo>
                    <a:pt x="8180" y="502333"/>
                  </a:lnTo>
                  <a:cubicBezTo>
                    <a:pt x="13346" y="507516"/>
                    <a:pt x="20235" y="510540"/>
                    <a:pt x="27984" y="510540"/>
                  </a:cubicBezTo>
                  <a:lnTo>
                    <a:pt x="315142" y="510540"/>
                  </a:lnTo>
                  <a:cubicBezTo>
                    <a:pt x="322891" y="510540"/>
                    <a:pt x="329779" y="507516"/>
                    <a:pt x="334946" y="502333"/>
                  </a:cubicBezTo>
                  <a:lnTo>
                    <a:pt x="334946" y="502333"/>
                  </a:lnTo>
                  <a:cubicBezTo>
                    <a:pt x="340112" y="497150"/>
                    <a:pt x="343125" y="490239"/>
                    <a:pt x="343125" y="482464"/>
                  </a:cubicBezTo>
                  <a:lnTo>
                    <a:pt x="343125" y="343815"/>
                  </a:lnTo>
                  <a:cubicBezTo>
                    <a:pt x="343125" y="336041"/>
                    <a:pt x="340112" y="329130"/>
                    <a:pt x="334946" y="323947"/>
                  </a:cubicBezTo>
                  <a:lnTo>
                    <a:pt x="334946" y="323947"/>
                  </a:lnTo>
                  <a:cubicBezTo>
                    <a:pt x="329779" y="318763"/>
                    <a:pt x="322891" y="315740"/>
                    <a:pt x="315142" y="315740"/>
                  </a:cubicBezTo>
                  <a:lnTo>
                    <a:pt x="210955" y="315740"/>
                  </a:lnTo>
                  <a:lnTo>
                    <a:pt x="210955" y="283777"/>
                  </a:lnTo>
                  <a:lnTo>
                    <a:pt x="314711" y="283777"/>
                  </a:lnTo>
                  <a:cubicBezTo>
                    <a:pt x="322460" y="283777"/>
                    <a:pt x="329349" y="280754"/>
                    <a:pt x="334515" y="275571"/>
                  </a:cubicBezTo>
                  <a:lnTo>
                    <a:pt x="334515" y="275571"/>
                  </a:lnTo>
                  <a:cubicBezTo>
                    <a:pt x="339681" y="270387"/>
                    <a:pt x="342695" y="263477"/>
                    <a:pt x="342695" y="255702"/>
                  </a:cubicBezTo>
                  <a:lnTo>
                    <a:pt x="342695" y="74724"/>
                  </a:lnTo>
                  <a:cubicBezTo>
                    <a:pt x="343125" y="66949"/>
                    <a:pt x="339681" y="60038"/>
                    <a:pt x="334946" y="54855"/>
                  </a:cubicBezTo>
                  <a:lnTo>
                    <a:pt x="334946" y="54855"/>
                  </a:lnTo>
                  <a:close/>
                  <a:moveTo>
                    <a:pt x="148530" y="18141"/>
                  </a:moveTo>
                  <a:cubicBezTo>
                    <a:pt x="148530" y="17709"/>
                    <a:pt x="148960" y="16845"/>
                    <a:pt x="149391" y="16413"/>
                  </a:cubicBezTo>
                  <a:lnTo>
                    <a:pt x="149391" y="16413"/>
                  </a:lnTo>
                  <a:cubicBezTo>
                    <a:pt x="149821" y="15981"/>
                    <a:pt x="150252" y="15549"/>
                    <a:pt x="151113" y="15549"/>
                  </a:cubicBezTo>
                  <a:lnTo>
                    <a:pt x="192874" y="15549"/>
                  </a:lnTo>
                  <a:cubicBezTo>
                    <a:pt x="193304" y="15549"/>
                    <a:pt x="194165" y="15981"/>
                    <a:pt x="194596" y="16413"/>
                  </a:cubicBezTo>
                  <a:cubicBezTo>
                    <a:pt x="195026" y="16845"/>
                    <a:pt x="195457" y="17277"/>
                    <a:pt x="195457" y="18141"/>
                  </a:cubicBezTo>
                  <a:lnTo>
                    <a:pt x="195457" y="44057"/>
                  </a:lnTo>
                  <a:cubicBezTo>
                    <a:pt x="195457" y="44489"/>
                    <a:pt x="195026" y="45353"/>
                    <a:pt x="194596" y="45784"/>
                  </a:cubicBezTo>
                  <a:cubicBezTo>
                    <a:pt x="194165" y="46216"/>
                    <a:pt x="193735" y="46648"/>
                    <a:pt x="192874" y="46648"/>
                  </a:cubicBezTo>
                  <a:lnTo>
                    <a:pt x="150682" y="46648"/>
                  </a:lnTo>
                  <a:cubicBezTo>
                    <a:pt x="150252" y="46648"/>
                    <a:pt x="149391" y="46216"/>
                    <a:pt x="148960" y="45784"/>
                  </a:cubicBezTo>
                  <a:lnTo>
                    <a:pt x="148960" y="45784"/>
                  </a:lnTo>
                  <a:cubicBezTo>
                    <a:pt x="148530" y="45353"/>
                    <a:pt x="148099" y="44921"/>
                    <a:pt x="148099" y="44057"/>
                  </a:cubicBezTo>
                  <a:lnTo>
                    <a:pt x="148099" y="18141"/>
                  </a:lnTo>
                  <a:close/>
                  <a:moveTo>
                    <a:pt x="314711" y="331721"/>
                  </a:moveTo>
                  <a:cubicBezTo>
                    <a:pt x="318155" y="331721"/>
                    <a:pt x="320738" y="333017"/>
                    <a:pt x="322891" y="335177"/>
                  </a:cubicBezTo>
                  <a:lnTo>
                    <a:pt x="322891" y="335177"/>
                  </a:lnTo>
                  <a:cubicBezTo>
                    <a:pt x="325044" y="337336"/>
                    <a:pt x="326335" y="340360"/>
                    <a:pt x="326335" y="343815"/>
                  </a:cubicBezTo>
                  <a:lnTo>
                    <a:pt x="326335" y="482464"/>
                  </a:lnTo>
                  <a:cubicBezTo>
                    <a:pt x="326335" y="485920"/>
                    <a:pt x="325044" y="488943"/>
                    <a:pt x="322891" y="491103"/>
                  </a:cubicBezTo>
                  <a:lnTo>
                    <a:pt x="322891" y="491103"/>
                  </a:lnTo>
                  <a:cubicBezTo>
                    <a:pt x="320738" y="493263"/>
                    <a:pt x="317725" y="494558"/>
                    <a:pt x="314711" y="494558"/>
                  </a:cubicBezTo>
                  <a:lnTo>
                    <a:pt x="27984" y="494558"/>
                  </a:lnTo>
                  <a:cubicBezTo>
                    <a:pt x="24540" y="494558"/>
                    <a:pt x="21957" y="493263"/>
                    <a:pt x="19373" y="491103"/>
                  </a:cubicBezTo>
                  <a:cubicBezTo>
                    <a:pt x="17221" y="488943"/>
                    <a:pt x="15929" y="485920"/>
                    <a:pt x="15929" y="482464"/>
                  </a:cubicBezTo>
                  <a:lnTo>
                    <a:pt x="15929" y="343815"/>
                  </a:lnTo>
                  <a:cubicBezTo>
                    <a:pt x="15929" y="340360"/>
                    <a:pt x="17221" y="337336"/>
                    <a:pt x="19373" y="335177"/>
                  </a:cubicBezTo>
                  <a:cubicBezTo>
                    <a:pt x="21526" y="333017"/>
                    <a:pt x="24540" y="331721"/>
                    <a:pt x="27984" y="331721"/>
                  </a:cubicBezTo>
                  <a:lnTo>
                    <a:pt x="314711" y="331721"/>
                  </a:lnTo>
                  <a:close/>
                  <a:moveTo>
                    <a:pt x="148530" y="315740"/>
                  </a:moveTo>
                  <a:lnTo>
                    <a:pt x="148530" y="283777"/>
                  </a:lnTo>
                  <a:lnTo>
                    <a:pt x="195026" y="283777"/>
                  </a:lnTo>
                  <a:lnTo>
                    <a:pt x="195026" y="315740"/>
                  </a:lnTo>
                  <a:lnTo>
                    <a:pt x="148530" y="315740"/>
                  </a:lnTo>
                  <a:close/>
                  <a:moveTo>
                    <a:pt x="326766" y="255702"/>
                  </a:moveTo>
                  <a:cubicBezTo>
                    <a:pt x="326766" y="259157"/>
                    <a:pt x="325474" y="262181"/>
                    <a:pt x="323321" y="263909"/>
                  </a:cubicBezTo>
                  <a:lnTo>
                    <a:pt x="323321" y="263909"/>
                  </a:lnTo>
                  <a:cubicBezTo>
                    <a:pt x="321169" y="266068"/>
                    <a:pt x="318155" y="267364"/>
                    <a:pt x="315142" y="267364"/>
                  </a:cubicBezTo>
                  <a:lnTo>
                    <a:pt x="27984" y="267364"/>
                  </a:lnTo>
                  <a:cubicBezTo>
                    <a:pt x="24540" y="267364"/>
                    <a:pt x="21957" y="266068"/>
                    <a:pt x="19373" y="263909"/>
                  </a:cubicBezTo>
                  <a:lnTo>
                    <a:pt x="19373" y="263909"/>
                  </a:lnTo>
                  <a:cubicBezTo>
                    <a:pt x="17221" y="261749"/>
                    <a:pt x="15929" y="258725"/>
                    <a:pt x="15929" y="255702"/>
                  </a:cubicBezTo>
                  <a:lnTo>
                    <a:pt x="15929" y="74724"/>
                  </a:lnTo>
                  <a:cubicBezTo>
                    <a:pt x="15929" y="71268"/>
                    <a:pt x="17221" y="68677"/>
                    <a:pt x="19373" y="66085"/>
                  </a:cubicBezTo>
                  <a:cubicBezTo>
                    <a:pt x="21526" y="63925"/>
                    <a:pt x="24540" y="62630"/>
                    <a:pt x="27984" y="62630"/>
                  </a:cubicBezTo>
                  <a:lnTo>
                    <a:pt x="150682" y="62630"/>
                  </a:lnTo>
                  <a:lnTo>
                    <a:pt x="150682" y="62630"/>
                  </a:lnTo>
                  <a:lnTo>
                    <a:pt x="192443" y="62630"/>
                  </a:lnTo>
                  <a:lnTo>
                    <a:pt x="192443" y="62630"/>
                  </a:lnTo>
                  <a:lnTo>
                    <a:pt x="314711" y="62630"/>
                  </a:lnTo>
                  <a:cubicBezTo>
                    <a:pt x="318155" y="62630"/>
                    <a:pt x="320738" y="63925"/>
                    <a:pt x="322891" y="66085"/>
                  </a:cubicBezTo>
                  <a:lnTo>
                    <a:pt x="322891" y="66085"/>
                  </a:lnTo>
                  <a:cubicBezTo>
                    <a:pt x="325044" y="68245"/>
                    <a:pt x="326335" y="71268"/>
                    <a:pt x="326335" y="74724"/>
                  </a:cubicBezTo>
                  <a:lnTo>
                    <a:pt x="326335" y="255702"/>
                  </a:lnTo>
                  <a:close/>
                </a:path>
              </a:pathLst>
            </a:custGeom>
            <a:grpFill/>
            <a:ln w="4278" cap="flat">
              <a:noFill/>
              <a:prstDash val="solid"/>
              <a:miter/>
            </a:ln>
          </p:spPr>
          <p:txBody>
            <a:bodyPr rtlCol="0" anchor="ctr"/>
            <a:lstStyle/>
            <a:p>
              <a:endParaRPr lang="zh-TW" altLang="en-US"/>
            </a:p>
          </p:txBody>
        </p:sp>
        <p:sp>
          <p:nvSpPr>
            <p:cNvPr id="23" name="手繪多邊形 146">
              <a:extLst>
                <a:ext uri="{FF2B5EF4-FFF2-40B4-BE49-F238E27FC236}">
                  <a16:creationId xmlns:a16="http://schemas.microsoft.com/office/drawing/2014/main" id="{60D82227-1B62-4106-A653-45CCA466D2FF}"/>
                </a:ext>
              </a:extLst>
            </p:cNvPr>
            <p:cNvSpPr/>
            <p:nvPr/>
          </p:nvSpPr>
          <p:spPr>
            <a:xfrm>
              <a:off x="6511120" y="6124802"/>
              <a:ext cx="68883" cy="69108"/>
            </a:xfrm>
            <a:custGeom>
              <a:avLst/>
              <a:gdLst>
                <a:gd name="connsiteX0" fmla="*/ 34442 w 68883"/>
                <a:gd name="connsiteY0" fmla="*/ 0 h 69108"/>
                <a:gd name="connsiteX1" fmla="*/ 0 w 68883"/>
                <a:gd name="connsiteY1" fmla="*/ 34554 h 69108"/>
                <a:gd name="connsiteX2" fmla="*/ 34442 w 68883"/>
                <a:gd name="connsiteY2" fmla="*/ 69109 h 69108"/>
                <a:gd name="connsiteX3" fmla="*/ 68883 w 68883"/>
                <a:gd name="connsiteY3" fmla="*/ 34554 h 69108"/>
                <a:gd name="connsiteX4" fmla="*/ 34442 w 68883"/>
                <a:gd name="connsiteY4" fmla="*/ 0 h 69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83" h="69108">
                  <a:moveTo>
                    <a:pt x="34442" y="0"/>
                  </a:moveTo>
                  <a:cubicBezTo>
                    <a:pt x="15499" y="0"/>
                    <a:pt x="0" y="15549"/>
                    <a:pt x="0" y="34554"/>
                  </a:cubicBezTo>
                  <a:cubicBezTo>
                    <a:pt x="0" y="53559"/>
                    <a:pt x="15499" y="69109"/>
                    <a:pt x="34442" y="69109"/>
                  </a:cubicBezTo>
                  <a:cubicBezTo>
                    <a:pt x="53385" y="69109"/>
                    <a:pt x="68883" y="53559"/>
                    <a:pt x="68883" y="34554"/>
                  </a:cubicBezTo>
                  <a:cubicBezTo>
                    <a:pt x="68883" y="15549"/>
                    <a:pt x="53385" y="0"/>
                    <a:pt x="34442" y="0"/>
                  </a:cubicBezTo>
                  <a:close/>
                </a:path>
              </a:pathLst>
            </a:custGeom>
            <a:grpFill/>
            <a:ln w="4278" cap="flat">
              <a:noFill/>
              <a:prstDash val="solid"/>
              <a:miter/>
            </a:ln>
          </p:spPr>
          <p:txBody>
            <a:bodyPr rtlCol="0" anchor="ctr"/>
            <a:lstStyle/>
            <a:p>
              <a:endParaRPr lang="zh-TW" altLang="en-US"/>
            </a:p>
          </p:txBody>
        </p:sp>
        <p:sp>
          <p:nvSpPr>
            <p:cNvPr id="24" name="手繪多邊形 147">
              <a:extLst>
                <a:ext uri="{FF2B5EF4-FFF2-40B4-BE49-F238E27FC236}">
                  <a16:creationId xmlns:a16="http://schemas.microsoft.com/office/drawing/2014/main" id="{668FBB19-4C91-47F3-98C8-D7D9D0E0B909}"/>
                </a:ext>
              </a:extLst>
            </p:cNvPr>
            <p:cNvSpPr/>
            <p:nvPr/>
          </p:nvSpPr>
          <p:spPr>
            <a:xfrm>
              <a:off x="6364312" y="6124802"/>
              <a:ext cx="68883" cy="69108"/>
            </a:xfrm>
            <a:custGeom>
              <a:avLst/>
              <a:gdLst>
                <a:gd name="connsiteX0" fmla="*/ 34442 w 68883"/>
                <a:gd name="connsiteY0" fmla="*/ 0 h 69108"/>
                <a:gd name="connsiteX1" fmla="*/ 0 w 68883"/>
                <a:gd name="connsiteY1" fmla="*/ 34554 h 69108"/>
                <a:gd name="connsiteX2" fmla="*/ 34442 w 68883"/>
                <a:gd name="connsiteY2" fmla="*/ 69109 h 69108"/>
                <a:gd name="connsiteX3" fmla="*/ 68883 w 68883"/>
                <a:gd name="connsiteY3" fmla="*/ 34554 h 69108"/>
                <a:gd name="connsiteX4" fmla="*/ 34442 w 68883"/>
                <a:gd name="connsiteY4" fmla="*/ 0 h 69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83" h="69108">
                  <a:moveTo>
                    <a:pt x="34442" y="0"/>
                  </a:moveTo>
                  <a:cubicBezTo>
                    <a:pt x="15499" y="0"/>
                    <a:pt x="0" y="15549"/>
                    <a:pt x="0" y="34554"/>
                  </a:cubicBezTo>
                  <a:cubicBezTo>
                    <a:pt x="0" y="53559"/>
                    <a:pt x="15499" y="69109"/>
                    <a:pt x="34442" y="69109"/>
                  </a:cubicBezTo>
                  <a:cubicBezTo>
                    <a:pt x="53385" y="69109"/>
                    <a:pt x="68883" y="53559"/>
                    <a:pt x="68883" y="34554"/>
                  </a:cubicBezTo>
                  <a:cubicBezTo>
                    <a:pt x="68883" y="15549"/>
                    <a:pt x="53385" y="0"/>
                    <a:pt x="34442" y="0"/>
                  </a:cubicBezTo>
                  <a:close/>
                </a:path>
              </a:pathLst>
            </a:custGeom>
            <a:grpFill/>
            <a:ln w="4278" cap="flat">
              <a:noFill/>
              <a:prstDash val="solid"/>
              <a:miter/>
            </a:ln>
          </p:spPr>
          <p:txBody>
            <a:bodyPr rtlCol="0" anchor="ctr"/>
            <a:lstStyle/>
            <a:p>
              <a:endParaRPr lang="zh-TW" altLang="en-US"/>
            </a:p>
          </p:txBody>
        </p:sp>
        <p:sp>
          <p:nvSpPr>
            <p:cNvPr id="25" name="手繪多邊形 148">
              <a:extLst>
                <a:ext uri="{FF2B5EF4-FFF2-40B4-BE49-F238E27FC236}">
                  <a16:creationId xmlns:a16="http://schemas.microsoft.com/office/drawing/2014/main" id="{AA410AE8-C676-45D8-ABA2-75FEBC504458}"/>
                </a:ext>
              </a:extLst>
            </p:cNvPr>
            <p:cNvSpPr/>
            <p:nvPr/>
          </p:nvSpPr>
          <p:spPr>
            <a:xfrm>
              <a:off x="6661372" y="6105355"/>
              <a:ext cx="24109" cy="94602"/>
            </a:xfrm>
            <a:custGeom>
              <a:avLst/>
              <a:gdLst>
                <a:gd name="connsiteX0" fmla="*/ 24109 w 24109"/>
                <a:gd name="connsiteY0" fmla="*/ 28518 h 94602"/>
                <a:gd name="connsiteX1" fmla="*/ 0 w 24109"/>
                <a:gd name="connsiteY1" fmla="*/ 10 h 94602"/>
                <a:gd name="connsiteX2" fmla="*/ 431 w 24109"/>
                <a:gd name="connsiteY2" fmla="*/ 94603 h 94602"/>
                <a:gd name="connsiteX3" fmla="*/ 24109 w 24109"/>
                <a:gd name="connsiteY3" fmla="*/ 65664 h 94602"/>
                <a:gd name="connsiteX4" fmla="*/ 24109 w 24109"/>
                <a:gd name="connsiteY4" fmla="*/ 28518 h 94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09" h="94602">
                  <a:moveTo>
                    <a:pt x="24109" y="28518"/>
                  </a:moveTo>
                  <a:cubicBezTo>
                    <a:pt x="24109" y="12536"/>
                    <a:pt x="13346" y="-421"/>
                    <a:pt x="0" y="10"/>
                  </a:cubicBezTo>
                  <a:lnTo>
                    <a:pt x="431" y="94603"/>
                  </a:lnTo>
                  <a:cubicBezTo>
                    <a:pt x="13777" y="94603"/>
                    <a:pt x="24109" y="81645"/>
                    <a:pt x="24109" y="65664"/>
                  </a:cubicBezTo>
                  <a:lnTo>
                    <a:pt x="24109" y="28518"/>
                  </a:lnTo>
                  <a:close/>
                </a:path>
              </a:pathLst>
            </a:custGeom>
            <a:grpFill/>
            <a:ln w="4278" cap="flat">
              <a:noFill/>
              <a:prstDash val="solid"/>
              <a:miter/>
            </a:ln>
          </p:spPr>
          <p:txBody>
            <a:bodyPr rtlCol="0" anchor="ctr"/>
            <a:lstStyle/>
            <a:p>
              <a:endParaRPr lang="zh-TW" altLang="en-US"/>
            </a:p>
          </p:txBody>
        </p:sp>
        <p:sp>
          <p:nvSpPr>
            <p:cNvPr id="26" name="手繪多邊形 149">
              <a:extLst>
                <a:ext uri="{FF2B5EF4-FFF2-40B4-BE49-F238E27FC236}">
                  <a16:creationId xmlns:a16="http://schemas.microsoft.com/office/drawing/2014/main" id="{9E341B5B-3E83-49AB-8066-B1B93E87E2AA}"/>
                </a:ext>
              </a:extLst>
            </p:cNvPr>
            <p:cNvSpPr/>
            <p:nvPr/>
          </p:nvSpPr>
          <p:spPr>
            <a:xfrm>
              <a:off x="6257100" y="6104933"/>
              <a:ext cx="24552" cy="94602"/>
            </a:xfrm>
            <a:custGeom>
              <a:avLst/>
              <a:gdLst>
                <a:gd name="connsiteX0" fmla="*/ 12 w 24552"/>
                <a:gd name="connsiteY0" fmla="*/ 28939 h 94602"/>
                <a:gd name="connsiteX1" fmla="*/ 443 w 24552"/>
                <a:gd name="connsiteY1" fmla="*/ 66085 h 94602"/>
                <a:gd name="connsiteX2" fmla="*/ 24552 w 24552"/>
                <a:gd name="connsiteY2" fmla="*/ 94592 h 94602"/>
                <a:gd name="connsiteX3" fmla="*/ 24122 w 24552"/>
                <a:gd name="connsiteY3" fmla="*/ 0 h 94602"/>
                <a:gd name="connsiteX4" fmla="*/ 12 w 24552"/>
                <a:gd name="connsiteY4" fmla="*/ 28939 h 94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52" h="94602">
                  <a:moveTo>
                    <a:pt x="12" y="28939"/>
                  </a:moveTo>
                  <a:lnTo>
                    <a:pt x="443" y="66085"/>
                  </a:lnTo>
                  <a:cubicBezTo>
                    <a:pt x="443" y="82066"/>
                    <a:pt x="11206" y="95024"/>
                    <a:pt x="24552" y="94592"/>
                  </a:cubicBezTo>
                  <a:lnTo>
                    <a:pt x="24122" y="0"/>
                  </a:lnTo>
                  <a:cubicBezTo>
                    <a:pt x="10345" y="432"/>
                    <a:pt x="-418" y="13390"/>
                    <a:pt x="12" y="28939"/>
                  </a:cubicBezTo>
                  <a:close/>
                </a:path>
              </a:pathLst>
            </a:custGeom>
            <a:grpFill/>
            <a:ln w="4278" cap="flat">
              <a:noFill/>
              <a:prstDash val="solid"/>
              <a:miter/>
            </a:ln>
          </p:spPr>
          <p:txBody>
            <a:bodyPr rtlCol="0" anchor="ctr"/>
            <a:lstStyle/>
            <a:p>
              <a:endParaRPr lang="zh-TW" altLang="en-US"/>
            </a:p>
          </p:txBody>
        </p:sp>
      </p:grpSp>
      <p:grpSp>
        <p:nvGrpSpPr>
          <p:cNvPr id="27" name="群組 26">
            <a:extLst>
              <a:ext uri="{FF2B5EF4-FFF2-40B4-BE49-F238E27FC236}">
                <a16:creationId xmlns:a16="http://schemas.microsoft.com/office/drawing/2014/main" id="{9629ABA9-2939-4293-AD9A-5A044689887F}"/>
              </a:ext>
            </a:extLst>
          </p:cNvPr>
          <p:cNvGrpSpPr/>
          <p:nvPr userDrawn="1"/>
        </p:nvGrpSpPr>
        <p:grpSpPr>
          <a:xfrm>
            <a:off x="4293299" y="5700913"/>
            <a:ext cx="579200" cy="252302"/>
            <a:chOff x="4281245" y="6063858"/>
            <a:chExt cx="713687" cy="310886"/>
          </a:xfrm>
          <a:gradFill flip="none" rotWithShape="1">
            <a:gsLst>
              <a:gs pos="95000">
                <a:srgbClr val="0B77FF"/>
              </a:gs>
              <a:gs pos="0">
                <a:srgbClr val="06EEFD"/>
              </a:gs>
            </a:gsLst>
            <a:lin ang="16200000" scaled="1"/>
            <a:tileRect/>
          </a:gradFill>
        </p:grpSpPr>
        <p:grpSp>
          <p:nvGrpSpPr>
            <p:cNvPr id="28" name="圖形 26">
              <a:extLst>
                <a:ext uri="{FF2B5EF4-FFF2-40B4-BE49-F238E27FC236}">
                  <a16:creationId xmlns:a16="http://schemas.microsoft.com/office/drawing/2014/main" id="{6261DEA2-7DE5-4743-8907-ADB3765E80A2}"/>
                </a:ext>
              </a:extLst>
            </p:cNvPr>
            <p:cNvGrpSpPr/>
            <p:nvPr/>
          </p:nvGrpSpPr>
          <p:grpSpPr>
            <a:xfrm>
              <a:off x="4281245" y="6063858"/>
              <a:ext cx="713687" cy="284341"/>
              <a:chOff x="4281245" y="6063858"/>
              <a:chExt cx="713687" cy="284341"/>
            </a:xfrm>
            <a:grpFill/>
          </p:grpSpPr>
          <p:sp>
            <p:nvSpPr>
              <p:cNvPr id="35" name="手繪多邊形 138">
                <a:extLst>
                  <a:ext uri="{FF2B5EF4-FFF2-40B4-BE49-F238E27FC236}">
                    <a16:creationId xmlns:a16="http://schemas.microsoft.com/office/drawing/2014/main" id="{F7CF7349-C7C5-4792-95DA-558AE1DDD56A}"/>
                  </a:ext>
                </a:extLst>
              </p:cNvPr>
              <p:cNvSpPr/>
              <p:nvPr/>
            </p:nvSpPr>
            <p:spPr>
              <a:xfrm>
                <a:off x="4541274" y="6322051"/>
                <a:ext cx="242314" cy="26148"/>
              </a:xfrm>
              <a:custGeom>
                <a:avLst/>
                <a:gdLst>
                  <a:gd name="connsiteX0" fmla="*/ 234040 w 242314"/>
                  <a:gd name="connsiteY0" fmla="*/ 5151 h 26148"/>
                  <a:gd name="connsiteX1" fmla="*/ 108746 w 242314"/>
                  <a:gd name="connsiteY1" fmla="*/ 792 h 26148"/>
                  <a:gd name="connsiteX2" fmla="*/ 6698 w 242314"/>
                  <a:gd name="connsiteY2" fmla="*/ 0 h 26148"/>
                  <a:gd name="connsiteX3" fmla="*/ 0 w 242314"/>
                  <a:gd name="connsiteY3" fmla="*/ 20602 h 26148"/>
                  <a:gd name="connsiteX4" fmla="*/ 108352 w 242314"/>
                  <a:gd name="connsiteY4" fmla="*/ 21395 h 26148"/>
                  <a:gd name="connsiteX5" fmla="*/ 242314 w 242314"/>
                  <a:gd name="connsiteY5" fmla="*/ 26149 h 26148"/>
                  <a:gd name="connsiteX6" fmla="*/ 234040 w 242314"/>
                  <a:gd name="connsiteY6" fmla="*/ 5151 h 26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2314" h="26148">
                    <a:moveTo>
                      <a:pt x="234040" y="5151"/>
                    </a:moveTo>
                    <a:lnTo>
                      <a:pt x="108746" y="792"/>
                    </a:lnTo>
                    <a:cubicBezTo>
                      <a:pt x="77619" y="792"/>
                      <a:pt x="42159" y="396"/>
                      <a:pt x="6698" y="0"/>
                    </a:cubicBezTo>
                    <a:cubicBezTo>
                      <a:pt x="5516" y="7132"/>
                      <a:pt x="3152" y="14263"/>
                      <a:pt x="0" y="20602"/>
                    </a:cubicBezTo>
                    <a:cubicBezTo>
                      <a:pt x="35855" y="20998"/>
                      <a:pt x="72891" y="20998"/>
                      <a:pt x="108352" y="21395"/>
                    </a:cubicBezTo>
                    <a:lnTo>
                      <a:pt x="242314" y="26149"/>
                    </a:lnTo>
                    <a:cubicBezTo>
                      <a:pt x="238768" y="19414"/>
                      <a:pt x="236010" y="12282"/>
                      <a:pt x="234040" y="5151"/>
                    </a:cubicBezTo>
                    <a:close/>
                  </a:path>
                </a:pathLst>
              </a:custGeom>
              <a:grpFill/>
              <a:ln w="3894" cap="flat">
                <a:noFill/>
                <a:prstDash val="solid"/>
                <a:miter/>
              </a:ln>
            </p:spPr>
            <p:txBody>
              <a:bodyPr rtlCol="0" anchor="ctr"/>
              <a:lstStyle/>
              <a:p>
                <a:endParaRPr lang="zh-TW" altLang="en-US"/>
              </a:p>
            </p:txBody>
          </p:sp>
          <p:sp>
            <p:nvSpPr>
              <p:cNvPr id="36" name="手繪多邊形 139">
                <a:extLst>
                  <a:ext uri="{FF2B5EF4-FFF2-40B4-BE49-F238E27FC236}">
                    <a16:creationId xmlns:a16="http://schemas.microsoft.com/office/drawing/2014/main" id="{A71D713E-B2E6-427A-91E3-C0A77888C33D}"/>
                  </a:ext>
                </a:extLst>
              </p:cNvPr>
              <p:cNvSpPr/>
              <p:nvPr/>
            </p:nvSpPr>
            <p:spPr>
              <a:xfrm>
                <a:off x="4281245" y="6063858"/>
                <a:ext cx="713687" cy="276813"/>
              </a:xfrm>
              <a:custGeom>
                <a:avLst/>
                <a:gdLst>
                  <a:gd name="connsiteX0" fmla="*/ 712350 w 713687"/>
                  <a:gd name="connsiteY0" fmla="*/ 190443 h 276813"/>
                  <a:gd name="connsiteX1" fmla="*/ 710774 w 713687"/>
                  <a:gd name="connsiteY1" fmla="*/ 180538 h 276813"/>
                  <a:gd name="connsiteX2" fmla="*/ 708410 w 713687"/>
                  <a:gd name="connsiteY2" fmla="*/ 145673 h 276813"/>
                  <a:gd name="connsiteX3" fmla="*/ 705651 w 713687"/>
                  <a:gd name="connsiteY3" fmla="*/ 113977 h 276813"/>
                  <a:gd name="connsiteX4" fmla="*/ 703287 w 713687"/>
                  <a:gd name="connsiteY4" fmla="*/ 105261 h 276813"/>
                  <a:gd name="connsiteX5" fmla="*/ 693831 w 713687"/>
                  <a:gd name="connsiteY5" fmla="*/ 93771 h 276813"/>
                  <a:gd name="connsiteX6" fmla="*/ 648914 w 713687"/>
                  <a:gd name="connsiteY6" fmla="*/ 69603 h 276813"/>
                  <a:gd name="connsiteX7" fmla="*/ 566173 w 713687"/>
                  <a:gd name="connsiteY7" fmla="*/ 27606 h 276813"/>
                  <a:gd name="connsiteX8" fmla="*/ 398326 w 713687"/>
                  <a:gd name="connsiteY8" fmla="*/ 1061 h 276813"/>
                  <a:gd name="connsiteX9" fmla="*/ 263575 w 713687"/>
                  <a:gd name="connsiteY9" fmla="*/ 44642 h 276813"/>
                  <a:gd name="connsiteX10" fmla="*/ 243875 w 713687"/>
                  <a:gd name="connsiteY10" fmla="*/ 55736 h 276813"/>
                  <a:gd name="connsiteX11" fmla="*/ 213537 w 713687"/>
                  <a:gd name="connsiteY11" fmla="*/ 73169 h 276813"/>
                  <a:gd name="connsiteX12" fmla="*/ 157193 w 713687"/>
                  <a:gd name="connsiteY12" fmla="*/ 88224 h 276813"/>
                  <a:gd name="connsiteX13" fmla="*/ 156011 w 713687"/>
                  <a:gd name="connsiteY13" fmla="*/ 88224 h 276813"/>
                  <a:gd name="connsiteX14" fmla="*/ 72876 w 713687"/>
                  <a:gd name="connsiteY14" fmla="*/ 103676 h 276813"/>
                  <a:gd name="connsiteX15" fmla="*/ 15351 w 713687"/>
                  <a:gd name="connsiteY15" fmla="*/ 143692 h 276813"/>
                  <a:gd name="connsiteX16" fmla="*/ 15351 w 713687"/>
                  <a:gd name="connsiteY16" fmla="*/ 143692 h 276813"/>
                  <a:gd name="connsiteX17" fmla="*/ 7865 w 713687"/>
                  <a:gd name="connsiteY17" fmla="*/ 236798 h 276813"/>
                  <a:gd name="connsiteX18" fmla="*/ 25201 w 713687"/>
                  <a:gd name="connsiteY18" fmla="*/ 256608 h 276813"/>
                  <a:gd name="connsiteX19" fmla="*/ 58692 w 713687"/>
                  <a:gd name="connsiteY19" fmla="*/ 274040 h 276813"/>
                  <a:gd name="connsiteX20" fmla="*/ 113065 w 713687"/>
                  <a:gd name="connsiteY20" fmla="*/ 276814 h 276813"/>
                  <a:gd name="connsiteX21" fmla="*/ 107155 w 713687"/>
                  <a:gd name="connsiteY21" fmla="*/ 256211 h 276813"/>
                  <a:gd name="connsiteX22" fmla="*/ 65390 w 713687"/>
                  <a:gd name="connsiteY22" fmla="*/ 254627 h 276813"/>
                  <a:gd name="connsiteX23" fmla="*/ 36627 w 713687"/>
                  <a:gd name="connsiteY23" fmla="*/ 239571 h 276813"/>
                  <a:gd name="connsiteX24" fmla="*/ 26383 w 713687"/>
                  <a:gd name="connsiteY24" fmla="*/ 227685 h 276813"/>
                  <a:gd name="connsiteX25" fmla="*/ 31899 w 713687"/>
                  <a:gd name="connsiteY25" fmla="*/ 155577 h 276813"/>
                  <a:gd name="connsiteX26" fmla="*/ 78392 w 713687"/>
                  <a:gd name="connsiteY26" fmla="*/ 123089 h 276813"/>
                  <a:gd name="connsiteX27" fmla="*/ 157587 w 713687"/>
                  <a:gd name="connsiteY27" fmla="*/ 108430 h 276813"/>
                  <a:gd name="connsiteX28" fmla="*/ 158770 w 713687"/>
                  <a:gd name="connsiteY28" fmla="*/ 108430 h 276813"/>
                  <a:gd name="connsiteX29" fmla="*/ 223781 w 713687"/>
                  <a:gd name="connsiteY29" fmla="*/ 90205 h 276813"/>
                  <a:gd name="connsiteX30" fmla="*/ 252937 w 713687"/>
                  <a:gd name="connsiteY30" fmla="*/ 73565 h 276813"/>
                  <a:gd name="connsiteX31" fmla="*/ 273032 w 713687"/>
                  <a:gd name="connsiteY31" fmla="*/ 62471 h 276813"/>
                  <a:gd name="connsiteX32" fmla="*/ 398326 w 713687"/>
                  <a:gd name="connsiteY32" fmla="*/ 20871 h 276813"/>
                  <a:gd name="connsiteX33" fmla="*/ 557111 w 713687"/>
                  <a:gd name="connsiteY33" fmla="*/ 46227 h 276813"/>
                  <a:gd name="connsiteX34" fmla="*/ 637488 w 713687"/>
                  <a:gd name="connsiteY34" fmla="*/ 87036 h 276813"/>
                  <a:gd name="connsiteX35" fmla="*/ 682405 w 713687"/>
                  <a:gd name="connsiteY35" fmla="*/ 111203 h 276813"/>
                  <a:gd name="connsiteX36" fmla="*/ 684375 w 713687"/>
                  <a:gd name="connsiteY36" fmla="*/ 119127 h 276813"/>
                  <a:gd name="connsiteX37" fmla="*/ 686739 w 713687"/>
                  <a:gd name="connsiteY37" fmla="*/ 140918 h 276813"/>
                  <a:gd name="connsiteX38" fmla="*/ 689103 w 713687"/>
                  <a:gd name="connsiteY38" fmla="*/ 183707 h 276813"/>
                  <a:gd name="connsiteX39" fmla="*/ 690679 w 713687"/>
                  <a:gd name="connsiteY39" fmla="*/ 193216 h 276813"/>
                  <a:gd name="connsiteX40" fmla="*/ 672555 w 713687"/>
                  <a:gd name="connsiteY40" fmla="*/ 245514 h 276813"/>
                  <a:gd name="connsiteX41" fmla="*/ 651673 w 713687"/>
                  <a:gd name="connsiteY41" fmla="*/ 249872 h 276813"/>
                  <a:gd name="connsiteX42" fmla="*/ 646944 w 713687"/>
                  <a:gd name="connsiteY42" fmla="*/ 271663 h 276813"/>
                  <a:gd name="connsiteX43" fmla="*/ 684769 w 713687"/>
                  <a:gd name="connsiteY43" fmla="*/ 262551 h 276813"/>
                  <a:gd name="connsiteX44" fmla="*/ 712350 w 713687"/>
                  <a:gd name="connsiteY44" fmla="*/ 190443 h 276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13687" h="276813">
                    <a:moveTo>
                      <a:pt x="712350" y="190443"/>
                    </a:moveTo>
                    <a:cubicBezTo>
                      <a:pt x="711956" y="187273"/>
                      <a:pt x="711168" y="183707"/>
                      <a:pt x="710774" y="180538"/>
                    </a:cubicBezTo>
                    <a:cubicBezTo>
                      <a:pt x="708410" y="168256"/>
                      <a:pt x="706440" y="156370"/>
                      <a:pt x="708410" y="145673"/>
                    </a:cubicBezTo>
                    <a:cubicBezTo>
                      <a:pt x="710774" y="132994"/>
                      <a:pt x="708016" y="123089"/>
                      <a:pt x="705651" y="113977"/>
                    </a:cubicBezTo>
                    <a:cubicBezTo>
                      <a:pt x="704863" y="111203"/>
                      <a:pt x="704075" y="108034"/>
                      <a:pt x="703287" y="105261"/>
                    </a:cubicBezTo>
                    <a:cubicBezTo>
                      <a:pt x="702105" y="100110"/>
                      <a:pt x="698559" y="95752"/>
                      <a:pt x="693831" y="93771"/>
                    </a:cubicBezTo>
                    <a:cubicBezTo>
                      <a:pt x="678859" y="86243"/>
                      <a:pt x="663493" y="77527"/>
                      <a:pt x="648914" y="69603"/>
                    </a:cubicBezTo>
                    <a:cubicBezTo>
                      <a:pt x="622122" y="54944"/>
                      <a:pt x="594541" y="39492"/>
                      <a:pt x="566173" y="27606"/>
                    </a:cubicBezTo>
                    <a:cubicBezTo>
                      <a:pt x="513376" y="5815"/>
                      <a:pt x="455457" y="-3297"/>
                      <a:pt x="398326" y="1061"/>
                    </a:cubicBezTo>
                    <a:cubicBezTo>
                      <a:pt x="352621" y="3834"/>
                      <a:pt x="308886" y="18097"/>
                      <a:pt x="263575" y="44642"/>
                    </a:cubicBezTo>
                    <a:cubicBezTo>
                      <a:pt x="257271" y="48604"/>
                      <a:pt x="250573" y="52170"/>
                      <a:pt x="243875" y="55736"/>
                    </a:cubicBezTo>
                    <a:cubicBezTo>
                      <a:pt x="234025" y="61283"/>
                      <a:pt x="223781" y="66829"/>
                      <a:pt x="213537" y="73169"/>
                    </a:cubicBezTo>
                    <a:cubicBezTo>
                      <a:pt x="196200" y="84262"/>
                      <a:pt x="177288" y="86243"/>
                      <a:pt x="157193" y="88224"/>
                    </a:cubicBezTo>
                    <a:lnTo>
                      <a:pt x="156011" y="88224"/>
                    </a:lnTo>
                    <a:cubicBezTo>
                      <a:pt x="127643" y="91394"/>
                      <a:pt x="100062" y="94959"/>
                      <a:pt x="72876" y="103676"/>
                    </a:cubicBezTo>
                    <a:cubicBezTo>
                      <a:pt x="50024" y="110015"/>
                      <a:pt x="29535" y="124278"/>
                      <a:pt x="15351" y="143692"/>
                    </a:cubicBezTo>
                    <a:cubicBezTo>
                      <a:pt x="15351" y="143692"/>
                      <a:pt x="15351" y="143692"/>
                      <a:pt x="15351" y="143692"/>
                    </a:cubicBezTo>
                    <a:cubicBezTo>
                      <a:pt x="-1591" y="167067"/>
                      <a:pt x="-5137" y="209856"/>
                      <a:pt x="7865" y="236798"/>
                    </a:cubicBezTo>
                    <a:cubicBezTo>
                      <a:pt x="11805" y="244722"/>
                      <a:pt x="17715" y="251853"/>
                      <a:pt x="25201" y="256608"/>
                    </a:cubicBezTo>
                    <a:cubicBezTo>
                      <a:pt x="35839" y="263739"/>
                      <a:pt x="46871" y="269682"/>
                      <a:pt x="58692" y="274040"/>
                    </a:cubicBezTo>
                    <a:cubicBezTo>
                      <a:pt x="61844" y="275229"/>
                      <a:pt x="82332" y="276021"/>
                      <a:pt x="113065" y="276814"/>
                    </a:cubicBezTo>
                    <a:cubicBezTo>
                      <a:pt x="110307" y="270474"/>
                      <a:pt x="108337" y="263343"/>
                      <a:pt x="107155" y="256211"/>
                    </a:cubicBezTo>
                    <a:cubicBezTo>
                      <a:pt x="84696" y="255815"/>
                      <a:pt x="69330" y="255023"/>
                      <a:pt x="65390" y="254627"/>
                    </a:cubicBezTo>
                    <a:cubicBezTo>
                      <a:pt x="55146" y="250665"/>
                      <a:pt x="45689" y="245910"/>
                      <a:pt x="36627" y="239571"/>
                    </a:cubicBezTo>
                    <a:cubicBezTo>
                      <a:pt x="32293" y="236798"/>
                      <a:pt x="28747" y="232440"/>
                      <a:pt x="26383" y="227685"/>
                    </a:cubicBezTo>
                    <a:cubicBezTo>
                      <a:pt x="16927" y="207875"/>
                      <a:pt x="19685" y="173010"/>
                      <a:pt x="31899" y="155577"/>
                    </a:cubicBezTo>
                    <a:cubicBezTo>
                      <a:pt x="43325" y="140126"/>
                      <a:pt x="59874" y="128636"/>
                      <a:pt x="78392" y="123089"/>
                    </a:cubicBezTo>
                    <a:cubicBezTo>
                      <a:pt x="104003" y="115165"/>
                      <a:pt x="130401" y="111600"/>
                      <a:pt x="157587" y="108430"/>
                    </a:cubicBezTo>
                    <a:lnTo>
                      <a:pt x="158770" y="108430"/>
                    </a:lnTo>
                    <a:cubicBezTo>
                      <a:pt x="180440" y="106053"/>
                      <a:pt x="202504" y="103676"/>
                      <a:pt x="223781" y="90205"/>
                    </a:cubicBezTo>
                    <a:cubicBezTo>
                      <a:pt x="233237" y="84262"/>
                      <a:pt x="243087" y="78715"/>
                      <a:pt x="252937" y="73565"/>
                    </a:cubicBezTo>
                    <a:cubicBezTo>
                      <a:pt x="259635" y="69999"/>
                      <a:pt x="266333" y="66037"/>
                      <a:pt x="273032" y="62471"/>
                    </a:cubicBezTo>
                    <a:cubicBezTo>
                      <a:pt x="315190" y="37511"/>
                      <a:pt x="356167" y="24040"/>
                      <a:pt x="398326" y="20871"/>
                    </a:cubicBezTo>
                    <a:cubicBezTo>
                      <a:pt x="452305" y="16909"/>
                      <a:pt x="507072" y="25625"/>
                      <a:pt x="557111" y="46227"/>
                    </a:cubicBezTo>
                    <a:cubicBezTo>
                      <a:pt x="584691" y="57321"/>
                      <a:pt x="611484" y="72376"/>
                      <a:pt x="637488" y="87036"/>
                    </a:cubicBezTo>
                    <a:cubicBezTo>
                      <a:pt x="652067" y="95356"/>
                      <a:pt x="667433" y="103676"/>
                      <a:pt x="682405" y="111203"/>
                    </a:cubicBezTo>
                    <a:cubicBezTo>
                      <a:pt x="683193" y="113977"/>
                      <a:pt x="683981" y="116750"/>
                      <a:pt x="684375" y="119127"/>
                    </a:cubicBezTo>
                    <a:cubicBezTo>
                      <a:pt x="686739" y="127051"/>
                      <a:pt x="688315" y="133390"/>
                      <a:pt x="686739" y="140918"/>
                    </a:cubicBezTo>
                    <a:cubicBezTo>
                      <a:pt x="683981" y="155577"/>
                      <a:pt x="686345" y="169841"/>
                      <a:pt x="689103" y="183707"/>
                    </a:cubicBezTo>
                    <a:cubicBezTo>
                      <a:pt x="689497" y="186877"/>
                      <a:pt x="690285" y="190047"/>
                      <a:pt x="690679" y="193216"/>
                    </a:cubicBezTo>
                    <a:cubicBezTo>
                      <a:pt x="694225" y="217384"/>
                      <a:pt x="689891" y="230855"/>
                      <a:pt x="672555" y="245514"/>
                    </a:cubicBezTo>
                    <a:cubicBezTo>
                      <a:pt x="669403" y="246703"/>
                      <a:pt x="661917" y="247891"/>
                      <a:pt x="651673" y="249872"/>
                    </a:cubicBezTo>
                    <a:cubicBezTo>
                      <a:pt x="651279" y="257400"/>
                      <a:pt x="649702" y="264532"/>
                      <a:pt x="646944" y="271663"/>
                    </a:cubicBezTo>
                    <a:cubicBezTo>
                      <a:pt x="679647" y="266513"/>
                      <a:pt x="682405" y="264135"/>
                      <a:pt x="684769" y="262551"/>
                    </a:cubicBezTo>
                    <a:cubicBezTo>
                      <a:pt x="709592" y="242741"/>
                      <a:pt x="717078" y="222138"/>
                      <a:pt x="712350" y="190443"/>
                    </a:cubicBezTo>
                    <a:close/>
                  </a:path>
                </a:pathLst>
              </a:custGeom>
              <a:grpFill/>
              <a:ln w="3894" cap="flat">
                <a:noFill/>
                <a:prstDash val="solid"/>
                <a:miter/>
              </a:ln>
            </p:spPr>
            <p:txBody>
              <a:bodyPr rtlCol="0" anchor="ctr"/>
              <a:lstStyle/>
              <a:p>
                <a:endParaRPr lang="zh-TW" altLang="en-US"/>
              </a:p>
            </p:txBody>
          </p:sp>
        </p:grpSp>
        <p:sp>
          <p:nvSpPr>
            <p:cNvPr id="29" name="手繪多邊形 132">
              <a:extLst>
                <a:ext uri="{FF2B5EF4-FFF2-40B4-BE49-F238E27FC236}">
                  <a16:creationId xmlns:a16="http://schemas.microsoft.com/office/drawing/2014/main" id="{C6C78441-6883-46B4-A2FB-B634355D247F}"/>
                </a:ext>
              </a:extLst>
            </p:cNvPr>
            <p:cNvSpPr/>
            <p:nvPr/>
          </p:nvSpPr>
          <p:spPr>
            <a:xfrm>
              <a:off x="4638439" y="6138612"/>
              <a:ext cx="110083" cy="171082"/>
            </a:xfrm>
            <a:custGeom>
              <a:avLst/>
              <a:gdLst>
                <a:gd name="connsiteX0" fmla="*/ 61620 w 110083"/>
                <a:gd name="connsiteY0" fmla="*/ 0 h 171082"/>
                <a:gd name="connsiteX1" fmla="*/ 106931 w 110083"/>
                <a:gd name="connsiteY1" fmla="*/ 0 h 171082"/>
                <a:gd name="connsiteX2" fmla="*/ 110083 w 110083"/>
                <a:gd name="connsiteY2" fmla="*/ 3170 h 171082"/>
                <a:gd name="connsiteX3" fmla="*/ 109295 w 110083"/>
                <a:gd name="connsiteY3" fmla="*/ 5151 h 171082"/>
                <a:gd name="connsiteX4" fmla="*/ 63984 w 110083"/>
                <a:gd name="connsiteY4" fmla="*/ 60618 h 171082"/>
                <a:gd name="connsiteX5" fmla="*/ 64378 w 110083"/>
                <a:gd name="connsiteY5" fmla="*/ 64976 h 171082"/>
                <a:gd name="connsiteX6" fmla="*/ 66348 w 110083"/>
                <a:gd name="connsiteY6" fmla="*/ 65769 h 171082"/>
                <a:gd name="connsiteX7" fmla="*/ 101415 w 110083"/>
                <a:gd name="connsiteY7" fmla="*/ 65769 h 171082"/>
                <a:gd name="connsiteX8" fmla="*/ 104567 w 110083"/>
                <a:gd name="connsiteY8" fmla="*/ 68938 h 171082"/>
                <a:gd name="connsiteX9" fmla="*/ 103779 w 110083"/>
                <a:gd name="connsiteY9" fmla="*/ 70919 h 171082"/>
                <a:gd name="connsiteX10" fmla="*/ 5277 w 110083"/>
                <a:gd name="connsiteY10" fmla="*/ 169968 h 171082"/>
                <a:gd name="connsiteX11" fmla="*/ 943 w 110083"/>
                <a:gd name="connsiteY11" fmla="*/ 170364 h 171082"/>
                <a:gd name="connsiteX12" fmla="*/ 549 w 110083"/>
                <a:gd name="connsiteY12" fmla="*/ 166403 h 171082"/>
                <a:gd name="connsiteX13" fmla="*/ 41132 w 110083"/>
                <a:gd name="connsiteY13" fmla="*/ 93106 h 171082"/>
                <a:gd name="connsiteX14" fmla="*/ 39950 w 110083"/>
                <a:gd name="connsiteY14" fmla="*/ 89144 h 171082"/>
                <a:gd name="connsiteX15" fmla="*/ 38374 w 110083"/>
                <a:gd name="connsiteY15" fmla="*/ 88748 h 171082"/>
                <a:gd name="connsiteX16" fmla="*/ 12369 w 110083"/>
                <a:gd name="connsiteY16" fmla="*/ 88748 h 171082"/>
                <a:gd name="connsiteX17" fmla="*/ 9217 w 110083"/>
                <a:gd name="connsiteY17" fmla="*/ 85578 h 171082"/>
                <a:gd name="connsiteX18" fmla="*/ 9611 w 110083"/>
                <a:gd name="connsiteY18" fmla="*/ 83994 h 171082"/>
                <a:gd name="connsiteX19" fmla="*/ 58862 w 110083"/>
                <a:gd name="connsiteY19" fmla="*/ 1585 h 171082"/>
                <a:gd name="connsiteX20" fmla="*/ 61620 w 110083"/>
                <a:gd name="connsiteY20" fmla="*/ 0 h 17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0083" h="171082">
                  <a:moveTo>
                    <a:pt x="61620" y="0"/>
                  </a:moveTo>
                  <a:lnTo>
                    <a:pt x="106931" y="0"/>
                  </a:lnTo>
                  <a:cubicBezTo>
                    <a:pt x="108507" y="0"/>
                    <a:pt x="110083" y="1189"/>
                    <a:pt x="110083" y="3170"/>
                  </a:cubicBezTo>
                  <a:cubicBezTo>
                    <a:pt x="110083" y="3962"/>
                    <a:pt x="109689" y="4358"/>
                    <a:pt x="109295" y="5151"/>
                  </a:cubicBezTo>
                  <a:lnTo>
                    <a:pt x="63984" y="60618"/>
                  </a:lnTo>
                  <a:cubicBezTo>
                    <a:pt x="62802" y="61807"/>
                    <a:pt x="63196" y="63788"/>
                    <a:pt x="64378" y="64976"/>
                  </a:cubicBezTo>
                  <a:cubicBezTo>
                    <a:pt x="64772" y="65372"/>
                    <a:pt x="65560" y="65769"/>
                    <a:pt x="66348" y="65769"/>
                  </a:cubicBezTo>
                  <a:lnTo>
                    <a:pt x="101415" y="65769"/>
                  </a:lnTo>
                  <a:cubicBezTo>
                    <a:pt x="102991" y="65769"/>
                    <a:pt x="104567" y="66957"/>
                    <a:pt x="104567" y="68938"/>
                  </a:cubicBezTo>
                  <a:cubicBezTo>
                    <a:pt x="104567" y="69731"/>
                    <a:pt x="104173" y="70523"/>
                    <a:pt x="103779" y="70919"/>
                  </a:cubicBezTo>
                  <a:lnTo>
                    <a:pt x="5277" y="169968"/>
                  </a:lnTo>
                  <a:cubicBezTo>
                    <a:pt x="4095" y="171157"/>
                    <a:pt x="2125" y="171553"/>
                    <a:pt x="943" y="170364"/>
                  </a:cubicBezTo>
                  <a:cubicBezTo>
                    <a:pt x="-239" y="169572"/>
                    <a:pt x="-239" y="167591"/>
                    <a:pt x="549" y="166403"/>
                  </a:cubicBezTo>
                  <a:lnTo>
                    <a:pt x="41132" y="93106"/>
                  </a:lnTo>
                  <a:cubicBezTo>
                    <a:pt x="41920" y="91521"/>
                    <a:pt x="41526" y="89937"/>
                    <a:pt x="39950" y="89144"/>
                  </a:cubicBezTo>
                  <a:cubicBezTo>
                    <a:pt x="39556" y="88748"/>
                    <a:pt x="39162" y="88748"/>
                    <a:pt x="38374" y="88748"/>
                  </a:cubicBezTo>
                  <a:lnTo>
                    <a:pt x="12369" y="88748"/>
                  </a:lnTo>
                  <a:cubicBezTo>
                    <a:pt x="10793" y="88748"/>
                    <a:pt x="9217" y="87559"/>
                    <a:pt x="9217" y="85578"/>
                  </a:cubicBezTo>
                  <a:cubicBezTo>
                    <a:pt x="9217" y="85182"/>
                    <a:pt x="9217" y="84390"/>
                    <a:pt x="9611" y="83994"/>
                  </a:cubicBezTo>
                  <a:lnTo>
                    <a:pt x="58862" y="1585"/>
                  </a:lnTo>
                  <a:cubicBezTo>
                    <a:pt x="59650" y="396"/>
                    <a:pt x="60438" y="0"/>
                    <a:pt x="61620" y="0"/>
                  </a:cubicBezTo>
                  <a:close/>
                </a:path>
              </a:pathLst>
            </a:custGeom>
            <a:grpFill/>
            <a:ln w="3894" cap="flat">
              <a:noFill/>
              <a:prstDash val="solid"/>
              <a:miter/>
            </a:ln>
          </p:spPr>
          <p:txBody>
            <a:bodyPr rtlCol="0" anchor="ctr"/>
            <a:lstStyle/>
            <a:p>
              <a:endParaRPr lang="zh-TW" altLang="en-US"/>
            </a:p>
          </p:txBody>
        </p:sp>
        <p:sp>
          <p:nvSpPr>
            <p:cNvPr id="30" name="手繪多邊形 133">
              <a:extLst>
                <a:ext uri="{FF2B5EF4-FFF2-40B4-BE49-F238E27FC236}">
                  <a16:creationId xmlns:a16="http://schemas.microsoft.com/office/drawing/2014/main" id="{45DCE114-CC02-4085-BBC7-3B029BE4FD01}"/>
                </a:ext>
              </a:extLst>
            </p:cNvPr>
            <p:cNvSpPr/>
            <p:nvPr/>
          </p:nvSpPr>
          <p:spPr>
            <a:xfrm>
              <a:off x="4758372" y="6138612"/>
              <a:ext cx="55555" cy="77258"/>
            </a:xfrm>
            <a:custGeom>
              <a:avLst/>
              <a:gdLst>
                <a:gd name="connsiteX0" fmla="*/ 0 w 55555"/>
                <a:gd name="connsiteY0" fmla="*/ 75277 h 77258"/>
                <a:gd name="connsiteX1" fmla="*/ 0 w 55555"/>
                <a:gd name="connsiteY1" fmla="*/ 1981 h 77258"/>
                <a:gd name="connsiteX2" fmla="*/ 1970 w 55555"/>
                <a:gd name="connsiteY2" fmla="*/ 0 h 77258"/>
                <a:gd name="connsiteX3" fmla="*/ 55555 w 55555"/>
                <a:gd name="connsiteY3" fmla="*/ 0 h 77258"/>
                <a:gd name="connsiteX4" fmla="*/ 55555 w 55555"/>
                <a:gd name="connsiteY4" fmla="*/ 13471 h 77258"/>
                <a:gd name="connsiteX5" fmla="*/ 16942 w 55555"/>
                <a:gd name="connsiteY5" fmla="*/ 13471 h 77258"/>
                <a:gd name="connsiteX6" fmla="*/ 14972 w 55555"/>
                <a:gd name="connsiteY6" fmla="*/ 15452 h 77258"/>
                <a:gd name="connsiteX7" fmla="*/ 14972 w 55555"/>
                <a:gd name="connsiteY7" fmla="*/ 29715 h 77258"/>
                <a:gd name="connsiteX8" fmla="*/ 16942 w 55555"/>
                <a:gd name="connsiteY8" fmla="*/ 31696 h 77258"/>
                <a:gd name="connsiteX9" fmla="*/ 43341 w 55555"/>
                <a:gd name="connsiteY9" fmla="*/ 31696 h 77258"/>
                <a:gd name="connsiteX10" fmla="*/ 45311 w 55555"/>
                <a:gd name="connsiteY10" fmla="*/ 33677 h 77258"/>
                <a:gd name="connsiteX11" fmla="*/ 45311 w 55555"/>
                <a:gd name="connsiteY11" fmla="*/ 43185 h 77258"/>
                <a:gd name="connsiteX12" fmla="*/ 43341 w 55555"/>
                <a:gd name="connsiteY12" fmla="*/ 45166 h 77258"/>
                <a:gd name="connsiteX13" fmla="*/ 16942 w 55555"/>
                <a:gd name="connsiteY13" fmla="*/ 45166 h 77258"/>
                <a:gd name="connsiteX14" fmla="*/ 14972 w 55555"/>
                <a:gd name="connsiteY14" fmla="*/ 47147 h 77258"/>
                <a:gd name="connsiteX15" fmla="*/ 14972 w 55555"/>
                <a:gd name="connsiteY15" fmla="*/ 61807 h 77258"/>
                <a:gd name="connsiteX16" fmla="*/ 16942 w 55555"/>
                <a:gd name="connsiteY16" fmla="*/ 63788 h 77258"/>
                <a:gd name="connsiteX17" fmla="*/ 48463 w 55555"/>
                <a:gd name="connsiteY17" fmla="*/ 63788 h 77258"/>
                <a:gd name="connsiteX18" fmla="*/ 50433 w 55555"/>
                <a:gd name="connsiteY18" fmla="*/ 65769 h 77258"/>
                <a:gd name="connsiteX19" fmla="*/ 50433 w 55555"/>
                <a:gd name="connsiteY19" fmla="*/ 65769 h 77258"/>
                <a:gd name="connsiteX20" fmla="*/ 50433 w 55555"/>
                <a:gd name="connsiteY20" fmla="*/ 75277 h 77258"/>
                <a:gd name="connsiteX21" fmla="*/ 48463 w 55555"/>
                <a:gd name="connsiteY21" fmla="*/ 77258 h 77258"/>
                <a:gd name="connsiteX22" fmla="*/ 1576 w 55555"/>
                <a:gd name="connsiteY22" fmla="*/ 77258 h 77258"/>
                <a:gd name="connsiteX23" fmla="*/ 0 w 55555"/>
                <a:gd name="connsiteY23" fmla="*/ 75277 h 77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5555" h="77258">
                  <a:moveTo>
                    <a:pt x="0" y="75277"/>
                  </a:moveTo>
                  <a:lnTo>
                    <a:pt x="0" y="1981"/>
                  </a:lnTo>
                  <a:cubicBezTo>
                    <a:pt x="0" y="792"/>
                    <a:pt x="788" y="0"/>
                    <a:pt x="1970" y="0"/>
                  </a:cubicBezTo>
                  <a:lnTo>
                    <a:pt x="55555" y="0"/>
                  </a:lnTo>
                  <a:lnTo>
                    <a:pt x="55555" y="13471"/>
                  </a:lnTo>
                  <a:lnTo>
                    <a:pt x="16942" y="13471"/>
                  </a:lnTo>
                  <a:cubicBezTo>
                    <a:pt x="15760" y="13471"/>
                    <a:pt x="14972" y="14263"/>
                    <a:pt x="14972" y="15452"/>
                  </a:cubicBezTo>
                  <a:lnTo>
                    <a:pt x="14972" y="29715"/>
                  </a:lnTo>
                  <a:cubicBezTo>
                    <a:pt x="14972" y="30903"/>
                    <a:pt x="15760" y="31696"/>
                    <a:pt x="16942" y="31696"/>
                  </a:cubicBezTo>
                  <a:lnTo>
                    <a:pt x="43341" y="31696"/>
                  </a:lnTo>
                  <a:cubicBezTo>
                    <a:pt x="44523" y="31696"/>
                    <a:pt x="45311" y="32488"/>
                    <a:pt x="45311" y="33677"/>
                  </a:cubicBezTo>
                  <a:lnTo>
                    <a:pt x="45311" y="43185"/>
                  </a:lnTo>
                  <a:cubicBezTo>
                    <a:pt x="45311" y="44374"/>
                    <a:pt x="44523" y="45166"/>
                    <a:pt x="43341" y="45166"/>
                  </a:cubicBezTo>
                  <a:lnTo>
                    <a:pt x="16942" y="45166"/>
                  </a:lnTo>
                  <a:cubicBezTo>
                    <a:pt x="15760" y="45166"/>
                    <a:pt x="14972" y="45959"/>
                    <a:pt x="14972" y="47147"/>
                  </a:cubicBezTo>
                  <a:lnTo>
                    <a:pt x="14972" y="61807"/>
                  </a:lnTo>
                  <a:cubicBezTo>
                    <a:pt x="14972" y="62995"/>
                    <a:pt x="15760" y="63788"/>
                    <a:pt x="16942" y="63788"/>
                  </a:cubicBezTo>
                  <a:lnTo>
                    <a:pt x="48463" y="63788"/>
                  </a:lnTo>
                  <a:cubicBezTo>
                    <a:pt x="49645" y="63788"/>
                    <a:pt x="50433" y="64580"/>
                    <a:pt x="50433" y="65769"/>
                  </a:cubicBezTo>
                  <a:cubicBezTo>
                    <a:pt x="50433" y="65769"/>
                    <a:pt x="50433" y="65769"/>
                    <a:pt x="50433" y="65769"/>
                  </a:cubicBezTo>
                  <a:lnTo>
                    <a:pt x="50433" y="75277"/>
                  </a:lnTo>
                  <a:cubicBezTo>
                    <a:pt x="50433" y="76466"/>
                    <a:pt x="49645" y="77258"/>
                    <a:pt x="48463" y="77258"/>
                  </a:cubicBezTo>
                  <a:lnTo>
                    <a:pt x="1576" y="77258"/>
                  </a:lnTo>
                  <a:cubicBezTo>
                    <a:pt x="1182" y="77258"/>
                    <a:pt x="0" y="76466"/>
                    <a:pt x="0" y="75277"/>
                  </a:cubicBezTo>
                  <a:close/>
                </a:path>
              </a:pathLst>
            </a:custGeom>
            <a:grpFill/>
            <a:ln w="3894" cap="flat">
              <a:noFill/>
              <a:prstDash val="solid"/>
              <a:miter/>
            </a:ln>
          </p:spPr>
          <p:txBody>
            <a:bodyPr rtlCol="0" anchor="ctr"/>
            <a:lstStyle/>
            <a:p>
              <a:endParaRPr lang="zh-TW" altLang="en-US"/>
            </a:p>
          </p:txBody>
        </p:sp>
        <p:sp>
          <p:nvSpPr>
            <p:cNvPr id="31" name="手繪多邊形 134">
              <a:extLst>
                <a:ext uri="{FF2B5EF4-FFF2-40B4-BE49-F238E27FC236}">
                  <a16:creationId xmlns:a16="http://schemas.microsoft.com/office/drawing/2014/main" id="{A2DB12F1-7B24-4861-B87B-E82BBA74CB42}"/>
                </a:ext>
              </a:extLst>
            </p:cNvPr>
            <p:cNvSpPr/>
            <p:nvPr/>
          </p:nvSpPr>
          <p:spPr>
            <a:xfrm>
              <a:off x="4805899" y="6138612"/>
              <a:ext cx="60430" cy="77258"/>
            </a:xfrm>
            <a:custGeom>
              <a:avLst/>
              <a:gdLst>
                <a:gd name="connsiteX0" fmla="*/ 34426 w 60430"/>
                <a:gd name="connsiteY0" fmla="*/ 77258 h 77258"/>
                <a:gd name="connsiteX1" fmla="*/ 25758 w 60430"/>
                <a:gd name="connsiteY1" fmla="*/ 77258 h 77258"/>
                <a:gd name="connsiteX2" fmla="*/ 23788 w 60430"/>
                <a:gd name="connsiteY2" fmla="*/ 75674 h 77258"/>
                <a:gd name="connsiteX3" fmla="*/ 148 w 60430"/>
                <a:gd name="connsiteY3" fmla="*/ 2377 h 77258"/>
                <a:gd name="connsiteX4" fmla="*/ 1330 w 60430"/>
                <a:gd name="connsiteY4" fmla="*/ 0 h 77258"/>
                <a:gd name="connsiteX5" fmla="*/ 2118 w 60430"/>
                <a:gd name="connsiteY5" fmla="*/ 0 h 77258"/>
                <a:gd name="connsiteX6" fmla="*/ 13544 w 60430"/>
                <a:gd name="connsiteY6" fmla="*/ 0 h 77258"/>
                <a:gd name="connsiteX7" fmla="*/ 15514 w 60430"/>
                <a:gd name="connsiteY7" fmla="*/ 1585 h 77258"/>
                <a:gd name="connsiteX8" fmla="*/ 28516 w 60430"/>
                <a:gd name="connsiteY8" fmla="*/ 44374 h 77258"/>
                <a:gd name="connsiteX9" fmla="*/ 30880 w 60430"/>
                <a:gd name="connsiteY9" fmla="*/ 45563 h 77258"/>
                <a:gd name="connsiteX10" fmla="*/ 32062 w 60430"/>
                <a:gd name="connsiteY10" fmla="*/ 44374 h 77258"/>
                <a:gd name="connsiteX11" fmla="*/ 45065 w 60430"/>
                <a:gd name="connsiteY11" fmla="*/ 1585 h 77258"/>
                <a:gd name="connsiteX12" fmla="*/ 47035 w 60430"/>
                <a:gd name="connsiteY12" fmla="*/ 0 h 77258"/>
                <a:gd name="connsiteX13" fmla="*/ 58461 w 60430"/>
                <a:gd name="connsiteY13" fmla="*/ 0 h 77258"/>
                <a:gd name="connsiteX14" fmla="*/ 60431 w 60430"/>
                <a:gd name="connsiteY14" fmla="*/ 1981 h 77258"/>
                <a:gd name="connsiteX15" fmla="*/ 60431 w 60430"/>
                <a:gd name="connsiteY15" fmla="*/ 2773 h 77258"/>
                <a:gd name="connsiteX16" fmla="*/ 36396 w 60430"/>
                <a:gd name="connsiteY16" fmla="*/ 76070 h 77258"/>
                <a:gd name="connsiteX17" fmla="*/ 34426 w 60430"/>
                <a:gd name="connsiteY17" fmla="*/ 77258 h 77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430" h="77258">
                  <a:moveTo>
                    <a:pt x="34426" y="77258"/>
                  </a:moveTo>
                  <a:lnTo>
                    <a:pt x="25758" y="77258"/>
                  </a:lnTo>
                  <a:cubicBezTo>
                    <a:pt x="24970" y="77258"/>
                    <a:pt x="24182" y="76862"/>
                    <a:pt x="23788" y="75674"/>
                  </a:cubicBezTo>
                  <a:lnTo>
                    <a:pt x="148" y="2377"/>
                  </a:lnTo>
                  <a:cubicBezTo>
                    <a:pt x="-246" y="1189"/>
                    <a:pt x="148" y="396"/>
                    <a:pt x="1330" y="0"/>
                  </a:cubicBezTo>
                  <a:cubicBezTo>
                    <a:pt x="1724" y="0"/>
                    <a:pt x="1724" y="0"/>
                    <a:pt x="2118" y="0"/>
                  </a:cubicBezTo>
                  <a:lnTo>
                    <a:pt x="13544" y="0"/>
                  </a:lnTo>
                  <a:cubicBezTo>
                    <a:pt x="14332" y="0"/>
                    <a:pt x="15120" y="396"/>
                    <a:pt x="15514" y="1585"/>
                  </a:cubicBezTo>
                  <a:lnTo>
                    <a:pt x="28516" y="44374"/>
                  </a:lnTo>
                  <a:cubicBezTo>
                    <a:pt x="28910" y="45563"/>
                    <a:pt x="30092" y="45959"/>
                    <a:pt x="30880" y="45563"/>
                  </a:cubicBezTo>
                  <a:cubicBezTo>
                    <a:pt x="31668" y="45563"/>
                    <a:pt x="32062" y="44770"/>
                    <a:pt x="32062" y="44374"/>
                  </a:cubicBezTo>
                  <a:lnTo>
                    <a:pt x="45065" y="1585"/>
                  </a:lnTo>
                  <a:cubicBezTo>
                    <a:pt x="45459" y="792"/>
                    <a:pt x="46247" y="0"/>
                    <a:pt x="47035" y="0"/>
                  </a:cubicBezTo>
                  <a:lnTo>
                    <a:pt x="58461" y="0"/>
                  </a:lnTo>
                  <a:cubicBezTo>
                    <a:pt x="59643" y="0"/>
                    <a:pt x="60431" y="792"/>
                    <a:pt x="60431" y="1981"/>
                  </a:cubicBezTo>
                  <a:cubicBezTo>
                    <a:pt x="60431" y="2377"/>
                    <a:pt x="60431" y="2377"/>
                    <a:pt x="60431" y="2773"/>
                  </a:cubicBezTo>
                  <a:lnTo>
                    <a:pt x="36396" y="76070"/>
                  </a:lnTo>
                  <a:cubicBezTo>
                    <a:pt x="36002" y="76862"/>
                    <a:pt x="35214" y="77258"/>
                    <a:pt x="34426" y="77258"/>
                  </a:cubicBezTo>
                  <a:close/>
                </a:path>
              </a:pathLst>
            </a:custGeom>
            <a:grpFill/>
            <a:ln w="3894" cap="flat">
              <a:noFill/>
              <a:prstDash val="solid"/>
              <a:miter/>
            </a:ln>
          </p:spPr>
          <p:txBody>
            <a:bodyPr rtlCol="0" anchor="ctr"/>
            <a:lstStyle/>
            <a:p>
              <a:endParaRPr lang="zh-TW" altLang="en-US"/>
            </a:p>
          </p:txBody>
        </p:sp>
        <p:sp>
          <p:nvSpPr>
            <p:cNvPr id="32" name="手繪多邊形 135">
              <a:extLst>
                <a:ext uri="{FF2B5EF4-FFF2-40B4-BE49-F238E27FC236}">
                  <a16:creationId xmlns:a16="http://schemas.microsoft.com/office/drawing/2014/main" id="{0AA0F156-6AF0-4066-B9C8-21BF6C43AE88}"/>
                </a:ext>
              </a:extLst>
            </p:cNvPr>
            <p:cNvSpPr/>
            <p:nvPr/>
          </p:nvSpPr>
          <p:spPr>
            <a:xfrm>
              <a:off x="4531995" y="6092497"/>
              <a:ext cx="300251" cy="78206"/>
            </a:xfrm>
            <a:custGeom>
              <a:avLst/>
              <a:gdLst>
                <a:gd name="connsiteX0" fmla="*/ 119207 w 300251"/>
                <a:gd name="connsiteY0" fmla="*/ 78206 h 78206"/>
                <a:gd name="connsiteX1" fmla="*/ 10461 w 300251"/>
                <a:gd name="connsiteY1" fmla="*/ 78206 h 78206"/>
                <a:gd name="connsiteX2" fmla="*/ 611 w 300251"/>
                <a:gd name="connsiteY2" fmla="*/ 71075 h 78206"/>
                <a:gd name="connsiteX3" fmla="*/ 4157 w 300251"/>
                <a:gd name="connsiteY3" fmla="*/ 59585 h 78206"/>
                <a:gd name="connsiteX4" fmla="*/ 75472 w 300251"/>
                <a:gd name="connsiteY4" fmla="*/ 18381 h 78206"/>
                <a:gd name="connsiteX5" fmla="*/ 292964 w 300251"/>
                <a:gd name="connsiteY5" fmla="*/ 19966 h 78206"/>
                <a:gd name="connsiteX6" fmla="*/ 299662 w 300251"/>
                <a:gd name="connsiteY6" fmla="*/ 32644 h 78206"/>
                <a:gd name="connsiteX7" fmla="*/ 287054 w 300251"/>
                <a:gd name="connsiteY7" fmla="*/ 39379 h 78206"/>
                <a:gd name="connsiteX8" fmla="*/ 83746 w 300251"/>
                <a:gd name="connsiteY8" fmla="*/ 37002 h 78206"/>
                <a:gd name="connsiteX9" fmla="*/ 43952 w 300251"/>
                <a:gd name="connsiteY9" fmla="*/ 57208 h 78206"/>
                <a:gd name="connsiteX10" fmla="*/ 119207 w 300251"/>
                <a:gd name="connsiteY10" fmla="*/ 57208 h 78206"/>
                <a:gd name="connsiteX11" fmla="*/ 129451 w 300251"/>
                <a:gd name="connsiteY11" fmla="*/ 67509 h 78206"/>
                <a:gd name="connsiteX12" fmla="*/ 119207 w 300251"/>
                <a:gd name="connsiteY12" fmla="*/ 78206 h 7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0251" h="78206">
                  <a:moveTo>
                    <a:pt x="119207" y="78206"/>
                  </a:moveTo>
                  <a:lnTo>
                    <a:pt x="10461" y="78206"/>
                  </a:lnTo>
                  <a:cubicBezTo>
                    <a:pt x="6127" y="78206"/>
                    <a:pt x="2187" y="75433"/>
                    <a:pt x="611" y="71075"/>
                  </a:cubicBezTo>
                  <a:cubicBezTo>
                    <a:pt x="-965" y="66717"/>
                    <a:pt x="611" y="62359"/>
                    <a:pt x="4157" y="59585"/>
                  </a:cubicBezTo>
                  <a:cubicBezTo>
                    <a:pt x="25827" y="42945"/>
                    <a:pt x="49862" y="28682"/>
                    <a:pt x="75472" y="18381"/>
                  </a:cubicBezTo>
                  <a:cubicBezTo>
                    <a:pt x="134179" y="-6580"/>
                    <a:pt x="207071" y="-6183"/>
                    <a:pt x="292964" y="19966"/>
                  </a:cubicBezTo>
                  <a:cubicBezTo>
                    <a:pt x="298480" y="21550"/>
                    <a:pt x="301632" y="27493"/>
                    <a:pt x="299662" y="32644"/>
                  </a:cubicBezTo>
                  <a:cubicBezTo>
                    <a:pt x="298086" y="38191"/>
                    <a:pt x="292176" y="41360"/>
                    <a:pt x="287054" y="39379"/>
                  </a:cubicBezTo>
                  <a:cubicBezTo>
                    <a:pt x="206283" y="14815"/>
                    <a:pt x="137725" y="14023"/>
                    <a:pt x="83746" y="37002"/>
                  </a:cubicBezTo>
                  <a:cubicBezTo>
                    <a:pt x="69956" y="42549"/>
                    <a:pt x="56954" y="49680"/>
                    <a:pt x="43952" y="57208"/>
                  </a:cubicBezTo>
                  <a:lnTo>
                    <a:pt x="119207" y="57208"/>
                  </a:lnTo>
                  <a:cubicBezTo>
                    <a:pt x="124723" y="57208"/>
                    <a:pt x="129451" y="61962"/>
                    <a:pt x="129451" y="67509"/>
                  </a:cubicBezTo>
                  <a:cubicBezTo>
                    <a:pt x="129451" y="73056"/>
                    <a:pt x="124723" y="78206"/>
                    <a:pt x="119207" y="78206"/>
                  </a:cubicBezTo>
                  <a:close/>
                </a:path>
              </a:pathLst>
            </a:custGeom>
            <a:grpFill/>
            <a:ln w="3894" cap="flat">
              <a:noFill/>
              <a:prstDash val="solid"/>
              <a:miter/>
            </a:ln>
          </p:spPr>
          <p:txBody>
            <a:bodyPr rtlCol="0" anchor="ctr"/>
            <a:lstStyle/>
            <a:p>
              <a:endParaRPr lang="zh-TW" altLang="en-US"/>
            </a:p>
          </p:txBody>
        </p:sp>
        <p:sp>
          <p:nvSpPr>
            <p:cNvPr id="33" name="手繪多邊形 136">
              <a:extLst>
                <a:ext uri="{FF2B5EF4-FFF2-40B4-BE49-F238E27FC236}">
                  <a16:creationId xmlns:a16="http://schemas.microsoft.com/office/drawing/2014/main" id="{05AC67D0-4FFC-4F21-B337-C61525E852EF}"/>
                </a:ext>
              </a:extLst>
            </p:cNvPr>
            <p:cNvSpPr/>
            <p:nvPr/>
          </p:nvSpPr>
          <p:spPr>
            <a:xfrm>
              <a:off x="4402584" y="6241227"/>
              <a:ext cx="132386" cy="133121"/>
            </a:xfrm>
            <a:custGeom>
              <a:avLst/>
              <a:gdLst>
                <a:gd name="connsiteX0" fmla="*/ 66193 w 132386"/>
                <a:gd name="connsiteY0" fmla="*/ 0 h 133121"/>
                <a:gd name="connsiteX1" fmla="*/ 0 w 132386"/>
                <a:gd name="connsiteY1" fmla="*/ 66561 h 133121"/>
                <a:gd name="connsiteX2" fmla="*/ 66193 w 132386"/>
                <a:gd name="connsiteY2" fmla="*/ 133122 h 133121"/>
                <a:gd name="connsiteX3" fmla="*/ 132386 w 132386"/>
                <a:gd name="connsiteY3" fmla="*/ 66561 h 133121"/>
                <a:gd name="connsiteX4" fmla="*/ 66193 w 132386"/>
                <a:gd name="connsiteY4" fmla="*/ 0 h 133121"/>
                <a:gd name="connsiteX5" fmla="*/ 66193 w 132386"/>
                <a:gd name="connsiteY5" fmla="*/ 91125 h 133121"/>
                <a:gd name="connsiteX6" fmla="*/ 41765 w 132386"/>
                <a:gd name="connsiteY6" fmla="*/ 66561 h 133121"/>
                <a:gd name="connsiteX7" fmla="*/ 66193 w 132386"/>
                <a:gd name="connsiteY7" fmla="*/ 41997 h 133121"/>
                <a:gd name="connsiteX8" fmla="*/ 90622 w 132386"/>
                <a:gd name="connsiteY8" fmla="*/ 66561 h 133121"/>
                <a:gd name="connsiteX9" fmla="*/ 66193 w 132386"/>
                <a:gd name="connsiteY9" fmla="*/ 91125 h 133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386" h="133121">
                  <a:moveTo>
                    <a:pt x="66193" y="0"/>
                  </a:moveTo>
                  <a:cubicBezTo>
                    <a:pt x="29551" y="0"/>
                    <a:pt x="0" y="29715"/>
                    <a:pt x="0" y="66561"/>
                  </a:cubicBezTo>
                  <a:cubicBezTo>
                    <a:pt x="0" y="103407"/>
                    <a:pt x="29551" y="133122"/>
                    <a:pt x="66193" y="133122"/>
                  </a:cubicBezTo>
                  <a:cubicBezTo>
                    <a:pt x="102836" y="133122"/>
                    <a:pt x="132386" y="103407"/>
                    <a:pt x="132386" y="66561"/>
                  </a:cubicBezTo>
                  <a:cubicBezTo>
                    <a:pt x="132386" y="29715"/>
                    <a:pt x="102836" y="0"/>
                    <a:pt x="66193" y="0"/>
                  </a:cubicBezTo>
                  <a:close/>
                  <a:moveTo>
                    <a:pt x="66193" y="91125"/>
                  </a:moveTo>
                  <a:cubicBezTo>
                    <a:pt x="52797" y="91125"/>
                    <a:pt x="41765" y="80032"/>
                    <a:pt x="41765" y="66561"/>
                  </a:cubicBezTo>
                  <a:cubicBezTo>
                    <a:pt x="41765" y="53090"/>
                    <a:pt x="52797" y="41997"/>
                    <a:pt x="66193" y="41997"/>
                  </a:cubicBezTo>
                  <a:cubicBezTo>
                    <a:pt x="79589" y="41997"/>
                    <a:pt x="90622" y="53090"/>
                    <a:pt x="90622" y="66561"/>
                  </a:cubicBezTo>
                  <a:cubicBezTo>
                    <a:pt x="90622" y="80032"/>
                    <a:pt x="79589" y="91125"/>
                    <a:pt x="66193" y="91125"/>
                  </a:cubicBezTo>
                  <a:close/>
                </a:path>
              </a:pathLst>
            </a:custGeom>
            <a:grpFill/>
            <a:ln w="3894" cap="flat">
              <a:noFill/>
              <a:prstDash val="solid"/>
              <a:miter/>
            </a:ln>
          </p:spPr>
          <p:txBody>
            <a:bodyPr rtlCol="0" anchor="ctr"/>
            <a:lstStyle/>
            <a:p>
              <a:endParaRPr lang="zh-TW" altLang="en-US"/>
            </a:p>
          </p:txBody>
        </p:sp>
        <p:sp>
          <p:nvSpPr>
            <p:cNvPr id="34" name="手繪多邊形 137">
              <a:extLst>
                <a:ext uri="{FF2B5EF4-FFF2-40B4-BE49-F238E27FC236}">
                  <a16:creationId xmlns:a16="http://schemas.microsoft.com/office/drawing/2014/main" id="{BDEE6ADF-A297-43CD-86B9-E1F28B49B954}"/>
                </a:ext>
              </a:extLst>
            </p:cNvPr>
            <p:cNvSpPr/>
            <p:nvPr/>
          </p:nvSpPr>
          <p:spPr>
            <a:xfrm>
              <a:off x="4787135" y="6240830"/>
              <a:ext cx="133174" cy="133914"/>
            </a:xfrm>
            <a:custGeom>
              <a:avLst/>
              <a:gdLst>
                <a:gd name="connsiteX0" fmla="*/ 66587 w 133174"/>
                <a:gd name="connsiteY0" fmla="*/ 0 h 133914"/>
                <a:gd name="connsiteX1" fmla="*/ 0 w 133174"/>
                <a:gd name="connsiteY1" fmla="*/ 66957 h 133914"/>
                <a:gd name="connsiteX2" fmla="*/ 66587 w 133174"/>
                <a:gd name="connsiteY2" fmla="*/ 133914 h 133914"/>
                <a:gd name="connsiteX3" fmla="*/ 133174 w 133174"/>
                <a:gd name="connsiteY3" fmla="*/ 66957 h 133914"/>
                <a:gd name="connsiteX4" fmla="*/ 66587 w 133174"/>
                <a:gd name="connsiteY4" fmla="*/ 0 h 133914"/>
                <a:gd name="connsiteX5" fmla="*/ 66587 w 133174"/>
                <a:gd name="connsiteY5" fmla="*/ 87163 h 133914"/>
                <a:gd name="connsiteX6" fmla="*/ 46493 w 133174"/>
                <a:gd name="connsiteY6" fmla="*/ 66957 h 133914"/>
                <a:gd name="connsiteX7" fmla="*/ 66587 w 133174"/>
                <a:gd name="connsiteY7" fmla="*/ 46751 h 133914"/>
                <a:gd name="connsiteX8" fmla="*/ 86682 w 133174"/>
                <a:gd name="connsiteY8" fmla="*/ 66957 h 133914"/>
                <a:gd name="connsiteX9" fmla="*/ 66587 w 133174"/>
                <a:gd name="connsiteY9" fmla="*/ 87163 h 133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3174" h="133914">
                  <a:moveTo>
                    <a:pt x="66587" y="0"/>
                  </a:moveTo>
                  <a:cubicBezTo>
                    <a:pt x="29945" y="0"/>
                    <a:pt x="0" y="30111"/>
                    <a:pt x="0" y="66957"/>
                  </a:cubicBezTo>
                  <a:cubicBezTo>
                    <a:pt x="0" y="103803"/>
                    <a:pt x="29945" y="133914"/>
                    <a:pt x="66587" y="133914"/>
                  </a:cubicBezTo>
                  <a:cubicBezTo>
                    <a:pt x="103230" y="133914"/>
                    <a:pt x="133174" y="103803"/>
                    <a:pt x="133174" y="66957"/>
                  </a:cubicBezTo>
                  <a:cubicBezTo>
                    <a:pt x="133174" y="30111"/>
                    <a:pt x="103624" y="0"/>
                    <a:pt x="66587" y="0"/>
                  </a:cubicBezTo>
                  <a:close/>
                  <a:moveTo>
                    <a:pt x="66587" y="87163"/>
                  </a:moveTo>
                  <a:cubicBezTo>
                    <a:pt x="55555" y="87163"/>
                    <a:pt x="46493" y="78051"/>
                    <a:pt x="46493" y="66957"/>
                  </a:cubicBezTo>
                  <a:cubicBezTo>
                    <a:pt x="46493" y="55864"/>
                    <a:pt x="55555" y="46751"/>
                    <a:pt x="66587" y="46751"/>
                  </a:cubicBezTo>
                  <a:cubicBezTo>
                    <a:pt x="77619" y="46751"/>
                    <a:pt x="86682" y="55864"/>
                    <a:pt x="86682" y="66957"/>
                  </a:cubicBezTo>
                  <a:cubicBezTo>
                    <a:pt x="86682" y="78051"/>
                    <a:pt x="77619" y="87163"/>
                    <a:pt x="66587" y="87163"/>
                  </a:cubicBezTo>
                  <a:close/>
                </a:path>
              </a:pathLst>
            </a:custGeom>
            <a:grpFill/>
            <a:ln w="3894" cap="flat">
              <a:noFill/>
              <a:prstDash val="solid"/>
              <a:miter/>
            </a:ln>
          </p:spPr>
          <p:txBody>
            <a:bodyPr rtlCol="0" anchor="ctr"/>
            <a:lstStyle/>
            <a:p>
              <a:endParaRPr lang="zh-TW" altLang="en-US"/>
            </a:p>
          </p:txBody>
        </p:sp>
      </p:grpSp>
      <p:grpSp>
        <p:nvGrpSpPr>
          <p:cNvPr id="37" name="圖形 28">
            <a:extLst>
              <a:ext uri="{FF2B5EF4-FFF2-40B4-BE49-F238E27FC236}">
                <a16:creationId xmlns:a16="http://schemas.microsoft.com/office/drawing/2014/main" id="{AFDF9A1F-FB61-4600-AD54-6327FDC0386B}"/>
              </a:ext>
            </a:extLst>
          </p:cNvPr>
          <p:cNvGrpSpPr/>
          <p:nvPr userDrawn="1"/>
        </p:nvGrpSpPr>
        <p:grpSpPr>
          <a:xfrm>
            <a:off x="6563803" y="5597001"/>
            <a:ext cx="341537" cy="505305"/>
            <a:chOff x="7116910" y="5963038"/>
            <a:chExt cx="420840" cy="622635"/>
          </a:xfrm>
          <a:gradFill flip="none" rotWithShape="1">
            <a:gsLst>
              <a:gs pos="95000">
                <a:srgbClr val="0B77FF"/>
              </a:gs>
              <a:gs pos="0">
                <a:srgbClr val="06EEFD"/>
              </a:gs>
            </a:gsLst>
            <a:lin ang="16200000" scaled="1"/>
            <a:tileRect/>
          </a:gradFill>
        </p:grpSpPr>
        <p:sp>
          <p:nvSpPr>
            <p:cNvPr id="38" name="手繪多邊形 65">
              <a:extLst>
                <a:ext uri="{FF2B5EF4-FFF2-40B4-BE49-F238E27FC236}">
                  <a16:creationId xmlns:a16="http://schemas.microsoft.com/office/drawing/2014/main" id="{F5D14E1B-3A64-44EE-977F-D279F74B853E}"/>
                </a:ext>
              </a:extLst>
            </p:cNvPr>
            <p:cNvSpPr/>
            <p:nvPr/>
          </p:nvSpPr>
          <p:spPr>
            <a:xfrm>
              <a:off x="7116910" y="5963038"/>
              <a:ext cx="420840" cy="622635"/>
            </a:xfrm>
            <a:custGeom>
              <a:avLst/>
              <a:gdLst>
                <a:gd name="connsiteX0" fmla="*/ 419320 w 420840"/>
                <a:gd name="connsiteY0" fmla="*/ 267791 h 622635"/>
                <a:gd name="connsiteX1" fmla="*/ 367133 w 420840"/>
                <a:gd name="connsiteY1" fmla="*/ 182756 h 622635"/>
                <a:gd name="connsiteX2" fmla="*/ 181778 w 420840"/>
                <a:gd name="connsiteY2" fmla="*/ 0 h 622635"/>
                <a:gd name="connsiteX3" fmla="*/ 0 w 420840"/>
                <a:gd name="connsiteY3" fmla="*/ 175589 h 622635"/>
                <a:gd name="connsiteX4" fmla="*/ 0 w 420840"/>
                <a:gd name="connsiteY4" fmla="*/ 177452 h 622635"/>
                <a:gd name="connsiteX5" fmla="*/ 85345 w 420840"/>
                <a:gd name="connsiteY5" fmla="*/ 319715 h 622635"/>
                <a:gd name="connsiteX6" fmla="*/ 95146 w 420840"/>
                <a:gd name="connsiteY6" fmla="*/ 324947 h 622635"/>
                <a:gd name="connsiteX7" fmla="*/ 95146 w 420840"/>
                <a:gd name="connsiteY7" fmla="*/ 441480 h 622635"/>
                <a:gd name="connsiteX8" fmla="*/ 104338 w 420840"/>
                <a:gd name="connsiteY8" fmla="*/ 450690 h 622635"/>
                <a:gd name="connsiteX9" fmla="*/ 113531 w 420840"/>
                <a:gd name="connsiteY9" fmla="*/ 441480 h 622635"/>
                <a:gd name="connsiteX10" fmla="*/ 113531 w 420840"/>
                <a:gd name="connsiteY10" fmla="*/ 319428 h 622635"/>
                <a:gd name="connsiteX11" fmla="*/ 108666 w 420840"/>
                <a:gd name="connsiteY11" fmla="*/ 311294 h 622635"/>
                <a:gd name="connsiteX12" fmla="*/ 93965 w 420840"/>
                <a:gd name="connsiteY12" fmla="*/ 303482 h 622635"/>
                <a:gd name="connsiteX13" fmla="*/ 18385 w 420840"/>
                <a:gd name="connsiteY13" fmla="*/ 177488 h 622635"/>
                <a:gd name="connsiteX14" fmla="*/ 18385 w 420840"/>
                <a:gd name="connsiteY14" fmla="*/ 175589 h 622635"/>
                <a:gd name="connsiteX15" fmla="*/ 54405 w 420840"/>
                <a:gd name="connsiteY15" fmla="*/ 72601 h 622635"/>
                <a:gd name="connsiteX16" fmla="*/ 66638 w 420840"/>
                <a:gd name="connsiteY16" fmla="*/ 82563 h 622635"/>
                <a:gd name="connsiteX17" fmla="*/ 66638 w 420840"/>
                <a:gd name="connsiteY17" fmla="*/ 164982 h 622635"/>
                <a:gd name="connsiteX18" fmla="*/ 71002 w 420840"/>
                <a:gd name="connsiteY18" fmla="*/ 172794 h 622635"/>
                <a:gd name="connsiteX19" fmla="*/ 94073 w 420840"/>
                <a:gd name="connsiteY19" fmla="*/ 187127 h 622635"/>
                <a:gd name="connsiteX20" fmla="*/ 94073 w 420840"/>
                <a:gd name="connsiteY20" fmla="*/ 248942 h 622635"/>
                <a:gd name="connsiteX21" fmla="*/ 112458 w 420840"/>
                <a:gd name="connsiteY21" fmla="*/ 267361 h 622635"/>
                <a:gd name="connsiteX22" fmla="*/ 133204 w 420840"/>
                <a:gd name="connsiteY22" fmla="*/ 267361 h 622635"/>
                <a:gd name="connsiteX23" fmla="*/ 133204 w 420840"/>
                <a:gd name="connsiteY23" fmla="*/ 498672 h 622635"/>
                <a:gd name="connsiteX24" fmla="*/ 116786 w 420840"/>
                <a:gd name="connsiteY24" fmla="*/ 531697 h 622635"/>
                <a:gd name="connsiteX25" fmla="*/ 149749 w 420840"/>
                <a:gd name="connsiteY25" fmla="*/ 548145 h 622635"/>
                <a:gd name="connsiteX26" fmla="*/ 166167 w 420840"/>
                <a:gd name="connsiteY26" fmla="*/ 515120 h 622635"/>
                <a:gd name="connsiteX27" fmla="*/ 151553 w 420840"/>
                <a:gd name="connsiteY27" fmla="*/ 499353 h 622635"/>
                <a:gd name="connsiteX28" fmla="*/ 151553 w 420840"/>
                <a:gd name="connsiteY28" fmla="*/ 267361 h 622635"/>
                <a:gd name="connsiteX29" fmla="*/ 178094 w 420840"/>
                <a:gd name="connsiteY29" fmla="*/ 267361 h 622635"/>
                <a:gd name="connsiteX30" fmla="*/ 178094 w 420840"/>
                <a:gd name="connsiteY30" fmla="*/ 572132 h 622635"/>
                <a:gd name="connsiteX31" fmla="*/ 162923 w 420840"/>
                <a:gd name="connsiteY31" fmla="*/ 605749 h 622635"/>
                <a:gd name="connsiteX32" fmla="*/ 196479 w 420840"/>
                <a:gd name="connsiteY32" fmla="*/ 620950 h 622635"/>
                <a:gd name="connsiteX33" fmla="*/ 211650 w 420840"/>
                <a:gd name="connsiteY33" fmla="*/ 587330 h 622635"/>
                <a:gd name="connsiteX34" fmla="*/ 196479 w 420840"/>
                <a:gd name="connsiteY34" fmla="*/ 572132 h 622635"/>
                <a:gd name="connsiteX35" fmla="*/ 196479 w 420840"/>
                <a:gd name="connsiteY35" fmla="*/ 267540 h 622635"/>
                <a:gd name="connsiteX36" fmla="*/ 220909 w 420840"/>
                <a:gd name="connsiteY36" fmla="*/ 267540 h 622635"/>
                <a:gd name="connsiteX37" fmla="*/ 220909 w 420840"/>
                <a:gd name="connsiteY37" fmla="*/ 459326 h 622635"/>
                <a:gd name="connsiteX38" fmla="*/ 205739 w 420840"/>
                <a:gd name="connsiteY38" fmla="*/ 492942 h 622635"/>
                <a:gd name="connsiteX39" fmla="*/ 239295 w 420840"/>
                <a:gd name="connsiteY39" fmla="*/ 508143 h 622635"/>
                <a:gd name="connsiteX40" fmla="*/ 254465 w 420840"/>
                <a:gd name="connsiteY40" fmla="*/ 474523 h 622635"/>
                <a:gd name="connsiteX41" fmla="*/ 239295 w 420840"/>
                <a:gd name="connsiteY41" fmla="*/ 459326 h 622635"/>
                <a:gd name="connsiteX42" fmla="*/ 239295 w 420840"/>
                <a:gd name="connsiteY42" fmla="*/ 267361 h 622635"/>
                <a:gd name="connsiteX43" fmla="*/ 262509 w 420840"/>
                <a:gd name="connsiteY43" fmla="*/ 267361 h 622635"/>
                <a:gd name="connsiteX44" fmla="*/ 280894 w 420840"/>
                <a:gd name="connsiteY44" fmla="*/ 248942 h 622635"/>
                <a:gd name="connsiteX45" fmla="*/ 280894 w 420840"/>
                <a:gd name="connsiteY45" fmla="*/ 231670 h 622635"/>
                <a:gd name="connsiteX46" fmla="*/ 309974 w 420840"/>
                <a:gd name="connsiteY46" fmla="*/ 220919 h 622635"/>
                <a:gd name="connsiteX47" fmla="*/ 316019 w 420840"/>
                <a:gd name="connsiteY47" fmla="*/ 212283 h 622635"/>
                <a:gd name="connsiteX48" fmla="*/ 316019 w 420840"/>
                <a:gd name="connsiteY48" fmla="*/ 129541 h 622635"/>
                <a:gd name="connsiteX49" fmla="*/ 332008 w 420840"/>
                <a:gd name="connsiteY49" fmla="*/ 114670 h 622635"/>
                <a:gd name="connsiteX50" fmla="*/ 348891 w 420840"/>
                <a:gd name="connsiteY50" fmla="*/ 186052 h 622635"/>
                <a:gd name="connsiteX51" fmla="*/ 350250 w 420840"/>
                <a:gd name="connsiteY51" fmla="*/ 190603 h 622635"/>
                <a:gd name="connsiteX52" fmla="*/ 395069 w 420840"/>
                <a:gd name="connsiteY52" fmla="*/ 263383 h 622635"/>
                <a:gd name="connsiteX53" fmla="*/ 363091 w 420840"/>
                <a:gd name="connsiteY53" fmla="*/ 263383 h 622635"/>
                <a:gd name="connsiteX54" fmla="*/ 353898 w 420840"/>
                <a:gd name="connsiteY54" fmla="*/ 272592 h 622635"/>
                <a:gd name="connsiteX55" fmla="*/ 353898 w 420840"/>
                <a:gd name="connsiteY55" fmla="*/ 298537 h 622635"/>
                <a:gd name="connsiteX56" fmla="*/ 315053 w 420840"/>
                <a:gd name="connsiteY56" fmla="*/ 298537 h 622635"/>
                <a:gd name="connsiteX57" fmla="*/ 290838 w 420840"/>
                <a:gd name="connsiteY57" fmla="*/ 322797 h 622635"/>
                <a:gd name="connsiteX58" fmla="*/ 315053 w 420840"/>
                <a:gd name="connsiteY58" fmla="*/ 347056 h 622635"/>
                <a:gd name="connsiteX59" fmla="*/ 353898 w 420840"/>
                <a:gd name="connsiteY59" fmla="*/ 347056 h 622635"/>
                <a:gd name="connsiteX60" fmla="*/ 353898 w 420840"/>
                <a:gd name="connsiteY60" fmla="*/ 364974 h 622635"/>
                <a:gd name="connsiteX61" fmla="*/ 330005 w 420840"/>
                <a:gd name="connsiteY61" fmla="*/ 388911 h 622635"/>
                <a:gd name="connsiteX62" fmla="*/ 274634 w 420840"/>
                <a:gd name="connsiteY62" fmla="*/ 388911 h 622635"/>
                <a:gd name="connsiteX63" fmla="*/ 265442 w 420840"/>
                <a:gd name="connsiteY63" fmla="*/ 398120 h 622635"/>
                <a:gd name="connsiteX64" fmla="*/ 265442 w 420840"/>
                <a:gd name="connsiteY64" fmla="*/ 441588 h 622635"/>
                <a:gd name="connsiteX65" fmla="*/ 274044 w 420840"/>
                <a:gd name="connsiteY65" fmla="*/ 451353 h 622635"/>
                <a:gd name="connsiteX66" fmla="*/ 283791 w 420840"/>
                <a:gd name="connsiteY66" fmla="*/ 442734 h 622635"/>
                <a:gd name="connsiteX67" fmla="*/ 283791 w 420840"/>
                <a:gd name="connsiteY67" fmla="*/ 441588 h 622635"/>
                <a:gd name="connsiteX68" fmla="*/ 283791 w 420840"/>
                <a:gd name="connsiteY68" fmla="*/ 407330 h 622635"/>
                <a:gd name="connsiteX69" fmla="*/ 330005 w 420840"/>
                <a:gd name="connsiteY69" fmla="*/ 407330 h 622635"/>
                <a:gd name="connsiteX70" fmla="*/ 372284 w 420840"/>
                <a:gd name="connsiteY70" fmla="*/ 364974 h 622635"/>
                <a:gd name="connsiteX71" fmla="*/ 372284 w 420840"/>
                <a:gd name="connsiteY71" fmla="*/ 281802 h 622635"/>
                <a:gd name="connsiteX72" fmla="*/ 411630 w 420840"/>
                <a:gd name="connsiteY72" fmla="*/ 281802 h 622635"/>
                <a:gd name="connsiteX73" fmla="*/ 420840 w 420840"/>
                <a:gd name="connsiteY73" fmla="*/ 272682 h 622635"/>
                <a:gd name="connsiteX74" fmla="*/ 419463 w 420840"/>
                <a:gd name="connsiteY74" fmla="*/ 267791 h 622635"/>
                <a:gd name="connsiteX75" fmla="*/ 141466 w 420840"/>
                <a:gd name="connsiteY75" fmla="*/ 531066 h 622635"/>
                <a:gd name="connsiteX76" fmla="*/ 133740 w 420840"/>
                <a:gd name="connsiteY76" fmla="*/ 523398 h 622635"/>
                <a:gd name="connsiteX77" fmla="*/ 141395 w 420840"/>
                <a:gd name="connsiteY77" fmla="*/ 515657 h 622635"/>
                <a:gd name="connsiteX78" fmla="*/ 149121 w 420840"/>
                <a:gd name="connsiteY78" fmla="*/ 523326 h 622635"/>
                <a:gd name="connsiteX79" fmla="*/ 149121 w 420840"/>
                <a:gd name="connsiteY79" fmla="*/ 523398 h 622635"/>
                <a:gd name="connsiteX80" fmla="*/ 141466 w 420840"/>
                <a:gd name="connsiteY80" fmla="*/ 531066 h 622635"/>
                <a:gd name="connsiteX81" fmla="*/ 187287 w 420840"/>
                <a:gd name="connsiteY81" fmla="*/ 604204 h 622635"/>
                <a:gd name="connsiteX82" fmla="*/ 179560 w 420840"/>
                <a:gd name="connsiteY82" fmla="*/ 596536 h 622635"/>
                <a:gd name="connsiteX83" fmla="*/ 187215 w 420840"/>
                <a:gd name="connsiteY83" fmla="*/ 588795 h 622635"/>
                <a:gd name="connsiteX84" fmla="*/ 194941 w 420840"/>
                <a:gd name="connsiteY84" fmla="*/ 596464 h 622635"/>
                <a:gd name="connsiteX85" fmla="*/ 194941 w 420840"/>
                <a:gd name="connsiteY85" fmla="*/ 596500 h 622635"/>
                <a:gd name="connsiteX86" fmla="*/ 187322 w 420840"/>
                <a:gd name="connsiteY86" fmla="*/ 604204 h 622635"/>
                <a:gd name="connsiteX87" fmla="*/ 187287 w 420840"/>
                <a:gd name="connsiteY87" fmla="*/ 604204 h 622635"/>
                <a:gd name="connsiteX88" fmla="*/ 230209 w 420840"/>
                <a:gd name="connsiteY88" fmla="*/ 491218 h 622635"/>
                <a:gd name="connsiteX89" fmla="*/ 222483 w 420840"/>
                <a:gd name="connsiteY89" fmla="*/ 483550 h 622635"/>
                <a:gd name="connsiteX90" fmla="*/ 230138 w 420840"/>
                <a:gd name="connsiteY90" fmla="*/ 475810 h 622635"/>
                <a:gd name="connsiteX91" fmla="*/ 237864 w 420840"/>
                <a:gd name="connsiteY91" fmla="*/ 483478 h 622635"/>
                <a:gd name="connsiteX92" fmla="*/ 237864 w 420840"/>
                <a:gd name="connsiteY92" fmla="*/ 483550 h 622635"/>
                <a:gd name="connsiteX93" fmla="*/ 230210 w 420840"/>
                <a:gd name="connsiteY93" fmla="*/ 491218 h 622635"/>
                <a:gd name="connsiteX94" fmla="*/ 230102 w 420840"/>
                <a:gd name="connsiteY94" fmla="*/ 491218 h 622635"/>
                <a:gd name="connsiteX95" fmla="*/ 85023 w 420840"/>
                <a:gd name="connsiteY95" fmla="*/ 159857 h 622635"/>
                <a:gd name="connsiteX96" fmla="*/ 85023 w 420840"/>
                <a:gd name="connsiteY96" fmla="*/ 78191 h 622635"/>
                <a:gd name="connsiteX97" fmla="*/ 81625 w 420840"/>
                <a:gd name="connsiteY97" fmla="*/ 71024 h 622635"/>
                <a:gd name="connsiteX98" fmla="*/ 67961 w 420840"/>
                <a:gd name="connsiteY98" fmla="*/ 59772 h 622635"/>
                <a:gd name="connsiteX99" fmla="*/ 142647 w 420840"/>
                <a:gd name="connsiteY99" fmla="*/ 23937 h 622635"/>
                <a:gd name="connsiteX100" fmla="*/ 142647 w 420840"/>
                <a:gd name="connsiteY100" fmla="*/ 50168 h 622635"/>
                <a:gd name="connsiteX101" fmla="*/ 151839 w 420840"/>
                <a:gd name="connsiteY101" fmla="*/ 59378 h 622635"/>
                <a:gd name="connsiteX102" fmla="*/ 193439 w 420840"/>
                <a:gd name="connsiteY102" fmla="*/ 59378 h 622635"/>
                <a:gd name="connsiteX103" fmla="*/ 193439 w 420840"/>
                <a:gd name="connsiteY103" fmla="*/ 80197 h 622635"/>
                <a:gd name="connsiteX104" fmla="*/ 112458 w 420840"/>
                <a:gd name="connsiteY104" fmla="*/ 80197 h 622635"/>
                <a:gd name="connsiteX105" fmla="*/ 94073 w 420840"/>
                <a:gd name="connsiteY105" fmla="*/ 98616 h 622635"/>
                <a:gd name="connsiteX106" fmla="*/ 94073 w 420840"/>
                <a:gd name="connsiteY106" fmla="*/ 165448 h 622635"/>
                <a:gd name="connsiteX107" fmla="*/ 262509 w 420840"/>
                <a:gd name="connsiteY107" fmla="*/ 248942 h 622635"/>
                <a:gd name="connsiteX108" fmla="*/ 112458 w 420840"/>
                <a:gd name="connsiteY108" fmla="*/ 248942 h 622635"/>
                <a:gd name="connsiteX109" fmla="*/ 112458 w 420840"/>
                <a:gd name="connsiteY109" fmla="*/ 98616 h 622635"/>
                <a:gd name="connsiteX110" fmla="*/ 262688 w 420840"/>
                <a:gd name="connsiteY110" fmla="*/ 98616 h 622635"/>
                <a:gd name="connsiteX111" fmla="*/ 262688 w 420840"/>
                <a:gd name="connsiteY111" fmla="*/ 249121 h 622635"/>
                <a:gd name="connsiteX112" fmla="*/ 300460 w 420840"/>
                <a:gd name="connsiteY112" fmla="*/ 118863 h 622635"/>
                <a:gd name="connsiteX113" fmla="*/ 297634 w 420840"/>
                <a:gd name="connsiteY113" fmla="*/ 125420 h 622635"/>
                <a:gd name="connsiteX114" fmla="*/ 297634 w 420840"/>
                <a:gd name="connsiteY114" fmla="*/ 205940 h 622635"/>
                <a:gd name="connsiteX115" fmla="*/ 280894 w 420840"/>
                <a:gd name="connsiteY115" fmla="*/ 212068 h 622635"/>
                <a:gd name="connsiteX116" fmla="*/ 280894 w 420840"/>
                <a:gd name="connsiteY116" fmla="*/ 98616 h 622635"/>
                <a:gd name="connsiteX117" fmla="*/ 262509 w 420840"/>
                <a:gd name="connsiteY117" fmla="*/ 80197 h 622635"/>
                <a:gd name="connsiteX118" fmla="*/ 211824 w 420840"/>
                <a:gd name="connsiteY118" fmla="*/ 80197 h 622635"/>
                <a:gd name="connsiteX119" fmla="*/ 211824 w 420840"/>
                <a:gd name="connsiteY119" fmla="*/ 50168 h 622635"/>
                <a:gd name="connsiteX120" fmla="*/ 202631 w 420840"/>
                <a:gd name="connsiteY120" fmla="*/ 40959 h 622635"/>
                <a:gd name="connsiteX121" fmla="*/ 160961 w 420840"/>
                <a:gd name="connsiteY121" fmla="*/ 40959 h 622635"/>
                <a:gd name="connsiteX122" fmla="*/ 160961 w 420840"/>
                <a:gd name="connsiteY122" fmla="*/ 20497 h 622635"/>
                <a:gd name="connsiteX123" fmla="*/ 182064 w 420840"/>
                <a:gd name="connsiteY123" fmla="*/ 18419 h 622635"/>
                <a:gd name="connsiteX124" fmla="*/ 323674 w 420840"/>
                <a:gd name="connsiteY124" fmla="*/ 97255 h 622635"/>
                <a:gd name="connsiteX125" fmla="*/ 314982 w 420840"/>
                <a:gd name="connsiteY125" fmla="*/ 328638 h 622635"/>
                <a:gd name="connsiteX126" fmla="*/ 309591 w 420840"/>
                <a:gd name="connsiteY126" fmla="*/ 322320 h 622635"/>
                <a:gd name="connsiteX127" fmla="*/ 314982 w 420840"/>
                <a:gd name="connsiteY127" fmla="*/ 316920 h 622635"/>
                <a:gd name="connsiteX128" fmla="*/ 353898 w 420840"/>
                <a:gd name="connsiteY128" fmla="*/ 316920 h 622635"/>
                <a:gd name="connsiteX129" fmla="*/ 353898 w 420840"/>
                <a:gd name="connsiteY129" fmla="*/ 328638 h 622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Lst>
              <a:rect l="l" t="t" r="r" b="b"/>
              <a:pathLst>
                <a:path w="420840" h="622635">
                  <a:moveTo>
                    <a:pt x="419320" y="267791"/>
                  </a:moveTo>
                  <a:lnTo>
                    <a:pt x="367133" y="182756"/>
                  </a:lnTo>
                  <a:cubicBezTo>
                    <a:pt x="365523" y="160287"/>
                    <a:pt x="348319" y="0"/>
                    <a:pt x="181778" y="0"/>
                  </a:cubicBezTo>
                  <a:cubicBezTo>
                    <a:pt x="179954" y="0"/>
                    <a:pt x="0" y="5662"/>
                    <a:pt x="0" y="175589"/>
                  </a:cubicBezTo>
                  <a:lnTo>
                    <a:pt x="0" y="177452"/>
                  </a:lnTo>
                  <a:cubicBezTo>
                    <a:pt x="-78" y="237057"/>
                    <a:pt x="32770" y="291812"/>
                    <a:pt x="85345" y="319715"/>
                  </a:cubicBezTo>
                  <a:lnTo>
                    <a:pt x="95146" y="324947"/>
                  </a:lnTo>
                  <a:lnTo>
                    <a:pt x="95146" y="441480"/>
                  </a:lnTo>
                  <a:cubicBezTo>
                    <a:pt x="95146" y="446565"/>
                    <a:pt x="99261" y="450690"/>
                    <a:pt x="104338" y="450690"/>
                  </a:cubicBezTo>
                  <a:cubicBezTo>
                    <a:pt x="109415" y="450690"/>
                    <a:pt x="113531" y="446565"/>
                    <a:pt x="113531" y="441480"/>
                  </a:cubicBezTo>
                  <a:lnTo>
                    <a:pt x="113531" y="319428"/>
                  </a:lnTo>
                  <a:cubicBezTo>
                    <a:pt x="113534" y="316024"/>
                    <a:pt x="111664" y="312896"/>
                    <a:pt x="108666" y="311294"/>
                  </a:cubicBezTo>
                  <a:lnTo>
                    <a:pt x="93965" y="303482"/>
                  </a:lnTo>
                  <a:cubicBezTo>
                    <a:pt x="47411" y="278763"/>
                    <a:pt x="18323" y="230273"/>
                    <a:pt x="18385" y="177488"/>
                  </a:cubicBezTo>
                  <a:lnTo>
                    <a:pt x="18385" y="175589"/>
                  </a:lnTo>
                  <a:cubicBezTo>
                    <a:pt x="18385" y="128610"/>
                    <a:pt x="33444" y="95678"/>
                    <a:pt x="54405" y="72601"/>
                  </a:cubicBezTo>
                  <a:lnTo>
                    <a:pt x="66638" y="82563"/>
                  </a:lnTo>
                  <a:lnTo>
                    <a:pt x="66638" y="164982"/>
                  </a:lnTo>
                  <a:cubicBezTo>
                    <a:pt x="66632" y="168170"/>
                    <a:pt x="68286" y="171131"/>
                    <a:pt x="71002" y="172794"/>
                  </a:cubicBezTo>
                  <a:lnTo>
                    <a:pt x="94073" y="187127"/>
                  </a:lnTo>
                  <a:lnTo>
                    <a:pt x="94073" y="248942"/>
                  </a:lnTo>
                  <a:cubicBezTo>
                    <a:pt x="94073" y="259114"/>
                    <a:pt x="102304" y="267361"/>
                    <a:pt x="112458" y="267361"/>
                  </a:cubicBezTo>
                  <a:lnTo>
                    <a:pt x="133204" y="267361"/>
                  </a:lnTo>
                  <a:lnTo>
                    <a:pt x="133204" y="498672"/>
                  </a:lnTo>
                  <a:cubicBezTo>
                    <a:pt x="119568" y="503248"/>
                    <a:pt x="112217" y="518033"/>
                    <a:pt x="116786" y="531697"/>
                  </a:cubicBezTo>
                  <a:cubicBezTo>
                    <a:pt x="121355" y="545357"/>
                    <a:pt x="136113" y="552721"/>
                    <a:pt x="149749" y="548145"/>
                  </a:cubicBezTo>
                  <a:cubicBezTo>
                    <a:pt x="163386" y="543565"/>
                    <a:pt x="170736" y="528780"/>
                    <a:pt x="166167" y="515120"/>
                  </a:cubicBezTo>
                  <a:cubicBezTo>
                    <a:pt x="163787" y="508003"/>
                    <a:pt x="158462" y="502259"/>
                    <a:pt x="151553" y="499353"/>
                  </a:cubicBezTo>
                  <a:lnTo>
                    <a:pt x="151553" y="267361"/>
                  </a:lnTo>
                  <a:lnTo>
                    <a:pt x="178094" y="267361"/>
                  </a:lnTo>
                  <a:lnTo>
                    <a:pt x="178094" y="572132"/>
                  </a:lnTo>
                  <a:cubicBezTo>
                    <a:pt x="164638" y="577217"/>
                    <a:pt x="157847" y="592271"/>
                    <a:pt x="162923" y="605749"/>
                  </a:cubicBezTo>
                  <a:cubicBezTo>
                    <a:pt x="168000" y="619230"/>
                    <a:pt x="183024" y="626035"/>
                    <a:pt x="196479" y="620950"/>
                  </a:cubicBezTo>
                  <a:cubicBezTo>
                    <a:pt x="209935" y="615861"/>
                    <a:pt x="216727" y="600811"/>
                    <a:pt x="211650" y="587330"/>
                  </a:cubicBezTo>
                  <a:cubicBezTo>
                    <a:pt x="209008" y="580317"/>
                    <a:pt x="203481" y="574781"/>
                    <a:pt x="196479" y="572132"/>
                  </a:cubicBezTo>
                  <a:lnTo>
                    <a:pt x="196479" y="267540"/>
                  </a:lnTo>
                  <a:lnTo>
                    <a:pt x="220909" y="267540"/>
                  </a:lnTo>
                  <a:lnTo>
                    <a:pt x="220909" y="459326"/>
                  </a:lnTo>
                  <a:cubicBezTo>
                    <a:pt x="207454" y="464411"/>
                    <a:pt x="200662" y="479461"/>
                    <a:pt x="205739" y="492942"/>
                  </a:cubicBezTo>
                  <a:cubicBezTo>
                    <a:pt x="210816" y="506423"/>
                    <a:pt x="225839" y="513228"/>
                    <a:pt x="239295" y="508143"/>
                  </a:cubicBezTo>
                  <a:cubicBezTo>
                    <a:pt x="252750" y="503054"/>
                    <a:pt x="259542" y="488004"/>
                    <a:pt x="254465" y="474523"/>
                  </a:cubicBezTo>
                  <a:cubicBezTo>
                    <a:pt x="251823" y="467510"/>
                    <a:pt x="246296" y="461974"/>
                    <a:pt x="239295" y="459326"/>
                  </a:cubicBezTo>
                  <a:lnTo>
                    <a:pt x="239295" y="267361"/>
                  </a:lnTo>
                  <a:lnTo>
                    <a:pt x="262509" y="267361"/>
                  </a:lnTo>
                  <a:cubicBezTo>
                    <a:pt x="272662" y="267361"/>
                    <a:pt x="280894" y="259114"/>
                    <a:pt x="280894" y="248942"/>
                  </a:cubicBezTo>
                  <a:lnTo>
                    <a:pt x="280894" y="231670"/>
                  </a:lnTo>
                  <a:lnTo>
                    <a:pt x="309974" y="220919"/>
                  </a:lnTo>
                  <a:cubicBezTo>
                    <a:pt x="313598" y="219596"/>
                    <a:pt x="316012" y="216147"/>
                    <a:pt x="316019" y="212283"/>
                  </a:cubicBezTo>
                  <a:lnTo>
                    <a:pt x="316019" y="129541"/>
                  </a:lnTo>
                  <a:lnTo>
                    <a:pt x="332008" y="114670"/>
                  </a:lnTo>
                  <a:cubicBezTo>
                    <a:pt x="341502" y="137377"/>
                    <a:pt x="347205" y="161492"/>
                    <a:pt x="348891" y="186052"/>
                  </a:cubicBezTo>
                  <a:cubicBezTo>
                    <a:pt x="348941" y="187662"/>
                    <a:pt x="349409" y="189231"/>
                    <a:pt x="350250" y="190603"/>
                  </a:cubicBezTo>
                  <a:lnTo>
                    <a:pt x="395069" y="263383"/>
                  </a:lnTo>
                  <a:lnTo>
                    <a:pt x="363091" y="263383"/>
                  </a:lnTo>
                  <a:cubicBezTo>
                    <a:pt x="358023" y="263403"/>
                    <a:pt x="353918" y="267514"/>
                    <a:pt x="353898" y="272592"/>
                  </a:cubicBezTo>
                  <a:lnTo>
                    <a:pt x="353898" y="298537"/>
                  </a:lnTo>
                  <a:lnTo>
                    <a:pt x="315053" y="298537"/>
                  </a:lnTo>
                  <a:cubicBezTo>
                    <a:pt x="301679" y="298537"/>
                    <a:pt x="290838" y="309398"/>
                    <a:pt x="290838" y="322797"/>
                  </a:cubicBezTo>
                  <a:cubicBezTo>
                    <a:pt x="290838" y="336195"/>
                    <a:pt x="301679" y="347056"/>
                    <a:pt x="315053" y="347056"/>
                  </a:cubicBezTo>
                  <a:lnTo>
                    <a:pt x="353898" y="347056"/>
                  </a:lnTo>
                  <a:lnTo>
                    <a:pt x="353898" y="364974"/>
                  </a:lnTo>
                  <a:cubicBezTo>
                    <a:pt x="353879" y="378186"/>
                    <a:pt x="343193" y="388890"/>
                    <a:pt x="330005" y="388911"/>
                  </a:cubicBezTo>
                  <a:lnTo>
                    <a:pt x="274634" y="388911"/>
                  </a:lnTo>
                  <a:cubicBezTo>
                    <a:pt x="269557" y="388911"/>
                    <a:pt x="265442" y="393036"/>
                    <a:pt x="265442" y="398120"/>
                  </a:cubicBezTo>
                  <a:lnTo>
                    <a:pt x="265442" y="441588"/>
                  </a:lnTo>
                  <a:cubicBezTo>
                    <a:pt x="265125" y="446665"/>
                    <a:pt x="268976" y="451037"/>
                    <a:pt x="274044" y="451353"/>
                  </a:cubicBezTo>
                  <a:cubicBezTo>
                    <a:pt x="279111" y="451671"/>
                    <a:pt x="283475" y="447812"/>
                    <a:pt x="283791" y="442734"/>
                  </a:cubicBezTo>
                  <a:cubicBezTo>
                    <a:pt x="283815" y="442354"/>
                    <a:pt x="283815" y="441971"/>
                    <a:pt x="283791" y="441588"/>
                  </a:cubicBezTo>
                  <a:lnTo>
                    <a:pt x="283791" y="407330"/>
                  </a:lnTo>
                  <a:lnTo>
                    <a:pt x="330005" y="407330"/>
                  </a:lnTo>
                  <a:cubicBezTo>
                    <a:pt x="353338" y="407290"/>
                    <a:pt x="372244" y="388348"/>
                    <a:pt x="372284" y="364974"/>
                  </a:cubicBezTo>
                  <a:lnTo>
                    <a:pt x="372284" y="281802"/>
                  </a:lnTo>
                  <a:lnTo>
                    <a:pt x="411630" y="281802"/>
                  </a:lnTo>
                  <a:cubicBezTo>
                    <a:pt x="416687" y="281831"/>
                    <a:pt x="420812" y="277748"/>
                    <a:pt x="420840" y="272682"/>
                  </a:cubicBezTo>
                  <a:cubicBezTo>
                    <a:pt x="420851" y="270954"/>
                    <a:pt x="420372" y="269259"/>
                    <a:pt x="419463" y="267791"/>
                  </a:cubicBezTo>
                  <a:close/>
                  <a:moveTo>
                    <a:pt x="141466" y="531066"/>
                  </a:moveTo>
                  <a:cubicBezTo>
                    <a:pt x="137219" y="531088"/>
                    <a:pt x="133760" y="527651"/>
                    <a:pt x="133740" y="523398"/>
                  </a:cubicBezTo>
                  <a:cubicBezTo>
                    <a:pt x="133721" y="519144"/>
                    <a:pt x="137148" y="515679"/>
                    <a:pt x="141395" y="515657"/>
                  </a:cubicBezTo>
                  <a:cubicBezTo>
                    <a:pt x="145642" y="515639"/>
                    <a:pt x="149101" y="519072"/>
                    <a:pt x="149121" y="523326"/>
                  </a:cubicBezTo>
                  <a:cubicBezTo>
                    <a:pt x="149121" y="523351"/>
                    <a:pt x="149121" y="523373"/>
                    <a:pt x="149121" y="523398"/>
                  </a:cubicBezTo>
                  <a:cubicBezTo>
                    <a:pt x="149101" y="527626"/>
                    <a:pt x="145686" y="531048"/>
                    <a:pt x="141466" y="531066"/>
                  </a:cubicBezTo>
                  <a:close/>
                  <a:moveTo>
                    <a:pt x="187287" y="604204"/>
                  </a:moveTo>
                  <a:cubicBezTo>
                    <a:pt x="183039" y="604226"/>
                    <a:pt x="179580" y="600789"/>
                    <a:pt x="179560" y="596536"/>
                  </a:cubicBezTo>
                  <a:cubicBezTo>
                    <a:pt x="179541" y="592282"/>
                    <a:pt x="182968" y="588817"/>
                    <a:pt x="187215" y="588795"/>
                  </a:cubicBezTo>
                  <a:cubicBezTo>
                    <a:pt x="191462" y="588778"/>
                    <a:pt x="194921" y="592210"/>
                    <a:pt x="194941" y="596464"/>
                  </a:cubicBezTo>
                  <a:cubicBezTo>
                    <a:pt x="194941" y="596475"/>
                    <a:pt x="194941" y="596489"/>
                    <a:pt x="194941" y="596500"/>
                  </a:cubicBezTo>
                  <a:cubicBezTo>
                    <a:pt x="194961" y="600735"/>
                    <a:pt x="191550" y="604183"/>
                    <a:pt x="187322" y="604204"/>
                  </a:cubicBezTo>
                  <a:cubicBezTo>
                    <a:pt x="187311" y="604204"/>
                    <a:pt x="187298" y="604204"/>
                    <a:pt x="187287" y="604204"/>
                  </a:cubicBezTo>
                  <a:close/>
                  <a:moveTo>
                    <a:pt x="230209" y="491218"/>
                  </a:moveTo>
                  <a:cubicBezTo>
                    <a:pt x="225962" y="491240"/>
                    <a:pt x="222503" y="487803"/>
                    <a:pt x="222483" y="483550"/>
                  </a:cubicBezTo>
                  <a:cubicBezTo>
                    <a:pt x="222464" y="479296"/>
                    <a:pt x="225891" y="475831"/>
                    <a:pt x="230138" y="475810"/>
                  </a:cubicBezTo>
                  <a:cubicBezTo>
                    <a:pt x="234385" y="475792"/>
                    <a:pt x="237844" y="479225"/>
                    <a:pt x="237864" y="483478"/>
                  </a:cubicBezTo>
                  <a:cubicBezTo>
                    <a:pt x="237864" y="483503"/>
                    <a:pt x="237864" y="483525"/>
                    <a:pt x="237864" y="483550"/>
                  </a:cubicBezTo>
                  <a:cubicBezTo>
                    <a:pt x="237864" y="487785"/>
                    <a:pt x="234438" y="491218"/>
                    <a:pt x="230210" y="491218"/>
                  </a:cubicBezTo>
                  <a:cubicBezTo>
                    <a:pt x="230174" y="491218"/>
                    <a:pt x="230138" y="491218"/>
                    <a:pt x="230102" y="491218"/>
                  </a:cubicBezTo>
                  <a:close/>
                  <a:moveTo>
                    <a:pt x="85023" y="159857"/>
                  </a:moveTo>
                  <a:lnTo>
                    <a:pt x="85023" y="78191"/>
                  </a:lnTo>
                  <a:cubicBezTo>
                    <a:pt x="85028" y="75410"/>
                    <a:pt x="83779" y="72776"/>
                    <a:pt x="81625" y="71024"/>
                  </a:cubicBezTo>
                  <a:lnTo>
                    <a:pt x="67961" y="59772"/>
                  </a:lnTo>
                  <a:cubicBezTo>
                    <a:pt x="91855" y="39705"/>
                    <a:pt x="120148" y="29384"/>
                    <a:pt x="142647" y="23937"/>
                  </a:cubicBezTo>
                  <a:lnTo>
                    <a:pt x="142647" y="50168"/>
                  </a:lnTo>
                  <a:cubicBezTo>
                    <a:pt x="142647" y="55255"/>
                    <a:pt x="146762" y="59378"/>
                    <a:pt x="151839" y="59378"/>
                  </a:cubicBezTo>
                  <a:lnTo>
                    <a:pt x="193439" y="59378"/>
                  </a:lnTo>
                  <a:lnTo>
                    <a:pt x="193439" y="80197"/>
                  </a:lnTo>
                  <a:lnTo>
                    <a:pt x="112458" y="80197"/>
                  </a:lnTo>
                  <a:cubicBezTo>
                    <a:pt x="102304" y="80197"/>
                    <a:pt x="94073" y="88444"/>
                    <a:pt x="94073" y="98616"/>
                  </a:cubicBezTo>
                  <a:lnTo>
                    <a:pt x="94073" y="165448"/>
                  </a:lnTo>
                  <a:close/>
                  <a:moveTo>
                    <a:pt x="262509" y="248942"/>
                  </a:moveTo>
                  <a:lnTo>
                    <a:pt x="112458" y="248942"/>
                  </a:lnTo>
                  <a:lnTo>
                    <a:pt x="112458" y="98616"/>
                  </a:lnTo>
                  <a:lnTo>
                    <a:pt x="262688" y="98616"/>
                  </a:lnTo>
                  <a:lnTo>
                    <a:pt x="262688" y="249121"/>
                  </a:lnTo>
                  <a:close/>
                  <a:moveTo>
                    <a:pt x="300460" y="118863"/>
                  </a:moveTo>
                  <a:cubicBezTo>
                    <a:pt x="298665" y="120572"/>
                    <a:pt x="297645" y="122940"/>
                    <a:pt x="297634" y="125420"/>
                  </a:cubicBezTo>
                  <a:lnTo>
                    <a:pt x="297634" y="205940"/>
                  </a:lnTo>
                  <a:lnTo>
                    <a:pt x="280894" y="212068"/>
                  </a:lnTo>
                  <a:lnTo>
                    <a:pt x="280894" y="98616"/>
                  </a:lnTo>
                  <a:cubicBezTo>
                    <a:pt x="280894" y="88444"/>
                    <a:pt x="272662" y="80197"/>
                    <a:pt x="262509" y="80197"/>
                  </a:cubicBezTo>
                  <a:lnTo>
                    <a:pt x="211824" y="80197"/>
                  </a:lnTo>
                  <a:lnTo>
                    <a:pt x="211824" y="50168"/>
                  </a:lnTo>
                  <a:cubicBezTo>
                    <a:pt x="211824" y="45082"/>
                    <a:pt x="207708" y="40959"/>
                    <a:pt x="202631" y="40959"/>
                  </a:cubicBezTo>
                  <a:lnTo>
                    <a:pt x="160961" y="40959"/>
                  </a:lnTo>
                  <a:lnTo>
                    <a:pt x="160961" y="20497"/>
                  </a:lnTo>
                  <a:cubicBezTo>
                    <a:pt x="167947" y="19383"/>
                    <a:pt x="174995" y="18689"/>
                    <a:pt x="182064" y="18419"/>
                  </a:cubicBezTo>
                  <a:cubicBezTo>
                    <a:pt x="247450" y="18419"/>
                    <a:pt x="295023" y="44972"/>
                    <a:pt x="323674" y="97255"/>
                  </a:cubicBezTo>
                  <a:close/>
                  <a:moveTo>
                    <a:pt x="314982" y="328638"/>
                  </a:moveTo>
                  <a:cubicBezTo>
                    <a:pt x="311752" y="328384"/>
                    <a:pt x="309339" y="325556"/>
                    <a:pt x="309591" y="322320"/>
                  </a:cubicBezTo>
                  <a:cubicBezTo>
                    <a:pt x="309817" y="319436"/>
                    <a:pt x="312103" y="317145"/>
                    <a:pt x="314982" y="316920"/>
                  </a:cubicBezTo>
                  <a:lnTo>
                    <a:pt x="353898" y="316920"/>
                  </a:lnTo>
                  <a:lnTo>
                    <a:pt x="353898" y="328638"/>
                  </a:lnTo>
                  <a:close/>
                </a:path>
              </a:pathLst>
            </a:custGeom>
            <a:grpFill/>
            <a:ln w="3552" cap="flat">
              <a:noFill/>
              <a:prstDash val="solid"/>
              <a:miter/>
            </a:ln>
          </p:spPr>
          <p:txBody>
            <a:bodyPr rtlCol="0" anchor="ctr"/>
            <a:lstStyle/>
            <a:p>
              <a:endParaRPr lang="zh-TW" altLang="en-US"/>
            </a:p>
          </p:txBody>
        </p:sp>
        <p:sp>
          <p:nvSpPr>
            <p:cNvPr id="39" name="手繪多邊形 66">
              <a:extLst>
                <a:ext uri="{FF2B5EF4-FFF2-40B4-BE49-F238E27FC236}">
                  <a16:creationId xmlns:a16="http://schemas.microsoft.com/office/drawing/2014/main" id="{8D8ABE91-ABD1-4841-923E-7E39096D5EA4}"/>
                </a:ext>
              </a:extLst>
            </p:cNvPr>
            <p:cNvSpPr/>
            <p:nvPr/>
          </p:nvSpPr>
          <p:spPr>
            <a:xfrm>
              <a:off x="7260354" y="6099352"/>
              <a:ext cx="63775" cy="74679"/>
            </a:xfrm>
            <a:custGeom>
              <a:avLst/>
              <a:gdLst>
                <a:gd name="connsiteX0" fmla="*/ 55682 w 63775"/>
                <a:gd name="connsiteY0" fmla="*/ 50025 h 74679"/>
                <a:gd name="connsiteX1" fmla="*/ 47097 w 63775"/>
                <a:gd name="connsiteY1" fmla="*/ 26410 h 74679"/>
                <a:gd name="connsiteX2" fmla="*/ 37976 w 63775"/>
                <a:gd name="connsiteY2" fmla="*/ 1326 h 74679"/>
                <a:gd name="connsiteX3" fmla="*/ 36081 w 63775"/>
                <a:gd name="connsiteY3" fmla="*/ 0 h 74679"/>
                <a:gd name="connsiteX4" fmla="*/ 27532 w 63775"/>
                <a:gd name="connsiteY4" fmla="*/ 0 h 74679"/>
                <a:gd name="connsiteX5" fmla="*/ 25636 w 63775"/>
                <a:gd name="connsiteY5" fmla="*/ 1326 h 74679"/>
                <a:gd name="connsiteX6" fmla="*/ 3710 w 63775"/>
                <a:gd name="connsiteY6" fmla="*/ 61958 h 74679"/>
                <a:gd name="connsiteX7" fmla="*/ 133 w 63775"/>
                <a:gd name="connsiteY7" fmla="*/ 71956 h 74679"/>
                <a:gd name="connsiteX8" fmla="*/ 1288 w 63775"/>
                <a:gd name="connsiteY8" fmla="*/ 74547 h 74679"/>
                <a:gd name="connsiteX9" fmla="*/ 2028 w 63775"/>
                <a:gd name="connsiteY9" fmla="*/ 74679 h 74679"/>
                <a:gd name="connsiteX10" fmla="*/ 12759 w 63775"/>
                <a:gd name="connsiteY10" fmla="*/ 74679 h 74679"/>
                <a:gd name="connsiteX11" fmla="*/ 14655 w 63775"/>
                <a:gd name="connsiteY11" fmla="*/ 73317 h 74679"/>
                <a:gd name="connsiteX12" fmla="*/ 18232 w 63775"/>
                <a:gd name="connsiteY12" fmla="*/ 62889 h 74679"/>
                <a:gd name="connsiteX13" fmla="*/ 20128 w 63775"/>
                <a:gd name="connsiteY13" fmla="*/ 61492 h 74679"/>
                <a:gd name="connsiteX14" fmla="*/ 43628 w 63775"/>
                <a:gd name="connsiteY14" fmla="*/ 61492 h 74679"/>
                <a:gd name="connsiteX15" fmla="*/ 45559 w 63775"/>
                <a:gd name="connsiteY15" fmla="*/ 62889 h 74679"/>
                <a:gd name="connsiteX16" fmla="*/ 49136 w 63775"/>
                <a:gd name="connsiteY16" fmla="*/ 73317 h 74679"/>
                <a:gd name="connsiteX17" fmla="*/ 51032 w 63775"/>
                <a:gd name="connsiteY17" fmla="*/ 74679 h 74679"/>
                <a:gd name="connsiteX18" fmla="*/ 61763 w 63775"/>
                <a:gd name="connsiteY18" fmla="*/ 74679 h 74679"/>
                <a:gd name="connsiteX19" fmla="*/ 63775 w 63775"/>
                <a:gd name="connsiteY19" fmla="*/ 72610 h 74679"/>
                <a:gd name="connsiteX20" fmla="*/ 63658 w 63775"/>
                <a:gd name="connsiteY20" fmla="*/ 71956 h 74679"/>
                <a:gd name="connsiteX21" fmla="*/ 38441 w 63775"/>
                <a:gd name="connsiteY21" fmla="*/ 49165 h 74679"/>
                <a:gd name="connsiteX22" fmla="*/ 25636 w 63775"/>
                <a:gd name="connsiteY22" fmla="*/ 49165 h 74679"/>
                <a:gd name="connsiteX23" fmla="*/ 23622 w 63775"/>
                <a:gd name="connsiteY23" fmla="*/ 47170 h 74679"/>
                <a:gd name="connsiteX24" fmla="*/ 23740 w 63775"/>
                <a:gd name="connsiteY24" fmla="*/ 46477 h 74679"/>
                <a:gd name="connsiteX25" fmla="*/ 30250 w 63775"/>
                <a:gd name="connsiteY25" fmla="*/ 27700 h 74679"/>
                <a:gd name="connsiteX26" fmla="*/ 32867 w 63775"/>
                <a:gd name="connsiteY26" fmla="*/ 26488 h 74679"/>
                <a:gd name="connsiteX27" fmla="*/ 34078 w 63775"/>
                <a:gd name="connsiteY27" fmla="*/ 27700 h 74679"/>
                <a:gd name="connsiteX28" fmla="*/ 38978 w 63775"/>
                <a:gd name="connsiteY28" fmla="*/ 42464 h 74679"/>
                <a:gd name="connsiteX29" fmla="*/ 40373 w 63775"/>
                <a:gd name="connsiteY29" fmla="*/ 46621 h 74679"/>
                <a:gd name="connsiteX30" fmla="*/ 39035 w 63775"/>
                <a:gd name="connsiteY30" fmla="*/ 49180 h 74679"/>
                <a:gd name="connsiteX31" fmla="*/ 38441 w 63775"/>
                <a:gd name="connsiteY31" fmla="*/ 49272 h 74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3775" h="74679">
                  <a:moveTo>
                    <a:pt x="55682" y="50025"/>
                  </a:moveTo>
                  <a:lnTo>
                    <a:pt x="47097" y="26410"/>
                  </a:lnTo>
                  <a:lnTo>
                    <a:pt x="37976" y="1326"/>
                  </a:lnTo>
                  <a:cubicBezTo>
                    <a:pt x="37688" y="526"/>
                    <a:pt x="36929" y="-5"/>
                    <a:pt x="36081" y="0"/>
                  </a:cubicBezTo>
                  <a:lnTo>
                    <a:pt x="27532" y="0"/>
                  </a:lnTo>
                  <a:cubicBezTo>
                    <a:pt x="26687" y="6"/>
                    <a:pt x="25933" y="533"/>
                    <a:pt x="25636" y="1326"/>
                  </a:cubicBezTo>
                  <a:lnTo>
                    <a:pt x="3710" y="61958"/>
                  </a:lnTo>
                  <a:lnTo>
                    <a:pt x="133" y="71956"/>
                  </a:lnTo>
                  <a:cubicBezTo>
                    <a:pt x="-263" y="72991"/>
                    <a:pt x="255" y="74151"/>
                    <a:pt x="1288" y="74547"/>
                  </a:cubicBezTo>
                  <a:cubicBezTo>
                    <a:pt x="1525" y="74637"/>
                    <a:pt x="1776" y="74682"/>
                    <a:pt x="2028" y="74679"/>
                  </a:cubicBezTo>
                  <a:lnTo>
                    <a:pt x="12759" y="74679"/>
                  </a:lnTo>
                  <a:cubicBezTo>
                    <a:pt x="13617" y="74679"/>
                    <a:pt x="14379" y="74131"/>
                    <a:pt x="14655" y="73317"/>
                  </a:cubicBezTo>
                  <a:lnTo>
                    <a:pt x="18232" y="62889"/>
                  </a:lnTo>
                  <a:cubicBezTo>
                    <a:pt x="18495" y="62062"/>
                    <a:pt x="19260" y="61497"/>
                    <a:pt x="20128" y="61492"/>
                  </a:cubicBezTo>
                  <a:lnTo>
                    <a:pt x="43628" y="61492"/>
                  </a:lnTo>
                  <a:cubicBezTo>
                    <a:pt x="44501" y="61504"/>
                    <a:pt x="45273" y="62063"/>
                    <a:pt x="45559" y="62889"/>
                  </a:cubicBezTo>
                  <a:lnTo>
                    <a:pt x="49136" y="73317"/>
                  </a:lnTo>
                  <a:cubicBezTo>
                    <a:pt x="49402" y="74138"/>
                    <a:pt x="50171" y="74690"/>
                    <a:pt x="51032" y="74679"/>
                  </a:cubicBezTo>
                  <a:lnTo>
                    <a:pt x="61763" y="74679"/>
                  </a:lnTo>
                  <a:cubicBezTo>
                    <a:pt x="62889" y="74664"/>
                    <a:pt x="63789" y="73738"/>
                    <a:pt x="63775" y="72610"/>
                  </a:cubicBezTo>
                  <a:cubicBezTo>
                    <a:pt x="63772" y="72387"/>
                    <a:pt x="63733" y="72166"/>
                    <a:pt x="63658" y="71956"/>
                  </a:cubicBezTo>
                  <a:close/>
                  <a:moveTo>
                    <a:pt x="38441" y="49165"/>
                  </a:moveTo>
                  <a:lnTo>
                    <a:pt x="25636" y="49165"/>
                  </a:lnTo>
                  <a:cubicBezTo>
                    <a:pt x="24530" y="49171"/>
                    <a:pt x="23628" y="48278"/>
                    <a:pt x="23622" y="47170"/>
                  </a:cubicBezTo>
                  <a:cubicBezTo>
                    <a:pt x="23620" y="46934"/>
                    <a:pt x="23661" y="46699"/>
                    <a:pt x="23740" y="46477"/>
                  </a:cubicBezTo>
                  <a:lnTo>
                    <a:pt x="30250" y="27700"/>
                  </a:lnTo>
                  <a:cubicBezTo>
                    <a:pt x="30639" y="26641"/>
                    <a:pt x="31810" y="26098"/>
                    <a:pt x="32867" y="26488"/>
                  </a:cubicBezTo>
                  <a:cubicBezTo>
                    <a:pt x="33429" y="26695"/>
                    <a:pt x="33871" y="27138"/>
                    <a:pt x="34078" y="27700"/>
                  </a:cubicBezTo>
                  <a:lnTo>
                    <a:pt x="38978" y="42464"/>
                  </a:lnTo>
                  <a:lnTo>
                    <a:pt x="40373" y="46621"/>
                  </a:lnTo>
                  <a:cubicBezTo>
                    <a:pt x="40709" y="47697"/>
                    <a:pt x="40110" y="48843"/>
                    <a:pt x="39035" y="49180"/>
                  </a:cubicBezTo>
                  <a:cubicBezTo>
                    <a:pt x="38843" y="49240"/>
                    <a:pt x="38643" y="49271"/>
                    <a:pt x="38441" y="49272"/>
                  </a:cubicBezTo>
                  <a:close/>
                </a:path>
              </a:pathLst>
            </a:custGeom>
            <a:grpFill/>
            <a:ln w="3552" cap="flat">
              <a:noFill/>
              <a:prstDash val="solid"/>
              <a:miter/>
            </a:ln>
          </p:spPr>
          <p:txBody>
            <a:bodyPr rtlCol="0" anchor="ctr"/>
            <a:lstStyle/>
            <a:p>
              <a:endParaRPr lang="zh-TW" altLang="en-US"/>
            </a:p>
          </p:txBody>
        </p:sp>
        <p:sp>
          <p:nvSpPr>
            <p:cNvPr id="40" name="手繪多邊形 67">
              <a:extLst>
                <a:ext uri="{FF2B5EF4-FFF2-40B4-BE49-F238E27FC236}">
                  <a16:creationId xmlns:a16="http://schemas.microsoft.com/office/drawing/2014/main" id="{D16434EB-C300-4F2B-B1A6-BC034B38B99B}"/>
                </a:ext>
              </a:extLst>
            </p:cNvPr>
            <p:cNvSpPr/>
            <p:nvPr/>
          </p:nvSpPr>
          <p:spPr>
            <a:xfrm>
              <a:off x="7333957" y="6099602"/>
              <a:ext cx="14522" cy="74428"/>
            </a:xfrm>
            <a:custGeom>
              <a:avLst/>
              <a:gdLst>
                <a:gd name="connsiteX0" fmla="*/ 12519 w 14522"/>
                <a:gd name="connsiteY0" fmla="*/ 0 h 74428"/>
                <a:gd name="connsiteX1" fmla="*/ 14522 w 14522"/>
                <a:gd name="connsiteY1" fmla="*/ 0 h 74428"/>
                <a:gd name="connsiteX2" fmla="*/ 14522 w 14522"/>
                <a:gd name="connsiteY2" fmla="*/ 74428 h 74428"/>
                <a:gd name="connsiteX3" fmla="*/ 12519 w 14522"/>
                <a:gd name="connsiteY3" fmla="*/ 74428 h 74428"/>
                <a:gd name="connsiteX4" fmla="*/ 2003 w 14522"/>
                <a:gd name="connsiteY4" fmla="*/ 74428 h 74428"/>
                <a:gd name="connsiteX5" fmla="*/ 0 w 14522"/>
                <a:gd name="connsiteY5" fmla="*/ 74428 h 74428"/>
                <a:gd name="connsiteX6" fmla="*/ 0 w 14522"/>
                <a:gd name="connsiteY6" fmla="*/ 0 h 74428"/>
                <a:gd name="connsiteX7" fmla="*/ 2003 w 14522"/>
                <a:gd name="connsiteY7" fmla="*/ 0 h 7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22" h="74428">
                  <a:moveTo>
                    <a:pt x="12519" y="0"/>
                  </a:moveTo>
                  <a:cubicBezTo>
                    <a:pt x="13625" y="0"/>
                    <a:pt x="14522" y="0"/>
                    <a:pt x="14522" y="0"/>
                  </a:cubicBezTo>
                  <a:lnTo>
                    <a:pt x="14522" y="74428"/>
                  </a:lnTo>
                  <a:cubicBezTo>
                    <a:pt x="14522" y="74428"/>
                    <a:pt x="13625" y="74428"/>
                    <a:pt x="12519" y="74428"/>
                  </a:cubicBezTo>
                  <a:lnTo>
                    <a:pt x="2003" y="74428"/>
                  </a:lnTo>
                  <a:cubicBezTo>
                    <a:pt x="897" y="74428"/>
                    <a:pt x="0" y="74428"/>
                    <a:pt x="0" y="74428"/>
                  </a:cubicBezTo>
                  <a:lnTo>
                    <a:pt x="0" y="0"/>
                  </a:lnTo>
                  <a:cubicBezTo>
                    <a:pt x="0" y="0"/>
                    <a:pt x="897" y="0"/>
                    <a:pt x="2003" y="0"/>
                  </a:cubicBezTo>
                  <a:close/>
                </a:path>
              </a:pathLst>
            </a:custGeom>
            <a:grpFill/>
            <a:ln w="3552" cap="flat">
              <a:noFill/>
              <a:prstDash val="solid"/>
              <a:miter/>
            </a:ln>
          </p:spPr>
          <p:txBody>
            <a:bodyPr rtlCol="0" anchor="ctr"/>
            <a:lstStyle/>
            <a:p>
              <a:endParaRPr lang="zh-TW" altLang="en-US"/>
            </a:p>
          </p:txBody>
        </p:sp>
      </p:grpSp>
      <p:sp>
        <p:nvSpPr>
          <p:cNvPr id="41" name="十字形 40">
            <a:extLst>
              <a:ext uri="{FF2B5EF4-FFF2-40B4-BE49-F238E27FC236}">
                <a16:creationId xmlns:a16="http://schemas.microsoft.com/office/drawing/2014/main" id="{0E633EE2-2DFC-4BDD-B549-1EB6FEB26233}"/>
              </a:ext>
            </a:extLst>
          </p:cNvPr>
          <p:cNvSpPr/>
          <p:nvPr userDrawn="1"/>
        </p:nvSpPr>
        <p:spPr>
          <a:xfrm>
            <a:off x="6015801" y="5728371"/>
            <a:ext cx="232462" cy="232462"/>
          </a:xfrm>
          <a:prstGeom prst="plus">
            <a:avLst>
              <a:gd name="adj" fmla="val 4446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42" name="圖片 41">
            <a:extLst>
              <a:ext uri="{FF2B5EF4-FFF2-40B4-BE49-F238E27FC236}">
                <a16:creationId xmlns:a16="http://schemas.microsoft.com/office/drawing/2014/main" id="{B097F359-BDE5-4F84-AB3D-33D9180878CB}"/>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5482119" y="919600"/>
            <a:ext cx="1396074" cy="472736"/>
          </a:xfrm>
          <a:prstGeom prst="rect">
            <a:avLst/>
          </a:prstGeom>
        </p:spPr>
      </p:pic>
      <p:sp>
        <p:nvSpPr>
          <p:cNvPr id="44" name="矩形 43">
            <a:extLst>
              <a:ext uri="{FF2B5EF4-FFF2-40B4-BE49-F238E27FC236}">
                <a16:creationId xmlns:a16="http://schemas.microsoft.com/office/drawing/2014/main" id="{2356E908-EF4F-4C6A-BAC1-16287DB6FA36}"/>
              </a:ext>
            </a:extLst>
          </p:cNvPr>
          <p:cNvSpPr/>
          <p:nvPr userDrawn="1"/>
        </p:nvSpPr>
        <p:spPr>
          <a:xfrm>
            <a:off x="335360" y="6564257"/>
            <a:ext cx="7284640" cy="140038"/>
          </a:xfrm>
          <a:prstGeom prst="rect">
            <a:avLst/>
          </a:prstGeom>
        </p:spPr>
        <p:txBody>
          <a:bodyPr wrap="square" lIns="0" tIns="0" rIns="0" bIns="0">
            <a:spAutoFit/>
          </a:bodyPr>
          <a:lstStyle/>
          <a:p>
            <a:pPr marL="12700" marR="5080" lvl="0" indent="0" algn="l" rtl="0">
              <a:lnSpc>
                <a:spcPct val="91000"/>
              </a:lnSpc>
              <a:spcBef>
                <a:spcPts val="0"/>
              </a:spcBef>
              <a:spcAft>
                <a:spcPts val="0"/>
              </a:spcAft>
              <a:buClr>
                <a:schemeClr val="lt1"/>
              </a:buClr>
              <a:buSzPts val="1000"/>
              <a:buFont typeface="Arial"/>
              <a:buNone/>
            </a:pPr>
            <a:r>
              <a:rPr lang="en-US" altLang="zh-TW" sz="1000" b="0" i="0" u="none" strike="noStrike" cap="none" dirty="0" smtClean="0">
                <a:solidFill>
                  <a:schemeClr val="lt1"/>
                </a:solidFill>
                <a:latin typeface="+mn-lt"/>
                <a:ea typeface="Arial"/>
                <a:cs typeface="Arial"/>
                <a:sym typeface="Arial"/>
              </a:rPr>
              <a:t>© 2024  FIH Mobile Limited. All rights reserved. </a:t>
            </a:r>
            <a:endParaRPr lang="en-US" altLang="zh-TW" sz="1000" dirty="0"/>
          </a:p>
        </p:txBody>
      </p:sp>
    </p:spTree>
    <p:extLst>
      <p:ext uri="{BB962C8B-B14F-4D97-AF65-F5344CB8AC3E}">
        <p14:creationId xmlns:p14="http://schemas.microsoft.com/office/powerpoint/2010/main" val="1610746076"/>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投影片編號版面配置區 5"/>
          <p:cNvSpPr>
            <a:spLocks noGrp="1"/>
          </p:cNvSpPr>
          <p:nvPr>
            <p:ph type="sldNum" sz="quarter" idx="4"/>
          </p:nvPr>
        </p:nvSpPr>
        <p:spPr>
          <a:xfrm>
            <a:off x="9400332" y="6356349"/>
            <a:ext cx="2625763" cy="492447"/>
          </a:xfrm>
          <a:prstGeom prst="rect">
            <a:avLst/>
          </a:prstGeom>
        </p:spPr>
        <p:txBody>
          <a:bodyPr vert="horz" lIns="91440" tIns="45720" rIns="91440" bIns="45720" rtlCol="0" anchor="ctr"/>
          <a:lstStyle>
            <a:lvl1pPr algn="r">
              <a:defRPr sz="900">
                <a:solidFill>
                  <a:schemeClr val="bg1"/>
                </a:solidFill>
              </a:defRPr>
            </a:lvl1pPr>
          </a:lstStyle>
          <a:p>
            <a:fld id="{13E0818C-FC5A-4378-8F41-A5F9AD5E60A6}" type="slidenum">
              <a:rPr lang="zh-TW" altLang="en-US" smtClean="0"/>
              <a:t>‹#›</a:t>
            </a:fld>
            <a:endParaRPr lang="zh-TW" altLang="en-US" dirty="0"/>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3" r:id="rId5"/>
  </p:sldLayoutIdLst>
  <p:timing>
    <p:tnLst>
      <p:par>
        <p:cTn id="1" dur="indefinite" restart="never" nodeType="tmRoot"/>
      </p:par>
    </p:tnLst>
  </p:timing>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notesSlide" Target="../notesSlides/notesSlide4.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slideLayout" Target="../slideLayouts/slideLayout4.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5" Type="http://schemas.openxmlformats.org/officeDocument/2006/relationships/image" Target="../media/image27.svg"/><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5.xml"/><Relationship Id="rId1" Type="http://schemas.openxmlformats.org/officeDocument/2006/relationships/tags" Target="../tags/tag14.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fsta.efihmb.com/" TargetMode="External"/><Relationship Id="rId1" Type="http://schemas.openxmlformats.org/officeDocument/2006/relationships/slideLayout" Target="../slideLayouts/slideLayout4.xml"/><Relationship Id="rId5" Type="http://schemas.openxmlformats.org/officeDocument/2006/relationships/hyperlink" Target="https://fsta-testing.efihmb.com/" TargetMode="Externa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7.xml"/><Relationship Id="rId1" Type="http://schemas.openxmlformats.org/officeDocument/2006/relationships/tags" Target="../tags/tag16.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9.xml"/><Relationship Id="rId1" Type="http://schemas.openxmlformats.org/officeDocument/2006/relationships/tags" Target="../tags/tag18.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1.xml"/><Relationship Id="rId1" Type="http://schemas.openxmlformats.org/officeDocument/2006/relationships/tags" Target="../tags/tag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3.xml"/><Relationship Id="rId1" Type="http://schemas.openxmlformats.org/officeDocument/2006/relationships/tags" Target="../tags/tag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5.xml"/><Relationship Id="rId1" Type="http://schemas.openxmlformats.org/officeDocument/2006/relationships/tags" Target="../tags/tag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7.xml"/><Relationship Id="rId1" Type="http://schemas.openxmlformats.org/officeDocument/2006/relationships/tags" Target="../tags/tag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9.xml"/><Relationship Id="rId1" Type="http://schemas.openxmlformats.org/officeDocument/2006/relationships/tags" Target="../tags/tag28.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2.emf"/><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51.emf"/><Relationship Id="rId4" Type="http://schemas.openxmlformats.org/officeDocument/2006/relationships/oleObject" Target="../embeddings/oleObject1.bin"/></Relationships>
</file>

<file path=ppt/slides/_rels/slide5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1.xml"/><Relationship Id="rId1" Type="http://schemas.openxmlformats.org/officeDocument/2006/relationships/tags" Target="../tags/tag30.xml"/></Relationships>
</file>

<file path=ppt/slides/_rels/slide6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4.xml"/><Relationship Id="rId4" Type="http://schemas.openxmlformats.org/officeDocument/2006/relationships/image" Target="../media/image60.png"/></Relationships>
</file>

<file path=ppt/slides/_rels/slide6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4.xml"/><Relationship Id="rId5" Type="http://schemas.openxmlformats.org/officeDocument/2006/relationships/image" Target="../media/image64.png"/><Relationship Id="rId4" Type="http://schemas.openxmlformats.org/officeDocument/2006/relationships/image" Target="../media/image63.png"/></Relationships>
</file>

<file path=ppt/slides/_rels/slide65.xml.rels><?xml version="1.0" encoding="UTF-8" standalone="yes"?>
<Relationships xmlns="http://schemas.openxmlformats.org/package/2006/relationships"><Relationship Id="rId8" Type="http://schemas.openxmlformats.org/officeDocument/2006/relationships/image" Target="../media/image65.emf"/><Relationship Id="rId3" Type="http://schemas.openxmlformats.org/officeDocument/2006/relationships/image" Target="../media/image66.png"/><Relationship Id="rId7"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3.xml"/><Relationship Id="rId1" Type="http://schemas.openxmlformats.org/officeDocument/2006/relationships/tags" Target="../tags/tag32.xml"/></Relationships>
</file>

<file path=ppt/slides/_rels/slide6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hyperlink" Target="https://workflow.fihtdc.com/" TargetMode="External"/><Relationship Id="rId1" Type="http://schemas.openxmlformats.org/officeDocument/2006/relationships/slideLayout" Target="../slideLayouts/slideLayout4.xml"/><Relationship Id="rId4" Type="http://schemas.openxmlformats.org/officeDocument/2006/relationships/image" Target="../media/image71.png"/></Relationships>
</file>

<file path=ppt/slides/_rels/slide6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4.xml"/><Relationship Id="rId5" Type="http://schemas.openxmlformats.org/officeDocument/2006/relationships/image" Target="../media/image75.png"/><Relationship Id="rId4" Type="http://schemas.openxmlformats.org/officeDocument/2006/relationships/image" Target="../media/image74.png"/></Relationships>
</file>

<file path=ppt/slides/_rels/slide6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4.xml"/><Relationship Id="rId4" Type="http://schemas.openxmlformats.org/officeDocument/2006/relationships/image" Target="../media/image78.png"/></Relationships>
</file>

<file path=ppt/slides/_rels/slide7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4.xml"/><Relationship Id="rId5" Type="http://schemas.openxmlformats.org/officeDocument/2006/relationships/image" Target="../media/image82.png"/><Relationship Id="rId4" Type="http://schemas.openxmlformats.org/officeDocument/2006/relationships/image" Target="../media/image81.png"/></Relationships>
</file>

<file path=ppt/slides/_rels/slide7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5.xml"/><Relationship Id="rId1" Type="http://schemas.openxmlformats.org/officeDocument/2006/relationships/tags" Target="../tags/tag34.xml"/></Relationships>
</file>

<file path=ppt/slides/_rels/slide7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image" Target="../media/image89.png"/><Relationship Id="rId1" Type="http://schemas.openxmlformats.org/officeDocument/2006/relationships/slideLayout" Target="../slideLayouts/slideLayout4.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77.xml.rels><?xml version="1.0" encoding="UTF-8" standalone="yes"?>
<Relationships xmlns="http://schemas.openxmlformats.org/package/2006/relationships"><Relationship Id="rId3" Type="http://schemas.openxmlformats.org/officeDocument/2006/relationships/image" Target="../media/image96.jpeg"/><Relationship Id="rId7" Type="http://schemas.openxmlformats.org/officeDocument/2006/relationships/image" Target="../media/image100.png"/><Relationship Id="rId2" Type="http://schemas.openxmlformats.org/officeDocument/2006/relationships/image" Target="../media/image95.png"/><Relationship Id="rId1" Type="http://schemas.openxmlformats.org/officeDocument/2006/relationships/slideLayout" Target="../slideLayouts/slideLayout4.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7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4.xml"/><Relationship Id="rId4" Type="http://schemas.openxmlformats.org/officeDocument/2006/relationships/image" Target="../media/image10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接點 1">
            <a:extLst>
              <a:ext uri="{FF2B5EF4-FFF2-40B4-BE49-F238E27FC236}">
                <a16:creationId xmlns:a16="http://schemas.microsoft.com/office/drawing/2014/main" id="{E069EAA7-B9BF-8E66-54A8-6F2F4422B0C5}"/>
              </a:ext>
            </a:extLst>
          </p:cNvPr>
          <p:cNvCxnSpPr>
            <a:cxnSpLocks/>
          </p:cNvCxnSpPr>
          <p:nvPr/>
        </p:nvCxnSpPr>
        <p:spPr>
          <a:xfrm>
            <a:off x="3068053" y="3485709"/>
            <a:ext cx="6087979" cy="0"/>
          </a:xfrm>
          <a:prstGeom prst="line">
            <a:avLst/>
          </a:prstGeom>
          <a:noFill/>
          <a:ln w="12700" cap="flat">
            <a:solidFill>
              <a:srgbClr val="FFFFFF"/>
            </a:solidFill>
            <a:prstDash val="solid"/>
            <a:miter lim="800000"/>
          </a:ln>
          <a:effectLst/>
          <a:sp3d/>
        </p:spPr>
        <p:style>
          <a:lnRef idx="0">
            <a:scrgbClr r="0" g="0" b="0"/>
          </a:lnRef>
          <a:fillRef idx="0">
            <a:scrgbClr r="0" g="0" b="0"/>
          </a:fillRef>
          <a:effectRef idx="0">
            <a:scrgbClr r="0" g="0" b="0"/>
          </a:effectRef>
          <a:fontRef idx="none"/>
        </p:style>
      </p:cxnSp>
      <p:sp>
        <p:nvSpPr>
          <p:cNvPr id="8" name="object 5">
            <a:extLst>
              <a:ext uri="{FF2B5EF4-FFF2-40B4-BE49-F238E27FC236}">
                <a16:creationId xmlns:a16="http://schemas.microsoft.com/office/drawing/2014/main" id="{4B83B6E9-D3D8-1E4C-1FFC-EBF7D95B6160}"/>
              </a:ext>
            </a:extLst>
          </p:cNvPr>
          <p:cNvSpPr txBox="1"/>
          <p:nvPr/>
        </p:nvSpPr>
        <p:spPr>
          <a:xfrm>
            <a:off x="3043989" y="3695057"/>
            <a:ext cx="1888958" cy="295497"/>
          </a:xfrm>
          <a:prstGeom prst="rect">
            <a:avLst/>
          </a:prstGeom>
          <a:effectLst/>
        </p:spPr>
        <p:txBody>
          <a:bodyPr vert="horz" wrap="square" lIns="0" tIns="18319" rIns="0" bIns="0" rtlCol="0">
            <a:spAutoFit/>
          </a:bodyPr>
          <a:lstStyle/>
          <a:p>
            <a:pPr marL="17446" marR="0" lvl="0" indent="0" defTabSz="914400" rtl="0" eaLnBrk="1" fontAlgn="auto" latinLnBrk="0" hangingPunct="1">
              <a:lnSpc>
                <a:spcPct val="100000"/>
              </a:lnSpc>
              <a:spcBef>
                <a:spcPts val="144"/>
              </a:spcBef>
              <a:spcAft>
                <a:spcPts val="0"/>
              </a:spcAft>
              <a:buClrTx/>
              <a:buSzTx/>
              <a:buFontTx/>
              <a:buNone/>
              <a:tabLst/>
              <a:defRPr/>
            </a:pPr>
            <a:r>
              <a:rPr kumimoji="0" lang="en-US" altLang="zh-CN" b="1" u="none" strike="noStrike" kern="1200" cap="none" spc="0" normalizeH="0" baseline="0" noProof="0" dirty="0" smtClean="0">
                <a:ln>
                  <a:noFill/>
                </a:ln>
                <a:solidFill>
                  <a:schemeClr val="bg1"/>
                </a:solidFill>
                <a:effectLst/>
                <a:uLnTx/>
                <a:uFillTx/>
                <a:ea typeface="Microsoft YaHei" panose="020B0503020204020204" pitchFamily="34" charset="-122"/>
              </a:rPr>
              <a:t>FIH OA Team</a:t>
            </a:r>
            <a:endParaRPr kumimoji="0" lang="en-US" altLang="zh-TW" b="1" u="none" strike="noStrike" kern="1200" cap="none" spc="0" normalizeH="0" baseline="0" noProof="0" dirty="0">
              <a:ln>
                <a:noFill/>
              </a:ln>
              <a:solidFill>
                <a:schemeClr val="bg1"/>
              </a:solidFill>
              <a:effectLst/>
              <a:uLnTx/>
              <a:uFillTx/>
              <a:ea typeface="Microsoft YaHei" panose="020B0503020204020204" pitchFamily="34" charset="-122"/>
            </a:endParaRPr>
          </a:p>
        </p:txBody>
      </p:sp>
      <p:sp>
        <p:nvSpPr>
          <p:cNvPr id="4" name="Holder 6">
            <a:extLst>
              <a:ext uri="{FF2B5EF4-FFF2-40B4-BE49-F238E27FC236}">
                <a16:creationId xmlns:a16="http://schemas.microsoft.com/office/drawing/2014/main" id="{286EAC1A-421E-A5ED-4030-11330F63AD83}"/>
              </a:ext>
            </a:extLst>
          </p:cNvPr>
          <p:cNvSpPr>
            <a:spLocks noGrp="1"/>
          </p:cNvSpPr>
          <p:nvPr>
            <p:ph type="sldNum" sz="quarter" idx="4"/>
          </p:nvPr>
        </p:nvSpPr>
        <p:spPr>
          <a:prstGeom prst="rect">
            <a:avLst/>
          </a:prstGeom>
          <a:noFill/>
        </p:spPr>
        <p:txBody>
          <a:bodyPr wrap="square" lIns="0" tIns="0" rIns="0" bIns="0">
            <a:spAutoFit/>
          </a:bodyPr>
          <a:lstStyle>
            <a:lvl1pPr algn="r">
              <a:defRPr sz="1100" b="1" i="0">
                <a:solidFill>
                  <a:schemeClr val="bg1"/>
                </a:solidFill>
                <a:latin typeface="Microsoft YaHei" panose="020B0503020204020204" pitchFamily="34" charset="-122"/>
                <a:ea typeface="Microsoft YaHei" panose="020B0503020204020204" pitchFamily="34" charset="-122"/>
                <a:cs typeface="Tahoma"/>
              </a:defRPr>
            </a:lvl1pPr>
          </a:lstStyle>
          <a:p>
            <a:pPr marL="50799">
              <a:spcBef>
                <a:spcPts val="133"/>
              </a:spcBef>
            </a:pPr>
            <a:fld id="{81D60167-4931-47E6-BA6A-407CBD079E47}" type="slidenum">
              <a:rPr lang="en-US" altLang="zh-TW" smtClean="0">
                <a:latin typeface="+mn-lt"/>
              </a:rPr>
              <a:pPr marL="50799">
                <a:spcBef>
                  <a:spcPts val="133"/>
                </a:spcBef>
              </a:pPr>
              <a:t>1</a:t>
            </a:fld>
            <a:r>
              <a:rPr lang="en-US" altLang="zh-TW" dirty="0">
                <a:latin typeface="+mn-lt"/>
              </a:rPr>
              <a:t> /</a:t>
            </a:r>
          </a:p>
        </p:txBody>
      </p:sp>
      <p:sp>
        <p:nvSpPr>
          <p:cNvPr id="5" name="頁尾版面配置區 2">
            <a:extLst>
              <a:ext uri="{FF2B5EF4-FFF2-40B4-BE49-F238E27FC236}">
                <a16:creationId xmlns:a16="http://schemas.microsoft.com/office/drawing/2014/main" id="{8FEC7AA5-A1A3-B470-80B9-3C59CE3E8518}"/>
              </a:ext>
            </a:extLst>
          </p:cNvPr>
          <p:cNvSpPr>
            <a:spLocks noGrp="1"/>
          </p:cNvSpPr>
          <p:nvPr>
            <p:ph type="ftr" sz="quarter" idx="3"/>
          </p:nvPr>
        </p:nvSpPr>
        <p:spPr>
          <a:prstGeom prst="rect">
            <a:avLst/>
          </a:prstGeom>
          <a:noFill/>
        </p:spPr>
        <p:txBody>
          <a:bodyPr anchor="ctr"/>
          <a:lstStyle>
            <a:lvl1pPr algn="ctr">
              <a:defRPr lang="en-US" sz="1100" b="1" i="0" kern="1200" dirty="0">
                <a:solidFill>
                  <a:schemeClr val="bg1"/>
                </a:solidFill>
                <a:latin typeface="Microsoft YaHei" panose="020B0503020204020204" pitchFamily="34" charset="-122"/>
                <a:ea typeface="Microsoft YaHei" panose="020B0503020204020204" pitchFamily="34" charset="-122"/>
                <a:cs typeface="Tahoma"/>
              </a:defRPr>
            </a:lvl1pPr>
          </a:lstStyle>
          <a:p>
            <a:r>
              <a:rPr lang="en-US" altLang="zh-TW" dirty="0" smtClean="0">
                <a:latin typeface="+mn-lt"/>
              </a:rPr>
              <a:t>79</a:t>
            </a:r>
            <a:endParaRPr lang="zh-TW" altLang="en-US" dirty="0">
              <a:latin typeface="+mn-lt"/>
            </a:endParaRPr>
          </a:p>
        </p:txBody>
      </p:sp>
      <p:sp>
        <p:nvSpPr>
          <p:cNvPr id="9" name="object 5">
            <a:extLst>
              <a:ext uri="{FF2B5EF4-FFF2-40B4-BE49-F238E27FC236}">
                <a16:creationId xmlns:a16="http://schemas.microsoft.com/office/drawing/2014/main" id="{82A6D5DC-8156-A31E-0959-2EE557027D4E}"/>
              </a:ext>
            </a:extLst>
          </p:cNvPr>
          <p:cNvSpPr txBox="1"/>
          <p:nvPr/>
        </p:nvSpPr>
        <p:spPr>
          <a:xfrm>
            <a:off x="7277013" y="3695057"/>
            <a:ext cx="1888958" cy="295497"/>
          </a:xfrm>
          <a:prstGeom prst="rect">
            <a:avLst/>
          </a:prstGeom>
          <a:effectLst/>
        </p:spPr>
        <p:txBody>
          <a:bodyPr vert="horz" wrap="square" lIns="0" tIns="18319" rIns="0" bIns="0" rtlCol="0">
            <a:spAutoFit/>
          </a:bodyPr>
          <a:lstStyle/>
          <a:p>
            <a:pPr marL="17446" marR="0" lvl="0" indent="0" algn="r" defTabSz="914400" rtl="0" eaLnBrk="1" fontAlgn="auto" latinLnBrk="0" hangingPunct="1">
              <a:lnSpc>
                <a:spcPct val="100000"/>
              </a:lnSpc>
              <a:spcBef>
                <a:spcPts val="144"/>
              </a:spcBef>
              <a:spcAft>
                <a:spcPts val="0"/>
              </a:spcAft>
              <a:buClrTx/>
              <a:buSzTx/>
              <a:buFontTx/>
              <a:buNone/>
              <a:tabLst/>
              <a:defRPr/>
            </a:pPr>
            <a:r>
              <a:rPr kumimoji="0" lang="en-US" altLang="zh-TW" b="1" u="none" strike="noStrike" kern="1200" cap="none" spc="-150" normalizeH="0" baseline="0" noProof="0" dirty="0" smtClean="0">
                <a:ln>
                  <a:noFill/>
                </a:ln>
                <a:solidFill>
                  <a:schemeClr val="bg1"/>
                </a:solidFill>
                <a:effectLst/>
                <a:uLnTx/>
                <a:uFillTx/>
                <a:ea typeface="Microsoft YaHei" panose="020B0503020204020204" pitchFamily="34" charset="-122"/>
              </a:rPr>
              <a:t>Mar  </a:t>
            </a:r>
            <a:r>
              <a:rPr lang="en-US" altLang="zh-TW" b="1" spc="-150" noProof="0" dirty="0" smtClean="0">
                <a:solidFill>
                  <a:schemeClr val="bg1"/>
                </a:solidFill>
                <a:ea typeface="Microsoft YaHei" panose="020B0503020204020204" pitchFamily="34" charset="-122"/>
              </a:rPr>
              <a:t>19</a:t>
            </a:r>
            <a:r>
              <a:rPr kumimoji="0" lang="en-US" altLang="zh-TW" b="1" u="none" strike="noStrike" kern="1200" cap="none" normalizeH="0" baseline="0" noProof="0" dirty="0" smtClean="0">
                <a:ln>
                  <a:noFill/>
                </a:ln>
                <a:solidFill>
                  <a:schemeClr val="bg1"/>
                </a:solidFill>
                <a:effectLst/>
                <a:uLnTx/>
                <a:uFillTx/>
                <a:ea typeface="Microsoft YaHei" panose="020B0503020204020204" pitchFamily="34" charset="-122"/>
              </a:rPr>
              <a:t>, </a:t>
            </a:r>
            <a:r>
              <a:rPr kumimoji="0" lang="en-US" altLang="zh-TW" b="1" u="none" strike="noStrike" kern="1200" cap="none" spc="0" normalizeH="0" baseline="0" noProof="0" dirty="0">
                <a:ln>
                  <a:noFill/>
                </a:ln>
                <a:solidFill>
                  <a:schemeClr val="bg1"/>
                </a:solidFill>
                <a:effectLst/>
                <a:uLnTx/>
                <a:uFillTx/>
                <a:ea typeface="Microsoft YaHei" panose="020B0503020204020204" pitchFamily="34" charset="-122"/>
              </a:rPr>
              <a:t>2025</a:t>
            </a:r>
          </a:p>
        </p:txBody>
      </p:sp>
      <p:sp>
        <p:nvSpPr>
          <p:cNvPr id="3" name="文字方塊 2">
            <a:extLst>
              <a:ext uri="{FF2B5EF4-FFF2-40B4-BE49-F238E27FC236}">
                <a16:creationId xmlns:a16="http://schemas.microsoft.com/office/drawing/2014/main" id="{8DF45A55-5554-A627-61A5-1544A802207F}"/>
              </a:ext>
            </a:extLst>
          </p:cNvPr>
          <p:cNvSpPr txBox="1"/>
          <p:nvPr/>
        </p:nvSpPr>
        <p:spPr>
          <a:xfrm>
            <a:off x="2933694" y="2054683"/>
            <a:ext cx="6376810" cy="584775"/>
          </a:xfrm>
          <a:prstGeom prst="rect">
            <a:avLst/>
          </a:prstGeom>
          <a:noFill/>
        </p:spPr>
        <p:txBody>
          <a:bodyPr wrap="none" rtlCol="0">
            <a:spAutoFit/>
          </a:bodyPr>
          <a:lstStyle/>
          <a:p>
            <a:r>
              <a:rPr lang="en-US" sz="3200" b="1" dirty="0">
                <a:solidFill>
                  <a:schemeClr val="accent3">
                    <a:lumMod val="20000"/>
                    <a:lumOff val="80000"/>
                  </a:schemeClr>
                </a:solidFill>
                <a:ea typeface="Microsoft YaHei UI" panose="020B0503020204020204" pitchFamily="34" charset="-122"/>
              </a:rPr>
              <a:t>Time Attendance System (India</a:t>
            </a:r>
            <a:r>
              <a:rPr lang="en-US" sz="3200" b="1" dirty="0" smtClean="0">
                <a:solidFill>
                  <a:schemeClr val="accent3">
                    <a:lumMod val="20000"/>
                    <a:lumOff val="80000"/>
                  </a:schemeClr>
                </a:solidFill>
                <a:ea typeface="Microsoft YaHei UI" panose="020B0503020204020204" pitchFamily="34" charset="-122"/>
              </a:rPr>
              <a:t>)</a:t>
            </a:r>
            <a:endParaRPr lang="en-US" sz="3200" b="1" dirty="0">
              <a:solidFill>
                <a:schemeClr val="accent3">
                  <a:lumMod val="20000"/>
                  <a:lumOff val="80000"/>
                </a:schemeClr>
              </a:solidFill>
              <a:ea typeface="Microsoft YaHei UI" panose="020B0503020204020204" pitchFamily="34" charset="-122"/>
            </a:endParaRPr>
          </a:p>
        </p:txBody>
      </p:sp>
      <p:sp>
        <p:nvSpPr>
          <p:cNvPr id="10" name="標題 8"/>
          <p:cNvSpPr txBox="1">
            <a:spLocks/>
          </p:cNvSpPr>
          <p:nvPr/>
        </p:nvSpPr>
        <p:spPr>
          <a:xfrm>
            <a:off x="3043988" y="2438399"/>
            <a:ext cx="6112044" cy="1111623"/>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altLang="zh-CN" sz="3600" b="1" dirty="0" smtClean="0">
                <a:solidFill>
                  <a:schemeClr val="bg1"/>
                </a:solidFill>
                <a:effectLst>
                  <a:outerShdw blurRad="38100" dist="38100" dir="2700000" algn="tl">
                    <a:srgbClr val="000000">
                      <a:alpha val="43137"/>
                    </a:srgbClr>
                  </a:outerShdw>
                </a:effectLst>
                <a:latin typeface="+mn-lt"/>
                <a:ea typeface="Microsoft YaHei UI" panose="020B0503020204020204" pitchFamily="34" charset="-122"/>
                <a:cs typeface="+mn-ea"/>
                <a:sym typeface="+mn-lt"/>
              </a:rPr>
              <a:t>Introduction for HR</a:t>
            </a:r>
            <a:endParaRPr lang="en-US" altLang="zh-CN" sz="2000" dirty="0">
              <a:solidFill>
                <a:schemeClr val="accent3">
                  <a:lumMod val="20000"/>
                  <a:lumOff val="80000"/>
                </a:schemeClr>
              </a:solidFill>
              <a:effectLst>
                <a:outerShdw blurRad="38100" dist="38100" dir="2700000" algn="tl">
                  <a:srgbClr val="000000">
                    <a:alpha val="43137"/>
                  </a:srgbClr>
                </a:outerShdw>
              </a:effectLst>
              <a:latin typeface="+mn-lt"/>
              <a:ea typeface="Microsoft YaHei UI" panose="020B0503020204020204" pitchFamily="34" charset="-122"/>
              <a:cs typeface="+mn-ea"/>
              <a:sym typeface="+mn-lt"/>
            </a:endParaRPr>
          </a:p>
        </p:txBody>
      </p:sp>
      <p:sp>
        <p:nvSpPr>
          <p:cNvPr id="6" name="矩形 5"/>
          <p:cNvSpPr/>
          <p:nvPr/>
        </p:nvSpPr>
        <p:spPr>
          <a:xfrm>
            <a:off x="83602" y="73315"/>
            <a:ext cx="665567" cy="369332"/>
          </a:xfrm>
          <a:prstGeom prst="rect">
            <a:avLst/>
          </a:prstGeom>
        </p:spPr>
        <p:txBody>
          <a:bodyPr wrap="none">
            <a:spAutoFit/>
          </a:bodyPr>
          <a:lstStyle/>
          <a:p>
            <a:r>
              <a:rPr lang="en-US" altLang="zh-CN" dirty="0">
                <a:solidFill>
                  <a:schemeClr val="accent3">
                    <a:lumMod val="20000"/>
                    <a:lumOff val="80000"/>
                  </a:schemeClr>
                </a:solidFill>
                <a:effectLst>
                  <a:outerShdw blurRad="38100" dist="38100" dir="2700000" algn="tl">
                    <a:srgbClr val="000000">
                      <a:alpha val="43137"/>
                    </a:srgbClr>
                  </a:outerShdw>
                </a:effectLst>
                <a:ea typeface="Microsoft YaHei UI" panose="020B0503020204020204" pitchFamily="34" charset="-122"/>
                <a:cs typeface="+mn-ea"/>
                <a:sym typeface="+mn-lt"/>
              </a:rPr>
              <a:t>V1.2</a:t>
            </a:r>
            <a:endParaRPr lang="zh-TW" altLang="en-US" dirty="0">
              <a:solidFill>
                <a:schemeClr val="accent3">
                  <a:lumMod val="20000"/>
                  <a:lumOff val="80000"/>
                </a:schemeClr>
              </a:solidFill>
            </a:endParaRPr>
          </a:p>
        </p:txBody>
      </p:sp>
    </p:spTree>
    <p:extLst>
      <p:ext uri="{BB962C8B-B14F-4D97-AF65-F5344CB8AC3E}">
        <p14:creationId xmlns:p14="http://schemas.microsoft.com/office/powerpoint/2010/main" val="408357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線接點 14">
            <a:extLst>
              <a:ext uri="{FF2B5EF4-FFF2-40B4-BE49-F238E27FC236}">
                <a16:creationId xmlns:a16="http://schemas.microsoft.com/office/drawing/2014/main" id="{3A6E65A9-7BCA-7FA2-ED0E-ABE69576E0B7}"/>
              </a:ext>
            </a:extLst>
          </p:cNvPr>
          <p:cNvCxnSpPr>
            <a:cxnSpLocks/>
          </p:cNvCxnSpPr>
          <p:nvPr/>
        </p:nvCxnSpPr>
        <p:spPr>
          <a:xfrm>
            <a:off x="745364" y="1334328"/>
            <a:ext cx="0" cy="3416320"/>
          </a:xfrm>
          <a:prstGeom prst="line">
            <a:avLst/>
          </a:prstGeom>
          <a:ln>
            <a:solidFill>
              <a:srgbClr val="00D5EE"/>
            </a:solidFill>
          </a:ln>
        </p:spPr>
        <p:style>
          <a:lnRef idx="1">
            <a:schemeClr val="accent1"/>
          </a:lnRef>
          <a:fillRef idx="0">
            <a:schemeClr val="accent1"/>
          </a:fillRef>
          <a:effectRef idx="0">
            <a:schemeClr val="accent1"/>
          </a:effectRef>
          <a:fontRef idx="minor">
            <a:schemeClr val="tx1"/>
          </a:fontRef>
        </p:style>
      </p:cxnSp>
      <p:sp>
        <p:nvSpPr>
          <p:cNvPr id="2" name="Holder 6">
            <a:extLst>
              <a:ext uri="{FF2B5EF4-FFF2-40B4-BE49-F238E27FC236}">
                <a16:creationId xmlns:a16="http://schemas.microsoft.com/office/drawing/2014/main" id="{40205715-7071-90C2-93D2-6E832E6B2532}"/>
              </a:ext>
            </a:extLst>
          </p:cNvPr>
          <p:cNvSpPr>
            <a:spLocks noGrp="1"/>
          </p:cNvSpPr>
          <p:nvPr>
            <p:ph type="sldNum" sz="quarter" idx="4"/>
          </p:nvPr>
        </p:nvSpPr>
        <p:spPr>
          <a:prstGeom prst="rect">
            <a:avLst/>
          </a:prstGeom>
          <a:noFill/>
        </p:spPr>
        <p:txBody>
          <a:bodyPr wrap="square" lIns="0" tIns="0" rIns="0" bIns="0">
            <a:spAutoFit/>
          </a:bodyPr>
          <a:lstStyle>
            <a:lvl1pPr algn="r">
              <a:defRPr sz="1100" b="1" i="0">
                <a:solidFill>
                  <a:schemeClr val="bg1"/>
                </a:solidFill>
                <a:latin typeface="Microsoft YaHei" panose="020B0503020204020204" pitchFamily="34" charset="-122"/>
                <a:ea typeface="Microsoft YaHei" panose="020B0503020204020204" pitchFamily="34" charset="-122"/>
                <a:cs typeface="Tahoma"/>
              </a:defRPr>
            </a:lvl1p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2</a:t>
            </a:fld>
            <a:r>
              <a:rPr lang="en-US" altLang="zh-TW" dirty="0">
                <a:latin typeface="Arial" panose="020B0604020202020204" pitchFamily="34" charset="0"/>
                <a:cs typeface="Arial" panose="020B0604020202020204" pitchFamily="34" charset="0"/>
              </a:rPr>
              <a:t> /</a:t>
            </a:r>
          </a:p>
        </p:txBody>
      </p:sp>
      <p:sp>
        <p:nvSpPr>
          <p:cNvPr id="3" name="頁尾版面配置區 2">
            <a:extLst>
              <a:ext uri="{FF2B5EF4-FFF2-40B4-BE49-F238E27FC236}">
                <a16:creationId xmlns:a16="http://schemas.microsoft.com/office/drawing/2014/main" id="{F5F6276C-391F-34B3-9E71-58D66B6B7BA9}"/>
              </a:ext>
            </a:extLst>
          </p:cNvPr>
          <p:cNvSpPr>
            <a:spLocks noGrp="1"/>
          </p:cNvSpPr>
          <p:nvPr>
            <p:ph type="ftr" sz="quarter" idx="3"/>
          </p:nvPr>
        </p:nvSpPr>
        <p:spPr>
          <a:prstGeom prst="rect">
            <a:avLst/>
          </a:prstGeom>
          <a:noFill/>
        </p:spPr>
        <p:txBody>
          <a:bodyPr anchor="ctr"/>
          <a:lstStyle>
            <a:lvl1pPr algn="ctr">
              <a:defRPr lang="en-US" sz="1100" b="1" i="0" kern="1200" dirty="0">
                <a:solidFill>
                  <a:schemeClr val="bg1"/>
                </a:solidFill>
                <a:latin typeface="Microsoft YaHei" panose="020B0503020204020204" pitchFamily="34" charset="-122"/>
                <a:ea typeface="Microsoft YaHei" panose="020B0503020204020204" pitchFamily="34" charset="-122"/>
                <a:cs typeface="Tahoma"/>
              </a:defRPr>
            </a:lvl1p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4" name="標題 3">
            <a:extLst>
              <a:ext uri="{FF2B5EF4-FFF2-40B4-BE49-F238E27FC236}">
                <a16:creationId xmlns:a16="http://schemas.microsoft.com/office/drawing/2014/main" id="{AB3FBD7A-8E7B-01A5-A06B-71548A7E2F84}"/>
              </a:ext>
            </a:extLst>
          </p:cNvPr>
          <p:cNvSpPr>
            <a:spLocks noGrp="1"/>
          </p:cNvSpPr>
          <p:nvPr>
            <p:ph type="title"/>
          </p:nvPr>
        </p:nvSpPr>
        <p:spPr>
          <a:xfrm>
            <a:off x="589433" y="274174"/>
            <a:ext cx="9468968" cy="770259"/>
          </a:xfrm>
        </p:spPr>
        <p:txBody>
          <a:bodyPr/>
          <a:lstStyle/>
          <a:p>
            <a:r>
              <a:rPr lang="en-US" altLang="zh-TW" sz="4000" spc="300" dirty="0" smtClean="0">
                <a:solidFill>
                  <a:prstClr val="white"/>
                </a:solidFill>
                <a:latin typeface="Arial" panose="020B0604020202020204" pitchFamily="34" charset="0"/>
                <a:cs typeface="Arial" panose="020B0604020202020204" pitchFamily="34" charset="0"/>
              </a:rPr>
              <a:t>Agenda</a:t>
            </a:r>
            <a:endParaRPr lang="zh-TW" altLang="en-US" dirty="0">
              <a:latin typeface="Arial" panose="020B0604020202020204" pitchFamily="34" charset="0"/>
              <a:cs typeface="Arial" panose="020B0604020202020204" pitchFamily="34" charset="0"/>
            </a:endParaRPr>
          </a:p>
        </p:txBody>
      </p:sp>
      <p:sp>
        <p:nvSpPr>
          <p:cNvPr id="5" name="矩形 4">
            <a:extLst>
              <a:ext uri="{FF2B5EF4-FFF2-40B4-BE49-F238E27FC236}">
                <a16:creationId xmlns:a16="http://schemas.microsoft.com/office/drawing/2014/main" id="{074D740C-2160-5290-FAF9-E0EC2239C16C}"/>
              </a:ext>
            </a:extLst>
          </p:cNvPr>
          <p:cNvSpPr/>
          <p:nvPr/>
        </p:nvSpPr>
        <p:spPr>
          <a:xfrm>
            <a:off x="863884" y="1304977"/>
            <a:ext cx="6505105" cy="3970318"/>
          </a:xfrm>
          <a:prstGeom prst="rect">
            <a:avLst/>
          </a:prstGeom>
        </p:spPr>
        <p:txBody>
          <a:bodyPr wrap="square">
            <a:spAutoFit/>
          </a:bodyPr>
          <a:lstStyle/>
          <a:p>
            <a:pPr marL="514350" indent="-514350">
              <a:lnSpc>
                <a:spcPct val="150000"/>
              </a:lnSpc>
              <a:buClr>
                <a:srgbClr val="00D5EE"/>
              </a:buClr>
              <a:buFont typeface="+mj-lt"/>
              <a:buAutoNum type="arabicPeriod"/>
            </a:pPr>
            <a:r>
              <a:rPr lang="en-US" altLang="zh-TW" sz="2400" b="1" spc="200" dirty="0" smtClean="0">
                <a:solidFill>
                  <a:schemeClr val="bg1"/>
                </a:solidFill>
                <a:latin typeface="Arial" panose="020B0604020202020204" pitchFamily="34" charset="0"/>
                <a:ea typeface="Microsoft YaHei" charset="-122"/>
                <a:cs typeface="Arial" panose="020B0604020202020204" pitchFamily="34" charset="0"/>
                <a:sym typeface="Microsoft YaHei"/>
              </a:rPr>
              <a:t>Overview</a:t>
            </a:r>
          </a:p>
          <a:p>
            <a:pPr marL="514350" indent="-514350">
              <a:lnSpc>
                <a:spcPct val="150000"/>
              </a:lnSpc>
              <a:buClr>
                <a:srgbClr val="00D5EE"/>
              </a:buClr>
              <a:buFont typeface="+mj-lt"/>
              <a:buAutoNum type="arabicPeriod"/>
            </a:pPr>
            <a:r>
              <a:rPr lang="en-US" altLang="zh-TW" sz="2400" b="1" spc="200" dirty="0">
                <a:solidFill>
                  <a:schemeClr val="bg1"/>
                </a:solidFill>
                <a:latin typeface="Arial" panose="020B0604020202020204" pitchFamily="34" charset="0"/>
                <a:ea typeface="Microsoft YaHei" charset="-122"/>
                <a:cs typeface="Arial" panose="020B0604020202020204" pitchFamily="34" charset="0"/>
                <a:sym typeface="Microsoft YaHei"/>
              </a:rPr>
              <a:t>Authentication &amp; Authorization</a:t>
            </a:r>
          </a:p>
          <a:p>
            <a:pPr marL="514350" indent="-514350">
              <a:lnSpc>
                <a:spcPct val="150000"/>
              </a:lnSpc>
              <a:buClr>
                <a:srgbClr val="00D5EE"/>
              </a:buClr>
              <a:buFont typeface="+mj-lt"/>
              <a:buAutoNum type="arabicPeriod"/>
            </a:pPr>
            <a:r>
              <a:rPr lang="en-US" altLang="zh-TW" sz="2400" b="1" spc="200" dirty="0">
                <a:solidFill>
                  <a:schemeClr val="bg1"/>
                </a:solidFill>
                <a:latin typeface="Arial" panose="020B0604020202020204" pitchFamily="34" charset="0"/>
                <a:ea typeface="Microsoft YaHei" charset="-122"/>
                <a:cs typeface="Arial" panose="020B0604020202020204" pitchFamily="34" charset="0"/>
                <a:sym typeface="Microsoft YaHei"/>
              </a:rPr>
              <a:t>Org. Units &amp; Employees</a:t>
            </a:r>
          </a:p>
          <a:p>
            <a:pPr marL="514350" indent="-514350">
              <a:lnSpc>
                <a:spcPct val="150000"/>
              </a:lnSpc>
              <a:buClr>
                <a:srgbClr val="00D5EE"/>
              </a:buClr>
              <a:buFont typeface="+mj-lt"/>
              <a:buAutoNum type="arabicPeriod"/>
            </a:pPr>
            <a:r>
              <a:rPr lang="en-US" altLang="zh-TW" sz="2400" b="1" spc="200" dirty="0">
                <a:solidFill>
                  <a:schemeClr val="bg1"/>
                </a:solidFill>
                <a:latin typeface="Arial" panose="020B0604020202020204" pitchFamily="34" charset="0"/>
                <a:ea typeface="Microsoft YaHei" charset="-122"/>
                <a:cs typeface="Arial" panose="020B0604020202020204" pitchFamily="34" charset="0"/>
                <a:sym typeface="Microsoft YaHei"/>
              </a:rPr>
              <a:t>Support Between </a:t>
            </a:r>
            <a:r>
              <a:rPr lang="en-US" altLang="zh-TW" sz="2400" b="1" spc="200" dirty="0" smtClean="0">
                <a:solidFill>
                  <a:schemeClr val="bg1"/>
                </a:solidFill>
                <a:latin typeface="Arial" panose="020B0604020202020204" pitchFamily="34" charset="0"/>
                <a:ea typeface="Microsoft YaHei" charset="-122"/>
                <a:cs typeface="Arial" panose="020B0604020202020204" pitchFamily="34" charset="0"/>
                <a:sym typeface="Microsoft YaHei"/>
              </a:rPr>
              <a:t>Departments</a:t>
            </a:r>
          </a:p>
          <a:p>
            <a:pPr marL="514350" indent="-514350">
              <a:lnSpc>
                <a:spcPct val="150000"/>
              </a:lnSpc>
              <a:buClr>
                <a:srgbClr val="00D5EE"/>
              </a:buClr>
              <a:buFont typeface="+mj-lt"/>
              <a:buAutoNum type="arabicPeriod"/>
            </a:pPr>
            <a:r>
              <a:rPr lang="en-US" altLang="zh-TW" sz="2400" b="1" spc="200" dirty="0">
                <a:solidFill>
                  <a:schemeClr val="bg1"/>
                </a:solidFill>
                <a:latin typeface="Arial" panose="020B0604020202020204" pitchFamily="34" charset="0"/>
                <a:ea typeface="Microsoft YaHei" charset="-122"/>
                <a:cs typeface="Arial" panose="020B0604020202020204" pitchFamily="34" charset="0"/>
                <a:sym typeface="Microsoft YaHei"/>
              </a:rPr>
              <a:t>Shift &amp; Schedule</a:t>
            </a:r>
          </a:p>
          <a:p>
            <a:pPr marL="514350" indent="-514350">
              <a:lnSpc>
                <a:spcPct val="150000"/>
              </a:lnSpc>
              <a:buClr>
                <a:srgbClr val="00D5EE"/>
              </a:buClr>
              <a:buFont typeface="+mj-lt"/>
              <a:buAutoNum type="arabicPeriod"/>
            </a:pPr>
            <a:r>
              <a:rPr lang="en-US" altLang="zh-TW" sz="2400" b="1" spc="200" dirty="0">
                <a:solidFill>
                  <a:schemeClr val="bg1"/>
                </a:solidFill>
                <a:latin typeface="Arial" panose="020B0604020202020204" pitchFamily="34" charset="0"/>
                <a:ea typeface="Microsoft YaHei" charset="-122"/>
                <a:cs typeface="Arial" panose="020B0604020202020204" pitchFamily="34" charset="0"/>
                <a:sym typeface="Microsoft YaHei"/>
              </a:rPr>
              <a:t>Clock Records</a:t>
            </a:r>
          </a:p>
          <a:p>
            <a:pPr marL="514350" indent="-514350">
              <a:lnSpc>
                <a:spcPct val="150000"/>
              </a:lnSpc>
              <a:buClr>
                <a:srgbClr val="00D5EE"/>
              </a:buClr>
              <a:buFont typeface="+mj-lt"/>
              <a:buAutoNum type="arabicPeriod"/>
            </a:pPr>
            <a:endParaRPr lang="en-US" altLang="zh-TW" sz="2400" b="1" spc="200" dirty="0">
              <a:solidFill>
                <a:schemeClr val="bg1"/>
              </a:solidFill>
              <a:latin typeface="Arial" panose="020B0604020202020204" pitchFamily="34" charset="0"/>
              <a:ea typeface="Microsoft YaHei" charset="-122"/>
              <a:cs typeface="Arial" panose="020B0604020202020204" pitchFamily="34" charset="0"/>
              <a:sym typeface="Microsoft YaHei"/>
            </a:endParaRPr>
          </a:p>
        </p:txBody>
      </p:sp>
      <p:cxnSp>
        <p:nvCxnSpPr>
          <p:cNvPr id="7" name="直線接點 6">
            <a:extLst>
              <a:ext uri="{FF2B5EF4-FFF2-40B4-BE49-F238E27FC236}">
                <a16:creationId xmlns:a16="http://schemas.microsoft.com/office/drawing/2014/main" id="{3A6E65A9-7BCA-7FA2-ED0E-ABE69576E0B7}"/>
              </a:ext>
            </a:extLst>
          </p:cNvPr>
          <p:cNvCxnSpPr>
            <a:cxnSpLocks/>
          </p:cNvCxnSpPr>
          <p:nvPr/>
        </p:nvCxnSpPr>
        <p:spPr>
          <a:xfrm>
            <a:off x="7612328" y="1334328"/>
            <a:ext cx="0" cy="3416320"/>
          </a:xfrm>
          <a:prstGeom prst="line">
            <a:avLst/>
          </a:prstGeom>
          <a:ln>
            <a:solidFill>
              <a:srgbClr val="00D5EE"/>
            </a:solidFill>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074D740C-2160-5290-FAF9-E0EC2239C16C}"/>
              </a:ext>
            </a:extLst>
          </p:cNvPr>
          <p:cNvSpPr/>
          <p:nvPr/>
        </p:nvSpPr>
        <p:spPr>
          <a:xfrm>
            <a:off x="7730848" y="1334328"/>
            <a:ext cx="3902351" cy="3416320"/>
          </a:xfrm>
          <a:prstGeom prst="rect">
            <a:avLst/>
          </a:prstGeom>
        </p:spPr>
        <p:txBody>
          <a:bodyPr wrap="square">
            <a:spAutoFit/>
          </a:bodyPr>
          <a:lstStyle/>
          <a:p>
            <a:pPr marL="514350" indent="-514350">
              <a:lnSpc>
                <a:spcPct val="150000"/>
              </a:lnSpc>
              <a:buClr>
                <a:srgbClr val="00D5EE"/>
              </a:buClr>
              <a:buFont typeface="+mj-lt"/>
              <a:buAutoNum type="arabicPeriod" startAt="7"/>
            </a:pPr>
            <a:r>
              <a:rPr lang="en-US" altLang="zh-TW" sz="2400" b="1" spc="200" dirty="0" smtClean="0">
                <a:solidFill>
                  <a:schemeClr val="bg1"/>
                </a:solidFill>
                <a:latin typeface="Arial" panose="020B0604020202020204" pitchFamily="34" charset="0"/>
                <a:ea typeface="Microsoft YaHei" charset="-122"/>
                <a:cs typeface="Arial" panose="020B0604020202020204" pitchFamily="34" charset="0"/>
                <a:sym typeface="Microsoft YaHei"/>
              </a:rPr>
              <a:t>Absent</a:t>
            </a:r>
          </a:p>
          <a:p>
            <a:pPr marL="514350" indent="-514350">
              <a:lnSpc>
                <a:spcPct val="150000"/>
              </a:lnSpc>
              <a:buClr>
                <a:srgbClr val="00D5EE"/>
              </a:buClr>
              <a:buFont typeface="+mj-lt"/>
              <a:buAutoNum type="arabicPeriod" startAt="7"/>
            </a:pPr>
            <a:r>
              <a:rPr lang="en-US" altLang="zh-TW" sz="2400" b="1" spc="200" dirty="0" smtClean="0">
                <a:solidFill>
                  <a:schemeClr val="bg1"/>
                </a:solidFill>
                <a:latin typeface="Arial" panose="020B0604020202020204" pitchFamily="34" charset="0"/>
                <a:ea typeface="Microsoft YaHei" charset="-122"/>
                <a:cs typeface="Arial" panose="020B0604020202020204" pitchFamily="34" charset="0"/>
                <a:sym typeface="Microsoft YaHei"/>
              </a:rPr>
              <a:t>Leave</a:t>
            </a:r>
          </a:p>
          <a:p>
            <a:pPr marL="514350" indent="-514350">
              <a:lnSpc>
                <a:spcPct val="150000"/>
              </a:lnSpc>
              <a:buClr>
                <a:srgbClr val="00D5EE"/>
              </a:buClr>
              <a:buFont typeface="+mj-lt"/>
              <a:buAutoNum type="arabicPeriod" startAt="7"/>
            </a:pPr>
            <a:r>
              <a:rPr lang="en-US" altLang="zh-TW" sz="2400" b="1" spc="200" dirty="0" smtClean="0">
                <a:solidFill>
                  <a:schemeClr val="bg1"/>
                </a:solidFill>
                <a:latin typeface="Arial" panose="020B0604020202020204" pitchFamily="34" charset="0"/>
                <a:ea typeface="Microsoft YaHei" charset="-122"/>
                <a:cs typeface="Arial" panose="020B0604020202020204" pitchFamily="34" charset="0"/>
                <a:sym typeface="Microsoft YaHei"/>
              </a:rPr>
              <a:t>Overtime</a:t>
            </a:r>
          </a:p>
          <a:p>
            <a:pPr marL="514350" indent="-514350">
              <a:lnSpc>
                <a:spcPct val="150000"/>
              </a:lnSpc>
              <a:buClr>
                <a:srgbClr val="00D5EE"/>
              </a:buClr>
              <a:buFont typeface="+mj-lt"/>
              <a:buAutoNum type="arabicPeriod" startAt="7"/>
            </a:pPr>
            <a:r>
              <a:rPr lang="en-US" altLang="zh-TW" sz="2400" b="1" spc="200" dirty="0" smtClean="0">
                <a:solidFill>
                  <a:schemeClr val="bg1"/>
                </a:solidFill>
                <a:latin typeface="Arial" panose="020B0604020202020204" pitchFamily="34" charset="0"/>
                <a:ea typeface="Microsoft YaHei" charset="-122"/>
                <a:cs typeface="Arial" panose="020B0604020202020204" pitchFamily="34" charset="0"/>
                <a:sym typeface="Microsoft YaHei"/>
              </a:rPr>
              <a:t>Reports</a:t>
            </a:r>
          </a:p>
          <a:p>
            <a:pPr marL="514350" indent="-514350">
              <a:lnSpc>
                <a:spcPct val="150000"/>
              </a:lnSpc>
              <a:buClr>
                <a:srgbClr val="00D5EE"/>
              </a:buClr>
              <a:buFont typeface="+mj-lt"/>
              <a:buAutoNum type="arabicPeriod" startAt="7"/>
            </a:pPr>
            <a:r>
              <a:rPr lang="en-US" altLang="zh-TW" sz="2400" b="1" spc="200" dirty="0" smtClean="0">
                <a:solidFill>
                  <a:schemeClr val="bg1"/>
                </a:solidFill>
                <a:latin typeface="Arial" panose="020B0604020202020204" pitchFamily="34" charset="0"/>
                <a:ea typeface="Microsoft YaHei" charset="-122"/>
                <a:cs typeface="Arial" panose="020B0604020202020204" pitchFamily="34" charset="0"/>
                <a:sym typeface="Microsoft YaHei"/>
              </a:rPr>
              <a:t>Workflow</a:t>
            </a:r>
          </a:p>
          <a:p>
            <a:pPr marL="514350" indent="-514350">
              <a:lnSpc>
                <a:spcPct val="150000"/>
              </a:lnSpc>
              <a:buClr>
                <a:srgbClr val="00D5EE"/>
              </a:buClr>
              <a:buFont typeface="+mj-lt"/>
              <a:buAutoNum type="arabicPeriod" startAt="7"/>
            </a:pPr>
            <a:r>
              <a:rPr lang="en-US" altLang="zh-TW" sz="2400" b="1" spc="200" dirty="0">
                <a:solidFill>
                  <a:schemeClr val="bg1"/>
                </a:solidFill>
                <a:latin typeface="Arial" panose="020B0604020202020204" pitchFamily="34" charset="0"/>
                <a:ea typeface="Microsoft YaHei" charset="-122"/>
                <a:cs typeface="Arial" panose="020B0604020202020204" pitchFamily="34" charset="0"/>
                <a:sym typeface="Microsoft YaHei"/>
              </a:rPr>
              <a:t>Personal Service </a:t>
            </a:r>
          </a:p>
        </p:txBody>
      </p:sp>
    </p:spTree>
    <p:extLst>
      <p:ext uri="{BB962C8B-B14F-4D97-AF65-F5344CB8AC3E}">
        <p14:creationId xmlns:p14="http://schemas.microsoft.com/office/powerpoint/2010/main" val="4282278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3</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7" name="圓角矩形 6"/>
          <p:cNvSpPr/>
          <p:nvPr/>
        </p:nvSpPr>
        <p:spPr>
          <a:xfrm>
            <a:off x="2951590" y="2452858"/>
            <a:ext cx="6326880" cy="819510"/>
          </a:xfrm>
          <a:prstGeom prst="roundRect">
            <a:avLst>
              <a:gd name="adj" fmla="val 50000"/>
            </a:avLst>
          </a:prstGeom>
          <a:solidFill>
            <a:schemeClr val="accent5">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8" name="Oval 146"/>
          <p:cNvSpPr/>
          <p:nvPr/>
        </p:nvSpPr>
        <p:spPr>
          <a:xfrm>
            <a:off x="3064723" y="2566193"/>
            <a:ext cx="642342" cy="614835"/>
          </a:xfrm>
          <a:prstGeom prst="ellipse">
            <a:avLst/>
          </a:prstGeom>
          <a:solidFill>
            <a:schemeClr val="accent1"/>
          </a:solidFill>
          <a:ln>
            <a:noFill/>
          </a:ln>
        </p:spPr>
        <p:txBody>
          <a:bodyPr wrap="none" anchor="ctr"/>
          <a:lstStyle/>
          <a:p>
            <a:endParaRPr lang="en-US" sz="2000" dirty="0">
              <a:solidFill>
                <a:schemeClr val="accent1"/>
              </a:solidFill>
              <a:latin typeface="Arial" panose="020B0604020202020204" pitchFamily="34" charset="0"/>
              <a:cs typeface="Arial" panose="020B0604020202020204" pitchFamily="34" charset="0"/>
              <a:sym typeface="+mn-lt"/>
            </a:endParaRPr>
          </a:p>
        </p:txBody>
      </p:sp>
      <p:sp>
        <p:nvSpPr>
          <p:cNvPr id="9" name="PA-AutoShape 13"/>
          <p:cNvSpPr/>
          <p:nvPr>
            <p:custDataLst>
              <p:tags r:id="rId1"/>
            </p:custDataLst>
          </p:nvPr>
        </p:nvSpPr>
        <p:spPr bwMode="auto">
          <a:xfrm>
            <a:off x="3220023" y="2709384"/>
            <a:ext cx="331742" cy="32810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59" y="0"/>
                  <a:pt x="0" y="4859"/>
                  <a:pt x="0" y="10800"/>
                </a:cubicBezTo>
                <a:cubicBezTo>
                  <a:pt x="0" y="16739"/>
                  <a:pt x="4859" y="21600"/>
                  <a:pt x="10800" y="21600"/>
                </a:cubicBezTo>
                <a:cubicBezTo>
                  <a:pt x="16739" y="21600"/>
                  <a:pt x="21600" y="16739"/>
                  <a:pt x="21600" y="10800"/>
                </a:cubicBezTo>
                <a:cubicBezTo>
                  <a:pt x="21600" y="4859"/>
                  <a:pt x="16739" y="0"/>
                  <a:pt x="10800" y="0"/>
                </a:cubicBezTo>
                <a:close/>
                <a:moveTo>
                  <a:pt x="14939" y="4319"/>
                </a:moveTo>
                <a:cubicBezTo>
                  <a:pt x="15659" y="3779"/>
                  <a:pt x="15659" y="3779"/>
                  <a:pt x="15659" y="3779"/>
                </a:cubicBezTo>
                <a:cubicBezTo>
                  <a:pt x="15659" y="3779"/>
                  <a:pt x="15299" y="3059"/>
                  <a:pt x="15479" y="2519"/>
                </a:cubicBezTo>
                <a:cubicBezTo>
                  <a:pt x="15659" y="2519"/>
                  <a:pt x="16379" y="2879"/>
                  <a:pt x="16919" y="3599"/>
                </a:cubicBezTo>
                <a:cubicBezTo>
                  <a:pt x="16559" y="5219"/>
                  <a:pt x="15479" y="5039"/>
                  <a:pt x="15479" y="5039"/>
                </a:cubicBezTo>
                <a:cubicBezTo>
                  <a:pt x="15479" y="5039"/>
                  <a:pt x="14759" y="5039"/>
                  <a:pt x="14939" y="4319"/>
                </a:cubicBezTo>
                <a:close/>
                <a:moveTo>
                  <a:pt x="8459" y="13859"/>
                </a:moveTo>
                <a:cubicBezTo>
                  <a:pt x="8279" y="14039"/>
                  <a:pt x="8099" y="14579"/>
                  <a:pt x="7919" y="15119"/>
                </a:cubicBezTo>
                <a:cubicBezTo>
                  <a:pt x="7739" y="15479"/>
                  <a:pt x="7559" y="15660"/>
                  <a:pt x="7379" y="15839"/>
                </a:cubicBezTo>
                <a:cubicBezTo>
                  <a:pt x="7019" y="16019"/>
                  <a:pt x="7019" y="16379"/>
                  <a:pt x="7019" y="16379"/>
                </a:cubicBezTo>
                <a:cubicBezTo>
                  <a:pt x="6839" y="17099"/>
                  <a:pt x="6839" y="17099"/>
                  <a:pt x="6839" y="17099"/>
                </a:cubicBezTo>
                <a:cubicBezTo>
                  <a:pt x="6839" y="17099"/>
                  <a:pt x="7019" y="17819"/>
                  <a:pt x="7200" y="17999"/>
                </a:cubicBezTo>
                <a:cubicBezTo>
                  <a:pt x="7200" y="18360"/>
                  <a:pt x="6659" y="19799"/>
                  <a:pt x="6659" y="19799"/>
                </a:cubicBezTo>
                <a:cubicBezTo>
                  <a:pt x="6120" y="19620"/>
                  <a:pt x="5940" y="19079"/>
                  <a:pt x="5760" y="18719"/>
                </a:cubicBezTo>
                <a:cubicBezTo>
                  <a:pt x="5760" y="18360"/>
                  <a:pt x="5399" y="18179"/>
                  <a:pt x="5579" y="17819"/>
                </a:cubicBezTo>
                <a:cubicBezTo>
                  <a:pt x="5579" y="17279"/>
                  <a:pt x="5219" y="17099"/>
                  <a:pt x="5039" y="16919"/>
                </a:cubicBezTo>
                <a:cubicBezTo>
                  <a:pt x="4859" y="16559"/>
                  <a:pt x="4679" y="16199"/>
                  <a:pt x="4679" y="16019"/>
                </a:cubicBezTo>
                <a:cubicBezTo>
                  <a:pt x="4679" y="15839"/>
                  <a:pt x="4139" y="15479"/>
                  <a:pt x="4139" y="15479"/>
                </a:cubicBezTo>
                <a:cubicBezTo>
                  <a:pt x="4139" y="15479"/>
                  <a:pt x="3239" y="14940"/>
                  <a:pt x="3060" y="14759"/>
                </a:cubicBezTo>
                <a:cubicBezTo>
                  <a:pt x="2880" y="14579"/>
                  <a:pt x="2699" y="13859"/>
                  <a:pt x="2699" y="13499"/>
                </a:cubicBezTo>
                <a:cubicBezTo>
                  <a:pt x="2699" y="13139"/>
                  <a:pt x="2880" y="12239"/>
                  <a:pt x="2880" y="12239"/>
                </a:cubicBezTo>
                <a:cubicBezTo>
                  <a:pt x="2880" y="12239"/>
                  <a:pt x="3239" y="11879"/>
                  <a:pt x="3060" y="11699"/>
                </a:cubicBezTo>
                <a:cubicBezTo>
                  <a:pt x="2699" y="11519"/>
                  <a:pt x="2699" y="10800"/>
                  <a:pt x="2699" y="10800"/>
                </a:cubicBezTo>
                <a:cubicBezTo>
                  <a:pt x="2339" y="10439"/>
                  <a:pt x="2339" y="10439"/>
                  <a:pt x="2339" y="10439"/>
                </a:cubicBezTo>
                <a:cubicBezTo>
                  <a:pt x="2339" y="10439"/>
                  <a:pt x="1979" y="9899"/>
                  <a:pt x="1800" y="9719"/>
                </a:cubicBezTo>
                <a:cubicBezTo>
                  <a:pt x="1800" y="9359"/>
                  <a:pt x="1800" y="9180"/>
                  <a:pt x="1979" y="8999"/>
                </a:cubicBezTo>
                <a:cubicBezTo>
                  <a:pt x="1979" y="8819"/>
                  <a:pt x="1800" y="8279"/>
                  <a:pt x="1800" y="8099"/>
                </a:cubicBezTo>
                <a:cubicBezTo>
                  <a:pt x="3600" y="3599"/>
                  <a:pt x="6659" y="2699"/>
                  <a:pt x="6659" y="2699"/>
                </a:cubicBezTo>
                <a:cubicBezTo>
                  <a:pt x="6839" y="3599"/>
                  <a:pt x="6839" y="3599"/>
                  <a:pt x="6839" y="3599"/>
                </a:cubicBezTo>
                <a:cubicBezTo>
                  <a:pt x="6839" y="3599"/>
                  <a:pt x="6299" y="3779"/>
                  <a:pt x="6120" y="3779"/>
                </a:cubicBezTo>
                <a:cubicBezTo>
                  <a:pt x="5760" y="3599"/>
                  <a:pt x="5579" y="3599"/>
                  <a:pt x="5579" y="3599"/>
                </a:cubicBezTo>
                <a:cubicBezTo>
                  <a:pt x="5219" y="4139"/>
                  <a:pt x="5219" y="4139"/>
                  <a:pt x="5219" y="4139"/>
                </a:cubicBezTo>
                <a:cubicBezTo>
                  <a:pt x="5219" y="4139"/>
                  <a:pt x="5039" y="4499"/>
                  <a:pt x="5039" y="4679"/>
                </a:cubicBezTo>
                <a:cubicBezTo>
                  <a:pt x="5039" y="4859"/>
                  <a:pt x="5219" y="5219"/>
                  <a:pt x="5219" y="5219"/>
                </a:cubicBezTo>
                <a:cubicBezTo>
                  <a:pt x="5219" y="5219"/>
                  <a:pt x="5760" y="5219"/>
                  <a:pt x="5760" y="5039"/>
                </a:cubicBezTo>
                <a:cubicBezTo>
                  <a:pt x="5760" y="4859"/>
                  <a:pt x="5760" y="4679"/>
                  <a:pt x="5760" y="4679"/>
                </a:cubicBezTo>
                <a:cubicBezTo>
                  <a:pt x="5579" y="4319"/>
                  <a:pt x="5579" y="4319"/>
                  <a:pt x="5579" y="4319"/>
                </a:cubicBezTo>
                <a:cubicBezTo>
                  <a:pt x="5579" y="4319"/>
                  <a:pt x="6120" y="4139"/>
                  <a:pt x="7200" y="4319"/>
                </a:cubicBezTo>
                <a:cubicBezTo>
                  <a:pt x="8459" y="4319"/>
                  <a:pt x="7919" y="5219"/>
                  <a:pt x="8459" y="5399"/>
                </a:cubicBezTo>
                <a:cubicBezTo>
                  <a:pt x="8999" y="5580"/>
                  <a:pt x="8099" y="6299"/>
                  <a:pt x="7919" y="6659"/>
                </a:cubicBezTo>
                <a:cubicBezTo>
                  <a:pt x="7739" y="7019"/>
                  <a:pt x="7379" y="6119"/>
                  <a:pt x="7379" y="6119"/>
                </a:cubicBezTo>
                <a:cubicBezTo>
                  <a:pt x="7379" y="6119"/>
                  <a:pt x="7739" y="5759"/>
                  <a:pt x="7200" y="5759"/>
                </a:cubicBezTo>
                <a:cubicBezTo>
                  <a:pt x="6659" y="5580"/>
                  <a:pt x="6299" y="6479"/>
                  <a:pt x="6659" y="6479"/>
                </a:cubicBezTo>
                <a:cubicBezTo>
                  <a:pt x="6839" y="6479"/>
                  <a:pt x="7200" y="6839"/>
                  <a:pt x="7019" y="7019"/>
                </a:cubicBezTo>
                <a:cubicBezTo>
                  <a:pt x="7019" y="7199"/>
                  <a:pt x="7019" y="7199"/>
                  <a:pt x="6839" y="7739"/>
                </a:cubicBezTo>
                <a:cubicBezTo>
                  <a:pt x="6479" y="8279"/>
                  <a:pt x="6120" y="8639"/>
                  <a:pt x="6120" y="8639"/>
                </a:cubicBezTo>
                <a:cubicBezTo>
                  <a:pt x="6120" y="8639"/>
                  <a:pt x="5760" y="8459"/>
                  <a:pt x="5940" y="8819"/>
                </a:cubicBezTo>
                <a:cubicBezTo>
                  <a:pt x="6120" y="9180"/>
                  <a:pt x="5940" y="9719"/>
                  <a:pt x="5940" y="9899"/>
                </a:cubicBezTo>
                <a:cubicBezTo>
                  <a:pt x="5940" y="10259"/>
                  <a:pt x="5219" y="9719"/>
                  <a:pt x="5219" y="9180"/>
                </a:cubicBezTo>
                <a:cubicBezTo>
                  <a:pt x="5039" y="8639"/>
                  <a:pt x="4499" y="9180"/>
                  <a:pt x="4319" y="9180"/>
                </a:cubicBezTo>
                <a:cubicBezTo>
                  <a:pt x="4139" y="9180"/>
                  <a:pt x="3779" y="8999"/>
                  <a:pt x="3779" y="8819"/>
                </a:cubicBezTo>
                <a:cubicBezTo>
                  <a:pt x="3600" y="8639"/>
                  <a:pt x="2699" y="9359"/>
                  <a:pt x="2519" y="9359"/>
                </a:cubicBezTo>
                <a:cubicBezTo>
                  <a:pt x="2339" y="9539"/>
                  <a:pt x="2339" y="9899"/>
                  <a:pt x="2699" y="9719"/>
                </a:cubicBezTo>
                <a:cubicBezTo>
                  <a:pt x="3060" y="9539"/>
                  <a:pt x="3419" y="9719"/>
                  <a:pt x="3419" y="10079"/>
                </a:cubicBezTo>
                <a:cubicBezTo>
                  <a:pt x="3239" y="10439"/>
                  <a:pt x="2880" y="10259"/>
                  <a:pt x="2880" y="10439"/>
                </a:cubicBezTo>
                <a:cubicBezTo>
                  <a:pt x="3060" y="10800"/>
                  <a:pt x="3419" y="10979"/>
                  <a:pt x="3419" y="11339"/>
                </a:cubicBezTo>
                <a:cubicBezTo>
                  <a:pt x="3600" y="11699"/>
                  <a:pt x="4499" y="11339"/>
                  <a:pt x="4859" y="11160"/>
                </a:cubicBezTo>
                <a:cubicBezTo>
                  <a:pt x="5039" y="11160"/>
                  <a:pt x="5940" y="10979"/>
                  <a:pt x="5940" y="11339"/>
                </a:cubicBezTo>
                <a:cubicBezTo>
                  <a:pt x="6120" y="11699"/>
                  <a:pt x="7019" y="11879"/>
                  <a:pt x="7379" y="11879"/>
                </a:cubicBezTo>
                <a:cubicBezTo>
                  <a:pt x="7739" y="12059"/>
                  <a:pt x="8279" y="12059"/>
                  <a:pt x="8819" y="12419"/>
                </a:cubicBezTo>
                <a:cubicBezTo>
                  <a:pt x="9179" y="12959"/>
                  <a:pt x="8459" y="13679"/>
                  <a:pt x="8459" y="13859"/>
                </a:cubicBezTo>
                <a:close/>
                <a:moveTo>
                  <a:pt x="10619" y="2519"/>
                </a:moveTo>
                <a:cubicBezTo>
                  <a:pt x="10439" y="3059"/>
                  <a:pt x="9719" y="3599"/>
                  <a:pt x="9899" y="3779"/>
                </a:cubicBezTo>
                <a:cubicBezTo>
                  <a:pt x="9899" y="3959"/>
                  <a:pt x="9899" y="4859"/>
                  <a:pt x="9179" y="4139"/>
                </a:cubicBezTo>
                <a:cubicBezTo>
                  <a:pt x="8459" y="3419"/>
                  <a:pt x="7739" y="3239"/>
                  <a:pt x="7919" y="2699"/>
                </a:cubicBezTo>
                <a:cubicBezTo>
                  <a:pt x="7919" y="2519"/>
                  <a:pt x="8639" y="2519"/>
                  <a:pt x="8639" y="2339"/>
                </a:cubicBezTo>
                <a:cubicBezTo>
                  <a:pt x="9540" y="1259"/>
                  <a:pt x="11159" y="1439"/>
                  <a:pt x="11339" y="1799"/>
                </a:cubicBezTo>
                <a:cubicBezTo>
                  <a:pt x="10980" y="2159"/>
                  <a:pt x="10619" y="1979"/>
                  <a:pt x="10619" y="2519"/>
                </a:cubicBezTo>
                <a:close/>
                <a:moveTo>
                  <a:pt x="19259" y="11160"/>
                </a:moveTo>
                <a:cubicBezTo>
                  <a:pt x="19259" y="11160"/>
                  <a:pt x="19619" y="11699"/>
                  <a:pt x="20159" y="11699"/>
                </a:cubicBezTo>
                <a:cubicBezTo>
                  <a:pt x="19799" y="15660"/>
                  <a:pt x="16559" y="18360"/>
                  <a:pt x="16559" y="18360"/>
                </a:cubicBezTo>
                <a:cubicBezTo>
                  <a:pt x="16019" y="17819"/>
                  <a:pt x="16199" y="17279"/>
                  <a:pt x="16199" y="17279"/>
                </a:cubicBezTo>
                <a:cubicBezTo>
                  <a:pt x="16379" y="16559"/>
                  <a:pt x="16379" y="16559"/>
                  <a:pt x="16379" y="16559"/>
                </a:cubicBezTo>
                <a:cubicBezTo>
                  <a:pt x="16379" y="15299"/>
                  <a:pt x="16379" y="15299"/>
                  <a:pt x="16379" y="15299"/>
                </a:cubicBezTo>
                <a:cubicBezTo>
                  <a:pt x="16379" y="15299"/>
                  <a:pt x="16379" y="13859"/>
                  <a:pt x="15119" y="14579"/>
                </a:cubicBezTo>
                <a:cubicBezTo>
                  <a:pt x="13859" y="14940"/>
                  <a:pt x="14400" y="14940"/>
                  <a:pt x="12959" y="14940"/>
                </a:cubicBezTo>
                <a:cubicBezTo>
                  <a:pt x="11520" y="15119"/>
                  <a:pt x="11880" y="12059"/>
                  <a:pt x="11880" y="12059"/>
                </a:cubicBezTo>
                <a:cubicBezTo>
                  <a:pt x="11880" y="7739"/>
                  <a:pt x="15119" y="10979"/>
                  <a:pt x="15119" y="10979"/>
                </a:cubicBezTo>
                <a:cubicBezTo>
                  <a:pt x="17099" y="12419"/>
                  <a:pt x="17459" y="10079"/>
                  <a:pt x="17459" y="10079"/>
                </a:cubicBezTo>
                <a:cubicBezTo>
                  <a:pt x="18719" y="9539"/>
                  <a:pt x="18719" y="9539"/>
                  <a:pt x="18719" y="9539"/>
                </a:cubicBezTo>
                <a:cubicBezTo>
                  <a:pt x="18899" y="8819"/>
                  <a:pt x="18899" y="8819"/>
                  <a:pt x="18899" y="8819"/>
                </a:cubicBezTo>
                <a:cubicBezTo>
                  <a:pt x="18719" y="7919"/>
                  <a:pt x="18719" y="7919"/>
                  <a:pt x="18719" y="7919"/>
                </a:cubicBezTo>
                <a:cubicBezTo>
                  <a:pt x="16739" y="7019"/>
                  <a:pt x="16739" y="7019"/>
                  <a:pt x="16739" y="7019"/>
                </a:cubicBezTo>
                <a:cubicBezTo>
                  <a:pt x="16739" y="7019"/>
                  <a:pt x="16379" y="7739"/>
                  <a:pt x="16919" y="8639"/>
                </a:cubicBezTo>
                <a:cubicBezTo>
                  <a:pt x="16919" y="8639"/>
                  <a:pt x="16739" y="9539"/>
                  <a:pt x="16379" y="9359"/>
                </a:cubicBezTo>
                <a:cubicBezTo>
                  <a:pt x="15119" y="8639"/>
                  <a:pt x="15119" y="8639"/>
                  <a:pt x="15119" y="8639"/>
                </a:cubicBezTo>
                <a:cubicBezTo>
                  <a:pt x="15119" y="8639"/>
                  <a:pt x="14759" y="8459"/>
                  <a:pt x="14220" y="8819"/>
                </a:cubicBezTo>
                <a:cubicBezTo>
                  <a:pt x="13500" y="9359"/>
                  <a:pt x="12419" y="8819"/>
                  <a:pt x="12419" y="8819"/>
                </a:cubicBezTo>
                <a:cubicBezTo>
                  <a:pt x="12419" y="8819"/>
                  <a:pt x="12419" y="8279"/>
                  <a:pt x="13139" y="7919"/>
                </a:cubicBezTo>
                <a:cubicBezTo>
                  <a:pt x="13679" y="7559"/>
                  <a:pt x="13679" y="7559"/>
                  <a:pt x="13679" y="7559"/>
                </a:cubicBezTo>
                <a:cubicBezTo>
                  <a:pt x="13679" y="7559"/>
                  <a:pt x="13500" y="6839"/>
                  <a:pt x="13679" y="6299"/>
                </a:cubicBezTo>
                <a:cubicBezTo>
                  <a:pt x="13859" y="5759"/>
                  <a:pt x="14039" y="6299"/>
                  <a:pt x="14579" y="5939"/>
                </a:cubicBezTo>
                <a:cubicBezTo>
                  <a:pt x="15119" y="5580"/>
                  <a:pt x="15479" y="6659"/>
                  <a:pt x="16199" y="6479"/>
                </a:cubicBezTo>
                <a:cubicBezTo>
                  <a:pt x="16919" y="6479"/>
                  <a:pt x="16559" y="6299"/>
                  <a:pt x="17099" y="5939"/>
                </a:cubicBezTo>
                <a:cubicBezTo>
                  <a:pt x="17639" y="5759"/>
                  <a:pt x="17999" y="6479"/>
                  <a:pt x="17999" y="6479"/>
                </a:cubicBezTo>
                <a:cubicBezTo>
                  <a:pt x="19080" y="6659"/>
                  <a:pt x="19080" y="6659"/>
                  <a:pt x="19080" y="6659"/>
                </a:cubicBezTo>
                <a:cubicBezTo>
                  <a:pt x="19080" y="6659"/>
                  <a:pt x="18899" y="5399"/>
                  <a:pt x="18899" y="5759"/>
                </a:cubicBezTo>
                <a:cubicBezTo>
                  <a:pt x="19619" y="6839"/>
                  <a:pt x="20520" y="9899"/>
                  <a:pt x="20159" y="10439"/>
                </a:cubicBezTo>
                <a:cubicBezTo>
                  <a:pt x="19979" y="10259"/>
                  <a:pt x="19799" y="10259"/>
                  <a:pt x="19799" y="10259"/>
                </a:cubicBezTo>
                <a:cubicBezTo>
                  <a:pt x="18539" y="10259"/>
                  <a:pt x="18539" y="10259"/>
                  <a:pt x="18539" y="10259"/>
                </a:cubicBezTo>
                <a:lnTo>
                  <a:pt x="19259" y="11160"/>
                </a:lnTo>
                <a:close/>
              </a:path>
            </a:pathLst>
          </a:custGeom>
          <a:solidFill>
            <a:srgbClr val="FFFFFF"/>
          </a:solidFill>
          <a:ln>
            <a:noFill/>
          </a:ln>
          <a:effectLst/>
        </p:spPr>
        <p:txBody>
          <a:bodyPr lIns="45719" tIns="45719" rIns="45719" bIns="45719"/>
          <a:lstStyle/>
          <a:p>
            <a:pPr>
              <a:defRPr/>
            </a:pPr>
            <a:endParaRPr lang="es-ES" dirty="0">
              <a:solidFill>
                <a:schemeClr val="bg1"/>
              </a:solidFill>
              <a:latin typeface="Arial" panose="020B0604020202020204" pitchFamily="34" charset="0"/>
              <a:cs typeface="Arial" panose="020B0604020202020204" pitchFamily="34" charset="0"/>
              <a:sym typeface="+mn-lt"/>
            </a:endParaRPr>
          </a:p>
        </p:txBody>
      </p:sp>
      <p:sp>
        <p:nvSpPr>
          <p:cNvPr id="10" name="矩形 9"/>
          <p:cNvSpPr/>
          <p:nvPr/>
        </p:nvSpPr>
        <p:spPr>
          <a:xfrm>
            <a:off x="3876713" y="2602303"/>
            <a:ext cx="2007280" cy="584775"/>
          </a:xfrm>
          <a:prstGeom prst="rect">
            <a:avLst/>
          </a:prstGeom>
        </p:spPr>
        <p:txBody>
          <a:bodyPr wrap="none">
            <a:spAutoFit/>
          </a:bodyPr>
          <a:lstStyle/>
          <a:p>
            <a:pPr algn="ctr"/>
            <a:r>
              <a:rPr lang="en-US" altLang="zh-TW" sz="3200" b="1" dirty="0">
                <a:solidFill>
                  <a:schemeClr val="accent3">
                    <a:lumMod val="40000"/>
                    <a:lumOff val="60000"/>
                  </a:schemeClr>
                </a:solidFill>
                <a:latin typeface="Arial" panose="020B0604020202020204" pitchFamily="34" charset="0"/>
                <a:ea typeface="Microsoft YaHei UI" panose="020B0503020204020204" pitchFamily="34" charset="-122"/>
                <a:cs typeface="Arial" panose="020B0604020202020204" pitchFamily="34" charset="0"/>
              </a:rPr>
              <a:t>Overview</a:t>
            </a:r>
            <a:endParaRPr lang="en-US" altLang="zh-TW" sz="3200" b="1" dirty="0">
              <a:solidFill>
                <a:schemeClr val="accent3">
                  <a:lumMod val="40000"/>
                  <a:lumOff val="60000"/>
                </a:schemeClr>
              </a:solidFill>
              <a:latin typeface="Arial" panose="020B0604020202020204" pitchFamily="34" charset="0"/>
              <a:ea typeface="Microsoft YaHei UI" panose="020B0503020204020204" pitchFamily="34" charset="-122"/>
              <a:cs typeface="Arial" panose="020B0604020202020204" pitchFamily="34" charset="0"/>
            </a:endParaRPr>
          </a:p>
        </p:txBody>
      </p:sp>
      <p:sp>
        <p:nvSpPr>
          <p:cNvPr id="11" name="PA-矩形 4"/>
          <p:cNvSpPr>
            <a:spLocks noChangeArrowheads="1"/>
          </p:cNvSpPr>
          <p:nvPr>
            <p:custDataLst>
              <p:tags r:id="rId2"/>
            </p:custDataLst>
          </p:nvPr>
        </p:nvSpPr>
        <p:spPr bwMode="auto">
          <a:xfrm>
            <a:off x="3948753" y="3620005"/>
            <a:ext cx="5229674"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System </a:t>
            </a:r>
            <a:r>
              <a:rPr lang="en-US" altLang="zh-CN" sz="2000" dirty="0" smtClean="0">
                <a:solidFill>
                  <a:schemeClr val="bg1"/>
                </a:solidFill>
                <a:ea typeface="Microsoft YaHei UI" panose="020B0503020204020204" pitchFamily="34" charset="-122"/>
                <a:cs typeface="Arial" panose="020B0604020202020204" pitchFamily="34" charset="0"/>
                <a:sym typeface="+mn-lt"/>
              </a:rPr>
              <a:t>Advantages</a:t>
            </a:r>
          </a:p>
          <a:p>
            <a:pPr eaLnBrk="1" hangingPunct="1">
              <a:lnSpc>
                <a:spcPct val="150000"/>
              </a:lnSpc>
            </a:pPr>
            <a:r>
              <a:rPr lang="en-US" altLang="zh-CN" sz="2000" dirty="0" smtClean="0">
                <a:solidFill>
                  <a:schemeClr val="bg1"/>
                </a:solidFill>
                <a:ea typeface="Microsoft YaHei UI" panose="020B0503020204020204" pitchFamily="34" charset="-122"/>
                <a:cs typeface="Arial" panose="020B0604020202020204" pitchFamily="34" charset="0"/>
                <a:sym typeface="+mn-lt"/>
              </a:rPr>
              <a:t>System </a:t>
            </a:r>
            <a:r>
              <a:rPr lang="en-US" altLang="zh-CN" sz="2000" dirty="0" smtClean="0">
                <a:solidFill>
                  <a:schemeClr val="bg1"/>
                </a:solidFill>
                <a:ea typeface="Microsoft YaHei UI" panose="020B0503020204020204" pitchFamily="34" charset="-122"/>
                <a:cs typeface="Arial" panose="020B0604020202020204" pitchFamily="34" charset="0"/>
                <a:sym typeface="+mn-lt"/>
              </a:rPr>
              <a:t>architecture</a:t>
            </a:r>
          </a:p>
          <a:p>
            <a:pPr eaLnBrk="1" hangingPunct="1">
              <a:lnSpc>
                <a:spcPct val="150000"/>
              </a:lnSpc>
            </a:pPr>
            <a:r>
              <a:rPr lang="en-US" altLang="zh-CN" sz="2000" dirty="0" smtClean="0">
                <a:solidFill>
                  <a:schemeClr val="bg1"/>
                </a:solidFill>
                <a:ea typeface="Microsoft YaHei UI" panose="020B0503020204020204" pitchFamily="34" charset="-122"/>
                <a:cs typeface="Arial" panose="020B0604020202020204" pitchFamily="34" charset="0"/>
                <a:sym typeface="+mn-lt"/>
              </a:rPr>
              <a:t>Data processes</a:t>
            </a:r>
          </a:p>
          <a:p>
            <a:pPr eaLnBrk="1" hangingPunct="1">
              <a:lnSpc>
                <a:spcPct val="150000"/>
              </a:lnSpc>
            </a:pPr>
            <a:r>
              <a:rPr lang="en-US" altLang="zh-CN" sz="2000" dirty="0" smtClean="0">
                <a:solidFill>
                  <a:schemeClr val="bg1"/>
                </a:solidFill>
                <a:ea typeface="Microsoft YaHei UI" panose="020B0503020204020204" pitchFamily="34" charset="-122"/>
                <a:cs typeface="Arial" panose="020B0604020202020204" pitchFamily="34" charset="0"/>
                <a:sym typeface="+mn-lt"/>
              </a:rPr>
              <a:t>…</a:t>
            </a:r>
            <a:endParaRPr lang="zh-CN" altLang="en-US" sz="2000" dirty="0">
              <a:solidFill>
                <a:schemeClr val="bg1"/>
              </a:solidFill>
              <a:ea typeface="Microsoft YaHei UI" panose="020B0503020204020204" pitchFamily="34" charset="-122"/>
              <a:cs typeface="Arial" panose="020B0604020202020204" pitchFamily="34" charset="0"/>
              <a:sym typeface="+mn-lt"/>
            </a:endParaRPr>
          </a:p>
        </p:txBody>
      </p:sp>
    </p:spTree>
    <p:extLst>
      <p:ext uri="{BB962C8B-B14F-4D97-AF65-F5344CB8AC3E}">
        <p14:creationId xmlns:p14="http://schemas.microsoft.com/office/powerpoint/2010/main" val="18222941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Google Shape;230;p5">
            <a:extLst>
              <a:ext uri="{FF2B5EF4-FFF2-40B4-BE49-F238E27FC236}">
                <a16:creationId xmlns:a16="http://schemas.microsoft.com/office/drawing/2014/main" id="{5E717F12-CBFD-A09B-12DA-3D2EC1D9AB24}"/>
              </a:ext>
            </a:extLst>
          </p:cNvPr>
          <p:cNvSpPr/>
          <p:nvPr/>
        </p:nvSpPr>
        <p:spPr>
          <a:xfrm>
            <a:off x="7099136" y="1707416"/>
            <a:ext cx="4766794" cy="1531466"/>
          </a:xfrm>
          <a:prstGeom prst="roundRect">
            <a:avLst>
              <a:gd name="adj" fmla="val 4729"/>
            </a:avLst>
          </a:prstGeom>
          <a:gradFill>
            <a:gsLst>
              <a:gs pos="0">
                <a:schemeClr val="accent5">
                  <a:lumMod val="50000"/>
                  <a:alpha val="10000"/>
                </a:schemeClr>
              </a:gs>
              <a:gs pos="100000">
                <a:schemeClr val="accent5">
                  <a:lumMod val="50000"/>
                  <a:alpha val="3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1" algn="ctr" defTabSz="488950">
              <a:spcBef>
                <a:spcPts val="600"/>
              </a:spcBef>
              <a:spcAft>
                <a:spcPct val="15000"/>
              </a:spcAft>
            </a:pPr>
            <a:endParaRPr lang="en-US" altLang="zh-TW" sz="3200">
              <a:solidFill>
                <a:schemeClr val="bg1"/>
              </a:solidFill>
              <a:latin typeface="+mn-lt"/>
            </a:endParaRPr>
          </a:p>
        </p:txBody>
      </p:sp>
      <p:sp>
        <p:nvSpPr>
          <p:cNvPr id="60" name="Google Shape;230;p5">
            <a:extLst>
              <a:ext uri="{FF2B5EF4-FFF2-40B4-BE49-F238E27FC236}">
                <a16:creationId xmlns:a16="http://schemas.microsoft.com/office/drawing/2014/main" id="{5E717F12-CBFD-A09B-12DA-3D2EC1D9AB24}"/>
              </a:ext>
            </a:extLst>
          </p:cNvPr>
          <p:cNvSpPr/>
          <p:nvPr/>
        </p:nvSpPr>
        <p:spPr>
          <a:xfrm>
            <a:off x="7083647" y="4188255"/>
            <a:ext cx="4766794" cy="2068656"/>
          </a:xfrm>
          <a:prstGeom prst="roundRect">
            <a:avLst>
              <a:gd name="adj" fmla="val 4729"/>
            </a:avLst>
          </a:prstGeom>
          <a:gradFill>
            <a:gsLst>
              <a:gs pos="0">
                <a:schemeClr val="accent5">
                  <a:lumMod val="50000"/>
                  <a:alpha val="10000"/>
                </a:schemeClr>
              </a:gs>
              <a:gs pos="100000">
                <a:schemeClr val="accent5">
                  <a:lumMod val="50000"/>
                  <a:alpha val="3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1" algn="ctr" defTabSz="488950">
              <a:spcBef>
                <a:spcPts val="600"/>
              </a:spcBef>
              <a:spcAft>
                <a:spcPct val="15000"/>
              </a:spcAft>
            </a:pPr>
            <a:endParaRPr lang="en-US" altLang="zh-TW" sz="3200">
              <a:solidFill>
                <a:schemeClr val="bg1"/>
              </a:solidFill>
              <a:latin typeface="+mn-lt"/>
            </a:endParaRPr>
          </a:p>
        </p:txBody>
      </p:sp>
      <p:sp>
        <p:nvSpPr>
          <p:cNvPr id="58" name="Google Shape;230;p5">
            <a:extLst>
              <a:ext uri="{FF2B5EF4-FFF2-40B4-BE49-F238E27FC236}">
                <a16:creationId xmlns:a16="http://schemas.microsoft.com/office/drawing/2014/main" id="{5E717F12-CBFD-A09B-12DA-3D2EC1D9AB24}"/>
              </a:ext>
            </a:extLst>
          </p:cNvPr>
          <p:cNvSpPr/>
          <p:nvPr/>
        </p:nvSpPr>
        <p:spPr>
          <a:xfrm>
            <a:off x="1523003" y="4161360"/>
            <a:ext cx="4431000" cy="2068656"/>
          </a:xfrm>
          <a:prstGeom prst="roundRect">
            <a:avLst>
              <a:gd name="adj" fmla="val 4729"/>
            </a:avLst>
          </a:prstGeom>
          <a:gradFill>
            <a:gsLst>
              <a:gs pos="0">
                <a:schemeClr val="accent5">
                  <a:lumMod val="50000"/>
                  <a:alpha val="10000"/>
                </a:schemeClr>
              </a:gs>
              <a:gs pos="100000">
                <a:schemeClr val="accent5">
                  <a:lumMod val="50000"/>
                  <a:alpha val="3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1" algn="ctr" defTabSz="488950">
              <a:spcBef>
                <a:spcPts val="600"/>
              </a:spcBef>
              <a:spcAft>
                <a:spcPct val="15000"/>
              </a:spcAft>
            </a:pPr>
            <a:endParaRPr lang="en-US" altLang="zh-TW" sz="3200">
              <a:solidFill>
                <a:schemeClr val="bg1"/>
              </a:solidFill>
              <a:latin typeface="+mn-lt"/>
            </a:endParaRPr>
          </a:p>
        </p:txBody>
      </p:sp>
      <p:sp>
        <p:nvSpPr>
          <p:cNvPr id="45" name="Google Shape;230;p5">
            <a:extLst>
              <a:ext uri="{FF2B5EF4-FFF2-40B4-BE49-F238E27FC236}">
                <a16:creationId xmlns:a16="http://schemas.microsoft.com/office/drawing/2014/main" id="{5E717F12-CBFD-A09B-12DA-3D2EC1D9AB24}"/>
              </a:ext>
            </a:extLst>
          </p:cNvPr>
          <p:cNvSpPr/>
          <p:nvPr/>
        </p:nvSpPr>
        <p:spPr>
          <a:xfrm>
            <a:off x="1526559" y="1669440"/>
            <a:ext cx="4427444" cy="1569442"/>
          </a:xfrm>
          <a:prstGeom prst="roundRect">
            <a:avLst>
              <a:gd name="adj" fmla="val 4729"/>
            </a:avLst>
          </a:prstGeom>
          <a:gradFill>
            <a:gsLst>
              <a:gs pos="0">
                <a:schemeClr val="accent5">
                  <a:lumMod val="50000"/>
                  <a:alpha val="10000"/>
                </a:schemeClr>
              </a:gs>
              <a:gs pos="100000">
                <a:schemeClr val="accent5">
                  <a:lumMod val="50000"/>
                  <a:alpha val="3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1" algn="ctr" defTabSz="488950">
              <a:spcBef>
                <a:spcPts val="600"/>
              </a:spcBef>
              <a:spcAft>
                <a:spcPct val="15000"/>
              </a:spcAft>
            </a:pPr>
            <a:endParaRPr lang="en-US" altLang="zh-TW" sz="3200">
              <a:solidFill>
                <a:schemeClr val="bg1"/>
              </a:solidFill>
              <a:latin typeface="+mn-lt"/>
            </a:endParaRPr>
          </a:p>
        </p:txBody>
      </p:sp>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grpSp>
        <p:nvGrpSpPr>
          <p:cNvPr id="69" name="Group 91"/>
          <p:cNvGrpSpPr/>
          <p:nvPr/>
        </p:nvGrpSpPr>
        <p:grpSpPr>
          <a:xfrm>
            <a:off x="6472089" y="1364828"/>
            <a:ext cx="335099" cy="333623"/>
            <a:chOff x="4113213" y="2886076"/>
            <a:chExt cx="360363" cy="358775"/>
          </a:xfrm>
          <a:solidFill>
            <a:schemeClr val="bg1"/>
          </a:solidFill>
        </p:grpSpPr>
        <p:sp>
          <p:nvSpPr>
            <p:cNvPr id="70" name="Freeform 16"/>
            <p:cNvSpPr/>
            <p:nvPr/>
          </p:nvSpPr>
          <p:spPr bwMode="auto">
            <a:xfrm>
              <a:off x="4124325" y="2924176"/>
              <a:ext cx="236538" cy="112713"/>
            </a:xfrm>
            <a:custGeom>
              <a:avLst/>
              <a:gdLst>
                <a:gd name="T0" fmla="*/ 52 w 149"/>
                <a:gd name="T1" fmla="*/ 0 h 71"/>
                <a:gd name="T2" fmla="*/ 0 w 149"/>
                <a:gd name="T3" fmla="*/ 22 h 71"/>
                <a:gd name="T4" fmla="*/ 106 w 149"/>
                <a:gd name="T5" fmla="*/ 71 h 71"/>
                <a:gd name="T6" fmla="*/ 149 w 149"/>
                <a:gd name="T7" fmla="*/ 52 h 71"/>
                <a:gd name="T8" fmla="*/ 52 w 149"/>
                <a:gd name="T9" fmla="*/ 0 h 71"/>
              </a:gdLst>
              <a:ahLst/>
              <a:cxnLst>
                <a:cxn ang="0">
                  <a:pos x="T0" y="T1"/>
                </a:cxn>
                <a:cxn ang="0">
                  <a:pos x="T2" y="T3"/>
                </a:cxn>
                <a:cxn ang="0">
                  <a:pos x="T4" y="T5"/>
                </a:cxn>
                <a:cxn ang="0">
                  <a:pos x="T6" y="T7"/>
                </a:cxn>
                <a:cxn ang="0">
                  <a:pos x="T8" y="T9"/>
                </a:cxn>
              </a:cxnLst>
              <a:rect l="0" t="0" r="r" b="b"/>
              <a:pathLst>
                <a:path w="149" h="71">
                  <a:moveTo>
                    <a:pt x="52" y="0"/>
                  </a:moveTo>
                  <a:lnTo>
                    <a:pt x="0" y="22"/>
                  </a:lnTo>
                  <a:lnTo>
                    <a:pt x="106" y="71"/>
                  </a:lnTo>
                  <a:lnTo>
                    <a:pt x="149" y="52"/>
                  </a:lnTo>
                  <a:lnTo>
                    <a:pt x="5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spc="0" normalizeH="0" baseline="0" noProof="0" dirty="0">
                <a:ln>
                  <a:noFill/>
                </a:ln>
                <a:solidFill>
                  <a:prstClr val="black"/>
                </a:solidFill>
                <a:effectLst/>
                <a:uLnTx/>
                <a:uFillTx/>
                <a:cs typeface="+mn-ea"/>
                <a:sym typeface="+mn-lt"/>
              </a:endParaRPr>
            </a:p>
          </p:txBody>
        </p:sp>
        <p:sp>
          <p:nvSpPr>
            <p:cNvPr id="71" name="Freeform 17"/>
            <p:cNvSpPr>
              <a:spLocks noEditPoints="1"/>
            </p:cNvSpPr>
            <p:nvPr/>
          </p:nvSpPr>
          <p:spPr bwMode="auto">
            <a:xfrm>
              <a:off x="4113213" y="2970213"/>
              <a:ext cx="173038" cy="274638"/>
            </a:xfrm>
            <a:custGeom>
              <a:avLst/>
              <a:gdLst>
                <a:gd name="T0" fmla="*/ 0 w 46"/>
                <a:gd name="T1" fmla="*/ 52 h 73"/>
                <a:gd name="T2" fmla="*/ 1 w 46"/>
                <a:gd name="T3" fmla="*/ 54 h 73"/>
                <a:gd name="T4" fmla="*/ 46 w 46"/>
                <a:gd name="T5" fmla="*/ 73 h 73"/>
                <a:gd name="T6" fmla="*/ 46 w 46"/>
                <a:gd name="T7" fmla="*/ 21 h 73"/>
                <a:gd name="T8" fmla="*/ 0 w 46"/>
                <a:gd name="T9" fmla="*/ 0 h 73"/>
                <a:gd name="T10" fmla="*/ 0 w 46"/>
                <a:gd name="T11" fmla="*/ 52 h 73"/>
                <a:gd name="T12" fmla="*/ 12 w 46"/>
                <a:gd name="T13" fmla="*/ 18 h 73"/>
                <a:gd name="T14" fmla="*/ 13 w 46"/>
                <a:gd name="T15" fmla="*/ 16 h 73"/>
                <a:gd name="T16" fmla="*/ 15 w 46"/>
                <a:gd name="T17" fmla="*/ 16 h 73"/>
                <a:gd name="T18" fmla="*/ 37 w 46"/>
                <a:gd name="T19" fmla="*/ 26 h 73"/>
                <a:gd name="T20" fmla="*/ 38 w 46"/>
                <a:gd name="T21" fmla="*/ 28 h 73"/>
                <a:gd name="T22" fmla="*/ 38 w 46"/>
                <a:gd name="T23" fmla="*/ 48 h 73"/>
                <a:gd name="T24" fmla="*/ 37 w 46"/>
                <a:gd name="T25" fmla="*/ 50 h 73"/>
                <a:gd name="T26" fmla="*/ 36 w 46"/>
                <a:gd name="T27" fmla="*/ 50 h 73"/>
                <a:gd name="T28" fmla="*/ 35 w 46"/>
                <a:gd name="T29" fmla="*/ 50 h 73"/>
                <a:gd name="T30" fmla="*/ 13 w 46"/>
                <a:gd name="T31" fmla="*/ 40 h 73"/>
                <a:gd name="T32" fmla="*/ 12 w 46"/>
                <a:gd name="T33" fmla="*/ 38 h 73"/>
                <a:gd name="T34" fmla="*/ 12 w 46"/>
                <a:gd name="T35" fmla="*/ 18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6" h="73">
                  <a:moveTo>
                    <a:pt x="0" y="52"/>
                  </a:moveTo>
                  <a:cubicBezTo>
                    <a:pt x="0" y="53"/>
                    <a:pt x="0" y="54"/>
                    <a:pt x="1" y="54"/>
                  </a:cubicBezTo>
                  <a:cubicBezTo>
                    <a:pt x="46" y="73"/>
                    <a:pt x="46" y="73"/>
                    <a:pt x="46" y="73"/>
                  </a:cubicBezTo>
                  <a:cubicBezTo>
                    <a:pt x="46" y="21"/>
                    <a:pt x="46" y="21"/>
                    <a:pt x="46" y="21"/>
                  </a:cubicBezTo>
                  <a:cubicBezTo>
                    <a:pt x="0" y="0"/>
                    <a:pt x="0" y="0"/>
                    <a:pt x="0" y="0"/>
                  </a:cubicBezTo>
                  <a:lnTo>
                    <a:pt x="0" y="52"/>
                  </a:lnTo>
                  <a:close/>
                  <a:moveTo>
                    <a:pt x="12" y="18"/>
                  </a:moveTo>
                  <a:cubicBezTo>
                    <a:pt x="12" y="17"/>
                    <a:pt x="12" y="17"/>
                    <a:pt x="13" y="16"/>
                  </a:cubicBezTo>
                  <a:cubicBezTo>
                    <a:pt x="13" y="16"/>
                    <a:pt x="14" y="16"/>
                    <a:pt x="15" y="16"/>
                  </a:cubicBezTo>
                  <a:cubicBezTo>
                    <a:pt x="37" y="26"/>
                    <a:pt x="37" y="26"/>
                    <a:pt x="37" y="26"/>
                  </a:cubicBezTo>
                  <a:cubicBezTo>
                    <a:pt x="38" y="27"/>
                    <a:pt x="38" y="27"/>
                    <a:pt x="38" y="28"/>
                  </a:cubicBezTo>
                  <a:cubicBezTo>
                    <a:pt x="38" y="48"/>
                    <a:pt x="38" y="48"/>
                    <a:pt x="38" y="48"/>
                  </a:cubicBezTo>
                  <a:cubicBezTo>
                    <a:pt x="38" y="49"/>
                    <a:pt x="38" y="49"/>
                    <a:pt x="37" y="50"/>
                  </a:cubicBezTo>
                  <a:cubicBezTo>
                    <a:pt x="37" y="50"/>
                    <a:pt x="36" y="50"/>
                    <a:pt x="36" y="50"/>
                  </a:cubicBezTo>
                  <a:cubicBezTo>
                    <a:pt x="36" y="50"/>
                    <a:pt x="35" y="50"/>
                    <a:pt x="35" y="50"/>
                  </a:cubicBezTo>
                  <a:cubicBezTo>
                    <a:pt x="13" y="40"/>
                    <a:pt x="13" y="40"/>
                    <a:pt x="13" y="40"/>
                  </a:cubicBezTo>
                  <a:cubicBezTo>
                    <a:pt x="12" y="39"/>
                    <a:pt x="12" y="39"/>
                    <a:pt x="12" y="38"/>
                  </a:cubicBezTo>
                  <a:lnTo>
                    <a:pt x="12"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spc="0" normalizeH="0" baseline="0" noProof="0" dirty="0">
                <a:ln>
                  <a:noFill/>
                </a:ln>
                <a:solidFill>
                  <a:prstClr val="black"/>
                </a:solidFill>
                <a:effectLst/>
                <a:uLnTx/>
                <a:uFillTx/>
                <a:cs typeface="+mn-ea"/>
                <a:sym typeface="+mn-lt"/>
              </a:endParaRPr>
            </a:p>
          </p:txBody>
        </p:sp>
        <p:sp>
          <p:nvSpPr>
            <p:cNvPr id="72" name="Freeform 18"/>
            <p:cNvSpPr/>
            <p:nvPr/>
          </p:nvSpPr>
          <p:spPr bwMode="auto">
            <a:xfrm>
              <a:off x="4300538" y="2970213"/>
              <a:ext cx="173038" cy="274638"/>
            </a:xfrm>
            <a:custGeom>
              <a:avLst/>
              <a:gdLst>
                <a:gd name="T0" fmla="*/ 0 w 46"/>
                <a:gd name="T1" fmla="*/ 21 h 73"/>
                <a:gd name="T2" fmla="*/ 0 w 46"/>
                <a:gd name="T3" fmla="*/ 73 h 73"/>
                <a:gd name="T4" fmla="*/ 45 w 46"/>
                <a:gd name="T5" fmla="*/ 54 h 73"/>
                <a:gd name="T6" fmla="*/ 46 w 46"/>
                <a:gd name="T7" fmla="*/ 52 h 73"/>
                <a:gd name="T8" fmla="*/ 46 w 46"/>
                <a:gd name="T9" fmla="*/ 0 h 73"/>
                <a:gd name="T10" fmla="*/ 0 w 46"/>
                <a:gd name="T11" fmla="*/ 21 h 73"/>
              </a:gdLst>
              <a:ahLst/>
              <a:cxnLst>
                <a:cxn ang="0">
                  <a:pos x="T0" y="T1"/>
                </a:cxn>
                <a:cxn ang="0">
                  <a:pos x="T2" y="T3"/>
                </a:cxn>
                <a:cxn ang="0">
                  <a:pos x="T4" y="T5"/>
                </a:cxn>
                <a:cxn ang="0">
                  <a:pos x="T6" y="T7"/>
                </a:cxn>
                <a:cxn ang="0">
                  <a:pos x="T8" y="T9"/>
                </a:cxn>
                <a:cxn ang="0">
                  <a:pos x="T10" y="T11"/>
                </a:cxn>
              </a:cxnLst>
              <a:rect l="0" t="0" r="r" b="b"/>
              <a:pathLst>
                <a:path w="46" h="73">
                  <a:moveTo>
                    <a:pt x="0" y="21"/>
                  </a:moveTo>
                  <a:cubicBezTo>
                    <a:pt x="0" y="73"/>
                    <a:pt x="0" y="73"/>
                    <a:pt x="0" y="73"/>
                  </a:cubicBezTo>
                  <a:cubicBezTo>
                    <a:pt x="45" y="54"/>
                    <a:pt x="45" y="54"/>
                    <a:pt x="45" y="54"/>
                  </a:cubicBezTo>
                  <a:cubicBezTo>
                    <a:pt x="46" y="54"/>
                    <a:pt x="46" y="53"/>
                    <a:pt x="46" y="52"/>
                  </a:cubicBezTo>
                  <a:cubicBezTo>
                    <a:pt x="46" y="0"/>
                    <a:pt x="46" y="0"/>
                    <a:pt x="46" y="0"/>
                  </a:cubicBezTo>
                  <a:lnTo>
                    <a:pt x="0"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spc="0" normalizeH="0" baseline="0" noProof="0" dirty="0">
                <a:ln>
                  <a:noFill/>
                </a:ln>
                <a:solidFill>
                  <a:prstClr val="black"/>
                </a:solidFill>
                <a:effectLst/>
                <a:uLnTx/>
                <a:uFillTx/>
                <a:cs typeface="+mn-ea"/>
                <a:sym typeface="+mn-lt"/>
              </a:endParaRPr>
            </a:p>
          </p:txBody>
        </p:sp>
        <p:sp>
          <p:nvSpPr>
            <p:cNvPr id="73" name="Freeform 19"/>
            <p:cNvSpPr/>
            <p:nvPr/>
          </p:nvSpPr>
          <p:spPr bwMode="auto">
            <a:xfrm>
              <a:off x="4225925" y="2886076"/>
              <a:ext cx="236538" cy="114300"/>
            </a:xfrm>
            <a:custGeom>
              <a:avLst/>
              <a:gdLst>
                <a:gd name="T0" fmla="*/ 63 w 63"/>
                <a:gd name="T1" fmla="*/ 19 h 30"/>
                <a:gd name="T2" fmla="*/ 19 w 63"/>
                <a:gd name="T3" fmla="*/ 0 h 30"/>
                <a:gd name="T4" fmla="*/ 17 w 63"/>
                <a:gd name="T5" fmla="*/ 0 h 30"/>
                <a:gd name="T6" fmla="*/ 0 w 63"/>
                <a:gd name="T7" fmla="*/ 8 h 30"/>
                <a:gd name="T8" fmla="*/ 40 w 63"/>
                <a:gd name="T9" fmla="*/ 30 h 30"/>
                <a:gd name="T10" fmla="*/ 63 w 63"/>
                <a:gd name="T11" fmla="*/ 19 h 30"/>
              </a:gdLst>
              <a:ahLst/>
              <a:cxnLst>
                <a:cxn ang="0">
                  <a:pos x="T0" y="T1"/>
                </a:cxn>
                <a:cxn ang="0">
                  <a:pos x="T2" y="T3"/>
                </a:cxn>
                <a:cxn ang="0">
                  <a:pos x="T4" y="T5"/>
                </a:cxn>
                <a:cxn ang="0">
                  <a:pos x="T6" y="T7"/>
                </a:cxn>
                <a:cxn ang="0">
                  <a:pos x="T8" y="T9"/>
                </a:cxn>
                <a:cxn ang="0">
                  <a:pos x="T10" y="T11"/>
                </a:cxn>
              </a:cxnLst>
              <a:rect l="0" t="0" r="r" b="b"/>
              <a:pathLst>
                <a:path w="62" h="30">
                  <a:moveTo>
                    <a:pt x="63" y="19"/>
                  </a:moveTo>
                  <a:cubicBezTo>
                    <a:pt x="19" y="0"/>
                    <a:pt x="19" y="0"/>
                    <a:pt x="19" y="0"/>
                  </a:cubicBezTo>
                  <a:cubicBezTo>
                    <a:pt x="18" y="0"/>
                    <a:pt x="18" y="0"/>
                    <a:pt x="17" y="0"/>
                  </a:cubicBezTo>
                  <a:cubicBezTo>
                    <a:pt x="0" y="8"/>
                    <a:pt x="0" y="8"/>
                    <a:pt x="0" y="8"/>
                  </a:cubicBezTo>
                  <a:cubicBezTo>
                    <a:pt x="40" y="30"/>
                    <a:pt x="40" y="30"/>
                    <a:pt x="40" y="30"/>
                  </a:cubicBezTo>
                  <a:lnTo>
                    <a:pt x="63"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spc="0" normalizeH="0" baseline="0" noProof="0" dirty="0">
                <a:ln>
                  <a:noFill/>
                </a:ln>
                <a:solidFill>
                  <a:prstClr val="black"/>
                </a:solidFill>
                <a:effectLst/>
                <a:uLnTx/>
                <a:uFillTx/>
                <a:cs typeface="+mn-ea"/>
                <a:sym typeface="+mn-lt"/>
              </a:endParaRPr>
            </a:p>
          </p:txBody>
        </p:sp>
      </p:grpSp>
      <p:sp>
        <p:nvSpPr>
          <p:cNvPr id="64" name="Arc 147"/>
          <p:cNvSpPr/>
          <p:nvPr/>
        </p:nvSpPr>
        <p:spPr>
          <a:xfrm>
            <a:off x="687860" y="1074047"/>
            <a:ext cx="739645" cy="739645"/>
          </a:xfrm>
          <a:prstGeom prst="arc">
            <a:avLst>
              <a:gd name="adj1" fmla="val 1134135"/>
              <a:gd name="adj2" fmla="val 20577735"/>
            </a:avLst>
          </a:prstGeom>
          <a:ln w="952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prstClr val="black"/>
              </a:solidFill>
              <a:effectLst/>
              <a:uLnTx/>
              <a:uFillTx/>
              <a:cs typeface="+mn-ea"/>
              <a:sym typeface="+mn-lt"/>
            </a:endParaRPr>
          </a:p>
        </p:txBody>
      </p:sp>
      <p:sp>
        <p:nvSpPr>
          <p:cNvPr id="99" name="PA-矩形 4"/>
          <p:cNvSpPr>
            <a:spLocks noChangeArrowheads="1"/>
          </p:cNvSpPr>
          <p:nvPr>
            <p:custDataLst>
              <p:tags r:id="rId1"/>
            </p:custDataLst>
          </p:nvPr>
        </p:nvSpPr>
        <p:spPr bwMode="auto">
          <a:xfrm>
            <a:off x="7241331" y="1770016"/>
            <a:ext cx="4580169"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eaLnBrk="1" hangingPunct="1">
              <a:lnSpc>
                <a:spcPct val="150000"/>
              </a:lnSpc>
              <a:buFont typeface="Arial" panose="020B0604020202020204" pitchFamily="34" charset="0"/>
              <a:buChar char="•"/>
            </a:pPr>
            <a:r>
              <a:rPr lang="en-US" altLang="zh-CN" sz="1400" dirty="0" smtClean="0">
                <a:solidFill>
                  <a:schemeClr val="bg1"/>
                </a:solidFill>
                <a:latin typeface="+mn-lt"/>
                <a:cs typeface="+mn-ea"/>
                <a:sym typeface="+mn-lt"/>
              </a:rPr>
              <a:t>Batch </a:t>
            </a:r>
            <a:r>
              <a:rPr lang="en-US" altLang="zh-CN" sz="1400" dirty="0">
                <a:solidFill>
                  <a:schemeClr val="bg1"/>
                </a:solidFill>
                <a:latin typeface="+mn-lt"/>
                <a:cs typeface="+mn-ea"/>
                <a:sym typeface="+mn-lt"/>
              </a:rPr>
              <a:t>import </a:t>
            </a:r>
            <a:r>
              <a:rPr lang="en-US" altLang="zh-CN" sz="1400" dirty="0" smtClean="0">
                <a:solidFill>
                  <a:schemeClr val="bg1"/>
                </a:solidFill>
                <a:latin typeface="+mn-lt"/>
                <a:cs typeface="+mn-ea"/>
                <a:sym typeface="+mn-lt"/>
              </a:rPr>
              <a:t>all data by Excel.</a:t>
            </a:r>
          </a:p>
          <a:p>
            <a:pPr marL="285750" indent="-285750" eaLnBrk="1" hangingPunct="1">
              <a:lnSpc>
                <a:spcPct val="150000"/>
              </a:lnSpc>
              <a:buFont typeface="Arial" panose="020B0604020202020204" pitchFamily="34" charset="0"/>
              <a:buChar char="•"/>
            </a:pPr>
            <a:r>
              <a:rPr lang="en-US" altLang="zh-CN" sz="1400" dirty="0">
                <a:solidFill>
                  <a:schemeClr val="bg1"/>
                </a:solidFill>
                <a:latin typeface="+mn-lt"/>
                <a:cs typeface="+mn-ea"/>
                <a:sym typeface="+mn-lt"/>
              </a:rPr>
              <a:t>J</a:t>
            </a:r>
            <a:r>
              <a:rPr lang="en-US" altLang="zh-CN" sz="1400" dirty="0" smtClean="0">
                <a:solidFill>
                  <a:schemeClr val="bg1"/>
                </a:solidFill>
                <a:latin typeface="+mn-lt"/>
                <a:cs typeface="+mn-ea"/>
                <a:sym typeface="+mn-lt"/>
              </a:rPr>
              <a:t>udge clocking </a:t>
            </a:r>
            <a:r>
              <a:rPr lang="en-US" altLang="zh-CN" sz="1400" dirty="0">
                <a:solidFill>
                  <a:schemeClr val="bg1"/>
                </a:solidFill>
                <a:latin typeface="+mn-lt"/>
                <a:cs typeface="+mn-ea"/>
                <a:sym typeface="+mn-lt"/>
              </a:rPr>
              <a:t>in </a:t>
            </a:r>
            <a:r>
              <a:rPr lang="en-US" altLang="zh-CN" sz="1400" dirty="0" smtClean="0">
                <a:solidFill>
                  <a:schemeClr val="bg1"/>
                </a:solidFill>
                <a:latin typeface="+mn-lt"/>
                <a:cs typeface="+mn-ea"/>
                <a:sym typeface="+mn-lt"/>
              </a:rPr>
              <a:t>or </a:t>
            </a:r>
            <a:r>
              <a:rPr lang="en-US" altLang="zh-CN" sz="1400" dirty="0">
                <a:solidFill>
                  <a:schemeClr val="bg1"/>
                </a:solidFill>
                <a:latin typeface="+mn-lt"/>
                <a:cs typeface="+mn-ea"/>
                <a:sym typeface="+mn-lt"/>
              </a:rPr>
              <a:t>out </a:t>
            </a:r>
            <a:r>
              <a:rPr lang="en-US" altLang="zh-CN" sz="1400" dirty="0" smtClean="0">
                <a:solidFill>
                  <a:schemeClr val="bg1"/>
                </a:solidFill>
                <a:latin typeface="+mn-lt"/>
                <a:cs typeface="+mn-ea"/>
                <a:sym typeface="+mn-lt"/>
              </a:rPr>
              <a:t>automatically</a:t>
            </a:r>
            <a:r>
              <a:rPr lang="en-US" altLang="zh-CN" sz="1400" dirty="0">
                <a:solidFill>
                  <a:schemeClr val="bg1"/>
                </a:solidFill>
                <a:latin typeface="+mn-lt"/>
                <a:cs typeface="+mn-ea"/>
                <a:sym typeface="+mn-lt"/>
              </a:rPr>
              <a:t>.</a:t>
            </a:r>
            <a:endParaRPr lang="en-US" altLang="zh-CN" sz="1400" dirty="0" smtClean="0">
              <a:solidFill>
                <a:schemeClr val="bg1"/>
              </a:solidFill>
              <a:latin typeface="+mn-lt"/>
              <a:cs typeface="+mn-ea"/>
              <a:sym typeface="+mn-lt"/>
            </a:endParaRPr>
          </a:p>
          <a:p>
            <a:pPr marL="285750" indent="-285750" eaLnBrk="1" hangingPunct="1">
              <a:lnSpc>
                <a:spcPct val="150000"/>
              </a:lnSpc>
              <a:buFont typeface="Arial" panose="020B0604020202020204" pitchFamily="34" charset="0"/>
              <a:buChar char="•"/>
            </a:pPr>
            <a:r>
              <a:rPr lang="en-US" altLang="zh-TW" sz="1400" dirty="0" smtClean="0">
                <a:solidFill>
                  <a:schemeClr val="bg1"/>
                </a:solidFill>
                <a:latin typeface="+mn-lt"/>
                <a:cs typeface="+mn-ea"/>
                <a:sym typeface="+mn-lt"/>
              </a:rPr>
              <a:t>Support employee moving </a:t>
            </a:r>
            <a:r>
              <a:rPr lang="en-US" altLang="zh-TW" sz="1400" dirty="0" smtClean="0">
                <a:solidFill>
                  <a:schemeClr val="bg1"/>
                </a:solidFill>
                <a:latin typeface="+mn-lt"/>
                <a:cs typeface="+mn-ea"/>
                <a:sym typeface="+mn-lt"/>
              </a:rPr>
              <a:t>between departments. </a:t>
            </a:r>
          </a:p>
          <a:p>
            <a:pPr marL="285750" indent="-285750" eaLnBrk="1" hangingPunct="1">
              <a:lnSpc>
                <a:spcPct val="150000"/>
              </a:lnSpc>
              <a:buFont typeface="Arial" panose="020B0604020202020204" pitchFamily="34" charset="0"/>
              <a:buChar char="•"/>
            </a:pPr>
            <a:r>
              <a:rPr lang="en-US" altLang="zh-CN" sz="1400" dirty="0">
                <a:solidFill>
                  <a:schemeClr val="bg1"/>
                </a:solidFill>
                <a:latin typeface="+mn-lt"/>
                <a:cs typeface="+mn-ea"/>
                <a:sym typeface="+mn-lt"/>
              </a:rPr>
              <a:t>Security control and traceability for different users.</a:t>
            </a:r>
          </a:p>
        </p:txBody>
      </p:sp>
      <p:sp>
        <p:nvSpPr>
          <p:cNvPr id="103" name="PA-矩形 4"/>
          <p:cNvSpPr>
            <a:spLocks noChangeArrowheads="1"/>
          </p:cNvSpPr>
          <p:nvPr>
            <p:custDataLst>
              <p:tags r:id="rId2"/>
            </p:custDataLst>
          </p:nvPr>
        </p:nvSpPr>
        <p:spPr bwMode="auto">
          <a:xfrm>
            <a:off x="1628904" y="1722765"/>
            <a:ext cx="4466982"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eaLnBrk="1" hangingPunct="1">
              <a:lnSpc>
                <a:spcPct val="150000"/>
              </a:lnSpc>
              <a:buFont typeface="Arial" panose="020B0604020202020204" pitchFamily="34" charset="0"/>
              <a:buChar char="•"/>
            </a:pPr>
            <a:r>
              <a:rPr lang="en-US" altLang="zh-CN" sz="1400" dirty="0" smtClean="0">
                <a:solidFill>
                  <a:schemeClr val="bg1"/>
                </a:solidFill>
                <a:latin typeface="+mn-lt"/>
                <a:cs typeface="+mn-ea"/>
                <a:sym typeface="+mn-lt"/>
              </a:rPr>
              <a:t>Same </a:t>
            </a:r>
            <a:r>
              <a:rPr lang="en-US" altLang="zh-CN" sz="1400" dirty="0">
                <a:solidFill>
                  <a:schemeClr val="bg1"/>
                </a:solidFill>
                <a:latin typeface="+mn-lt"/>
                <a:cs typeface="+mn-ea"/>
                <a:sym typeface="+mn-lt"/>
              </a:rPr>
              <a:t>framework as China and Vietnam </a:t>
            </a:r>
            <a:r>
              <a:rPr lang="en-US" altLang="zh-CN" sz="1400" dirty="0" smtClean="0">
                <a:solidFill>
                  <a:schemeClr val="bg1"/>
                </a:solidFill>
                <a:latin typeface="+mn-lt"/>
                <a:cs typeface="+mn-ea"/>
                <a:sym typeface="+mn-lt"/>
              </a:rPr>
              <a:t>sites.</a:t>
            </a:r>
            <a:endParaRPr lang="en-US" altLang="zh-CN" sz="1400" dirty="0" smtClean="0">
              <a:solidFill>
                <a:schemeClr val="bg1"/>
              </a:solidFill>
              <a:latin typeface="+mn-lt"/>
              <a:cs typeface="+mn-ea"/>
              <a:sym typeface="+mn-lt"/>
            </a:endParaRPr>
          </a:p>
          <a:p>
            <a:pPr marL="285750" indent="-285750" eaLnBrk="1" hangingPunct="1">
              <a:lnSpc>
                <a:spcPct val="150000"/>
              </a:lnSpc>
              <a:buFont typeface="Arial" panose="020B0604020202020204" pitchFamily="34" charset="0"/>
              <a:buChar char="•"/>
            </a:pPr>
            <a:r>
              <a:rPr lang="en-US" altLang="zh-CN" sz="1400" dirty="0" smtClean="0">
                <a:solidFill>
                  <a:schemeClr val="accent6"/>
                </a:solidFill>
                <a:latin typeface="+mn-lt"/>
                <a:cs typeface="+mn-ea"/>
                <a:sym typeface="+mn-lt"/>
              </a:rPr>
              <a:t>Web </a:t>
            </a:r>
            <a:r>
              <a:rPr lang="en-US" altLang="zh-CN" sz="1400" dirty="0" smtClean="0">
                <a:solidFill>
                  <a:schemeClr val="accent6"/>
                </a:solidFill>
                <a:latin typeface="+mn-lt"/>
                <a:cs typeface="+mn-ea"/>
                <a:sym typeface="+mn-lt"/>
              </a:rPr>
              <a:t>application, no need to install</a:t>
            </a:r>
            <a:r>
              <a:rPr lang="en-US" altLang="zh-CN" sz="1400" dirty="0" smtClean="0">
                <a:solidFill>
                  <a:schemeClr val="accent6"/>
                </a:solidFill>
                <a:latin typeface="+mn-lt"/>
                <a:cs typeface="+mn-ea"/>
                <a:sym typeface="+mn-lt"/>
              </a:rPr>
              <a:t>.</a:t>
            </a:r>
          </a:p>
          <a:p>
            <a:pPr marL="285750" indent="-285750" eaLnBrk="1" hangingPunct="1">
              <a:lnSpc>
                <a:spcPct val="150000"/>
              </a:lnSpc>
              <a:buFont typeface="Arial" panose="020B0604020202020204" pitchFamily="34" charset="0"/>
              <a:buChar char="•"/>
            </a:pPr>
            <a:r>
              <a:rPr lang="en-US" altLang="zh-CN" sz="1400" dirty="0">
                <a:solidFill>
                  <a:schemeClr val="bg1"/>
                </a:solidFill>
                <a:latin typeface="+mn-lt"/>
                <a:cs typeface="+mn-ea"/>
                <a:sym typeface="+mn-lt"/>
              </a:rPr>
              <a:t>Multi-language support English &amp; </a:t>
            </a:r>
            <a:r>
              <a:rPr lang="en-US" altLang="zh-CN" sz="1400" dirty="0" smtClean="0">
                <a:solidFill>
                  <a:schemeClr val="bg1"/>
                </a:solidFill>
                <a:latin typeface="+mn-lt"/>
                <a:cs typeface="+mn-ea"/>
                <a:sym typeface="+mn-lt"/>
              </a:rPr>
              <a:t>Chinese</a:t>
            </a:r>
            <a:r>
              <a:rPr lang="en-US" altLang="zh-CN" sz="1400" dirty="0">
                <a:solidFill>
                  <a:schemeClr val="bg1"/>
                </a:solidFill>
                <a:latin typeface="+mn-lt"/>
                <a:cs typeface="+mn-ea"/>
                <a:sym typeface="+mn-lt"/>
              </a:rPr>
              <a:t>.</a:t>
            </a:r>
            <a:endParaRPr lang="en-US" altLang="zh-CN" sz="1400" dirty="0" smtClean="0">
              <a:solidFill>
                <a:schemeClr val="bg1"/>
              </a:solidFill>
              <a:latin typeface="+mn-lt"/>
              <a:ea typeface="+mn-ea"/>
              <a:cs typeface="+mn-ea"/>
              <a:sym typeface="+mn-lt"/>
            </a:endParaRPr>
          </a:p>
          <a:p>
            <a:pPr marL="285750" indent="-285750" eaLnBrk="1" hangingPunct="1">
              <a:lnSpc>
                <a:spcPct val="150000"/>
              </a:lnSpc>
              <a:buFont typeface="Arial" panose="020B0604020202020204" pitchFamily="34" charset="0"/>
              <a:buChar char="•"/>
            </a:pPr>
            <a:r>
              <a:rPr lang="en-US" altLang="zh-CN" sz="1400" dirty="0" smtClean="0">
                <a:solidFill>
                  <a:schemeClr val="bg1"/>
                </a:solidFill>
                <a:latin typeface="+mn-lt"/>
                <a:cs typeface="+mn-ea"/>
                <a:sym typeface="+mn-lt"/>
              </a:rPr>
              <a:t>Provide e-approval with </a:t>
            </a:r>
            <a:r>
              <a:rPr lang="en-US" altLang="zh-CN" sz="1400" dirty="0" smtClean="0">
                <a:solidFill>
                  <a:schemeClr val="bg1"/>
                </a:solidFill>
                <a:latin typeface="+mn-lt"/>
                <a:ea typeface="+mn-ea"/>
                <a:cs typeface="+mn-ea"/>
                <a:sym typeface="+mn-lt"/>
              </a:rPr>
              <a:t>PC/Internet/Mobile</a:t>
            </a:r>
            <a:r>
              <a:rPr lang="en-US" altLang="zh-CN" sz="1400" dirty="0" smtClean="0">
                <a:solidFill>
                  <a:schemeClr val="bg1"/>
                </a:solidFill>
                <a:latin typeface="+mn-lt"/>
                <a:ea typeface="+mn-ea"/>
                <a:cs typeface="+mn-ea"/>
                <a:sym typeface="+mn-lt"/>
              </a:rPr>
              <a:t>.</a:t>
            </a:r>
            <a:endParaRPr lang="en-US" altLang="zh-CN" sz="1400" dirty="0" smtClean="0">
              <a:solidFill>
                <a:schemeClr val="bg1"/>
              </a:solidFill>
              <a:latin typeface="+mn-lt"/>
              <a:ea typeface="+mn-ea"/>
              <a:cs typeface="+mn-ea"/>
              <a:sym typeface="+mn-lt"/>
            </a:endParaRPr>
          </a:p>
        </p:txBody>
      </p:sp>
      <p:sp>
        <p:nvSpPr>
          <p:cNvPr id="105" name="PA-矩形 4"/>
          <p:cNvSpPr>
            <a:spLocks noChangeArrowheads="1"/>
          </p:cNvSpPr>
          <p:nvPr>
            <p:custDataLst>
              <p:tags r:id="rId3"/>
            </p:custDataLst>
          </p:nvPr>
        </p:nvSpPr>
        <p:spPr bwMode="auto">
          <a:xfrm>
            <a:off x="1979002" y="3739032"/>
            <a:ext cx="450554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solidFill>
                <a:schemeClr val="accent1"/>
              </a:solidFill>
              <a:latin typeface="+mn-lt"/>
              <a:cs typeface="+mn-ea"/>
              <a:sym typeface="+mn-lt"/>
            </a:endParaRPr>
          </a:p>
        </p:txBody>
      </p:sp>
      <p:sp>
        <p:nvSpPr>
          <p:cNvPr id="95" name="PA-AutoShape 13"/>
          <p:cNvSpPr/>
          <p:nvPr>
            <p:custDataLst>
              <p:tags r:id="rId4"/>
            </p:custDataLst>
          </p:nvPr>
        </p:nvSpPr>
        <p:spPr bwMode="auto">
          <a:xfrm>
            <a:off x="905973" y="3704702"/>
            <a:ext cx="331742" cy="32810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59" y="0"/>
                  <a:pt x="0" y="4859"/>
                  <a:pt x="0" y="10800"/>
                </a:cubicBezTo>
                <a:cubicBezTo>
                  <a:pt x="0" y="16739"/>
                  <a:pt x="4859" y="21600"/>
                  <a:pt x="10800" y="21600"/>
                </a:cubicBezTo>
                <a:cubicBezTo>
                  <a:pt x="16739" y="21600"/>
                  <a:pt x="21600" y="16739"/>
                  <a:pt x="21600" y="10800"/>
                </a:cubicBezTo>
                <a:cubicBezTo>
                  <a:pt x="21600" y="4859"/>
                  <a:pt x="16739" y="0"/>
                  <a:pt x="10800" y="0"/>
                </a:cubicBezTo>
                <a:close/>
                <a:moveTo>
                  <a:pt x="14939" y="4319"/>
                </a:moveTo>
                <a:cubicBezTo>
                  <a:pt x="15659" y="3779"/>
                  <a:pt x="15659" y="3779"/>
                  <a:pt x="15659" y="3779"/>
                </a:cubicBezTo>
                <a:cubicBezTo>
                  <a:pt x="15659" y="3779"/>
                  <a:pt x="15299" y="3059"/>
                  <a:pt x="15479" y="2519"/>
                </a:cubicBezTo>
                <a:cubicBezTo>
                  <a:pt x="15659" y="2519"/>
                  <a:pt x="16379" y="2879"/>
                  <a:pt x="16919" y="3599"/>
                </a:cubicBezTo>
                <a:cubicBezTo>
                  <a:pt x="16559" y="5219"/>
                  <a:pt x="15479" y="5039"/>
                  <a:pt x="15479" y="5039"/>
                </a:cubicBezTo>
                <a:cubicBezTo>
                  <a:pt x="15479" y="5039"/>
                  <a:pt x="14759" y="5039"/>
                  <a:pt x="14939" y="4319"/>
                </a:cubicBezTo>
                <a:close/>
                <a:moveTo>
                  <a:pt x="8459" y="13859"/>
                </a:moveTo>
                <a:cubicBezTo>
                  <a:pt x="8279" y="14039"/>
                  <a:pt x="8099" y="14579"/>
                  <a:pt x="7919" y="15119"/>
                </a:cubicBezTo>
                <a:cubicBezTo>
                  <a:pt x="7739" y="15479"/>
                  <a:pt x="7559" y="15660"/>
                  <a:pt x="7379" y="15839"/>
                </a:cubicBezTo>
                <a:cubicBezTo>
                  <a:pt x="7019" y="16019"/>
                  <a:pt x="7019" y="16379"/>
                  <a:pt x="7019" y="16379"/>
                </a:cubicBezTo>
                <a:cubicBezTo>
                  <a:pt x="6839" y="17099"/>
                  <a:pt x="6839" y="17099"/>
                  <a:pt x="6839" y="17099"/>
                </a:cubicBezTo>
                <a:cubicBezTo>
                  <a:pt x="6839" y="17099"/>
                  <a:pt x="7019" y="17819"/>
                  <a:pt x="7200" y="17999"/>
                </a:cubicBezTo>
                <a:cubicBezTo>
                  <a:pt x="7200" y="18360"/>
                  <a:pt x="6659" y="19799"/>
                  <a:pt x="6659" y="19799"/>
                </a:cubicBezTo>
                <a:cubicBezTo>
                  <a:pt x="6120" y="19620"/>
                  <a:pt x="5940" y="19079"/>
                  <a:pt x="5760" y="18719"/>
                </a:cubicBezTo>
                <a:cubicBezTo>
                  <a:pt x="5760" y="18360"/>
                  <a:pt x="5399" y="18179"/>
                  <a:pt x="5579" y="17819"/>
                </a:cubicBezTo>
                <a:cubicBezTo>
                  <a:pt x="5579" y="17279"/>
                  <a:pt x="5219" y="17099"/>
                  <a:pt x="5039" y="16919"/>
                </a:cubicBezTo>
                <a:cubicBezTo>
                  <a:pt x="4859" y="16559"/>
                  <a:pt x="4679" y="16199"/>
                  <a:pt x="4679" y="16019"/>
                </a:cubicBezTo>
                <a:cubicBezTo>
                  <a:pt x="4679" y="15839"/>
                  <a:pt x="4139" y="15479"/>
                  <a:pt x="4139" y="15479"/>
                </a:cubicBezTo>
                <a:cubicBezTo>
                  <a:pt x="4139" y="15479"/>
                  <a:pt x="3239" y="14940"/>
                  <a:pt x="3060" y="14759"/>
                </a:cubicBezTo>
                <a:cubicBezTo>
                  <a:pt x="2880" y="14579"/>
                  <a:pt x="2699" y="13859"/>
                  <a:pt x="2699" y="13499"/>
                </a:cubicBezTo>
                <a:cubicBezTo>
                  <a:pt x="2699" y="13139"/>
                  <a:pt x="2880" y="12239"/>
                  <a:pt x="2880" y="12239"/>
                </a:cubicBezTo>
                <a:cubicBezTo>
                  <a:pt x="2880" y="12239"/>
                  <a:pt x="3239" y="11879"/>
                  <a:pt x="3060" y="11699"/>
                </a:cubicBezTo>
                <a:cubicBezTo>
                  <a:pt x="2699" y="11519"/>
                  <a:pt x="2699" y="10800"/>
                  <a:pt x="2699" y="10800"/>
                </a:cubicBezTo>
                <a:cubicBezTo>
                  <a:pt x="2339" y="10439"/>
                  <a:pt x="2339" y="10439"/>
                  <a:pt x="2339" y="10439"/>
                </a:cubicBezTo>
                <a:cubicBezTo>
                  <a:pt x="2339" y="10439"/>
                  <a:pt x="1979" y="9899"/>
                  <a:pt x="1800" y="9719"/>
                </a:cubicBezTo>
                <a:cubicBezTo>
                  <a:pt x="1800" y="9359"/>
                  <a:pt x="1800" y="9180"/>
                  <a:pt x="1979" y="8999"/>
                </a:cubicBezTo>
                <a:cubicBezTo>
                  <a:pt x="1979" y="8819"/>
                  <a:pt x="1800" y="8279"/>
                  <a:pt x="1800" y="8099"/>
                </a:cubicBezTo>
                <a:cubicBezTo>
                  <a:pt x="3600" y="3599"/>
                  <a:pt x="6659" y="2699"/>
                  <a:pt x="6659" y="2699"/>
                </a:cubicBezTo>
                <a:cubicBezTo>
                  <a:pt x="6839" y="3599"/>
                  <a:pt x="6839" y="3599"/>
                  <a:pt x="6839" y="3599"/>
                </a:cubicBezTo>
                <a:cubicBezTo>
                  <a:pt x="6839" y="3599"/>
                  <a:pt x="6299" y="3779"/>
                  <a:pt x="6120" y="3779"/>
                </a:cubicBezTo>
                <a:cubicBezTo>
                  <a:pt x="5760" y="3599"/>
                  <a:pt x="5579" y="3599"/>
                  <a:pt x="5579" y="3599"/>
                </a:cubicBezTo>
                <a:cubicBezTo>
                  <a:pt x="5219" y="4139"/>
                  <a:pt x="5219" y="4139"/>
                  <a:pt x="5219" y="4139"/>
                </a:cubicBezTo>
                <a:cubicBezTo>
                  <a:pt x="5219" y="4139"/>
                  <a:pt x="5039" y="4499"/>
                  <a:pt x="5039" y="4679"/>
                </a:cubicBezTo>
                <a:cubicBezTo>
                  <a:pt x="5039" y="4859"/>
                  <a:pt x="5219" y="5219"/>
                  <a:pt x="5219" y="5219"/>
                </a:cubicBezTo>
                <a:cubicBezTo>
                  <a:pt x="5219" y="5219"/>
                  <a:pt x="5760" y="5219"/>
                  <a:pt x="5760" y="5039"/>
                </a:cubicBezTo>
                <a:cubicBezTo>
                  <a:pt x="5760" y="4859"/>
                  <a:pt x="5760" y="4679"/>
                  <a:pt x="5760" y="4679"/>
                </a:cubicBezTo>
                <a:cubicBezTo>
                  <a:pt x="5579" y="4319"/>
                  <a:pt x="5579" y="4319"/>
                  <a:pt x="5579" y="4319"/>
                </a:cubicBezTo>
                <a:cubicBezTo>
                  <a:pt x="5579" y="4319"/>
                  <a:pt x="6120" y="4139"/>
                  <a:pt x="7200" y="4319"/>
                </a:cubicBezTo>
                <a:cubicBezTo>
                  <a:pt x="8459" y="4319"/>
                  <a:pt x="7919" y="5219"/>
                  <a:pt x="8459" y="5399"/>
                </a:cubicBezTo>
                <a:cubicBezTo>
                  <a:pt x="8999" y="5580"/>
                  <a:pt x="8099" y="6299"/>
                  <a:pt x="7919" y="6659"/>
                </a:cubicBezTo>
                <a:cubicBezTo>
                  <a:pt x="7739" y="7019"/>
                  <a:pt x="7379" y="6119"/>
                  <a:pt x="7379" y="6119"/>
                </a:cubicBezTo>
                <a:cubicBezTo>
                  <a:pt x="7379" y="6119"/>
                  <a:pt x="7739" y="5759"/>
                  <a:pt x="7200" y="5759"/>
                </a:cubicBezTo>
                <a:cubicBezTo>
                  <a:pt x="6659" y="5580"/>
                  <a:pt x="6299" y="6479"/>
                  <a:pt x="6659" y="6479"/>
                </a:cubicBezTo>
                <a:cubicBezTo>
                  <a:pt x="6839" y="6479"/>
                  <a:pt x="7200" y="6839"/>
                  <a:pt x="7019" y="7019"/>
                </a:cubicBezTo>
                <a:cubicBezTo>
                  <a:pt x="7019" y="7199"/>
                  <a:pt x="7019" y="7199"/>
                  <a:pt x="6839" y="7739"/>
                </a:cubicBezTo>
                <a:cubicBezTo>
                  <a:pt x="6479" y="8279"/>
                  <a:pt x="6120" y="8639"/>
                  <a:pt x="6120" y="8639"/>
                </a:cubicBezTo>
                <a:cubicBezTo>
                  <a:pt x="6120" y="8639"/>
                  <a:pt x="5760" y="8459"/>
                  <a:pt x="5940" y="8819"/>
                </a:cubicBezTo>
                <a:cubicBezTo>
                  <a:pt x="6120" y="9180"/>
                  <a:pt x="5940" y="9719"/>
                  <a:pt x="5940" y="9899"/>
                </a:cubicBezTo>
                <a:cubicBezTo>
                  <a:pt x="5940" y="10259"/>
                  <a:pt x="5219" y="9719"/>
                  <a:pt x="5219" y="9180"/>
                </a:cubicBezTo>
                <a:cubicBezTo>
                  <a:pt x="5039" y="8639"/>
                  <a:pt x="4499" y="9180"/>
                  <a:pt x="4319" y="9180"/>
                </a:cubicBezTo>
                <a:cubicBezTo>
                  <a:pt x="4139" y="9180"/>
                  <a:pt x="3779" y="8999"/>
                  <a:pt x="3779" y="8819"/>
                </a:cubicBezTo>
                <a:cubicBezTo>
                  <a:pt x="3600" y="8639"/>
                  <a:pt x="2699" y="9359"/>
                  <a:pt x="2519" y="9359"/>
                </a:cubicBezTo>
                <a:cubicBezTo>
                  <a:pt x="2339" y="9539"/>
                  <a:pt x="2339" y="9899"/>
                  <a:pt x="2699" y="9719"/>
                </a:cubicBezTo>
                <a:cubicBezTo>
                  <a:pt x="3060" y="9539"/>
                  <a:pt x="3419" y="9719"/>
                  <a:pt x="3419" y="10079"/>
                </a:cubicBezTo>
                <a:cubicBezTo>
                  <a:pt x="3239" y="10439"/>
                  <a:pt x="2880" y="10259"/>
                  <a:pt x="2880" y="10439"/>
                </a:cubicBezTo>
                <a:cubicBezTo>
                  <a:pt x="3060" y="10800"/>
                  <a:pt x="3419" y="10979"/>
                  <a:pt x="3419" y="11339"/>
                </a:cubicBezTo>
                <a:cubicBezTo>
                  <a:pt x="3600" y="11699"/>
                  <a:pt x="4499" y="11339"/>
                  <a:pt x="4859" y="11160"/>
                </a:cubicBezTo>
                <a:cubicBezTo>
                  <a:pt x="5039" y="11160"/>
                  <a:pt x="5940" y="10979"/>
                  <a:pt x="5940" y="11339"/>
                </a:cubicBezTo>
                <a:cubicBezTo>
                  <a:pt x="6120" y="11699"/>
                  <a:pt x="7019" y="11879"/>
                  <a:pt x="7379" y="11879"/>
                </a:cubicBezTo>
                <a:cubicBezTo>
                  <a:pt x="7739" y="12059"/>
                  <a:pt x="8279" y="12059"/>
                  <a:pt x="8819" y="12419"/>
                </a:cubicBezTo>
                <a:cubicBezTo>
                  <a:pt x="9179" y="12959"/>
                  <a:pt x="8459" y="13679"/>
                  <a:pt x="8459" y="13859"/>
                </a:cubicBezTo>
                <a:close/>
                <a:moveTo>
                  <a:pt x="10619" y="2519"/>
                </a:moveTo>
                <a:cubicBezTo>
                  <a:pt x="10439" y="3059"/>
                  <a:pt x="9719" y="3599"/>
                  <a:pt x="9899" y="3779"/>
                </a:cubicBezTo>
                <a:cubicBezTo>
                  <a:pt x="9899" y="3959"/>
                  <a:pt x="9899" y="4859"/>
                  <a:pt x="9179" y="4139"/>
                </a:cubicBezTo>
                <a:cubicBezTo>
                  <a:pt x="8459" y="3419"/>
                  <a:pt x="7739" y="3239"/>
                  <a:pt x="7919" y="2699"/>
                </a:cubicBezTo>
                <a:cubicBezTo>
                  <a:pt x="7919" y="2519"/>
                  <a:pt x="8639" y="2519"/>
                  <a:pt x="8639" y="2339"/>
                </a:cubicBezTo>
                <a:cubicBezTo>
                  <a:pt x="9540" y="1259"/>
                  <a:pt x="11159" y="1439"/>
                  <a:pt x="11339" y="1799"/>
                </a:cubicBezTo>
                <a:cubicBezTo>
                  <a:pt x="10980" y="2159"/>
                  <a:pt x="10619" y="1979"/>
                  <a:pt x="10619" y="2519"/>
                </a:cubicBezTo>
                <a:close/>
                <a:moveTo>
                  <a:pt x="19259" y="11160"/>
                </a:moveTo>
                <a:cubicBezTo>
                  <a:pt x="19259" y="11160"/>
                  <a:pt x="19619" y="11699"/>
                  <a:pt x="20159" y="11699"/>
                </a:cubicBezTo>
                <a:cubicBezTo>
                  <a:pt x="19799" y="15660"/>
                  <a:pt x="16559" y="18360"/>
                  <a:pt x="16559" y="18360"/>
                </a:cubicBezTo>
                <a:cubicBezTo>
                  <a:pt x="16019" y="17819"/>
                  <a:pt x="16199" y="17279"/>
                  <a:pt x="16199" y="17279"/>
                </a:cubicBezTo>
                <a:cubicBezTo>
                  <a:pt x="16379" y="16559"/>
                  <a:pt x="16379" y="16559"/>
                  <a:pt x="16379" y="16559"/>
                </a:cubicBezTo>
                <a:cubicBezTo>
                  <a:pt x="16379" y="15299"/>
                  <a:pt x="16379" y="15299"/>
                  <a:pt x="16379" y="15299"/>
                </a:cubicBezTo>
                <a:cubicBezTo>
                  <a:pt x="16379" y="15299"/>
                  <a:pt x="16379" y="13859"/>
                  <a:pt x="15119" y="14579"/>
                </a:cubicBezTo>
                <a:cubicBezTo>
                  <a:pt x="13859" y="14940"/>
                  <a:pt x="14400" y="14940"/>
                  <a:pt x="12959" y="14940"/>
                </a:cubicBezTo>
                <a:cubicBezTo>
                  <a:pt x="11520" y="15119"/>
                  <a:pt x="11880" y="12059"/>
                  <a:pt x="11880" y="12059"/>
                </a:cubicBezTo>
                <a:cubicBezTo>
                  <a:pt x="11880" y="7739"/>
                  <a:pt x="15119" y="10979"/>
                  <a:pt x="15119" y="10979"/>
                </a:cubicBezTo>
                <a:cubicBezTo>
                  <a:pt x="17099" y="12419"/>
                  <a:pt x="17459" y="10079"/>
                  <a:pt x="17459" y="10079"/>
                </a:cubicBezTo>
                <a:cubicBezTo>
                  <a:pt x="18719" y="9539"/>
                  <a:pt x="18719" y="9539"/>
                  <a:pt x="18719" y="9539"/>
                </a:cubicBezTo>
                <a:cubicBezTo>
                  <a:pt x="18899" y="8819"/>
                  <a:pt x="18899" y="8819"/>
                  <a:pt x="18899" y="8819"/>
                </a:cubicBezTo>
                <a:cubicBezTo>
                  <a:pt x="18719" y="7919"/>
                  <a:pt x="18719" y="7919"/>
                  <a:pt x="18719" y="7919"/>
                </a:cubicBezTo>
                <a:cubicBezTo>
                  <a:pt x="16739" y="7019"/>
                  <a:pt x="16739" y="7019"/>
                  <a:pt x="16739" y="7019"/>
                </a:cubicBezTo>
                <a:cubicBezTo>
                  <a:pt x="16739" y="7019"/>
                  <a:pt x="16379" y="7739"/>
                  <a:pt x="16919" y="8639"/>
                </a:cubicBezTo>
                <a:cubicBezTo>
                  <a:pt x="16919" y="8639"/>
                  <a:pt x="16739" y="9539"/>
                  <a:pt x="16379" y="9359"/>
                </a:cubicBezTo>
                <a:cubicBezTo>
                  <a:pt x="15119" y="8639"/>
                  <a:pt x="15119" y="8639"/>
                  <a:pt x="15119" y="8639"/>
                </a:cubicBezTo>
                <a:cubicBezTo>
                  <a:pt x="15119" y="8639"/>
                  <a:pt x="14759" y="8459"/>
                  <a:pt x="14220" y="8819"/>
                </a:cubicBezTo>
                <a:cubicBezTo>
                  <a:pt x="13500" y="9359"/>
                  <a:pt x="12419" y="8819"/>
                  <a:pt x="12419" y="8819"/>
                </a:cubicBezTo>
                <a:cubicBezTo>
                  <a:pt x="12419" y="8819"/>
                  <a:pt x="12419" y="8279"/>
                  <a:pt x="13139" y="7919"/>
                </a:cubicBezTo>
                <a:cubicBezTo>
                  <a:pt x="13679" y="7559"/>
                  <a:pt x="13679" y="7559"/>
                  <a:pt x="13679" y="7559"/>
                </a:cubicBezTo>
                <a:cubicBezTo>
                  <a:pt x="13679" y="7559"/>
                  <a:pt x="13500" y="6839"/>
                  <a:pt x="13679" y="6299"/>
                </a:cubicBezTo>
                <a:cubicBezTo>
                  <a:pt x="13859" y="5759"/>
                  <a:pt x="14039" y="6299"/>
                  <a:pt x="14579" y="5939"/>
                </a:cubicBezTo>
                <a:cubicBezTo>
                  <a:pt x="15119" y="5580"/>
                  <a:pt x="15479" y="6659"/>
                  <a:pt x="16199" y="6479"/>
                </a:cubicBezTo>
                <a:cubicBezTo>
                  <a:pt x="16919" y="6479"/>
                  <a:pt x="16559" y="6299"/>
                  <a:pt x="17099" y="5939"/>
                </a:cubicBezTo>
                <a:cubicBezTo>
                  <a:pt x="17639" y="5759"/>
                  <a:pt x="17999" y="6479"/>
                  <a:pt x="17999" y="6479"/>
                </a:cubicBezTo>
                <a:cubicBezTo>
                  <a:pt x="19080" y="6659"/>
                  <a:pt x="19080" y="6659"/>
                  <a:pt x="19080" y="6659"/>
                </a:cubicBezTo>
                <a:cubicBezTo>
                  <a:pt x="19080" y="6659"/>
                  <a:pt x="18899" y="5399"/>
                  <a:pt x="18899" y="5759"/>
                </a:cubicBezTo>
                <a:cubicBezTo>
                  <a:pt x="19619" y="6839"/>
                  <a:pt x="20520" y="9899"/>
                  <a:pt x="20159" y="10439"/>
                </a:cubicBezTo>
                <a:cubicBezTo>
                  <a:pt x="19979" y="10259"/>
                  <a:pt x="19799" y="10259"/>
                  <a:pt x="19799" y="10259"/>
                </a:cubicBezTo>
                <a:cubicBezTo>
                  <a:pt x="18539" y="10259"/>
                  <a:pt x="18539" y="10259"/>
                  <a:pt x="18539" y="10259"/>
                </a:cubicBezTo>
                <a:lnTo>
                  <a:pt x="19259" y="11160"/>
                </a:lnTo>
                <a:close/>
              </a:path>
            </a:pathLst>
          </a:custGeom>
          <a:solidFill>
            <a:srgbClr val="FFFFFF"/>
          </a:solidFill>
          <a:ln>
            <a:noFill/>
          </a:ln>
          <a:effectLst/>
        </p:spPr>
        <p:txBody>
          <a:bodyPr lIns="45719" tIns="45719" rIns="45719" bIns="45719"/>
          <a:lstStyle/>
          <a:p>
            <a:pPr>
              <a:defRPr/>
            </a:pPr>
            <a:endParaRPr lang="es-ES" dirty="0">
              <a:solidFill>
                <a:schemeClr val="bg1"/>
              </a:solidFill>
              <a:cs typeface="+mn-ea"/>
              <a:sym typeface="+mn-lt"/>
            </a:endParaRPr>
          </a:p>
        </p:txBody>
      </p:sp>
      <p:sp>
        <p:nvSpPr>
          <p:cNvPr id="110" name="形状"/>
          <p:cNvSpPr/>
          <p:nvPr/>
        </p:nvSpPr>
        <p:spPr bwMode="auto">
          <a:xfrm>
            <a:off x="866272" y="1274893"/>
            <a:ext cx="410199" cy="346647"/>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bg1"/>
          </a:solidFill>
          <a:ln>
            <a:noFill/>
          </a:ln>
          <a:effectLst>
            <a:outerShdw blurRad="1270000" dist="647700" dir="2700000" sx="89000" sy="89000" algn="tl" rotWithShape="0">
              <a:schemeClr val="tx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5991" tIns="47995" rIns="95991" bIns="47995" rtlCol="0" anchor="ctr">
            <a:normAutofit fontScale="625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3200" dirty="0">
              <a:solidFill>
                <a:schemeClr val="accent3">
                  <a:lumMod val="40000"/>
                  <a:lumOff val="60000"/>
                </a:schemeClr>
              </a:solidFill>
              <a:cs typeface="+mn-ea"/>
              <a:sym typeface="+mn-lt"/>
            </a:endParaRPr>
          </a:p>
        </p:txBody>
      </p:sp>
      <p:pic>
        <p:nvPicPr>
          <p:cNvPr id="111" name="PA-图形 44" descr="教师"/>
          <p:cNvPicPr>
            <a:picLocks noChangeAspect="1"/>
          </p:cNvPicPr>
          <p:nvPr>
            <p:custDataLst>
              <p:tags r:id="rId5"/>
            </p:custDataLst>
          </p:nvPr>
        </p:nvPicPr>
        <p:blipFill>
          <a:blip r:embed="rId14" cstate="print">
            <a:extLst>
              <a:ext uri="{28A0092B-C50C-407E-A947-70E740481C1C}">
                <a14:useLocalDpi xmlns:a14="http://schemas.microsoft.com/office/drawing/2010/main"/>
              </a:ext>
              <a:ext uri="{96DAC541-7B7A-43D3-8B79-37D633B846F1}">
                <asvg:svgBlip xmlns:asvg="http://schemas.microsoft.com/office/drawing/2016/SVG/main" xmlns="" r:embed="rId15"/>
              </a:ext>
            </a:extLst>
          </a:blip>
          <a:stretch>
            <a:fillRect/>
          </a:stretch>
        </p:blipFill>
        <p:spPr>
          <a:xfrm>
            <a:off x="6388084" y="3702512"/>
            <a:ext cx="451711" cy="517853"/>
          </a:xfrm>
          <a:prstGeom prst="rect">
            <a:avLst/>
          </a:prstGeom>
        </p:spPr>
      </p:pic>
      <p:sp>
        <p:nvSpPr>
          <p:cNvPr id="9" name="標題 8"/>
          <p:cNvSpPr>
            <a:spLocks noGrp="1"/>
          </p:cNvSpPr>
          <p:nvPr>
            <p:ph type="title"/>
          </p:nvPr>
        </p:nvSpPr>
        <p:spPr>
          <a:xfrm>
            <a:off x="589433" y="229283"/>
            <a:ext cx="11003794" cy="593787"/>
          </a:xfrm>
        </p:spPr>
        <p:txBody>
          <a:bodyPr>
            <a:normAutofit/>
          </a:bodyPr>
          <a:lstStyle/>
          <a:p>
            <a:r>
              <a:rPr lang="en-US" altLang="zh-TW" dirty="0">
                <a:latin typeface="+mn-lt"/>
              </a:rPr>
              <a:t>System </a:t>
            </a:r>
            <a:r>
              <a:rPr lang="en-US" altLang="zh-CN" dirty="0" smtClean="0">
                <a:latin typeface="+mn-lt"/>
              </a:rPr>
              <a:t>A</a:t>
            </a:r>
            <a:r>
              <a:rPr lang="en-US" altLang="zh-TW" dirty="0" smtClean="0">
                <a:latin typeface="+mn-lt"/>
              </a:rPr>
              <a:t>dvantages</a:t>
            </a:r>
            <a:endParaRPr lang="en-US" altLang="zh-TW" dirty="0">
              <a:latin typeface="+mn-lt"/>
            </a:endParaRPr>
          </a:p>
        </p:txBody>
      </p:sp>
      <p:sp>
        <p:nvSpPr>
          <p:cNvPr id="46" name="PA-矩形 4"/>
          <p:cNvSpPr>
            <a:spLocks noChangeArrowheads="1"/>
          </p:cNvSpPr>
          <p:nvPr>
            <p:custDataLst>
              <p:tags r:id="rId6"/>
            </p:custDataLst>
          </p:nvPr>
        </p:nvSpPr>
        <p:spPr bwMode="auto">
          <a:xfrm>
            <a:off x="1540035" y="1294628"/>
            <a:ext cx="482724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dirty="0" smtClean="0">
                <a:solidFill>
                  <a:schemeClr val="accent3">
                    <a:lumMod val="40000"/>
                    <a:lumOff val="60000"/>
                  </a:schemeClr>
                </a:solidFill>
                <a:latin typeface="+mn-lt"/>
                <a:cs typeface="+mn-ea"/>
                <a:sym typeface="+mn-lt"/>
              </a:rPr>
              <a:t>Architecture</a:t>
            </a:r>
            <a:endParaRPr lang="zh-CN" altLang="en-US" sz="2000" b="1" dirty="0">
              <a:solidFill>
                <a:schemeClr val="accent3">
                  <a:lumMod val="40000"/>
                  <a:lumOff val="60000"/>
                </a:schemeClr>
              </a:solidFill>
              <a:latin typeface="+mn-lt"/>
              <a:cs typeface="+mn-ea"/>
              <a:sym typeface="+mn-lt"/>
            </a:endParaRPr>
          </a:p>
        </p:txBody>
      </p:sp>
      <p:sp>
        <p:nvSpPr>
          <p:cNvPr id="47" name="Arc 147"/>
          <p:cNvSpPr/>
          <p:nvPr/>
        </p:nvSpPr>
        <p:spPr>
          <a:xfrm>
            <a:off x="6254680" y="1138299"/>
            <a:ext cx="739645" cy="739645"/>
          </a:xfrm>
          <a:prstGeom prst="arc">
            <a:avLst>
              <a:gd name="adj1" fmla="val 1134135"/>
              <a:gd name="adj2" fmla="val 20577735"/>
            </a:avLst>
          </a:prstGeom>
          <a:ln w="952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prstClr val="black"/>
              </a:solidFill>
              <a:effectLst/>
              <a:uLnTx/>
              <a:uFillTx/>
              <a:cs typeface="+mn-ea"/>
              <a:sym typeface="+mn-lt"/>
            </a:endParaRPr>
          </a:p>
        </p:txBody>
      </p:sp>
      <p:sp>
        <p:nvSpPr>
          <p:cNvPr id="48" name="Arc 147"/>
          <p:cNvSpPr/>
          <p:nvPr/>
        </p:nvSpPr>
        <p:spPr>
          <a:xfrm>
            <a:off x="702021" y="3509568"/>
            <a:ext cx="739645" cy="739645"/>
          </a:xfrm>
          <a:prstGeom prst="arc">
            <a:avLst>
              <a:gd name="adj1" fmla="val 1134135"/>
              <a:gd name="adj2" fmla="val 20577735"/>
            </a:avLst>
          </a:prstGeom>
          <a:ln w="952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prstClr val="black"/>
              </a:solidFill>
              <a:effectLst/>
              <a:uLnTx/>
              <a:uFillTx/>
              <a:cs typeface="+mn-ea"/>
              <a:sym typeface="+mn-lt"/>
            </a:endParaRPr>
          </a:p>
        </p:txBody>
      </p:sp>
      <p:sp>
        <p:nvSpPr>
          <p:cNvPr id="49" name="Arc 147"/>
          <p:cNvSpPr/>
          <p:nvPr/>
        </p:nvSpPr>
        <p:spPr>
          <a:xfrm>
            <a:off x="6245715" y="3591615"/>
            <a:ext cx="739645" cy="739645"/>
          </a:xfrm>
          <a:prstGeom prst="arc">
            <a:avLst>
              <a:gd name="adj1" fmla="val 1134135"/>
              <a:gd name="adj2" fmla="val 20577735"/>
            </a:avLst>
          </a:prstGeom>
          <a:ln w="952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prstClr val="black"/>
              </a:solidFill>
              <a:effectLst/>
              <a:uLnTx/>
              <a:uFillTx/>
              <a:cs typeface="+mn-ea"/>
              <a:sym typeface="+mn-lt"/>
            </a:endParaRPr>
          </a:p>
        </p:txBody>
      </p:sp>
      <p:sp>
        <p:nvSpPr>
          <p:cNvPr id="56" name="PA-矩形 4"/>
          <p:cNvSpPr>
            <a:spLocks noChangeArrowheads="1"/>
          </p:cNvSpPr>
          <p:nvPr>
            <p:custDataLst>
              <p:tags r:id="rId7"/>
            </p:custDataLst>
          </p:nvPr>
        </p:nvSpPr>
        <p:spPr bwMode="auto">
          <a:xfrm>
            <a:off x="1560841" y="3725029"/>
            <a:ext cx="482724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dirty="0" smtClean="0">
                <a:solidFill>
                  <a:schemeClr val="accent3">
                    <a:lumMod val="40000"/>
                    <a:lumOff val="60000"/>
                  </a:schemeClr>
                </a:solidFill>
                <a:latin typeface="+mn-lt"/>
                <a:cs typeface="+mn-ea"/>
                <a:sym typeface="+mn-lt"/>
              </a:rPr>
              <a:t>Integration</a:t>
            </a:r>
            <a:endParaRPr lang="zh-CN" altLang="en-US" sz="2000" b="1" dirty="0">
              <a:solidFill>
                <a:schemeClr val="accent3">
                  <a:lumMod val="40000"/>
                  <a:lumOff val="60000"/>
                </a:schemeClr>
              </a:solidFill>
              <a:latin typeface="+mn-lt"/>
              <a:cs typeface="+mn-ea"/>
              <a:sym typeface="+mn-lt"/>
            </a:endParaRPr>
          </a:p>
          <a:p>
            <a:pPr eaLnBrk="1" hangingPunct="1"/>
            <a:endParaRPr lang="zh-CN" altLang="en-US" sz="2000" b="1" dirty="0">
              <a:solidFill>
                <a:schemeClr val="accent3">
                  <a:lumMod val="40000"/>
                  <a:lumOff val="60000"/>
                </a:schemeClr>
              </a:solidFill>
              <a:latin typeface="+mn-lt"/>
              <a:ea typeface="+mn-ea"/>
              <a:cs typeface="+mn-ea"/>
              <a:sym typeface="+mn-lt"/>
            </a:endParaRPr>
          </a:p>
        </p:txBody>
      </p:sp>
      <p:sp>
        <p:nvSpPr>
          <p:cNvPr id="57" name="PA-矩形 4"/>
          <p:cNvSpPr>
            <a:spLocks noChangeArrowheads="1"/>
          </p:cNvSpPr>
          <p:nvPr>
            <p:custDataLst>
              <p:tags r:id="rId8"/>
            </p:custDataLst>
          </p:nvPr>
        </p:nvSpPr>
        <p:spPr bwMode="auto">
          <a:xfrm>
            <a:off x="1658076" y="4192333"/>
            <a:ext cx="456872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eaLnBrk="1" hangingPunct="1">
              <a:lnSpc>
                <a:spcPct val="150000"/>
              </a:lnSpc>
              <a:buFont typeface="Arial" panose="020B0604020202020204" pitchFamily="34" charset="0"/>
              <a:buChar char="•"/>
            </a:pPr>
            <a:r>
              <a:rPr lang="en-US" altLang="zh-CN" sz="1400" dirty="0" smtClean="0">
                <a:solidFill>
                  <a:schemeClr val="bg1"/>
                </a:solidFill>
                <a:latin typeface="+mn-lt"/>
                <a:ea typeface="+mn-ea"/>
                <a:cs typeface="+mn-ea"/>
                <a:sym typeface="+mn-lt"/>
              </a:rPr>
              <a:t>Integrated with Biometric Device</a:t>
            </a:r>
          </a:p>
          <a:p>
            <a:pPr marL="285750" indent="-285750" algn="just" eaLnBrk="1" hangingPunct="1">
              <a:lnSpc>
                <a:spcPct val="150000"/>
              </a:lnSpc>
              <a:buFont typeface="Arial" panose="020B0604020202020204" pitchFamily="34" charset="0"/>
              <a:buChar char="•"/>
            </a:pPr>
            <a:r>
              <a:rPr lang="en-US" altLang="zh-CN" sz="1400" dirty="0" smtClean="0">
                <a:solidFill>
                  <a:schemeClr val="bg1"/>
                </a:solidFill>
                <a:latin typeface="+mn-lt"/>
                <a:ea typeface="+mn-ea"/>
                <a:cs typeface="+mn-ea"/>
                <a:sym typeface="+mn-lt"/>
              </a:rPr>
              <a:t>Integrated </a:t>
            </a:r>
            <a:r>
              <a:rPr lang="en-US" altLang="zh-CN" sz="1400" dirty="0">
                <a:solidFill>
                  <a:schemeClr val="bg1"/>
                </a:solidFill>
                <a:latin typeface="+mn-lt"/>
                <a:ea typeface="+mn-ea"/>
                <a:cs typeface="+mn-ea"/>
                <a:sym typeface="+mn-lt"/>
              </a:rPr>
              <a:t>with </a:t>
            </a:r>
            <a:r>
              <a:rPr lang="en-US" altLang="zh-CN" sz="1400" dirty="0" smtClean="0">
                <a:solidFill>
                  <a:schemeClr val="bg1"/>
                </a:solidFill>
                <a:latin typeface="+mn-lt"/>
                <a:ea typeface="+mn-ea"/>
                <a:cs typeface="+mn-ea"/>
                <a:sym typeface="+mn-lt"/>
              </a:rPr>
              <a:t>Personnel Management System</a:t>
            </a:r>
          </a:p>
          <a:p>
            <a:pPr marL="285750" indent="-285750" algn="just" eaLnBrk="1" hangingPunct="1">
              <a:lnSpc>
                <a:spcPct val="150000"/>
              </a:lnSpc>
              <a:buFont typeface="Arial" panose="020B0604020202020204" pitchFamily="34" charset="0"/>
              <a:buChar char="•"/>
            </a:pPr>
            <a:r>
              <a:rPr lang="en-US" altLang="zh-CN" sz="1400" dirty="0">
                <a:solidFill>
                  <a:schemeClr val="bg1"/>
                </a:solidFill>
                <a:latin typeface="+mn-lt"/>
                <a:cs typeface="+mn-ea"/>
                <a:sym typeface="+mn-lt"/>
              </a:rPr>
              <a:t>Integrated with</a:t>
            </a:r>
            <a:r>
              <a:rPr lang="en-US" altLang="zh-CN" sz="1400" dirty="0" smtClean="0">
                <a:solidFill>
                  <a:schemeClr val="bg1"/>
                </a:solidFill>
                <a:latin typeface="+mn-lt"/>
                <a:ea typeface="+mn-ea"/>
                <a:cs typeface="+mn-ea"/>
                <a:sym typeface="+mn-lt"/>
              </a:rPr>
              <a:t> Organization Management System</a:t>
            </a:r>
          </a:p>
          <a:p>
            <a:pPr marL="285750" indent="-285750" algn="just" eaLnBrk="1" hangingPunct="1">
              <a:lnSpc>
                <a:spcPct val="150000"/>
              </a:lnSpc>
              <a:buFont typeface="Arial" panose="020B0604020202020204" pitchFamily="34" charset="0"/>
              <a:buChar char="•"/>
            </a:pPr>
            <a:r>
              <a:rPr lang="en-US" altLang="zh-CN" sz="1400" dirty="0">
                <a:solidFill>
                  <a:schemeClr val="bg1"/>
                </a:solidFill>
                <a:latin typeface="+mn-lt"/>
                <a:cs typeface="+mn-ea"/>
                <a:sym typeface="+mn-lt"/>
              </a:rPr>
              <a:t>Integrated with </a:t>
            </a:r>
            <a:r>
              <a:rPr lang="en-US" altLang="zh-CN" sz="1400" dirty="0" smtClean="0">
                <a:solidFill>
                  <a:schemeClr val="bg1"/>
                </a:solidFill>
                <a:latin typeface="+mn-lt"/>
                <a:cs typeface="+mn-ea"/>
                <a:sym typeface="+mn-lt"/>
              </a:rPr>
              <a:t>FIH </a:t>
            </a:r>
            <a:r>
              <a:rPr lang="en-US" altLang="zh-CN" sz="1400" dirty="0" smtClean="0">
                <a:solidFill>
                  <a:schemeClr val="bg1"/>
                </a:solidFill>
                <a:latin typeface="+mn-lt"/>
                <a:ea typeface="+mn-ea"/>
                <a:cs typeface="+mn-ea"/>
                <a:sym typeface="+mn-lt"/>
              </a:rPr>
              <a:t>Workflow Engine and Portal</a:t>
            </a:r>
          </a:p>
          <a:p>
            <a:pPr marL="285750" indent="-285750" algn="just" eaLnBrk="1" hangingPunct="1">
              <a:lnSpc>
                <a:spcPct val="150000"/>
              </a:lnSpc>
              <a:buFont typeface="Arial" panose="020B0604020202020204" pitchFamily="34" charset="0"/>
              <a:buChar char="•"/>
            </a:pPr>
            <a:r>
              <a:rPr lang="en-US" altLang="zh-CN" sz="1400" dirty="0" smtClean="0">
                <a:solidFill>
                  <a:schemeClr val="bg1"/>
                </a:solidFill>
                <a:latin typeface="+mn-lt"/>
                <a:ea typeface="+mn-ea"/>
                <a:cs typeface="+mn-ea"/>
                <a:sym typeface="+mn-lt"/>
              </a:rPr>
              <a:t>Integrated with Mobile App for self service</a:t>
            </a:r>
          </a:p>
          <a:p>
            <a:pPr marL="285750" indent="-285750" algn="just" eaLnBrk="1" hangingPunct="1">
              <a:lnSpc>
                <a:spcPct val="150000"/>
              </a:lnSpc>
              <a:buFont typeface="Arial" panose="020B0604020202020204" pitchFamily="34" charset="0"/>
              <a:buChar char="•"/>
            </a:pPr>
            <a:r>
              <a:rPr lang="en-US" altLang="zh-CN" sz="1400" dirty="0">
                <a:solidFill>
                  <a:schemeClr val="bg1"/>
                </a:solidFill>
                <a:latin typeface="+mn-lt"/>
                <a:cs typeface="+mn-ea"/>
                <a:sym typeface="+mn-lt"/>
              </a:rPr>
              <a:t>Integrated with </a:t>
            </a:r>
            <a:r>
              <a:rPr lang="en-US" altLang="zh-CN" sz="1400" dirty="0" smtClean="0">
                <a:solidFill>
                  <a:schemeClr val="bg1"/>
                </a:solidFill>
                <a:latin typeface="+mn-lt"/>
                <a:cs typeface="+mn-ea"/>
                <a:sym typeface="+mn-lt"/>
              </a:rPr>
              <a:t>Single-sign-on</a:t>
            </a:r>
            <a:endParaRPr lang="en-US" altLang="zh-CN" sz="1400" dirty="0">
              <a:solidFill>
                <a:schemeClr val="bg1"/>
              </a:solidFill>
              <a:latin typeface="+mn-lt"/>
              <a:cs typeface="+mn-ea"/>
              <a:sym typeface="+mn-lt"/>
            </a:endParaRPr>
          </a:p>
        </p:txBody>
      </p:sp>
      <p:sp>
        <p:nvSpPr>
          <p:cNvPr id="61" name="PA-矩形 4"/>
          <p:cNvSpPr>
            <a:spLocks noChangeArrowheads="1"/>
          </p:cNvSpPr>
          <p:nvPr>
            <p:custDataLst>
              <p:tags r:id="rId9"/>
            </p:custDataLst>
          </p:nvPr>
        </p:nvSpPr>
        <p:spPr bwMode="auto">
          <a:xfrm>
            <a:off x="7241331" y="4275831"/>
            <a:ext cx="4428903"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eaLnBrk="1" hangingPunct="1">
              <a:lnSpc>
                <a:spcPct val="150000"/>
              </a:lnSpc>
              <a:buFont typeface="Arial" panose="020B0604020202020204" pitchFamily="34" charset="0"/>
              <a:buChar char="•"/>
            </a:pPr>
            <a:r>
              <a:rPr lang="en-US" altLang="zh-CN" sz="1400" dirty="0" smtClean="0">
                <a:solidFill>
                  <a:schemeClr val="bg1"/>
                </a:solidFill>
                <a:latin typeface="+mn-lt"/>
                <a:cs typeface="+mn-ea"/>
                <a:sym typeface="+mn-lt"/>
              </a:rPr>
              <a:t>Judge absent by raw data </a:t>
            </a:r>
            <a:r>
              <a:rPr lang="en-US" altLang="zh-CN" sz="1400" dirty="0">
                <a:solidFill>
                  <a:schemeClr val="bg1"/>
                </a:solidFill>
                <a:latin typeface="+mn-lt"/>
                <a:cs typeface="+mn-ea"/>
                <a:sym typeface="+mn-lt"/>
              </a:rPr>
              <a:t>automatically</a:t>
            </a:r>
            <a:r>
              <a:rPr lang="en-US" altLang="zh-CN" sz="1400" dirty="0" smtClean="0">
                <a:solidFill>
                  <a:schemeClr val="bg1"/>
                </a:solidFill>
                <a:latin typeface="+mn-lt"/>
                <a:cs typeface="+mn-ea"/>
                <a:sym typeface="+mn-lt"/>
              </a:rPr>
              <a:t>.</a:t>
            </a:r>
          </a:p>
          <a:p>
            <a:pPr marL="285750" indent="-285750" eaLnBrk="1" hangingPunct="1">
              <a:lnSpc>
                <a:spcPct val="150000"/>
              </a:lnSpc>
              <a:buFont typeface="Arial" panose="020B0604020202020204" pitchFamily="34" charset="0"/>
              <a:buChar char="•"/>
            </a:pPr>
            <a:r>
              <a:rPr lang="en-US" altLang="zh-CN" sz="1400" dirty="0" smtClean="0">
                <a:solidFill>
                  <a:schemeClr val="bg1"/>
                </a:solidFill>
                <a:latin typeface="+mn-lt"/>
                <a:cs typeface="+mn-ea"/>
                <a:sym typeface="+mn-lt"/>
              </a:rPr>
              <a:t>Calculate overtime and work time </a:t>
            </a:r>
            <a:r>
              <a:rPr lang="en-US" altLang="zh-CN" sz="1400" dirty="0">
                <a:solidFill>
                  <a:schemeClr val="bg1"/>
                </a:solidFill>
                <a:latin typeface="+mn-lt"/>
                <a:cs typeface="+mn-ea"/>
                <a:sym typeface="+mn-lt"/>
              </a:rPr>
              <a:t>automatically</a:t>
            </a:r>
            <a:r>
              <a:rPr lang="en-US" altLang="zh-CN" sz="1400" dirty="0" smtClean="0">
                <a:solidFill>
                  <a:schemeClr val="bg1"/>
                </a:solidFill>
                <a:latin typeface="+mn-lt"/>
                <a:cs typeface="+mn-ea"/>
                <a:sym typeface="+mn-lt"/>
              </a:rPr>
              <a:t>.</a:t>
            </a:r>
          </a:p>
          <a:p>
            <a:pPr marL="285750" indent="-285750" eaLnBrk="1" hangingPunct="1">
              <a:lnSpc>
                <a:spcPct val="150000"/>
              </a:lnSpc>
              <a:buFont typeface="Arial" panose="020B0604020202020204" pitchFamily="34" charset="0"/>
              <a:buChar char="•"/>
            </a:pPr>
            <a:r>
              <a:rPr lang="en-US" altLang="zh-CN" sz="1400" dirty="0" smtClean="0">
                <a:solidFill>
                  <a:schemeClr val="bg1"/>
                </a:solidFill>
                <a:latin typeface="+mn-lt"/>
                <a:cs typeface="+mn-ea"/>
                <a:sym typeface="+mn-lt"/>
              </a:rPr>
              <a:t>Arrange employee’s schedule by shift pattern. </a:t>
            </a:r>
          </a:p>
          <a:p>
            <a:pPr marL="285750" indent="-285750" eaLnBrk="1" hangingPunct="1">
              <a:lnSpc>
                <a:spcPct val="150000"/>
              </a:lnSpc>
              <a:buFont typeface="Arial" panose="020B0604020202020204" pitchFamily="34" charset="0"/>
              <a:buChar char="•"/>
            </a:pPr>
            <a:r>
              <a:rPr lang="en-US" altLang="zh-CN" sz="1400" dirty="0">
                <a:solidFill>
                  <a:schemeClr val="bg1"/>
                </a:solidFill>
                <a:latin typeface="+mn-lt"/>
                <a:cs typeface="+mn-ea"/>
                <a:sym typeface="+mn-lt"/>
              </a:rPr>
              <a:t>Split work into different roles and </a:t>
            </a:r>
            <a:r>
              <a:rPr lang="en-US" altLang="zh-CN" sz="1400" dirty="0" smtClean="0">
                <a:solidFill>
                  <a:schemeClr val="bg1"/>
                </a:solidFill>
                <a:latin typeface="+mn-lt"/>
                <a:cs typeface="+mn-ea"/>
                <a:sym typeface="+mn-lt"/>
              </a:rPr>
              <a:t>share workload.</a:t>
            </a:r>
          </a:p>
        </p:txBody>
      </p:sp>
      <p:sp>
        <p:nvSpPr>
          <p:cNvPr id="62" name="PA-矩形 4"/>
          <p:cNvSpPr>
            <a:spLocks noChangeArrowheads="1"/>
          </p:cNvSpPr>
          <p:nvPr>
            <p:custDataLst>
              <p:tags r:id="rId10"/>
            </p:custDataLst>
          </p:nvPr>
        </p:nvSpPr>
        <p:spPr bwMode="auto">
          <a:xfrm>
            <a:off x="7127729" y="3772746"/>
            <a:ext cx="482724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dirty="0" smtClean="0">
                <a:solidFill>
                  <a:schemeClr val="accent3">
                    <a:lumMod val="40000"/>
                    <a:lumOff val="60000"/>
                  </a:schemeClr>
                </a:solidFill>
                <a:latin typeface="+mn-lt"/>
                <a:cs typeface="+mn-ea"/>
                <a:sym typeface="+mn-lt"/>
              </a:rPr>
              <a:t>Efficiency</a:t>
            </a:r>
            <a:endParaRPr lang="zh-CN" altLang="en-US" sz="2000" b="1" dirty="0">
              <a:solidFill>
                <a:schemeClr val="accent3">
                  <a:lumMod val="40000"/>
                  <a:lumOff val="60000"/>
                </a:schemeClr>
              </a:solidFill>
              <a:latin typeface="+mn-lt"/>
              <a:cs typeface="+mn-ea"/>
              <a:sym typeface="+mn-lt"/>
            </a:endParaRPr>
          </a:p>
          <a:p>
            <a:pPr eaLnBrk="1" hangingPunct="1"/>
            <a:endParaRPr lang="zh-CN" altLang="en-US" sz="2000" b="1" dirty="0">
              <a:solidFill>
                <a:schemeClr val="accent3">
                  <a:lumMod val="40000"/>
                  <a:lumOff val="60000"/>
                </a:schemeClr>
              </a:solidFill>
              <a:latin typeface="+mn-lt"/>
              <a:ea typeface="+mn-ea"/>
              <a:cs typeface="+mn-ea"/>
              <a:sym typeface="+mn-lt"/>
            </a:endParaRPr>
          </a:p>
        </p:txBody>
      </p:sp>
      <p:sp>
        <p:nvSpPr>
          <p:cNvPr id="74" name="PA-矩形 4"/>
          <p:cNvSpPr>
            <a:spLocks noChangeArrowheads="1"/>
          </p:cNvSpPr>
          <p:nvPr>
            <p:custDataLst>
              <p:tags r:id="rId11"/>
            </p:custDataLst>
          </p:nvPr>
        </p:nvSpPr>
        <p:spPr bwMode="auto">
          <a:xfrm>
            <a:off x="7153119" y="1333084"/>
            <a:ext cx="482724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dirty="0" smtClean="0">
                <a:solidFill>
                  <a:schemeClr val="accent3">
                    <a:lumMod val="40000"/>
                    <a:lumOff val="60000"/>
                  </a:schemeClr>
                </a:solidFill>
                <a:latin typeface="+mn-lt"/>
                <a:cs typeface="+mn-ea"/>
                <a:sym typeface="+mn-lt"/>
              </a:rPr>
              <a:t>Functional</a:t>
            </a:r>
            <a:endParaRPr lang="zh-CN" altLang="en-US" sz="2000" b="1" dirty="0">
              <a:solidFill>
                <a:schemeClr val="accent3">
                  <a:lumMod val="40000"/>
                  <a:lumOff val="60000"/>
                </a:schemeClr>
              </a:solidFill>
              <a:latin typeface="+mn-lt"/>
              <a:cs typeface="+mn-ea"/>
              <a:sym typeface="+mn-lt"/>
            </a:endParaRPr>
          </a:p>
          <a:p>
            <a:pPr eaLnBrk="1" hangingPunct="1"/>
            <a:endParaRPr lang="zh-CN" altLang="en-US" sz="2000" b="1" dirty="0">
              <a:solidFill>
                <a:schemeClr val="accent3">
                  <a:lumMod val="40000"/>
                  <a:lumOff val="60000"/>
                </a:schemeClr>
              </a:solidFill>
              <a:latin typeface="+mn-lt"/>
              <a:ea typeface="+mn-ea"/>
              <a:cs typeface="+mn-ea"/>
              <a:sym typeface="+mn-lt"/>
            </a:endParaRPr>
          </a:p>
        </p:txBody>
      </p:sp>
    </p:spTree>
    <p:extLst>
      <p:ext uri="{BB962C8B-B14F-4D97-AF65-F5344CB8AC3E}">
        <p14:creationId xmlns:p14="http://schemas.microsoft.com/office/powerpoint/2010/main" val="6961899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圓角矩形 8"/>
          <p:cNvSpPr/>
          <p:nvPr/>
        </p:nvSpPr>
        <p:spPr>
          <a:xfrm>
            <a:off x="5377157" y="3828831"/>
            <a:ext cx="5103979" cy="2264740"/>
          </a:xfrm>
          <a:prstGeom prst="roundRect">
            <a:avLst>
              <a:gd name="adj" fmla="val 4296"/>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51" name="圓角矩形 50"/>
          <p:cNvSpPr/>
          <p:nvPr/>
        </p:nvSpPr>
        <p:spPr>
          <a:xfrm>
            <a:off x="5377157" y="2111922"/>
            <a:ext cx="5103979" cy="1605088"/>
          </a:xfrm>
          <a:prstGeom prst="roundRect">
            <a:avLst>
              <a:gd name="adj" fmla="val 5744"/>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22" name="圓角矩形 21"/>
          <p:cNvSpPr/>
          <p:nvPr/>
        </p:nvSpPr>
        <p:spPr>
          <a:xfrm>
            <a:off x="5515822" y="2362618"/>
            <a:ext cx="4832287" cy="401525"/>
          </a:xfrm>
          <a:prstGeom prst="roundRect">
            <a:avLst/>
          </a:prstGeom>
          <a:solidFill>
            <a:schemeClr val="accent1">
              <a:lumMod val="75000"/>
            </a:schemeClr>
          </a:solidFill>
          <a:ln>
            <a:solidFill>
              <a:srgbClr val="FFFFFF"/>
            </a:solidFill>
          </a:ln>
        </p:spPr>
        <p:style>
          <a:lnRef idx="3">
            <a:schemeClr val="lt1"/>
          </a:lnRef>
          <a:fillRef idx="1">
            <a:schemeClr val="accent1"/>
          </a:fillRef>
          <a:effectRef idx="1">
            <a:schemeClr val="accent1"/>
          </a:effectRef>
          <a:fontRef idx="minor">
            <a:schemeClr val="lt1"/>
          </a:fontRef>
        </p:style>
        <p:txBody>
          <a:bodyPr rtlCol="0" anchor="t"/>
          <a:lstStyle/>
          <a:p>
            <a:pPr algn="ctr"/>
            <a:r>
              <a:rPr lang="en-US" altLang="zh-TW" sz="1600" dirty="0" smtClean="0">
                <a:latin typeface="Arial" panose="020B0604020202020204" pitchFamily="34" charset="0"/>
                <a:cs typeface="Arial" panose="020B0604020202020204" pitchFamily="34" charset="0"/>
              </a:rPr>
              <a:t>Daily Analysis</a:t>
            </a:r>
            <a:endParaRPr lang="zh-TW" altLang="en-US" sz="1600" dirty="0">
              <a:latin typeface="Arial" panose="020B0604020202020204" pitchFamily="34" charset="0"/>
              <a:cs typeface="Arial" panose="020B0604020202020204" pitchFamily="34" charset="0"/>
            </a:endParaRPr>
          </a:p>
        </p:txBody>
      </p:sp>
      <p:sp>
        <p:nvSpPr>
          <p:cNvPr id="2" name="標題 1"/>
          <p:cNvSpPr>
            <a:spLocks noGrp="1"/>
          </p:cNvSpPr>
          <p:nvPr>
            <p:ph type="title"/>
          </p:nvPr>
        </p:nvSpPr>
        <p:spPr/>
        <p:txBody>
          <a:bodyPr>
            <a:noAutofit/>
          </a:bodyPr>
          <a:lstStyle/>
          <a:p>
            <a:r>
              <a:rPr lang="en-US" altLang="zh-TW" dirty="0">
                <a:latin typeface="Arial" panose="020B0604020202020204" pitchFamily="34" charset="0"/>
              </a:rPr>
              <a:t>Data Analysis </a:t>
            </a:r>
            <a:r>
              <a:rPr lang="en-US" altLang="zh-TW" dirty="0" smtClean="0">
                <a:latin typeface="Arial" panose="020B0604020202020204" pitchFamily="34" charset="0"/>
              </a:rPr>
              <a:t>Process</a:t>
            </a:r>
            <a:endParaRPr lang="zh-TW" altLang="en-US" dirty="0">
              <a:latin typeface="Arial" panose="020B0604020202020204" pitchFamily="34" charset="0"/>
            </a:endParaRPr>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5</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6" name="向右箭號 5"/>
          <p:cNvSpPr/>
          <p:nvPr/>
        </p:nvSpPr>
        <p:spPr>
          <a:xfrm rot="10800000">
            <a:off x="2475734" y="5526789"/>
            <a:ext cx="3058396" cy="649985"/>
          </a:xfrm>
          <a:prstGeom prst="rightArrow">
            <a:avLst>
              <a:gd name="adj1" fmla="val 50000"/>
              <a:gd name="adj2" fmla="val 48607"/>
            </a:avLst>
          </a:prstGeom>
          <a:gradFill flip="none" rotWithShape="1">
            <a:gsLst>
              <a:gs pos="0">
                <a:schemeClr val="bg1">
                  <a:lumMod val="95000"/>
                </a:schemeClr>
              </a:gs>
              <a:gs pos="50000">
                <a:schemeClr val="accent5">
                  <a:lumMod val="20000"/>
                  <a:lumOff val="80000"/>
                </a:schemeClr>
              </a:gs>
              <a:gs pos="100000">
                <a:schemeClr val="accent5">
                  <a:lumMod val="40000"/>
                  <a:lumOff val="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Arial" panose="020B0604020202020204" pitchFamily="34" charset="0"/>
              <a:cs typeface="Arial" panose="020B0604020202020204" pitchFamily="34" charset="0"/>
            </a:endParaRPr>
          </a:p>
        </p:txBody>
      </p:sp>
      <p:sp>
        <p:nvSpPr>
          <p:cNvPr id="7" name="圓角矩形 6"/>
          <p:cNvSpPr/>
          <p:nvPr/>
        </p:nvSpPr>
        <p:spPr>
          <a:xfrm>
            <a:off x="2601438" y="974126"/>
            <a:ext cx="2158374" cy="2990604"/>
          </a:xfrm>
          <a:prstGeom prst="roundRect">
            <a:avLst>
              <a:gd name="adj" fmla="val 2974"/>
            </a:avLst>
          </a:prstGeom>
          <a:solidFill>
            <a:schemeClr val="accent4">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8" name="向右箭號 7"/>
          <p:cNvSpPr/>
          <p:nvPr/>
        </p:nvSpPr>
        <p:spPr>
          <a:xfrm rot="10800000">
            <a:off x="2468189" y="4849297"/>
            <a:ext cx="3058396" cy="649985"/>
          </a:xfrm>
          <a:prstGeom prst="rightArrow">
            <a:avLst/>
          </a:prstGeom>
          <a:gradFill flip="none" rotWithShape="1">
            <a:gsLst>
              <a:gs pos="0">
                <a:schemeClr val="bg1">
                  <a:lumMod val="95000"/>
                </a:schemeClr>
              </a:gs>
              <a:gs pos="50000">
                <a:srgbClr val="E1BBEB"/>
              </a:gs>
              <a:gs pos="100000">
                <a:srgbClr val="D5B8EA"/>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Arial" panose="020B0604020202020204" pitchFamily="34" charset="0"/>
              <a:cs typeface="Arial" panose="020B0604020202020204" pitchFamily="34" charset="0"/>
            </a:endParaRPr>
          </a:p>
        </p:txBody>
      </p:sp>
      <p:sp>
        <p:nvSpPr>
          <p:cNvPr id="11" name="圓角矩形 10"/>
          <p:cNvSpPr/>
          <p:nvPr/>
        </p:nvSpPr>
        <p:spPr>
          <a:xfrm>
            <a:off x="5352280" y="967617"/>
            <a:ext cx="5128856" cy="967627"/>
          </a:xfrm>
          <a:prstGeom prst="roundRect">
            <a:avLst>
              <a:gd name="adj" fmla="val 5744"/>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12" name="向右箭號 11"/>
          <p:cNvSpPr/>
          <p:nvPr/>
        </p:nvSpPr>
        <p:spPr>
          <a:xfrm>
            <a:off x="4604893" y="781366"/>
            <a:ext cx="787651" cy="1478261"/>
          </a:xfrm>
          <a:prstGeom prst="rightArrow">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13" name="圓角矩形 12"/>
          <p:cNvSpPr/>
          <p:nvPr/>
        </p:nvSpPr>
        <p:spPr>
          <a:xfrm>
            <a:off x="1002668" y="1352142"/>
            <a:ext cx="1376127" cy="534206"/>
          </a:xfrm>
          <a:prstGeom prst="roundRect">
            <a:avLst/>
          </a:prstGeom>
          <a:solidFill>
            <a:schemeClr val="tx1">
              <a:lumMod val="75000"/>
              <a:lumOff val="2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bg1"/>
                </a:solidFill>
                <a:latin typeface="Arial" panose="020B0604020202020204" pitchFamily="34" charset="0"/>
                <a:cs typeface="Arial" panose="020B0604020202020204" pitchFamily="34" charset="0"/>
              </a:rPr>
              <a:t>Personnel Administration</a:t>
            </a:r>
            <a:endParaRPr lang="zh-TW" altLang="en-US" sz="1400" dirty="0">
              <a:solidFill>
                <a:schemeClr val="bg1"/>
              </a:solidFill>
              <a:latin typeface="Arial" panose="020B0604020202020204" pitchFamily="34" charset="0"/>
              <a:cs typeface="Arial" panose="020B0604020202020204" pitchFamily="34" charset="0"/>
            </a:endParaRPr>
          </a:p>
        </p:txBody>
      </p:sp>
      <p:sp>
        <p:nvSpPr>
          <p:cNvPr id="14" name="圓角矩形 13"/>
          <p:cNvSpPr/>
          <p:nvPr/>
        </p:nvSpPr>
        <p:spPr>
          <a:xfrm>
            <a:off x="989920" y="1985153"/>
            <a:ext cx="1376127" cy="534206"/>
          </a:xfrm>
          <a:prstGeom prst="round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400" dirty="0" smtClean="0">
                <a:latin typeface="Arial" panose="020B0604020202020204" pitchFamily="34" charset="0"/>
                <a:cs typeface="Arial" panose="020B0604020202020204" pitchFamily="34" charset="0"/>
              </a:rPr>
              <a:t>Biometric Device</a:t>
            </a:r>
            <a:endParaRPr lang="en-US" altLang="zh-CN" sz="1400" dirty="0">
              <a:latin typeface="Arial" panose="020B0604020202020204" pitchFamily="34" charset="0"/>
              <a:cs typeface="Arial" panose="020B0604020202020204" pitchFamily="34" charset="0"/>
            </a:endParaRPr>
          </a:p>
        </p:txBody>
      </p:sp>
      <p:sp>
        <p:nvSpPr>
          <p:cNvPr id="15" name="向右箭號 14"/>
          <p:cNvSpPr/>
          <p:nvPr/>
        </p:nvSpPr>
        <p:spPr>
          <a:xfrm>
            <a:off x="2460274" y="1460805"/>
            <a:ext cx="226339" cy="298793"/>
          </a:xfrm>
          <a:prstGeom prs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16" name="向右箭號 15"/>
          <p:cNvSpPr/>
          <p:nvPr/>
        </p:nvSpPr>
        <p:spPr>
          <a:xfrm>
            <a:off x="2447527" y="2111922"/>
            <a:ext cx="226339" cy="298793"/>
          </a:xfrm>
          <a:prstGeom prs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17" name="圓角矩形 16"/>
          <p:cNvSpPr/>
          <p:nvPr/>
        </p:nvSpPr>
        <p:spPr>
          <a:xfrm>
            <a:off x="2758655" y="2605606"/>
            <a:ext cx="1781245" cy="546700"/>
          </a:xfrm>
          <a:prstGeom prst="roundRect">
            <a:avLst/>
          </a:prstGeom>
          <a:solidFill>
            <a:schemeClr val="accent5">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latin typeface="Arial" panose="020B0604020202020204" pitchFamily="34" charset="0"/>
                <a:cs typeface="Arial" panose="020B0604020202020204" pitchFamily="34" charset="0"/>
              </a:rPr>
              <a:t>Shift Definitions &amp; Patterns</a:t>
            </a:r>
            <a:endParaRPr lang="zh-TW" altLang="en-US" sz="1400" dirty="0">
              <a:latin typeface="Arial" panose="020B0604020202020204" pitchFamily="34" charset="0"/>
              <a:cs typeface="Arial" panose="020B0604020202020204" pitchFamily="34" charset="0"/>
            </a:endParaRPr>
          </a:p>
        </p:txBody>
      </p:sp>
      <p:sp>
        <p:nvSpPr>
          <p:cNvPr id="18" name="圓角矩形 17"/>
          <p:cNvSpPr/>
          <p:nvPr/>
        </p:nvSpPr>
        <p:spPr>
          <a:xfrm>
            <a:off x="8064513" y="1372642"/>
            <a:ext cx="723672" cy="372968"/>
          </a:xfrm>
          <a:prstGeom prst="roundRect">
            <a:avLst/>
          </a:prstGeom>
          <a:solidFill>
            <a:schemeClr val="bg1"/>
          </a:solidFill>
          <a:ln w="9525" cap="flat" cmpd="sng" algn="ctr">
            <a:solidFill>
              <a:schemeClr val="accent3">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1400" dirty="0" smtClean="0">
                <a:solidFill>
                  <a:schemeClr val="accent3">
                    <a:lumMod val="50000"/>
                  </a:schemeClr>
                </a:solidFill>
                <a:latin typeface="Arial" panose="020B0604020202020204" pitchFamily="34" charset="0"/>
                <a:cs typeface="Arial" panose="020B0604020202020204" pitchFamily="34" charset="0"/>
              </a:rPr>
              <a:t>Leave</a:t>
            </a:r>
            <a:endParaRPr lang="zh-TW" altLang="en-US" sz="1400" dirty="0">
              <a:solidFill>
                <a:schemeClr val="accent3">
                  <a:lumMod val="50000"/>
                </a:schemeClr>
              </a:solidFill>
              <a:latin typeface="Arial" panose="020B0604020202020204" pitchFamily="34" charset="0"/>
              <a:cs typeface="Arial" panose="020B0604020202020204" pitchFamily="34" charset="0"/>
            </a:endParaRPr>
          </a:p>
        </p:txBody>
      </p:sp>
      <p:sp>
        <p:nvSpPr>
          <p:cNvPr id="19" name="圓角矩形 18"/>
          <p:cNvSpPr/>
          <p:nvPr/>
        </p:nvSpPr>
        <p:spPr>
          <a:xfrm>
            <a:off x="7003461" y="1372642"/>
            <a:ext cx="1001401" cy="372968"/>
          </a:xfrm>
          <a:prstGeom prst="roundRect">
            <a:avLst/>
          </a:prstGeom>
          <a:solidFill>
            <a:schemeClr val="bg1"/>
          </a:solidFill>
          <a:ln w="9525" cap="flat" cmpd="sng" algn="ctr">
            <a:solidFill>
              <a:schemeClr val="accent3">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1400" dirty="0" smtClean="0">
                <a:solidFill>
                  <a:schemeClr val="accent3">
                    <a:lumMod val="50000"/>
                  </a:schemeClr>
                </a:solidFill>
                <a:latin typeface="Arial" panose="020B0604020202020204" pitchFamily="34" charset="0"/>
                <a:cs typeface="Arial" panose="020B0604020202020204" pitchFamily="34" charset="0"/>
              </a:rPr>
              <a:t>Overtime</a:t>
            </a:r>
            <a:endParaRPr lang="zh-TW" altLang="en-US" sz="1400" dirty="0">
              <a:solidFill>
                <a:schemeClr val="accent3">
                  <a:lumMod val="50000"/>
                </a:schemeClr>
              </a:solidFill>
              <a:latin typeface="Arial" panose="020B0604020202020204" pitchFamily="34" charset="0"/>
              <a:cs typeface="Arial" panose="020B0604020202020204" pitchFamily="34" charset="0"/>
            </a:endParaRPr>
          </a:p>
        </p:txBody>
      </p:sp>
      <p:sp>
        <p:nvSpPr>
          <p:cNvPr id="20" name="圓角矩形 19"/>
          <p:cNvSpPr/>
          <p:nvPr/>
        </p:nvSpPr>
        <p:spPr>
          <a:xfrm>
            <a:off x="8853027" y="1369895"/>
            <a:ext cx="1404552" cy="372968"/>
          </a:xfrm>
          <a:prstGeom prst="roundRect">
            <a:avLst/>
          </a:prstGeom>
          <a:solidFill>
            <a:schemeClr val="bg1"/>
          </a:solidFill>
          <a:ln w="9525" cap="flat" cmpd="sng" algn="ctr">
            <a:solidFill>
              <a:schemeClr val="accent3">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1400" dirty="0" smtClean="0">
                <a:solidFill>
                  <a:schemeClr val="accent3">
                    <a:lumMod val="50000"/>
                  </a:schemeClr>
                </a:solidFill>
                <a:latin typeface="Arial" panose="020B0604020202020204" pitchFamily="34" charset="0"/>
                <a:cs typeface="Arial" panose="020B0604020202020204" pitchFamily="34" charset="0"/>
              </a:rPr>
              <a:t>Clock Records</a:t>
            </a:r>
          </a:p>
        </p:txBody>
      </p:sp>
      <p:sp>
        <p:nvSpPr>
          <p:cNvPr id="21" name="圓角矩形 20"/>
          <p:cNvSpPr/>
          <p:nvPr/>
        </p:nvSpPr>
        <p:spPr>
          <a:xfrm>
            <a:off x="2758655" y="3319791"/>
            <a:ext cx="1781245" cy="546700"/>
          </a:xfrm>
          <a:prstGeom prst="roundRect">
            <a:avLst/>
          </a:prstGeom>
          <a:solidFill>
            <a:schemeClr val="accent5">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latin typeface="Arial" panose="020B0604020202020204" pitchFamily="34" charset="0"/>
                <a:cs typeface="Arial" panose="020B0604020202020204" pitchFamily="34" charset="0"/>
              </a:rPr>
              <a:t>Overtime Type &amp; Category</a:t>
            </a:r>
            <a:endParaRPr lang="zh-TW" altLang="en-US" sz="1400" dirty="0">
              <a:latin typeface="Arial" panose="020B0604020202020204" pitchFamily="34" charset="0"/>
              <a:cs typeface="Arial" panose="020B0604020202020204" pitchFamily="34" charset="0"/>
            </a:endParaRPr>
          </a:p>
        </p:txBody>
      </p:sp>
      <p:sp>
        <p:nvSpPr>
          <p:cNvPr id="23" name="圓角矩形 22"/>
          <p:cNvSpPr/>
          <p:nvPr/>
        </p:nvSpPr>
        <p:spPr>
          <a:xfrm>
            <a:off x="5515822" y="3225664"/>
            <a:ext cx="1525820" cy="404192"/>
          </a:xfrm>
          <a:prstGeom prst="round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solidFill>
                  <a:schemeClr val="accent1"/>
                </a:solidFill>
                <a:latin typeface="Arial" panose="020B0604020202020204" pitchFamily="34" charset="0"/>
                <a:cs typeface="Arial" panose="020B0604020202020204" pitchFamily="34" charset="0"/>
              </a:rPr>
              <a:t>Daily Work Time</a:t>
            </a:r>
            <a:endParaRPr lang="zh-TW" altLang="en-US" sz="1400" dirty="0">
              <a:solidFill>
                <a:schemeClr val="accent1"/>
              </a:solidFill>
              <a:latin typeface="Arial" panose="020B0604020202020204" pitchFamily="34" charset="0"/>
              <a:cs typeface="Arial" panose="020B0604020202020204" pitchFamily="34" charset="0"/>
            </a:endParaRPr>
          </a:p>
        </p:txBody>
      </p:sp>
      <p:sp>
        <p:nvSpPr>
          <p:cNvPr id="24" name="圓角矩形 23"/>
          <p:cNvSpPr/>
          <p:nvPr/>
        </p:nvSpPr>
        <p:spPr>
          <a:xfrm>
            <a:off x="7222498" y="3228514"/>
            <a:ext cx="1565687" cy="404192"/>
          </a:xfrm>
          <a:prstGeom prst="round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solidFill>
                  <a:schemeClr val="accent1"/>
                </a:solidFill>
                <a:latin typeface="Arial" panose="020B0604020202020204" pitchFamily="34" charset="0"/>
                <a:cs typeface="Arial" panose="020B0604020202020204" pitchFamily="34" charset="0"/>
              </a:rPr>
              <a:t>Daily Overtime</a:t>
            </a:r>
            <a:endParaRPr lang="zh-TW" altLang="en-US" sz="1400" dirty="0">
              <a:solidFill>
                <a:schemeClr val="accent1"/>
              </a:solidFill>
              <a:latin typeface="Arial" panose="020B0604020202020204" pitchFamily="34" charset="0"/>
              <a:cs typeface="Arial" panose="020B0604020202020204" pitchFamily="34" charset="0"/>
            </a:endParaRPr>
          </a:p>
        </p:txBody>
      </p:sp>
      <p:sp>
        <p:nvSpPr>
          <p:cNvPr id="25" name="圓角矩形 24"/>
          <p:cNvSpPr/>
          <p:nvPr/>
        </p:nvSpPr>
        <p:spPr>
          <a:xfrm>
            <a:off x="8969042" y="3230649"/>
            <a:ext cx="1329966" cy="404192"/>
          </a:xfrm>
          <a:prstGeom prst="round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solidFill>
                  <a:schemeClr val="accent1"/>
                </a:solidFill>
                <a:latin typeface="Arial" panose="020B0604020202020204" pitchFamily="34" charset="0"/>
                <a:cs typeface="Arial" panose="020B0604020202020204" pitchFamily="34" charset="0"/>
              </a:rPr>
              <a:t>Daily </a:t>
            </a:r>
            <a:r>
              <a:rPr lang="en-US" altLang="zh-CN" sz="1400" dirty="0" smtClean="0">
                <a:solidFill>
                  <a:schemeClr val="accent1"/>
                </a:solidFill>
                <a:latin typeface="Arial" panose="020B0604020202020204" pitchFamily="34" charset="0"/>
                <a:cs typeface="Arial" panose="020B0604020202020204" pitchFamily="34" charset="0"/>
              </a:rPr>
              <a:t>A</a:t>
            </a:r>
            <a:r>
              <a:rPr lang="en-US" altLang="zh-TW" sz="1400" dirty="0" smtClean="0">
                <a:solidFill>
                  <a:schemeClr val="accent1"/>
                </a:solidFill>
                <a:latin typeface="Arial" panose="020B0604020202020204" pitchFamily="34" charset="0"/>
                <a:cs typeface="Arial" panose="020B0604020202020204" pitchFamily="34" charset="0"/>
              </a:rPr>
              <a:t>bsent</a:t>
            </a:r>
            <a:endParaRPr lang="zh-TW" altLang="en-US" sz="1400" dirty="0">
              <a:solidFill>
                <a:schemeClr val="accent1"/>
              </a:solidFill>
              <a:latin typeface="Arial" panose="020B0604020202020204" pitchFamily="34" charset="0"/>
              <a:cs typeface="Arial" panose="020B0604020202020204" pitchFamily="34" charset="0"/>
            </a:endParaRPr>
          </a:p>
        </p:txBody>
      </p:sp>
      <p:sp>
        <p:nvSpPr>
          <p:cNvPr id="26" name="矩形 25"/>
          <p:cNvSpPr/>
          <p:nvPr/>
        </p:nvSpPr>
        <p:spPr>
          <a:xfrm>
            <a:off x="6472726" y="1031195"/>
            <a:ext cx="3150222" cy="307777"/>
          </a:xfrm>
          <a:prstGeom prst="rect">
            <a:avLst/>
          </a:prstGeom>
        </p:spPr>
        <p:txBody>
          <a:bodyPr wrap="none">
            <a:spAutoFit/>
          </a:bodyPr>
          <a:lstStyle/>
          <a:p>
            <a:pPr algn="ctr"/>
            <a:r>
              <a:rPr lang="en-US" altLang="zh-TW" sz="1400" dirty="0" smtClean="0">
                <a:solidFill>
                  <a:schemeClr val="accent3">
                    <a:lumMod val="50000"/>
                  </a:schemeClr>
                </a:solidFill>
                <a:latin typeface="Arial" panose="020B0604020202020204" pitchFamily="34" charset="0"/>
                <a:cs typeface="Arial" panose="020B0604020202020204" pitchFamily="34" charset="0"/>
              </a:rPr>
              <a:t>Raw Data (Excel </a:t>
            </a:r>
            <a:r>
              <a:rPr lang="en-US" altLang="zh-TW" sz="1400" dirty="0">
                <a:solidFill>
                  <a:schemeClr val="accent3">
                    <a:lumMod val="50000"/>
                  </a:schemeClr>
                </a:solidFill>
                <a:latin typeface="Arial" panose="020B0604020202020204" pitchFamily="34" charset="0"/>
                <a:cs typeface="Arial" panose="020B0604020202020204" pitchFamily="34" charset="0"/>
              </a:rPr>
              <a:t>Import / </a:t>
            </a:r>
            <a:r>
              <a:rPr lang="en-US" altLang="zh-TW" sz="1400" dirty="0" smtClean="0">
                <a:solidFill>
                  <a:schemeClr val="accent3">
                    <a:lumMod val="50000"/>
                  </a:schemeClr>
                </a:solidFill>
                <a:latin typeface="Arial" panose="020B0604020202020204" pitchFamily="34" charset="0"/>
                <a:cs typeface="Arial" panose="020B0604020202020204" pitchFamily="34" charset="0"/>
              </a:rPr>
              <a:t>e-Approval)</a:t>
            </a:r>
            <a:endParaRPr lang="zh-TW" altLang="en-US" sz="1400" dirty="0">
              <a:solidFill>
                <a:schemeClr val="accent3">
                  <a:lumMod val="50000"/>
                </a:schemeClr>
              </a:solidFill>
              <a:latin typeface="Arial" panose="020B0604020202020204" pitchFamily="34" charset="0"/>
              <a:cs typeface="Arial" panose="020B0604020202020204" pitchFamily="34" charset="0"/>
            </a:endParaRPr>
          </a:p>
        </p:txBody>
      </p:sp>
      <p:sp>
        <p:nvSpPr>
          <p:cNvPr id="27" name="向右箭號 26"/>
          <p:cNvSpPr/>
          <p:nvPr/>
        </p:nvSpPr>
        <p:spPr>
          <a:xfrm rot="5400000">
            <a:off x="7715637" y="866229"/>
            <a:ext cx="402627" cy="2384173"/>
          </a:xfrm>
          <a:prstGeom prst="rightArrow">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28" name="向右箭號 27"/>
          <p:cNvSpPr/>
          <p:nvPr/>
        </p:nvSpPr>
        <p:spPr>
          <a:xfrm rot="5400000">
            <a:off x="7728898" y="1739826"/>
            <a:ext cx="282854" cy="2384173"/>
          </a:xfrm>
          <a:prstGeom prst="rightArrow">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29" name="圓角矩形 28"/>
          <p:cNvSpPr/>
          <p:nvPr/>
        </p:nvSpPr>
        <p:spPr>
          <a:xfrm>
            <a:off x="2726592" y="1353946"/>
            <a:ext cx="1781245" cy="50305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latin typeface="Arial" panose="020B0604020202020204" pitchFamily="34" charset="0"/>
                <a:cs typeface="Arial" panose="020B0604020202020204" pitchFamily="34" charset="0"/>
              </a:rPr>
              <a:t>Departments</a:t>
            </a:r>
          </a:p>
          <a:p>
            <a:pPr algn="ctr"/>
            <a:r>
              <a:rPr lang="en-US" altLang="zh-TW" sz="1400" dirty="0" smtClean="0">
                <a:latin typeface="Arial" panose="020B0604020202020204" pitchFamily="34" charset="0"/>
                <a:cs typeface="Arial" panose="020B0604020202020204" pitchFamily="34" charset="0"/>
              </a:rPr>
              <a:t>&amp; </a:t>
            </a:r>
            <a:r>
              <a:rPr lang="en-US" altLang="zh-CN" sz="1400" dirty="0" smtClean="0">
                <a:latin typeface="Arial" panose="020B0604020202020204" pitchFamily="34" charset="0"/>
                <a:cs typeface="Arial" panose="020B0604020202020204" pitchFamily="34" charset="0"/>
              </a:rPr>
              <a:t>Employees</a:t>
            </a:r>
            <a:endParaRPr lang="zh-TW" altLang="en-US" sz="1400" dirty="0">
              <a:latin typeface="Arial" panose="020B0604020202020204" pitchFamily="34" charset="0"/>
              <a:cs typeface="Arial" panose="020B0604020202020204" pitchFamily="34" charset="0"/>
            </a:endParaRPr>
          </a:p>
        </p:txBody>
      </p:sp>
      <p:sp>
        <p:nvSpPr>
          <p:cNvPr id="30" name="圓角矩形 29"/>
          <p:cNvSpPr/>
          <p:nvPr/>
        </p:nvSpPr>
        <p:spPr>
          <a:xfrm>
            <a:off x="2726591" y="1989763"/>
            <a:ext cx="1781245" cy="50305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a:latin typeface="Arial" panose="020B0604020202020204" pitchFamily="34" charset="0"/>
                <a:cs typeface="Arial" panose="020B0604020202020204" pitchFamily="34" charset="0"/>
              </a:rPr>
              <a:t>Clock </a:t>
            </a:r>
            <a:r>
              <a:rPr lang="en-US" altLang="zh-TW" sz="1400" dirty="0" smtClean="0">
                <a:latin typeface="Arial" panose="020B0604020202020204" pitchFamily="34" charset="0"/>
                <a:cs typeface="Arial" panose="020B0604020202020204" pitchFamily="34" charset="0"/>
              </a:rPr>
              <a:t>records</a:t>
            </a:r>
            <a:endParaRPr lang="zh-TW" altLang="en-US" sz="1400" dirty="0">
              <a:latin typeface="Arial" panose="020B0604020202020204" pitchFamily="34" charset="0"/>
              <a:cs typeface="Arial" panose="020B0604020202020204" pitchFamily="34" charset="0"/>
            </a:endParaRPr>
          </a:p>
        </p:txBody>
      </p:sp>
      <p:sp>
        <p:nvSpPr>
          <p:cNvPr id="31" name="圓角矩形 30"/>
          <p:cNvSpPr/>
          <p:nvPr/>
        </p:nvSpPr>
        <p:spPr>
          <a:xfrm>
            <a:off x="5539888" y="4043322"/>
            <a:ext cx="1844316" cy="346253"/>
          </a:xfrm>
          <a:prstGeom prst="roundRect">
            <a:avLst/>
          </a:prstGeom>
          <a:solidFill>
            <a:schemeClr val="lt1">
              <a:alpha val="87000"/>
            </a:schemeClr>
          </a:solidFill>
          <a:ln>
            <a:solidFill>
              <a:schemeClr val="accent1"/>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400" dirty="0" smtClean="0">
                <a:latin typeface="Arial" panose="020B0604020202020204" pitchFamily="34" charset="0"/>
                <a:cs typeface="Arial" panose="020B0604020202020204" pitchFamily="34" charset="0"/>
              </a:rPr>
              <a:t>Overtime </a:t>
            </a:r>
            <a:r>
              <a:rPr lang="en-US" altLang="zh-TW" sz="1400" dirty="0" smtClean="0">
                <a:latin typeface="Arial" panose="020B0604020202020204" pitchFamily="34" charset="0"/>
                <a:cs typeface="Arial" panose="020B0604020202020204" pitchFamily="34" charset="0"/>
              </a:rPr>
              <a:t>Upper </a:t>
            </a:r>
            <a:r>
              <a:rPr lang="en-US" altLang="zh-CN" sz="1400" dirty="0" smtClean="0">
                <a:latin typeface="Arial" panose="020B0604020202020204" pitchFamily="34" charset="0"/>
                <a:cs typeface="Arial" panose="020B0604020202020204" pitchFamily="34" charset="0"/>
              </a:rPr>
              <a:t>l</a:t>
            </a:r>
            <a:r>
              <a:rPr lang="en-US" altLang="zh-TW" sz="1400" dirty="0" smtClean="0">
                <a:latin typeface="Arial" panose="020B0604020202020204" pitchFamily="34" charset="0"/>
                <a:cs typeface="Arial" panose="020B0604020202020204" pitchFamily="34" charset="0"/>
              </a:rPr>
              <a:t>imit</a:t>
            </a:r>
            <a:endParaRPr lang="zh-TW" altLang="en-US" sz="1400" dirty="0">
              <a:latin typeface="Arial" panose="020B0604020202020204" pitchFamily="34" charset="0"/>
              <a:cs typeface="Arial" panose="020B0604020202020204" pitchFamily="34" charset="0"/>
            </a:endParaRPr>
          </a:p>
        </p:txBody>
      </p:sp>
      <p:sp>
        <p:nvSpPr>
          <p:cNvPr id="32" name="圓角矩形 31"/>
          <p:cNvSpPr/>
          <p:nvPr/>
        </p:nvSpPr>
        <p:spPr>
          <a:xfrm>
            <a:off x="8663751" y="4031530"/>
            <a:ext cx="1595130" cy="346253"/>
          </a:xfrm>
          <a:prstGeom prst="roundRect">
            <a:avLst/>
          </a:prstGeom>
          <a:solidFill>
            <a:schemeClr val="lt1">
              <a:alpha val="91000"/>
            </a:schemeClr>
          </a:solidFill>
          <a:ln>
            <a:solidFill>
              <a:schemeClr val="accent1"/>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400" dirty="0" smtClean="0">
                <a:latin typeface="Arial" panose="020B0604020202020204" pitchFamily="34" charset="0"/>
                <a:cs typeface="Arial" panose="020B0604020202020204" pitchFamily="34" charset="0"/>
              </a:rPr>
              <a:t>Leave Balance</a:t>
            </a:r>
          </a:p>
        </p:txBody>
      </p:sp>
      <p:sp>
        <p:nvSpPr>
          <p:cNvPr id="33" name="向右箭號 32"/>
          <p:cNvSpPr/>
          <p:nvPr/>
        </p:nvSpPr>
        <p:spPr>
          <a:xfrm rot="5400000">
            <a:off x="7688383" y="3886515"/>
            <a:ext cx="404239" cy="2384173"/>
          </a:xfrm>
          <a:prstGeom prst="rightArrow">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34" name="迴轉箭號 33"/>
          <p:cNvSpPr/>
          <p:nvPr/>
        </p:nvSpPr>
        <p:spPr>
          <a:xfrm rot="5400000" flipH="1">
            <a:off x="8718562" y="2993072"/>
            <a:ext cx="3914406" cy="636153"/>
          </a:xfrm>
          <a:prstGeom prst="uturnArrow">
            <a:avLst>
              <a:gd name="adj1" fmla="val 27846"/>
              <a:gd name="adj2" fmla="val 25000"/>
              <a:gd name="adj3" fmla="val 25000"/>
              <a:gd name="adj4" fmla="val 59405"/>
              <a:gd name="adj5" fmla="val 100000"/>
            </a:avLst>
          </a:prstGeom>
          <a:gradFill>
            <a:gsLst>
              <a:gs pos="0">
                <a:schemeClr val="accent2">
                  <a:lumMod val="20000"/>
                  <a:lumOff val="80000"/>
                </a:schemeClr>
              </a:gs>
              <a:gs pos="50000">
                <a:schemeClr val="bg1"/>
              </a:gs>
              <a:gs pos="100000">
                <a:schemeClr val="accent1">
                  <a:lumMod val="40000"/>
                  <a:lumOff val="6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latin typeface="Arial" panose="020B0604020202020204" pitchFamily="34" charset="0"/>
              <a:cs typeface="Arial" panose="020B0604020202020204" pitchFamily="34" charset="0"/>
            </a:endParaRPr>
          </a:p>
        </p:txBody>
      </p:sp>
      <p:sp>
        <p:nvSpPr>
          <p:cNvPr id="35" name="圓角矩形 34"/>
          <p:cNvSpPr/>
          <p:nvPr/>
        </p:nvSpPr>
        <p:spPr>
          <a:xfrm>
            <a:off x="5526585" y="4496865"/>
            <a:ext cx="4766795" cy="366692"/>
          </a:xfrm>
          <a:prstGeom prst="roundRect">
            <a:avLst/>
          </a:prstGeom>
          <a:solidFill>
            <a:schemeClr val="accent2">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1400" dirty="0" smtClean="0">
                <a:latin typeface="Arial" panose="020B0604020202020204" pitchFamily="34" charset="0"/>
                <a:cs typeface="Arial" panose="020B0604020202020204" pitchFamily="34" charset="0"/>
              </a:rPr>
              <a:t>Monthly</a:t>
            </a:r>
            <a:r>
              <a:rPr lang="en-US" altLang="zh-TW" sz="1400" dirty="0" smtClean="0">
                <a:latin typeface="Arial" panose="020B0604020202020204" pitchFamily="34" charset="0"/>
                <a:cs typeface="Arial" panose="020B0604020202020204" pitchFamily="34" charset="0"/>
              </a:rPr>
              <a:t> Analysis</a:t>
            </a:r>
            <a:endParaRPr lang="zh-TW" altLang="en-US" sz="1400" dirty="0">
              <a:latin typeface="Arial" panose="020B0604020202020204" pitchFamily="34" charset="0"/>
              <a:cs typeface="Arial" panose="020B0604020202020204" pitchFamily="34" charset="0"/>
            </a:endParaRPr>
          </a:p>
        </p:txBody>
      </p:sp>
      <p:sp>
        <p:nvSpPr>
          <p:cNvPr id="36" name="圓角矩形 35"/>
          <p:cNvSpPr/>
          <p:nvPr/>
        </p:nvSpPr>
        <p:spPr>
          <a:xfrm>
            <a:off x="5625777" y="5481345"/>
            <a:ext cx="1812539" cy="40419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solidFill>
                  <a:schemeClr val="accent2">
                    <a:lumMod val="50000"/>
                  </a:schemeClr>
                </a:solidFill>
                <a:latin typeface="Arial" panose="020B0604020202020204" pitchFamily="34" charset="0"/>
                <a:cs typeface="Arial" panose="020B0604020202020204" pitchFamily="34" charset="0"/>
              </a:rPr>
              <a:t>Paid / Unpaid Days</a:t>
            </a:r>
            <a:endParaRPr lang="zh-TW" altLang="en-US" sz="1400" dirty="0">
              <a:solidFill>
                <a:schemeClr val="accent2">
                  <a:lumMod val="50000"/>
                </a:schemeClr>
              </a:solidFill>
              <a:latin typeface="Arial" panose="020B0604020202020204" pitchFamily="34" charset="0"/>
              <a:cs typeface="Arial" panose="020B0604020202020204" pitchFamily="34" charset="0"/>
            </a:endParaRPr>
          </a:p>
        </p:txBody>
      </p:sp>
      <p:sp>
        <p:nvSpPr>
          <p:cNvPr id="37" name="圓角矩形 36"/>
          <p:cNvSpPr/>
          <p:nvPr/>
        </p:nvSpPr>
        <p:spPr>
          <a:xfrm>
            <a:off x="7523880" y="5475142"/>
            <a:ext cx="1179079" cy="40419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solidFill>
                  <a:schemeClr val="accent2">
                    <a:lumMod val="50000"/>
                  </a:schemeClr>
                </a:solidFill>
                <a:latin typeface="Arial" panose="020B0604020202020204" pitchFamily="34" charset="0"/>
                <a:cs typeface="Arial" panose="020B0604020202020204" pitchFamily="34" charset="0"/>
              </a:rPr>
              <a:t>Monthly OT</a:t>
            </a:r>
            <a:endParaRPr lang="zh-TW" altLang="en-US" sz="1400" dirty="0">
              <a:solidFill>
                <a:schemeClr val="accent2">
                  <a:lumMod val="50000"/>
                </a:schemeClr>
              </a:solidFill>
              <a:latin typeface="Arial" panose="020B0604020202020204" pitchFamily="34" charset="0"/>
              <a:cs typeface="Arial" panose="020B0604020202020204" pitchFamily="34" charset="0"/>
            </a:endParaRPr>
          </a:p>
        </p:txBody>
      </p:sp>
      <p:sp>
        <p:nvSpPr>
          <p:cNvPr id="38" name="圓角矩形 37"/>
          <p:cNvSpPr/>
          <p:nvPr/>
        </p:nvSpPr>
        <p:spPr>
          <a:xfrm>
            <a:off x="8756956" y="5477277"/>
            <a:ext cx="1536425" cy="40419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solidFill>
                  <a:schemeClr val="accent2">
                    <a:lumMod val="50000"/>
                  </a:schemeClr>
                </a:solidFill>
                <a:latin typeface="Arial" panose="020B0604020202020204" pitchFamily="34" charset="0"/>
                <a:cs typeface="Arial" panose="020B0604020202020204" pitchFamily="34" charset="0"/>
              </a:rPr>
              <a:t>Monthly Balance</a:t>
            </a:r>
            <a:endParaRPr lang="zh-TW" altLang="en-US" sz="1400" dirty="0">
              <a:solidFill>
                <a:schemeClr val="accent2">
                  <a:lumMod val="50000"/>
                </a:schemeClr>
              </a:solidFill>
              <a:latin typeface="Arial" panose="020B0604020202020204" pitchFamily="34" charset="0"/>
              <a:cs typeface="Arial" panose="020B0604020202020204" pitchFamily="34" charset="0"/>
            </a:endParaRPr>
          </a:p>
        </p:txBody>
      </p:sp>
      <p:sp>
        <p:nvSpPr>
          <p:cNvPr id="39" name="圓角矩形 38"/>
          <p:cNvSpPr/>
          <p:nvPr/>
        </p:nvSpPr>
        <p:spPr>
          <a:xfrm>
            <a:off x="998974" y="4881924"/>
            <a:ext cx="1376127" cy="534155"/>
          </a:xfrm>
          <a:prstGeom prst="roundRect">
            <a:avLst/>
          </a:prstGeom>
          <a:solidFill>
            <a:schemeClr val="tx1">
              <a:lumMod val="75000"/>
              <a:lumOff val="25000"/>
            </a:schemeClr>
          </a:solidFill>
          <a:ln>
            <a:solidFill>
              <a:schemeClr val="tx1">
                <a:lumMod val="95000"/>
                <a:lumOff val="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400" dirty="0" smtClean="0">
                <a:solidFill>
                  <a:schemeClr val="bg1"/>
                </a:solidFill>
                <a:latin typeface="Arial" panose="020B0604020202020204" pitchFamily="34" charset="0"/>
                <a:cs typeface="Arial" panose="020B0604020202020204" pitchFamily="34" charset="0"/>
              </a:rPr>
              <a:t>Payroll Management</a:t>
            </a:r>
            <a:endParaRPr lang="en-US" altLang="zh-CN" sz="1400" dirty="0">
              <a:solidFill>
                <a:schemeClr val="bg1"/>
              </a:solidFill>
              <a:latin typeface="Arial" panose="020B0604020202020204" pitchFamily="34" charset="0"/>
              <a:cs typeface="Arial" panose="020B0604020202020204" pitchFamily="34" charset="0"/>
            </a:endParaRPr>
          </a:p>
        </p:txBody>
      </p:sp>
      <p:sp>
        <p:nvSpPr>
          <p:cNvPr id="40" name="文字方塊 39"/>
          <p:cNvSpPr txBox="1"/>
          <p:nvPr/>
        </p:nvSpPr>
        <p:spPr>
          <a:xfrm>
            <a:off x="2794868" y="4991966"/>
            <a:ext cx="1643399" cy="338554"/>
          </a:xfrm>
          <a:prstGeom prst="rect">
            <a:avLst/>
          </a:prstGeom>
          <a:noFill/>
        </p:spPr>
        <p:txBody>
          <a:bodyPr wrap="none" rtlCol="0">
            <a:spAutoFit/>
          </a:bodyPr>
          <a:lstStyle/>
          <a:p>
            <a:r>
              <a:rPr lang="en-US" altLang="zh-TW" sz="1600" dirty="0" smtClean="0">
                <a:latin typeface="Arial" panose="020B0604020202020204" pitchFamily="34" charset="0"/>
                <a:cs typeface="Arial" panose="020B0604020202020204" pitchFamily="34" charset="0"/>
              </a:rPr>
              <a:t>Paydays Report</a:t>
            </a:r>
            <a:endParaRPr lang="zh-TW" altLang="en-US" sz="1600" dirty="0">
              <a:latin typeface="Arial" panose="020B0604020202020204" pitchFamily="34" charset="0"/>
              <a:cs typeface="Arial" panose="020B0604020202020204" pitchFamily="34" charset="0"/>
            </a:endParaRPr>
          </a:p>
        </p:txBody>
      </p:sp>
      <p:sp>
        <p:nvSpPr>
          <p:cNvPr id="41" name="文字方塊 40"/>
          <p:cNvSpPr txBox="1"/>
          <p:nvPr/>
        </p:nvSpPr>
        <p:spPr>
          <a:xfrm>
            <a:off x="3586616" y="4695410"/>
            <a:ext cx="1816523" cy="307777"/>
          </a:xfrm>
          <a:prstGeom prst="rect">
            <a:avLst/>
          </a:prstGeom>
          <a:noFill/>
        </p:spPr>
        <p:txBody>
          <a:bodyPr wrap="none" rtlCol="0">
            <a:spAutoFit/>
          </a:bodyPr>
          <a:lstStyle/>
          <a:p>
            <a:r>
              <a:rPr lang="en-US" altLang="zh-TW" sz="1400" dirty="0" smtClean="0">
                <a:solidFill>
                  <a:schemeClr val="bg1"/>
                </a:solidFill>
                <a:latin typeface="Arial" panose="020B0604020202020204" pitchFamily="34" charset="0"/>
                <a:cs typeface="Arial" panose="020B0604020202020204" pitchFamily="34" charset="0"/>
              </a:rPr>
              <a:t>Monthly closing date</a:t>
            </a:r>
            <a:endParaRPr lang="zh-TW" altLang="en-US" sz="1400" dirty="0">
              <a:solidFill>
                <a:schemeClr val="bg1"/>
              </a:solidFill>
              <a:latin typeface="Arial" panose="020B0604020202020204" pitchFamily="34" charset="0"/>
              <a:cs typeface="Arial" panose="020B0604020202020204" pitchFamily="34" charset="0"/>
            </a:endParaRPr>
          </a:p>
        </p:txBody>
      </p:sp>
      <p:sp>
        <p:nvSpPr>
          <p:cNvPr id="44" name="文字方塊 43"/>
          <p:cNvSpPr txBox="1"/>
          <p:nvPr/>
        </p:nvSpPr>
        <p:spPr>
          <a:xfrm>
            <a:off x="3036921" y="974126"/>
            <a:ext cx="1159292" cy="307777"/>
          </a:xfrm>
          <a:prstGeom prst="rect">
            <a:avLst/>
          </a:prstGeom>
          <a:noFill/>
        </p:spPr>
        <p:txBody>
          <a:bodyPr wrap="none" rtlCol="0">
            <a:spAutoFit/>
          </a:bodyPr>
          <a:lstStyle/>
          <a:p>
            <a:r>
              <a:rPr lang="en-US" altLang="zh-TW" sz="1400" dirty="0" smtClean="0">
                <a:latin typeface="Arial" panose="020B0604020202020204" pitchFamily="34" charset="0"/>
                <a:cs typeface="Arial" panose="020B0604020202020204" pitchFamily="34" charset="0"/>
              </a:rPr>
              <a:t>Master Data</a:t>
            </a:r>
            <a:endParaRPr lang="zh-TW" altLang="en-US" sz="1400" dirty="0">
              <a:latin typeface="Arial" panose="020B0604020202020204" pitchFamily="34" charset="0"/>
              <a:cs typeface="Arial" panose="020B0604020202020204" pitchFamily="34" charset="0"/>
            </a:endParaRPr>
          </a:p>
        </p:txBody>
      </p:sp>
      <p:sp>
        <p:nvSpPr>
          <p:cNvPr id="45" name="文字方塊 44"/>
          <p:cNvSpPr txBox="1"/>
          <p:nvPr/>
        </p:nvSpPr>
        <p:spPr>
          <a:xfrm>
            <a:off x="820645" y="970106"/>
            <a:ext cx="1758558" cy="307777"/>
          </a:xfrm>
          <a:prstGeom prst="rect">
            <a:avLst/>
          </a:prstGeom>
          <a:noFill/>
        </p:spPr>
        <p:txBody>
          <a:bodyPr wrap="none" rtlCol="0">
            <a:spAutoFit/>
          </a:bodyPr>
          <a:lstStyle/>
          <a:p>
            <a:r>
              <a:rPr lang="en-US" altLang="zh-TW" sz="1400" dirty="0" smtClean="0">
                <a:solidFill>
                  <a:schemeClr val="bg1"/>
                </a:solidFill>
                <a:latin typeface="Arial" panose="020B0604020202020204" pitchFamily="34" charset="0"/>
                <a:cs typeface="Arial" panose="020B0604020202020204" pitchFamily="34" charset="0"/>
              </a:rPr>
              <a:t>External Application</a:t>
            </a:r>
            <a:endParaRPr lang="zh-TW" altLang="en-US" sz="1400" dirty="0">
              <a:solidFill>
                <a:schemeClr val="bg1"/>
              </a:solidFill>
              <a:latin typeface="Arial" panose="020B0604020202020204" pitchFamily="34" charset="0"/>
              <a:cs typeface="Arial" panose="020B0604020202020204" pitchFamily="34" charset="0"/>
            </a:endParaRPr>
          </a:p>
        </p:txBody>
      </p:sp>
      <p:sp>
        <p:nvSpPr>
          <p:cNvPr id="46" name="圓角矩形 45"/>
          <p:cNvSpPr/>
          <p:nvPr/>
        </p:nvSpPr>
        <p:spPr>
          <a:xfrm>
            <a:off x="1006519" y="5559416"/>
            <a:ext cx="1376127" cy="534155"/>
          </a:xfrm>
          <a:prstGeom prst="roundRect">
            <a:avLst/>
          </a:prstGeom>
          <a:solidFill>
            <a:schemeClr val="tx1">
              <a:lumMod val="75000"/>
              <a:lumOff val="25000"/>
            </a:schemeClr>
          </a:solidFill>
          <a:ln>
            <a:solidFill>
              <a:schemeClr val="tx1">
                <a:lumMod val="95000"/>
                <a:lumOff val="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400" dirty="0" smtClean="0">
                <a:solidFill>
                  <a:schemeClr val="bg1"/>
                </a:solidFill>
                <a:latin typeface="Arial" panose="020B0604020202020204" pitchFamily="34" charset="0"/>
                <a:cs typeface="Arial" panose="020B0604020202020204" pitchFamily="34" charset="0"/>
              </a:rPr>
              <a:t>Mobile App</a:t>
            </a:r>
            <a:endParaRPr lang="en-US" altLang="zh-CN" sz="1400" dirty="0">
              <a:solidFill>
                <a:schemeClr val="bg1"/>
              </a:solidFill>
              <a:latin typeface="Arial" panose="020B0604020202020204" pitchFamily="34" charset="0"/>
              <a:cs typeface="Arial" panose="020B0604020202020204" pitchFamily="34" charset="0"/>
            </a:endParaRPr>
          </a:p>
        </p:txBody>
      </p:sp>
      <p:sp>
        <p:nvSpPr>
          <p:cNvPr id="47" name="文字方塊 46"/>
          <p:cNvSpPr txBox="1"/>
          <p:nvPr/>
        </p:nvSpPr>
        <p:spPr>
          <a:xfrm>
            <a:off x="2802413" y="5696617"/>
            <a:ext cx="2574744" cy="307777"/>
          </a:xfrm>
          <a:prstGeom prst="rect">
            <a:avLst/>
          </a:prstGeom>
          <a:noFill/>
        </p:spPr>
        <p:txBody>
          <a:bodyPr wrap="none" rtlCol="0">
            <a:spAutoFit/>
          </a:bodyPr>
          <a:lstStyle/>
          <a:p>
            <a:r>
              <a:rPr lang="en-US" altLang="zh-TW" sz="1400" dirty="0" smtClean="0">
                <a:latin typeface="Arial" panose="020B0604020202020204" pitchFamily="34" charset="0"/>
                <a:cs typeface="Arial" panose="020B0604020202020204" pitchFamily="34" charset="0"/>
              </a:rPr>
              <a:t>Employee Self </a:t>
            </a:r>
            <a:r>
              <a:rPr lang="en-US" altLang="zh-CN" sz="1400" dirty="0" smtClean="0">
                <a:latin typeface="Arial" panose="020B0604020202020204" pitchFamily="34" charset="0"/>
                <a:cs typeface="Arial" panose="020B0604020202020204" pitchFamily="34" charset="0"/>
              </a:rPr>
              <a:t>Service</a:t>
            </a:r>
            <a:r>
              <a:rPr lang="en-US" altLang="zh-TW" sz="1400" dirty="0" smtClean="0">
                <a:latin typeface="Arial" panose="020B0604020202020204" pitchFamily="34" charset="0"/>
                <a:cs typeface="Arial" panose="020B0604020202020204" pitchFamily="34" charset="0"/>
              </a:rPr>
              <a:t> Report</a:t>
            </a:r>
            <a:endParaRPr lang="zh-TW" altLang="en-US" sz="1400" dirty="0">
              <a:latin typeface="Arial" panose="020B0604020202020204" pitchFamily="34" charset="0"/>
              <a:cs typeface="Arial" panose="020B0604020202020204" pitchFamily="34" charset="0"/>
            </a:endParaRPr>
          </a:p>
        </p:txBody>
      </p:sp>
      <p:sp>
        <p:nvSpPr>
          <p:cNvPr id="48" name="圓角矩形 47"/>
          <p:cNvSpPr/>
          <p:nvPr/>
        </p:nvSpPr>
        <p:spPr>
          <a:xfrm>
            <a:off x="5506971" y="1364501"/>
            <a:ext cx="1450335" cy="372968"/>
          </a:xfrm>
          <a:prstGeom prst="roundRect">
            <a:avLst/>
          </a:prstGeom>
          <a:solidFill>
            <a:schemeClr val="bg1"/>
          </a:solidFill>
          <a:ln w="9525" cap="flat" cmpd="sng" algn="ctr">
            <a:solidFill>
              <a:schemeClr val="accent3">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CN" sz="1400" dirty="0" smtClean="0">
                <a:solidFill>
                  <a:schemeClr val="accent3">
                    <a:lumMod val="50000"/>
                  </a:schemeClr>
                </a:solidFill>
                <a:latin typeface="Arial" panose="020B0604020202020204" pitchFamily="34" charset="0"/>
                <a:cs typeface="Arial" panose="020B0604020202020204" pitchFamily="34" charset="0"/>
              </a:rPr>
              <a:t>Shift Schedule</a:t>
            </a:r>
            <a:endParaRPr lang="en-US" altLang="zh-TW" sz="1400" dirty="0" smtClean="0">
              <a:solidFill>
                <a:schemeClr val="accent3">
                  <a:lumMod val="50000"/>
                </a:schemeClr>
              </a:solidFill>
              <a:latin typeface="Arial" panose="020B0604020202020204" pitchFamily="34" charset="0"/>
              <a:cs typeface="Arial" panose="020B0604020202020204" pitchFamily="34" charset="0"/>
            </a:endParaRPr>
          </a:p>
        </p:txBody>
      </p:sp>
      <p:sp>
        <p:nvSpPr>
          <p:cNvPr id="50" name="矩形 49"/>
          <p:cNvSpPr/>
          <p:nvPr/>
        </p:nvSpPr>
        <p:spPr>
          <a:xfrm>
            <a:off x="5597855" y="5212986"/>
            <a:ext cx="1996059" cy="307777"/>
          </a:xfrm>
          <a:prstGeom prst="rect">
            <a:avLst/>
          </a:prstGeom>
        </p:spPr>
        <p:txBody>
          <a:bodyPr wrap="none">
            <a:spAutoFit/>
          </a:bodyPr>
          <a:lstStyle/>
          <a:p>
            <a:pPr algn="ctr"/>
            <a:r>
              <a:rPr lang="en-US" altLang="zh-TW" sz="1400" dirty="0" smtClean="0">
                <a:solidFill>
                  <a:schemeClr val="accent2">
                    <a:lumMod val="50000"/>
                  </a:schemeClr>
                </a:solidFill>
                <a:latin typeface="Arial" panose="020B0604020202020204" pitchFamily="34" charset="0"/>
                <a:cs typeface="Arial" panose="020B0604020202020204" pitchFamily="34" charset="0"/>
              </a:rPr>
              <a:t>Monthly analysis result</a:t>
            </a:r>
            <a:endParaRPr lang="zh-TW" altLang="en-US" sz="1400" dirty="0">
              <a:solidFill>
                <a:schemeClr val="accent2">
                  <a:lumMod val="50000"/>
                </a:schemeClr>
              </a:solidFill>
              <a:latin typeface="Arial" panose="020B0604020202020204" pitchFamily="34" charset="0"/>
              <a:cs typeface="Arial" panose="020B0604020202020204" pitchFamily="34" charset="0"/>
            </a:endParaRPr>
          </a:p>
        </p:txBody>
      </p:sp>
      <p:sp>
        <p:nvSpPr>
          <p:cNvPr id="49" name="矩形 48"/>
          <p:cNvSpPr/>
          <p:nvPr/>
        </p:nvSpPr>
        <p:spPr>
          <a:xfrm>
            <a:off x="5445098" y="2958023"/>
            <a:ext cx="1768434" cy="307777"/>
          </a:xfrm>
          <a:prstGeom prst="rect">
            <a:avLst/>
          </a:prstGeom>
          <a:ln>
            <a:noFill/>
          </a:ln>
        </p:spPr>
        <p:txBody>
          <a:bodyPr wrap="none">
            <a:spAutoFit/>
          </a:bodyPr>
          <a:lstStyle/>
          <a:p>
            <a:pPr algn="ctr"/>
            <a:r>
              <a:rPr lang="en-US" altLang="zh-TW" sz="1400" dirty="0" smtClean="0">
                <a:solidFill>
                  <a:schemeClr val="accent1"/>
                </a:solidFill>
                <a:latin typeface="Arial" panose="020B0604020202020204" pitchFamily="34" charset="0"/>
                <a:cs typeface="Arial" panose="020B0604020202020204" pitchFamily="34" charset="0"/>
              </a:rPr>
              <a:t>Daily analysis result</a:t>
            </a:r>
            <a:endParaRPr lang="zh-TW" altLang="en-US" sz="1400" dirty="0">
              <a:solidFill>
                <a:schemeClr val="accent1"/>
              </a:solidFill>
              <a:latin typeface="Arial" panose="020B0604020202020204" pitchFamily="34" charset="0"/>
              <a:cs typeface="Arial" panose="020B0604020202020204" pitchFamily="34" charset="0"/>
            </a:endParaRPr>
          </a:p>
        </p:txBody>
      </p:sp>
      <p:sp>
        <p:nvSpPr>
          <p:cNvPr id="10" name="向右箭號 9"/>
          <p:cNvSpPr/>
          <p:nvPr/>
        </p:nvSpPr>
        <p:spPr>
          <a:xfrm rot="5400000">
            <a:off x="7701032" y="2697781"/>
            <a:ext cx="414723" cy="2384173"/>
          </a:xfrm>
          <a:prstGeom prst="rightArrow">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15032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dirty="0">
                <a:latin typeface="+mn-lt"/>
              </a:rPr>
              <a:t>Functional </a:t>
            </a:r>
            <a:r>
              <a:rPr lang="en-US" altLang="zh-TW" dirty="0" smtClean="0">
                <a:latin typeface="+mn-lt"/>
              </a:rPr>
              <a:t>Architecture</a:t>
            </a:r>
            <a:endParaRPr lang="zh-TW" altLang="en-US" dirty="0">
              <a:latin typeface="+mn-lt"/>
            </a:endParaRPr>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mn-lt"/>
              </a:rPr>
              <a:pPr marL="50799">
                <a:spcBef>
                  <a:spcPts val="133"/>
                </a:spcBef>
              </a:pPr>
              <a:t>6</a:t>
            </a:fld>
            <a:r>
              <a:rPr lang="en-US" altLang="zh-TW" smtClean="0">
                <a:latin typeface="+mn-lt"/>
              </a:rPr>
              <a:t> /</a:t>
            </a:r>
            <a:endParaRPr lang="en-US" altLang="zh-TW" dirty="0">
              <a:latin typeface="+mn-lt"/>
            </a:endParaRPr>
          </a:p>
        </p:txBody>
      </p:sp>
      <p:sp>
        <p:nvSpPr>
          <p:cNvPr id="5" name="頁尾版面配置區 4"/>
          <p:cNvSpPr>
            <a:spLocks noGrp="1"/>
          </p:cNvSpPr>
          <p:nvPr>
            <p:ph type="ftr" sz="quarter" idx="3"/>
          </p:nvPr>
        </p:nvSpPr>
        <p:spPr/>
        <p:txBody>
          <a:bodyPr/>
          <a:lstStyle/>
          <a:p>
            <a:r>
              <a:rPr lang="en-US" altLang="zh-TW" smtClean="0">
                <a:latin typeface="+mn-lt"/>
              </a:rPr>
              <a:t>79</a:t>
            </a:r>
            <a:endParaRPr lang="zh-TW" altLang="en-US" dirty="0">
              <a:latin typeface="+mn-lt"/>
            </a:endParaRPr>
          </a:p>
        </p:txBody>
      </p:sp>
      <p:grpSp>
        <p:nvGrpSpPr>
          <p:cNvPr id="6" name="群組 5"/>
          <p:cNvGrpSpPr/>
          <p:nvPr/>
        </p:nvGrpSpPr>
        <p:grpSpPr>
          <a:xfrm>
            <a:off x="3634766" y="1649016"/>
            <a:ext cx="1915064" cy="1020331"/>
            <a:chOff x="3986505" y="1150012"/>
            <a:chExt cx="1915064" cy="1020331"/>
          </a:xfrm>
          <a:solidFill>
            <a:schemeClr val="accent4">
              <a:lumMod val="20000"/>
              <a:lumOff val="80000"/>
            </a:schemeClr>
          </a:solidFill>
        </p:grpSpPr>
        <p:sp>
          <p:nvSpPr>
            <p:cNvPr id="7" name="圓角矩形 6"/>
            <p:cNvSpPr/>
            <p:nvPr/>
          </p:nvSpPr>
          <p:spPr>
            <a:xfrm>
              <a:off x="3986505" y="1150012"/>
              <a:ext cx="1915064" cy="1020331"/>
            </a:xfrm>
            <a:prstGeom prst="roundRect">
              <a:avLst>
                <a:gd name="adj" fmla="val 5914"/>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sz="1400" dirty="0" smtClean="0">
                  <a:solidFill>
                    <a:schemeClr val="tx1"/>
                  </a:solidFill>
                </a:rPr>
                <a:t>Analysis</a:t>
              </a:r>
              <a:endParaRPr lang="zh-TW" altLang="en-US" sz="1400" dirty="0">
                <a:solidFill>
                  <a:schemeClr val="tx1"/>
                </a:solidFill>
              </a:endParaRPr>
            </a:p>
          </p:txBody>
        </p:sp>
        <p:sp>
          <p:nvSpPr>
            <p:cNvPr id="8" name="圓角矩形 7"/>
            <p:cNvSpPr/>
            <p:nvPr/>
          </p:nvSpPr>
          <p:spPr>
            <a:xfrm>
              <a:off x="4075642" y="1486439"/>
              <a:ext cx="1690778" cy="267419"/>
            </a:xfrm>
            <a:prstGeom prst="roundRect">
              <a:avLst/>
            </a:prstGeom>
            <a:solidFill>
              <a:schemeClr val="bg1"/>
            </a:solidFill>
            <a:ln>
              <a:solidFill>
                <a:schemeClr val="accent4">
                  <a:lumMod val="60000"/>
                  <a:lumOff val="4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Daily Analysis</a:t>
              </a:r>
              <a:endParaRPr lang="zh-TW" altLang="en-US" sz="1200" dirty="0"/>
            </a:p>
          </p:txBody>
        </p:sp>
        <p:sp>
          <p:nvSpPr>
            <p:cNvPr id="9" name="圓角矩形 8"/>
            <p:cNvSpPr/>
            <p:nvPr/>
          </p:nvSpPr>
          <p:spPr>
            <a:xfrm>
              <a:off x="4075642" y="1796993"/>
              <a:ext cx="1690778" cy="267419"/>
            </a:xfrm>
            <a:prstGeom prst="roundRect">
              <a:avLst/>
            </a:prstGeom>
            <a:solidFill>
              <a:schemeClr val="bg1"/>
            </a:solidFill>
            <a:ln>
              <a:solidFill>
                <a:schemeClr val="accent4">
                  <a:lumMod val="60000"/>
                  <a:lumOff val="4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Monthly Analysis</a:t>
              </a:r>
              <a:endParaRPr lang="zh-TW" altLang="en-US" sz="1200" dirty="0"/>
            </a:p>
          </p:txBody>
        </p:sp>
      </p:grpSp>
      <p:grpSp>
        <p:nvGrpSpPr>
          <p:cNvPr id="10" name="群組 9"/>
          <p:cNvGrpSpPr/>
          <p:nvPr/>
        </p:nvGrpSpPr>
        <p:grpSpPr>
          <a:xfrm>
            <a:off x="5815550" y="998013"/>
            <a:ext cx="1915064" cy="1657255"/>
            <a:chOff x="6245690" y="1094718"/>
            <a:chExt cx="1915064" cy="1657255"/>
          </a:xfrm>
        </p:grpSpPr>
        <p:sp>
          <p:nvSpPr>
            <p:cNvPr id="11" name="圓角矩形 10"/>
            <p:cNvSpPr/>
            <p:nvPr/>
          </p:nvSpPr>
          <p:spPr>
            <a:xfrm>
              <a:off x="6245690" y="1094718"/>
              <a:ext cx="1915064" cy="1657255"/>
            </a:xfrm>
            <a:prstGeom prst="roundRect">
              <a:avLst>
                <a:gd name="adj" fmla="val 5914"/>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sz="1400" dirty="0" smtClean="0">
                  <a:solidFill>
                    <a:schemeClr val="tx1"/>
                  </a:solidFill>
                </a:rPr>
                <a:t>Reports</a:t>
              </a:r>
              <a:endParaRPr lang="zh-TW" altLang="en-US" sz="1400" dirty="0">
                <a:solidFill>
                  <a:schemeClr val="tx1"/>
                </a:solidFill>
              </a:endParaRPr>
            </a:p>
          </p:txBody>
        </p:sp>
        <p:sp>
          <p:nvSpPr>
            <p:cNvPr id="12" name="圓角矩形 11"/>
            <p:cNvSpPr/>
            <p:nvPr/>
          </p:nvSpPr>
          <p:spPr>
            <a:xfrm>
              <a:off x="6353437" y="1442410"/>
              <a:ext cx="1690778" cy="267419"/>
            </a:xfrm>
            <a:prstGeom prst="roundRect">
              <a:avLst/>
            </a:prstGeom>
            <a:solidFill>
              <a:schemeClr val="bg1"/>
            </a:solidFill>
            <a:ln>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Daily Reports</a:t>
              </a:r>
              <a:endParaRPr lang="zh-TW" altLang="en-US" sz="1200" dirty="0"/>
            </a:p>
          </p:txBody>
        </p:sp>
        <p:sp>
          <p:nvSpPr>
            <p:cNvPr id="13" name="圓角矩形 12"/>
            <p:cNvSpPr/>
            <p:nvPr/>
          </p:nvSpPr>
          <p:spPr>
            <a:xfrm>
              <a:off x="6353437" y="1752960"/>
              <a:ext cx="1690778" cy="267419"/>
            </a:xfrm>
            <a:prstGeom prst="roundRect">
              <a:avLst/>
            </a:prstGeom>
            <a:solidFill>
              <a:schemeClr val="bg1"/>
            </a:solidFill>
            <a:ln>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Monthly Reports</a:t>
              </a:r>
              <a:endParaRPr lang="zh-TW" altLang="en-US" sz="1200" dirty="0"/>
            </a:p>
          </p:txBody>
        </p:sp>
        <p:sp>
          <p:nvSpPr>
            <p:cNvPr id="14" name="圓角矩形 13"/>
            <p:cNvSpPr/>
            <p:nvPr/>
          </p:nvSpPr>
          <p:spPr>
            <a:xfrm>
              <a:off x="6349207" y="2372138"/>
              <a:ext cx="1690778" cy="267419"/>
            </a:xfrm>
            <a:prstGeom prst="roundRect">
              <a:avLst/>
            </a:prstGeom>
            <a:solidFill>
              <a:schemeClr val="bg1"/>
            </a:solidFill>
            <a:ln>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Payment Report</a:t>
              </a:r>
              <a:endParaRPr lang="zh-TW" altLang="en-US" sz="1200" dirty="0"/>
            </a:p>
          </p:txBody>
        </p:sp>
        <p:sp>
          <p:nvSpPr>
            <p:cNvPr id="15" name="圓角矩形 14"/>
            <p:cNvSpPr/>
            <p:nvPr/>
          </p:nvSpPr>
          <p:spPr>
            <a:xfrm>
              <a:off x="6359189" y="2059197"/>
              <a:ext cx="1690778" cy="267419"/>
            </a:xfrm>
            <a:prstGeom prst="roundRect">
              <a:avLst/>
            </a:prstGeom>
            <a:solidFill>
              <a:schemeClr val="bg1"/>
            </a:solidFill>
            <a:ln>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Period Reports</a:t>
              </a:r>
              <a:endParaRPr lang="zh-TW" altLang="en-US" sz="1200" dirty="0"/>
            </a:p>
          </p:txBody>
        </p:sp>
      </p:grpSp>
      <p:grpSp>
        <p:nvGrpSpPr>
          <p:cNvPr id="16" name="群組 15"/>
          <p:cNvGrpSpPr/>
          <p:nvPr/>
        </p:nvGrpSpPr>
        <p:grpSpPr>
          <a:xfrm>
            <a:off x="9418305" y="3596723"/>
            <a:ext cx="1746604" cy="2642312"/>
            <a:chOff x="9081067" y="853177"/>
            <a:chExt cx="1915064" cy="2642312"/>
          </a:xfrm>
        </p:grpSpPr>
        <p:sp>
          <p:nvSpPr>
            <p:cNvPr id="17" name="圓角矩形 16"/>
            <p:cNvSpPr/>
            <p:nvPr/>
          </p:nvSpPr>
          <p:spPr>
            <a:xfrm>
              <a:off x="9081067" y="853177"/>
              <a:ext cx="1915064" cy="2642312"/>
            </a:xfrm>
            <a:prstGeom prst="roundRect">
              <a:avLst>
                <a:gd name="adj" fmla="val 5914"/>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sz="1400" dirty="0" smtClean="0">
                  <a:solidFill>
                    <a:schemeClr val="tx1"/>
                  </a:solidFill>
                </a:rPr>
                <a:t>Parameters</a:t>
              </a:r>
              <a:endParaRPr lang="zh-TW" altLang="en-US" sz="1400" dirty="0">
                <a:solidFill>
                  <a:schemeClr val="tx1"/>
                </a:solidFill>
              </a:endParaRPr>
            </a:p>
          </p:txBody>
        </p:sp>
        <p:sp>
          <p:nvSpPr>
            <p:cNvPr id="18" name="圓角矩形 17"/>
            <p:cNvSpPr/>
            <p:nvPr/>
          </p:nvSpPr>
          <p:spPr>
            <a:xfrm>
              <a:off x="9207261" y="1218360"/>
              <a:ext cx="1690778" cy="267419"/>
            </a:xfrm>
            <a:prstGeom prst="roundRect">
              <a:avLst/>
            </a:prstGeom>
            <a:solidFill>
              <a:schemeClr val="bg1"/>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smtClean="0"/>
                <a:t>Shift Definition</a:t>
              </a:r>
              <a:endParaRPr lang="zh-TW" altLang="en-US" sz="1200" dirty="0"/>
            </a:p>
          </p:txBody>
        </p:sp>
        <p:sp>
          <p:nvSpPr>
            <p:cNvPr id="19" name="圓角矩形 18"/>
            <p:cNvSpPr/>
            <p:nvPr/>
          </p:nvSpPr>
          <p:spPr>
            <a:xfrm>
              <a:off x="9207261" y="1537539"/>
              <a:ext cx="1690778" cy="267419"/>
            </a:xfrm>
            <a:prstGeom prst="roundRect">
              <a:avLst/>
            </a:prstGeom>
            <a:solidFill>
              <a:schemeClr val="bg1"/>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smtClean="0"/>
                <a:t>Shift Pattern</a:t>
              </a:r>
              <a:endParaRPr lang="zh-TW" altLang="en-US" sz="1200" dirty="0"/>
            </a:p>
          </p:txBody>
        </p:sp>
        <p:sp>
          <p:nvSpPr>
            <p:cNvPr id="20" name="圓角矩形 19"/>
            <p:cNvSpPr/>
            <p:nvPr/>
          </p:nvSpPr>
          <p:spPr>
            <a:xfrm>
              <a:off x="9203031" y="2173969"/>
              <a:ext cx="1690778" cy="267419"/>
            </a:xfrm>
            <a:prstGeom prst="roundRect">
              <a:avLst/>
            </a:prstGeom>
            <a:solidFill>
              <a:schemeClr val="bg1"/>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smtClean="0"/>
                <a:t>Leave Type</a:t>
              </a:r>
              <a:endParaRPr lang="zh-TW" altLang="en-US" sz="1200" dirty="0"/>
            </a:p>
          </p:txBody>
        </p:sp>
        <p:sp>
          <p:nvSpPr>
            <p:cNvPr id="21" name="圓角矩形 20"/>
            <p:cNvSpPr/>
            <p:nvPr/>
          </p:nvSpPr>
          <p:spPr>
            <a:xfrm>
              <a:off x="9213013" y="1852404"/>
              <a:ext cx="1690778" cy="267419"/>
            </a:xfrm>
            <a:prstGeom prst="roundRect">
              <a:avLst/>
            </a:prstGeom>
            <a:solidFill>
              <a:schemeClr val="bg1"/>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smtClean="0"/>
                <a:t>Public Holiday</a:t>
              </a:r>
              <a:endParaRPr lang="zh-TW" altLang="en-US" sz="1200" dirty="0"/>
            </a:p>
          </p:txBody>
        </p:sp>
        <p:sp>
          <p:nvSpPr>
            <p:cNvPr id="22" name="圓角矩形 21"/>
            <p:cNvSpPr/>
            <p:nvPr/>
          </p:nvSpPr>
          <p:spPr>
            <a:xfrm>
              <a:off x="9197279" y="2488825"/>
              <a:ext cx="1690778" cy="267419"/>
            </a:xfrm>
            <a:prstGeom prst="roundRect">
              <a:avLst/>
            </a:prstGeom>
            <a:solidFill>
              <a:schemeClr val="bg1"/>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smtClean="0"/>
                <a:t>Overtime Class</a:t>
              </a:r>
              <a:endParaRPr lang="zh-TW" altLang="en-US" sz="1200" dirty="0"/>
            </a:p>
          </p:txBody>
        </p:sp>
        <p:sp>
          <p:nvSpPr>
            <p:cNvPr id="23" name="圓角矩形 22"/>
            <p:cNvSpPr/>
            <p:nvPr/>
          </p:nvSpPr>
          <p:spPr>
            <a:xfrm>
              <a:off x="9197279" y="2808004"/>
              <a:ext cx="1690778" cy="267419"/>
            </a:xfrm>
            <a:prstGeom prst="roundRect">
              <a:avLst/>
            </a:prstGeom>
            <a:solidFill>
              <a:schemeClr val="bg1"/>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smtClean="0"/>
                <a:t>Overtime Limitation</a:t>
              </a:r>
              <a:endParaRPr lang="zh-TW" altLang="en-US" sz="1200" dirty="0"/>
            </a:p>
          </p:txBody>
        </p:sp>
        <p:sp>
          <p:nvSpPr>
            <p:cNvPr id="24" name="圓角矩形 23"/>
            <p:cNvSpPr/>
            <p:nvPr/>
          </p:nvSpPr>
          <p:spPr>
            <a:xfrm>
              <a:off x="9203031" y="3122869"/>
              <a:ext cx="1690778" cy="267419"/>
            </a:xfrm>
            <a:prstGeom prst="roundRect">
              <a:avLst/>
            </a:prstGeom>
            <a:solidFill>
              <a:schemeClr val="bg1"/>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smtClean="0"/>
                <a:t>Close Time Setting</a:t>
              </a:r>
              <a:endParaRPr lang="zh-TW" altLang="en-US" sz="1200" dirty="0"/>
            </a:p>
          </p:txBody>
        </p:sp>
      </p:grpSp>
      <p:grpSp>
        <p:nvGrpSpPr>
          <p:cNvPr id="25" name="群組 24"/>
          <p:cNvGrpSpPr/>
          <p:nvPr/>
        </p:nvGrpSpPr>
        <p:grpSpPr>
          <a:xfrm>
            <a:off x="7347657" y="4192799"/>
            <a:ext cx="1915064" cy="1963453"/>
            <a:chOff x="9089692" y="3754466"/>
            <a:chExt cx="1915064" cy="1963453"/>
          </a:xfrm>
        </p:grpSpPr>
        <p:sp>
          <p:nvSpPr>
            <p:cNvPr id="26" name="圓角矩形 25"/>
            <p:cNvSpPr/>
            <p:nvPr/>
          </p:nvSpPr>
          <p:spPr>
            <a:xfrm>
              <a:off x="9089692" y="3754466"/>
              <a:ext cx="1915064" cy="1963453"/>
            </a:xfrm>
            <a:prstGeom prst="roundRect">
              <a:avLst>
                <a:gd name="adj" fmla="val 5914"/>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sz="1400" dirty="0" smtClean="0">
                  <a:solidFill>
                    <a:schemeClr val="tx1"/>
                  </a:solidFill>
                </a:rPr>
                <a:t>Administration</a:t>
              </a:r>
              <a:endParaRPr lang="zh-TW" altLang="en-US" sz="1400" dirty="0">
                <a:solidFill>
                  <a:schemeClr val="tx1"/>
                </a:solidFill>
              </a:endParaRPr>
            </a:p>
          </p:txBody>
        </p:sp>
        <p:sp>
          <p:nvSpPr>
            <p:cNvPr id="27" name="圓角矩形 26"/>
            <p:cNvSpPr/>
            <p:nvPr/>
          </p:nvSpPr>
          <p:spPr>
            <a:xfrm>
              <a:off x="9196244" y="4099517"/>
              <a:ext cx="1690778" cy="267419"/>
            </a:xfrm>
            <a:prstGeom prst="roundRect">
              <a:avLst/>
            </a:prstGeom>
            <a:solidFill>
              <a:schemeClr val="bg1"/>
            </a:solid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200" dirty="0"/>
                <a:t>User Management</a:t>
              </a:r>
            </a:p>
          </p:txBody>
        </p:sp>
        <p:sp>
          <p:nvSpPr>
            <p:cNvPr id="28" name="圓角矩形 27"/>
            <p:cNvSpPr/>
            <p:nvPr/>
          </p:nvSpPr>
          <p:spPr>
            <a:xfrm>
              <a:off x="9196244" y="4418696"/>
              <a:ext cx="1690778" cy="267419"/>
            </a:xfrm>
            <a:prstGeom prst="roundRect">
              <a:avLst/>
            </a:prstGeom>
            <a:solidFill>
              <a:schemeClr val="bg1"/>
            </a:solid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200" dirty="0"/>
                <a:t>Role Management</a:t>
              </a:r>
            </a:p>
          </p:txBody>
        </p:sp>
        <p:sp>
          <p:nvSpPr>
            <p:cNvPr id="29" name="圓角矩形 28"/>
            <p:cNvSpPr/>
            <p:nvPr/>
          </p:nvSpPr>
          <p:spPr>
            <a:xfrm>
              <a:off x="9193370" y="4733561"/>
              <a:ext cx="1690778" cy="267419"/>
            </a:xfrm>
            <a:prstGeom prst="roundRect">
              <a:avLst/>
            </a:prstGeom>
            <a:solidFill>
              <a:schemeClr val="bg1"/>
            </a:solid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200" dirty="0" smtClean="0"/>
                <a:t>UI Localization</a:t>
              </a:r>
              <a:endParaRPr lang="zh-TW" altLang="en-US" sz="1200" dirty="0"/>
            </a:p>
          </p:txBody>
        </p:sp>
        <p:sp>
          <p:nvSpPr>
            <p:cNvPr id="30" name="圓角矩形 29"/>
            <p:cNvSpPr/>
            <p:nvPr/>
          </p:nvSpPr>
          <p:spPr>
            <a:xfrm>
              <a:off x="9201835" y="5040992"/>
              <a:ext cx="1690778" cy="267419"/>
            </a:xfrm>
            <a:prstGeom prst="roundRect">
              <a:avLst/>
            </a:prstGeom>
            <a:solidFill>
              <a:schemeClr val="bg1"/>
            </a:solid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200" dirty="0" smtClean="0"/>
                <a:t>Data Localization</a:t>
              </a:r>
              <a:endParaRPr lang="zh-TW" altLang="en-US" sz="1200" dirty="0"/>
            </a:p>
          </p:txBody>
        </p:sp>
        <p:sp>
          <p:nvSpPr>
            <p:cNvPr id="31" name="圓角矩形 30"/>
            <p:cNvSpPr/>
            <p:nvPr/>
          </p:nvSpPr>
          <p:spPr>
            <a:xfrm>
              <a:off x="9201835" y="5367605"/>
              <a:ext cx="1690778" cy="267419"/>
            </a:xfrm>
            <a:prstGeom prst="roundRect">
              <a:avLst/>
            </a:prstGeom>
            <a:solidFill>
              <a:schemeClr val="bg1"/>
            </a:solid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200" dirty="0" smtClean="0"/>
                <a:t>Announcements</a:t>
              </a:r>
              <a:endParaRPr lang="zh-TW" altLang="en-US" sz="1200" dirty="0"/>
            </a:p>
          </p:txBody>
        </p:sp>
      </p:grpSp>
      <p:grpSp>
        <p:nvGrpSpPr>
          <p:cNvPr id="32" name="群組 31"/>
          <p:cNvGrpSpPr/>
          <p:nvPr/>
        </p:nvGrpSpPr>
        <p:grpSpPr>
          <a:xfrm>
            <a:off x="3490238" y="4197132"/>
            <a:ext cx="2140305" cy="1967804"/>
            <a:chOff x="3836210" y="2579535"/>
            <a:chExt cx="2140305" cy="1967804"/>
          </a:xfrm>
        </p:grpSpPr>
        <p:sp>
          <p:nvSpPr>
            <p:cNvPr id="33" name="圓角矩形 32"/>
            <p:cNvSpPr/>
            <p:nvPr/>
          </p:nvSpPr>
          <p:spPr>
            <a:xfrm>
              <a:off x="3836210" y="2579535"/>
              <a:ext cx="2140305" cy="1967804"/>
            </a:xfrm>
            <a:prstGeom prst="roundRect">
              <a:avLst>
                <a:gd name="adj" fmla="val 5914"/>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sz="1400" dirty="0" smtClean="0">
                  <a:solidFill>
                    <a:schemeClr val="tx1"/>
                  </a:solidFill>
                </a:rPr>
                <a:t>Workflow</a:t>
              </a:r>
              <a:endParaRPr lang="zh-TW" altLang="en-US" sz="1400" dirty="0">
                <a:solidFill>
                  <a:schemeClr val="tx1"/>
                </a:solidFill>
              </a:endParaRPr>
            </a:p>
          </p:txBody>
        </p:sp>
        <p:sp>
          <p:nvSpPr>
            <p:cNvPr id="34" name="圓角矩形 33"/>
            <p:cNvSpPr/>
            <p:nvPr/>
          </p:nvSpPr>
          <p:spPr>
            <a:xfrm>
              <a:off x="3931099" y="2899699"/>
              <a:ext cx="1967945" cy="267419"/>
            </a:xfrm>
            <a:prstGeom prst="roundRect">
              <a:avLst/>
            </a:prstGeom>
            <a:solidFill>
              <a:schemeClr val="bg1"/>
            </a:solidFill>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sz="1200" dirty="0" smtClean="0"/>
                <a:t>Overtime Application</a:t>
              </a:r>
              <a:endParaRPr lang="zh-TW" altLang="en-US" sz="1200" dirty="0"/>
            </a:p>
          </p:txBody>
        </p:sp>
        <p:sp>
          <p:nvSpPr>
            <p:cNvPr id="35" name="圓角矩形 34"/>
            <p:cNvSpPr/>
            <p:nvPr/>
          </p:nvSpPr>
          <p:spPr>
            <a:xfrm>
              <a:off x="3931099" y="3210252"/>
              <a:ext cx="1967945" cy="267419"/>
            </a:xfrm>
            <a:prstGeom prst="roundRect">
              <a:avLst/>
            </a:prstGeom>
            <a:solidFill>
              <a:schemeClr val="bg1"/>
            </a:solidFill>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sz="1200" dirty="0" smtClean="0"/>
                <a:t>Shift Schedule Application</a:t>
              </a:r>
              <a:endParaRPr lang="zh-TW" altLang="en-US" sz="1200" dirty="0"/>
            </a:p>
          </p:txBody>
        </p:sp>
        <p:sp>
          <p:nvSpPr>
            <p:cNvPr id="36" name="圓角矩形 35"/>
            <p:cNvSpPr/>
            <p:nvPr/>
          </p:nvSpPr>
          <p:spPr>
            <a:xfrm>
              <a:off x="3935495" y="3829430"/>
              <a:ext cx="1967945" cy="267419"/>
            </a:xfrm>
            <a:prstGeom prst="roundRect">
              <a:avLst/>
            </a:prstGeom>
            <a:solidFill>
              <a:schemeClr val="bg1"/>
            </a:solidFill>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sz="1200" dirty="0" smtClean="0"/>
                <a:t>Clock Record Application</a:t>
              </a:r>
              <a:endParaRPr lang="zh-TW" altLang="en-US" sz="1200" dirty="0"/>
            </a:p>
          </p:txBody>
        </p:sp>
        <p:sp>
          <p:nvSpPr>
            <p:cNvPr id="37" name="圓角矩形 36"/>
            <p:cNvSpPr/>
            <p:nvPr/>
          </p:nvSpPr>
          <p:spPr>
            <a:xfrm>
              <a:off x="3936851" y="3516491"/>
              <a:ext cx="1967945" cy="267419"/>
            </a:xfrm>
            <a:prstGeom prst="roundRect">
              <a:avLst/>
            </a:prstGeom>
            <a:solidFill>
              <a:schemeClr val="bg1"/>
            </a:solidFill>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sz="1200" dirty="0" smtClean="0"/>
                <a:t>Leave Application</a:t>
              </a:r>
              <a:endParaRPr lang="zh-TW" altLang="en-US" sz="1200" dirty="0"/>
            </a:p>
          </p:txBody>
        </p:sp>
        <p:sp>
          <p:nvSpPr>
            <p:cNvPr id="38" name="圓角矩形 37"/>
            <p:cNvSpPr/>
            <p:nvPr/>
          </p:nvSpPr>
          <p:spPr>
            <a:xfrm>
              <a:off x="3938369" y="4144286"/>
              <a:ext cx="1967945" cy="267419"/>
            </a:xfrm>
            <a:prstGeom prst="roundRect">
              <a:avLst/>
            </a:prstGeom>
            <a:solidFill>
              <a:schemeClr val="bg1"/>
            </a:solidFill>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sz="1200" dirty="0" smtClean="0"/>
                <a:t>Customized Supervisors</a:t>
              </a:r>
              <a:endParaRPr lang="zh-TW" altLang="en-US" sz="1200" dirty="0"/>
            </a:p>
          </p:txBody>
        </p:sp>
      </p:grpSp>
      <p:grpSp>
        <p:nvGrpSpPr>
          <p:cNvPr id="39" name="群組 38"/>
          <p:cNvGrpSpPr/>
          <p:nvPr/>
        </p:nvGrpSpPr>
        <p:grpSpPr>
          <a:xfrm>
            <a:off x="805897" y="1153395"/>
            <a:ext cx="2520102" cy="4480474"/>
            <a:chOff x="693755" y="1058506"/>
            <a:chExt cx="2520102" cy="4480474"/>
          </a:xfrm>
        </p:grpSpPr>
        <p:sp>
          <p:nvSpPr>
            <p:cNvPr id="40" name="圓角矩形 39"/>
            <p:cNvSpPr/>
            <p:nvPr/>
          </p:nvSpPr>
          <p:spPr>
            <a:xfrm>
              <a:off x="693755" y="1058506"/>
              <a:ext cx="2520102" cy="4480474"/>
            </a:xfrm>
            <a:prstGeom prst="roundRect">
              <a:avLst>
                <a:gd name="adj" fmla="val 5914"/>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sz="1400" dirty="0" smtClean="0">
                  <a:solidFill>
                    <a:schemeClr val="tx1"/>
                  </a:solidFill>
                </a:rPr>
                <a:t>Basic Data</a:t>
              </a:r>
              <a:endParaRPr lang="zh-TW" altLang="en-US" sz="1400" dirty="0">
                <a:solidFill>
                  <a:schemeClr val="tx1"/>
                </a:solidFill>
              </a:endParaRPr>
            </a:p>
          </p:txBody>
        </p:sp>
        <p:sp>
          <p:nvSpPr>
            <p:cNvPr id="41" name="圓角矩形 40"/>
            <p:cNvSpPr/>
            <p:nvPr/>
          </p:nvSpPr>
          <p:spPr>
            <a:xfrm>
              <a:off x="800148" y="1401660"/>
              <a:ext cx="2327934" cy="267419"/>
            </a:xfrm>
            <a:prstGeom prst="roundRect">
              <a:avLst/>
            </a:prstGeom>
            <a:solidFill>
              <a:schemeClr val="bg1"/>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smtClean="0"/>
                <a:t>Shift - Arrangement</a:t>
              </a:r>
              <a:endParaRPr lang="zh-TW" altLang="en-US" sz="1200" dirty="0"/>
            </a:p>
          </p:txBody>
        </p:sp>
        <p:sp>
          <p:nvSpPr>
            <p:cNvPr id="42" name="圓角矩形 41"/>
            <p:cNvSpPr/>
            <p:nvPr/>
          </p:nvSpPr>
          <p:spPr>
            <a:xfrm>
              <a:off x="800148" y="1712215"/>
              <a:ext cx="2327934" cy="267419"/>
            </a:xfrm>
            <a:prstGeom prst="roundRect">
              <a:avLst/>
            </a:prstGeom>
            <a:solidFill>
              <a:schemeClr val="bg1"/>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smtClean="0"/>
                <a:t>Shift - Daily Schedule</a:t>
              </a:r>
              <a:endParaRPr lang="zh-TW" altLang="en-US" sz="1200" dirty="0"/>
            </a:p>
          </p:txBody>
        </p:sp>
        <p:sp>
          <p:nvSpPr>
            <p:cNvPr id="43" name="圓角矩形 42"/>
            <p:cNvSpPr/>
            <p:nvPr/>
          </p:nvSpPr>
          <p:spPr>
            <a:xfrm>
              <a:off x="795918" y="2633319"/>
              <a:ext cx="2327934" cy="267419"/>
            </a:xfrm>
            <a:prstGeom prst="roundRect">
              <a:avLst/>
            </a:prstGeom>
            <a:solidFill>
              <a:schemeClr val="bg1"/>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a:t>Attendance - </a:t>
              </a:r>
              <a:r>
                <a:rPr lang="en-US" altLang="zh-TW" sz="1200" dirty="0" smtClean="0"/>
                <a:t>Leave</a:t>
              </a:r>
              <a:endParaRPr lang="zh-TW" altLang="en-US" sz="1200" dirty="0"/>
            </a:p>
          </p:txBody>
        </p:sp>
        <p:sp>
          <p:nvSpPr>
            <p:cNvPr id="44" name="圓角矩形 43"/>
            <p:cNvSpPr/>
            <p:nvPr/>
          </p:nvSpPr>
          <p:spPr>
            <a:xfrm>
              <a:off x="797274" y="2329010"/>
              <a:ext cx="2327934" cy="267419"/>
            </a:xfrm>
            <a:prstGeom prst="roundRect">
              <a:avLst/>
            </a:prstGeom>
            <a:solidFill>
              <a:schemeClr val="bg1"/>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smtClean="0"/>
                <a:t>Attendance - Clock Records</a:t>
              </a:r>
              <a:endParaRPr lang="zh-TW" altLang="en-US" sz="1200" dirty="0"/>
            </a:p>
          </p:txBody>
        </p:sp>
        <p:sp>
          <p:nvSpPr>
            <p:cNvPr id="45" name="圓角矩形 44"/>
            <p:cNvSpPr/>
            <p:nvPr/>
          </p:nvSpPr>
          <p:spPr>
            <a:xfrm>
              <a:off x="801504" y="3256833"/>
              <a:ext cx="2327934" cy="267419"/>
            </a:xfrm>
            <a:prstGeom prst="roundRect">
              <a:avLst/>
            </a:prstGeom>
            <a:solidFill>
              <a:schemeClr val="bg1"/>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smtClean="0"/>
                <a:t>Overtime – Personal Category</a:t>
              </a:r>
              <a:endParaRPr lang="zh-TW" altLang="en-US" sz="1200" dirty="0"/>
            </a:p>
          </p:txBody>
        </p:sp>
        <p:sp>
          <p:nvSpPr>
            <p:cNvPr id="46" name="圓角矩形 45"/>
            <p:cNvSpPr/>
            <p:nvPr/>
          </p:nvSpPr>
          <p:spPr>
            <a:xfrm>
              <a:off x="792878" y="4499031"/>
              <a:ext cx="2327934" cy="267419"/>
            </a:xfrm>
            <a:prstGeom prst="roundRect">
              <a:avLst/>
            </a:prstGeom>
            <a:solidFill>
              <a:schemeClr val="bg1"/>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smtClean="0"/>
                <a:t>Support Out(Original)</a:t>
              </a:r>
              <a:endParaRPr lang="zh-TW" altLang="en-US" sz="1200" dirty="0"/>
            </a:p>
          </p:txBody>
        </p:sp>
        <p:sp>
          <p:nvSpPr>
            <p:cNvPr id="47" name="圓角矩形 46"/>
            <p:cNvSpPr/>
            <p:nvPr/>
          </p:nvSpPr>
          <p:spPr>
            <a:xfrm>
              <a:off x="797766" y="3876492"/>
              <a:ext cx="2327934" cy="267419"/>
            </a:xfrm>
            <a:prstGeom prst="roundRect">
              <a:avLst/>
            </a:prstGeom>
            <a:solidFill>
              <a:schemeClr val="bg1"/>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a:t>Overtime - Special </a:t>
              </a:r>
              <a:endParaRPr lang="zh-TW" altLang="en-US" sz="1200" dirty="0"/>
            </a:p>
          </p:txBody>
        </p:sp>
        <p:sp>
          <p:nvSpPr>
            <p:cNvPr id="48" name="圓角矩形 47"/>
            <p:cNvSpPr/>
            <p:nvPr/>
          </p:nvSpPr>
          <p:spPr>
            <a:xfrm>
              <a:off x="790170" y="4192794"/>
              <a:ext cx="2327934" cy="267419"/>
            </a:xfrm>
            <a:prstGeom prst="roundRect">
              <a:avLst/>
            </a:prstGeom>
            <a:solidFill>
              <a:schemeClr val="bg1"/>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smtClean="0"/>
                <a:t>Overtime </a:t>
              </a:r>
              <a:r>
                <a:rPr lang="en-US" altLang="zh-TW" sz="1200" dirty="0"/>
                <a:t>- </a:t>
              </a:r>
              <a:r>
                <a:rPr lang="en-US" altLang="zh-TW" sz="1200" dirty="0" smtClean="0"/>
                <a:t>Remaining </a:t>
              </a:r>
              <a:endParaRPr lang="zh-TW" altLang="en-US" sz="1200" dirty="0"/>
            </a:p>
          </p:txBody>
        </p:sp>
        <p:sp>
          <p:nvSpPr>
            <p:cNvPr id="49" name="圓角矩形 48"/>
            <p:cNvSpPr/>
            <p:nvPr/>
          </p:nvSpPr>
          <p:spPr>
            <a:xfrm>
              <a:off x="798630" y="2945312"/>
              <a:ext cx="2327934" cy="267419"/>
            </a:xfrm>
            <a:prstGeom prst="roundRect">
              <a:avLst/>
            </a:prstGeom>
            <a:solidFill>
              <a:schemeClr val="bg1"/>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a:t>Attendance </a:t>
              </a:r>
              <a:r>
                <a:rPr lang="en-US" altLang="zh-TW" sz="1200" smtClean="0"/>
                <a:t>- Special</a:t>
              </a:r>
              <a:endParaRPr lang="zh-TW" altLang="en-US" sz="1200" dirty="0"/>
            </a:p>
          </p:txBody>
        </p:sp>
        <p:sp>
          <p:nvSpPr>
            <p:cNvPr id="50" name="圓角矩形 49"/>
            <p:cNvSpPr/>
            <p:nvPr/>
          </p:nvSpPr>
          <p:spPr>
            <a:xfrm>
              <a:off x="798796" y="2016526"/>
              <a:ext cx="2327934" cy="267419"/>
            </a:xfrm>
            <a:prstGeom prst="roundRect">
              <a:avLst/>
            </a:prstGeom>
            <a:solidFill>
              <a:schemeClr val="bg1"/>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200" dirty="0" smtClean="0"/>
                <a:t>Shift – Date Type Exchange</a:t>
              </a:r>
              <a:endParaRPr lang="zh-TW" altLang="en-US" sz="1200" dirty="0"/>
            </a:p>
          </p:txBody>
        </p:sp>
        <p:sp>
          <p:nvSpPr>
            <p:cNvPr id="51" name="圓角矩形 50"/>
            <p:cNvSpPr/>
            <p:nvPr/>
          </p:nvSpPr>
          <p:spPr>
            <a:xfrm>
              <a:off x="798630" y="3564545"/>
              <a:ext cx="2327934" cy="267419"/>
            </a:xfrm>
            <a:prstGeom prst="roundRect">
              <a:avLst/>
            </a:prstGeom>
            <a:solidFill>
              <a:schemeClr val="bg1"/>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smtClean="0"/>
                <a:t>Overtime – Data Maintain</a:t>
              </a:r>
              <a:endParaRPr lang="zh-TW" altLang="en-US" sz="1200" dirty="0"/>
            </a:p>
          </p:txBody>
        </p:sp>
        <p:sp>
          <p:nvSpPr>
            <p:cNvPr id="52" name="圓角矩形 51"/>
            <p:cNvSpPr/>
            <p:nvPr/>
          </p:nvSpPr>
          <p:spPr>
            <a:xfrm>
              <a:off x="789839" y="4822990"/>
              <a:ext cx="2327934" cy="267419"/>
            </a:xfrm>
            <a:prstGeom prst="roundRect">
              <a:avLst/>
            </a:prstGeom>
            <a:solidFill>
              <a:schemeClr val="bg1"/>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smtClean="0"/>
                <a:t>Support In(Destination)</a:t>
              </a:r>
              <a:endParaRPr lang="zh-TW" altLang="en-US" sz="1200" dirty="0"/>
            </a:p>
          </p:txBody>
        </p:sp>
      </p:grpSp>
      <p:grpSp>
        <p:nvGrpSpPr>
          <p:cNvPr id="53" name="群組 52"/>
          <p:cNvGrpSpPr/>
          <p:nvPr/>
        </p:nvGrpSpPr>
        <p:grpSpPr>
          <a:xfrm>
            <a:off x="8193046" y="1071547"/>
            <a:ext cx="1915064" cy="2188148"/>
            <a:chOff x="7487775" y="3522307"/>
            <a:chExt cx="1915064" cy="2188148"/>
          </a:xfrm>
        </p:grpSpPr>
        <p:sp>
          <p:nvSpPr>
            <p:cNvPr id="54" name="圓角矩形 53"/>
            <p:cNvSpPr/>
            <p:nvPr/>
          </p:nvSpPr>
          <p:spPr>
            <a:xfrm>
              <a:off x="7487775" y="3522307"/>
              <a:ext cx="1915064" cy="2188148"/>
            </a:xfrm>
            <a:prstGeom prst="roundRect">
              <a:avLst>
                <a:gd name="adj" fmla="val 5914"/>
              </a:avLst>
            </a:prstGeom>
            <a:solidFill>
              <a:schemeClr val="accent4">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sz="1400" dirty="0" smtClean="0">
                  <a:solidFill>
                    <a:schemeClr val="tx1"/>
                  </a:solidFill>
                </a:rPr>
                <a:t>Personal Service</a:t>
              </a:r>
              <a:endParaRPr lang="zh-TW" altLang="en-US" sz="1400" dirty="0">
                <a:solidFill>
                  <a:schemeClr val="tx1"/>
                </a:solidFill>
              </a:endParaRPr>
            </a:p>
          </p:txBody>
        </p:sp>
        <p:sp>
          <p:nvSpPr>
            <p:cNvPr id="55" name="圓角矩形 54"/>
            <p:cNvSpPr/>
            <p:nvPr/>
          </p:nvSpPr>
          <p:spPr>
            <a:xfrm>
              <a:off x="7559665" y="3912276"/>
              <a:ext cx="1771283" cy="284850"/>
            </a:xfrm>
            <a:prstGeom prst="roundRect">
              <a:avLst>
                <a:gd name="adj" fmla="val 18192"/>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sz="1200" dirty="0" smtClean="0">
                  <a:solidFill>
                    <a:schemeClr val="tx1"/>
                  </a:solidFill>
                </a:rPr>
                <a:t>Abnormal Record</a:t>
              </a:r>
              <a:endParaRPr lang="zh-TW" altLang="en-US" sz="1200" dirty="0">
                <a:solidFill>
                  <a:schemeClr val="tx1"/>
                </a:solidFill>
              </a:endParaRPr>
            </a:p>
          </p:txBody>
        </p:sp>
        <p:sp>
          <p:nvSpPr>
            <p:cNvPr id="56" name="圓角矩形 55"/>
            <p:cNvSpPr/>
            <p:nvPr/>
          </p:nvSpPr>
          <p:spPr>
            <a:xfrm>
              <a:off x="7559665" y="4247148"/>
              <a:ext cx="1771283" cy="284850"/>
            </a:xfrm>
            <a:prstGeom prst="roundRect">
              <a:avLst>
                <a:gd name="adj" fmla="val 18192"/>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sz="1200" dirty="0" smtClean="0">
                  <a:solidFill>
                    <a:schemeClr val="tx1"/>
                  </a:solidFill>
                </a:rPr>
                <a:t>Monthly Overtime</a:t>
              </a:r>
              <a:endParaRPr lang="zh-TW" altLang="en-US" sz="1200" dirty="0">
                <a:solidFill>
                  <a:schemeClr val="tx1"/>
                </a:solidFill>
              </a:endParaRPr>
            </a:p>
          </p:txBody>
        </p:sp>
        <p:sp>
          <p:nvSpPr>
            <p:cNvPr id="57" name="圓角矩形 56"/>
            <p:cNvSpPr/>
            <p:nvPr/>
          </p:nvSpPr>
          <p:spPr>
            <a:xfrm>
              <a:off x="7559665" y="4582276"/>
              <a:ext cx="1771283" cy="284850"/>
            </a:xfrm>
            <a:prstGeom prst="roundRect">
              <a:avLst>
                <a:gd name="adj" fmla="val 18192"/>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sz="1200" dirty="0" smtClean="0">
                  <a:solidFill>
                    <a:schemeClr val="tx1"/>
                  </a:solidFill>
                </a:rPr>
                <a:t>Period Overtime</a:t>
              </a:r>
              <a:endParaRPr lang="zh-TW" altLang="en-US" sz="1200" dirty="0">
                <a:solidFill>
                  <a:schemeClr val="tx1"/>
                </a:solidFill>
              </a:endParaRPr>
            </a:p>
          </p:txBody>
        </p:sp>
        <p:sp>
          <p:nvSpPr>
            <p:cNvPr id="58" name="圓角矩形 57"/>
            <p:cNvSpPr/>
            <p:nvPr/>
          </p:nvSpPr>
          <p:spPr>
            <a:xfrm>
              <a:off x="7559664" y="4924721"/>
              <a:ext cx="1771283" cy="284850"/>
            </a:xfrm>
            <a:prstGeom prst="roundRect">
              <a:avLst>
                <a:gd name="adj" fmla="val 18192"/>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sz="1200" dirty="0" smtClean="0">
                  <a:solidFill>
                    <a:schemeClr val="tx1"/>
                  </a:solidFill>
                </a:rPr>
                <a:t>Clock Records</a:t>
              </a:r>
              <a:endParaRPr lang="zh-TW" altLang="en-US" sz="1200" dirty="0">
                <a:solidFill>
                  <a:schemeClr val="tx1"/>
                </a:solidFill>
              </a:endParaRPr>
            </a:p>
          </p:txBody>
        </p:sp>
        <p:sp>
          <p:nvSpPr>
            <p:cNvPr id="59" name="圓角矩形 58"/>
            <p:cNvSpPr/>
            <p:nvPr/>
          </p:nvSpPr>
          <p:spPr>
            <a:xfrm>
              <a:off x="7559664" y="5259593"/>
              <a:ext cx="1771283" cy="284850"/>
            </a:xfrm>
            <a:prstGeom prst="roundRect">
              <a:avLst>
                <a:gd name="adj" fmla="val 18192"/>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sz="1200" dirty="0" smtClean="0">
                  <a:solidFill>
                    <a:schemeClr val="tx1"/>
                  </a:solidFill>
                </a:rPr>
                <a:t>Calendar View</a:t>
              </a:r>
              <a:endParaRPr lang="zh-TW" altLang="en-US" sz="1200" dirty="0">
                <a:solidFill>
                  <a:schemeClr val="tx1"/>
                </a:solidFill>
              </a:endParaRPr>
            </a:p>
          </p:txBody>
        </p:sp>
      </p:grpSp>
      <p:sp>
        <p:nvSpPr>
          <p:cNvPr id="60" name="圓角矩形 59"/>
          <p:cNvSpPr/>
          <p:nvPr/>
        </p:nvSpPr>
        <p:spPr>
          <a:xfrm>
            <a:off x="4314347" y="3157359"/>
            <a:ext cx="3355676" cy="476293"/>
          </a:xfrm>
          <a:prstGeom prst="roundRect">
            <a:avLst/>
          </a:prstGeom>
          <a:solidFill>
            <a:schemeClr val="bg1"/>
          </a:solidFill>
          <a:ln>
            <a:noFill/>
          </a:ln>
          <a:effectLst>
            <a:outerShdw blurRad="76200" dist="12700" dir="8100000" sy="-23000" kx="800400" algn="br" rotWithShape="0">
              <a:prstClr val="black">
                <a:alpha val="2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solidFill>
                  <a:schemeClr val="accent1"/>
                </a:solidFill>
              </a:rPr>
              <a:t>Time Attendance System</a:t>
            </a:r>
            <a:endParaRPr lang="zh-TW" altLang="en-US" dirty="0">
              <a:solidFill>
                <a:schemeClr val="accent1"/>
              </a:solidFill>
            </a:endParaRPr>
          </a:p>
        </p:txBody>
      </p:sp>
      <p:cxnSp>
        <p:nvCxnSpPr>
          <p:cNvPr id="61" name="肘形接點 60"/>
          <p:cNvCxnSpPr>
            <a:stCxn id="40" idx="3"/>
            <a:endCxn id="60" idx="1"/>
          </p:cNvCxnSpPr>
          <p:nvPr/>
        </p:nvCxnSpPr>
        <p:spPr>
          <a:xfrm>
            <a:off x="3325999" y="3393632"/>
            <a:ext cx="988348" cy="1874"/>
          </a:xfrm>
          <a:prstGeom prst="bentConnector3">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肘形接點 61"/>
          <p:cNvCxnSpPr>
            <a:stCxn id="59" idx="2"/>
            <a:endCxn id="60" idx="3"/>
          </p:cNvCxnSpPr>
          <p:nvPr/>
        </p:nvCxnSpPr>
        <p:spPr>
          <a:xfrm rot="5400000">
            <a:off x="8259389" y="2504317"/>
            <a:ext cx="301823" cy="1480554"/>
          </a:xfrm>
          <a:prstGeom prst="bentConnector2">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肘形接點 62"/>
          <p:cNvCxnSpPr>
            <a:stCxn id="60" idx="2"/>
            <a:endCxn id="33" idx="0"/>
          </p:cNvCxnSpPr>
          <p:nvPr/>
        </p:nvCxnSpPr>
        <p:spPr>
          <a:xfrm rot="5400000">
            <a:off x="4994548" y="3199495"/>
            <a:ext cx="563480" cy="1431794"/>
          </a:xfrm>
          <a:prstGeom prst="bentConnector3">
            <a:avLst>
              <a:gd name="adj1" fmla="val 50000"/>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肘形接點 63"/>
          <p:cNvCxnSpPr>
            <a:stCxn id="7" idx="2"/>
            <a:endCxn id="60" idx="0"/>
          </p:cNvCxnSpPr>
          <p:nvPr/>
        </p:nvCxnSpPr>
        <p:spPr>
          <a:xfrm rot="16200000" flipH="1">
            <a:off x="5048235" y="2213409"/>
            <a:ext cx="488012" cy="1399887"/>
          </a:xfrm>
          <a:prstGeom prst="bentConnector3">
            <a:avLst>
              <a:gd name="adj1" fmla="val 50000"/>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肘形接點 64"/>
          <p:cNvCxnSpPr>
            <a:stCxn id="60" idx="0"/>
            <a:endCxn id="11" idx="2"/>
          </p:cNvCxnSpPr>
          <p:nvPr/>
        </p:nvCxnSpPr>
        <p:spPr>
          <a:xfrm rot="5400000" flipH="1" flipV="1">
            <a:off x="6131588" y="2515866"/>
            <a:ext cx="502091" cy="780897"/>
          </a:xfrm>
          <a:prstGeom prst="bentConnector3">
            <a:avLst>
              <a:gd name="adj1" fmla="val 50000"/>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肘形接點 65"/>
          <p:cNvCxnSpPr>
            <a:stCxn id="60" idx="3"/>
            <a:endCxn id="17" idx="0"/>
          </p:cNvCxnSpPr>
          <p:nvPr/>
        </p:nvCxnSpPr>
        <p:spPr>
          <a:xfrm>
            <a:off x="7670023" y="3395506"/>
            <a:ext cx="2621584" cy="201217"/>
          </a:xfrm>
          <a:prstGeom prst="bentConnector2">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肘形接點 66"/>
          <p:cNvCxnSpPr>
            <a:stCxn id="60" idx="2"/>
            <a:endCxn id="26" idx="0"/>
          </p:cNvCxnSpPr>
          <p:nvPr/>
        </p:nvCxnSpPr>
        <p:spPr>
          <a:xfrm rot="16200000" flipH="1">
            <a:off x="6869114" y="2756723"/>
            <a:ext cx="559147" cy="2313004"/>
          </a:xfrm>
          <a:prstGeom prst="bentConnector3">
            <a:avLst>
              <a:gd name="adj1" fmla="val 50000"/>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68" name="群組 67"/>
          <p:cNvGrpSpPr/>
          <p:nvPr/>
        </p:nvGrpSpPr>
        <p:grpSpPr>
          <a:xfrm>
            <a:off x="5768904" y="4197178"/>
            <a:ext cx="1423169" cy="1927091"/>
            <a:chOff x="5906926" y="4352455"/>
            <a:chExt cx="2140305" cy="1927091"/>
          </a:xfrm>
        </p:grpSpPr>
        <p:sp>
          <p:nvSpPr>
            <p:cNvPr id="69" name="圓角矩形 68"/>
            <p:cNvSpPr/>
            <p:nvPr/>
          </p:nvSpPr>
          <p:spPr>
            <a:xfrm>
              <a:off x="5906926" y="4352455"/>
              <a:ext cx="2140305" cy="1927091"/>
            </a:xfrm>
            <a:prstGeom prst="roundRect">
              <a:avLst>
                <a:gd name="adj" fmla="val 5914"/>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400" dirty="0" smtClean="0">
                  <a:solidFill>
                    <a:schemeClr val="tx1"/>
                  </a:solidFill>
                </a:rPr>
                <a:t>H</a:t>
              </a:r>
              <a:r>
                <a:rPr lang="en-US" altLang="zh-TW" sz="1400" dirty="0" smtClean="0">
                  <a:solidFill>
                    <a:schemeClr val="tx1"/>
                  </a:solidFill>
                </a:rPr>
                <a:t>istorical Data</a:t>
              </a:r>
              <a:endParaRPr lang="en-US" altLang="zh-TW" sz="1400" dirty="0">
                <a:solidFill>
                  <a:schemeClr val="tx1"/>
                </a:solidFill>
              </a:endParaRPr>
            </a:p>
            <a:p>
              <a:pPr algn="ctr"/>
              <a:endParaRPr lang="zh-TW" altLang="en-US" sz="1400" dirty="0">
                <a:solidFill>
                  <a:schemeClr val="tx1"/>
                </a:solidFill>
              </a:endParaRPr>
            </a:p>
          </p:txBody>
        </p:sp>
        <p:sp>
          <p:nvSpPr>
            <p:cNvPr id="70" name="圓角矩形 69"/>
            <p:cNvSpPr/>
            <p:nvPr/>
          </p:nvSpPr>
          <p:spPr>
            <a:xfrm>
              <a:off x="6001815" y="4672619"/>
              <a:ext cx="1967945" cy="267419"/>
            </a:xfrm>
            <a:prstGeom prst="roundRect">
              <a:avLst/>
            </a:prstGeom>
            <a:solidFill>
              <a:schemeClr val="bg1">
                <a:lumMod val="95000"/>
              </a:schemeClr>
            </a:solidFill>
            <a:ln>
              <a:solidFill>
                <a:schemeClr val="bg1">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sz="1200" dirty="0" smtClean="0"/>
                <a:t>Overtime</a:t>
              </a:r>
              <a:endParaRPr lang="zh-TW" altLang="en-US" sz="1200" dirty="0"/>
            </a:p>
          </p:txBody>
        </p:sp>
        <p:sp>
          <p:nvSpPr>
            <p:cNvPr id="71" name="圓角矩形 70"/>
            <p:cNvSpPr/>
            <p:nvPr/>
          </p:nvSpPr>
          <p:spPr>
            <a:xfrm>
              <a:off x="6001815" y="4983172"/>
              <a:ext cx="1967945" cy="267419"/>
            </a:xfrm>
            <a:prstGeom prst="roundRect">
              <a:avLst/>
            </a:prstGeom>
            <a:solidFill>
              <a:schemeClr val="bg1">
                <a:lumMod val="95000"/>
              </a:schemeClr>
            </a:solidFill>
            <a:ln>
              <a:solidFill>
                <a:schemeClr val="bg1">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sz="1200" dirty="0" smtClean="0"/>
                <a:t>Shift Schedule</a:t>
              </a:r>
              <a:endParaRPr lang="zh-TW" altLang="en-US" sz="1200" dirty="0"/>
            </a:p>
          </p:txBody>
        </p:sp>
        <p:sp>
          <p:nvSpPr>
            <p:cNvPr id="72" name="圓角矩形 71"/>
            <p:cNvSpPr/>
            <p:nvPr/>
          </p:nvSpPr>
          <p:spPr>
            <a:xfrm>
              <a:off x="6006211" y="5602350"/>
              <a:ext cx="1967945" cy="267419"/>
            </a:xfrm>
            <a:prstGeom prst="roundRect">
              <a:avLst/>
            </a:prstGeom>
            <a:solidFill>
              <a:schemeClr val="bg1">
                <a:lumMod val="95000"/>
              </a:schemeClr>
            </a:solidFill>
            <a:ln>
              <a:solidFill>
                <a:schemeClr val="bg1">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sz="1200" dirty="0" smtClean="0"/>
                <a:t>Clock Record</a:t>
              </a:r>
              <a:endParaRPr lang="zh-TW" altLang="en-US" sz="1200" dirty="0"/>
            </a:p>
          </p:txBody>
        </p:sp>
        <p:sp>
          <p:nvSpPr>
            <p:cNvPr id="73" name="圓角矩形 72"/>
            <p:cNvSpPr/>
            <p:nvPr/>
          </p:nvSpPr>
          <p:spPr>
            <a:xfrm>
              <a:off x="6007567" y="5289411"/>
              <a:ext cx="1967945" cy="267419"/>
            </a:xfrm>
            <a:prstGeom prst="roundRect">
              <a:avLst/>
            </a:prstGeom>
            <a:solidFill>
              <a:schemeClr val="bg1">
                <a:lumMod val="95000"/>
              </a:schemeClr>
            </a:solidFill>
            <a:ln>
              <a:solidFill>
                <a:schemeClr val="bg1">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sz="1200" dirty="0" smtClean="0"/>
                <a:t>Leave</a:t>
              </a:r>
              <a:endParaRPr lang="zh-TW" altLang="en-US" sz="1200" dirty="0"/>
            </a:p>
          </p:txBody>
        </p:sp>
        <p:sp>
          <p:nvSpPr>
            <p:cNvPr id="74" name="圓角矩形 73"/>
            <p:cNvSpPr/>
            <p:nvPr/>
          </p:nvSpPr>
          <p:spPr>
            <a:xfrm>
              <a:off x="6001815" y="5915289"/>
              <a:ext cx="1967945" cy="267419"/>
            </a:xfrm>
            <a:prstGeom prst="roundRect">
              <a:avLst/>
            </a:prstGeom>
            <a:solidFill>
              <a:schemeClr val="bg1">
                <a:lumMod val="95000"/>
              </a:schemeClr>
            </a:solidFill>
            <a:ln>
              <a:solidFill>
                <a:schemeClr val="bg1">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sz="1200" dirty="0" smtClean="0"/>
                <a:t>…</a:t>
              </a:r>
              <a:endParaRPr lang="zh-TW" altLang="en-US" sz="1200" dirty="0"/>
            </a:p>
          </p:txBody>
        </p:sp>
      </p:grpSp>
      <p:cxnSp>
        <p:nvCxnSpPr>
          <p:cNvPr id="75" name="肘形接點 74"/>
          <p:cNvCxnSpPr>
            <a:stCxn id="60" idx="2"/>
            <a:endCxn id="69" idx="0"/>
          </p:cNvCxnSpPr>
          <p:nvPr/>
        </p:nvCxnSpPr>
        <p:spPr>
          <a:xfrm rot="16200000" flipH="1">
            <a:off x="5954574" y="3671263"/>
            <a:ext cx="563526" cy="488304"/>
          </a:xfrm>
          <a:prstGeom prst="bentConnector3">
            <a:avLst>
              <a:gd name="adj1" fmla="val 50000"/>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0576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dirty="0">
                <a:latin typeface="Arial" panose="020B0604020202020204" pitchFamily="34" charset="0"/>
              </a:rPr>
              <a:t>Server Deploy </a:t>
            </a:r>
            <a:r>
              <a:rPr lang="en-US" altLang="zh-TW" dirty="0" smtClean="0">
                <a:latin typeface="Arial" panose="020B0604020202020204" pitchFamily="34" charset="0"/>
              </a:rPr>
              <a:t>Architecture</a:t>
            </a:r>
            <a:endParaRPr lang="zh-TW" altLang="en-US" dirty="0">
              <a:latin typeface="Arial" panose="020B0604020202020204" pitchFamily="34" charset="0"/>
            </a:endParaRPr>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7</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6" name="矩形 5"/>
          <p:cNvSpPr/>
          <p:nvPr/>
        </p:nvSpPr>
        <p:spPr>
          <a:xfrm>
            <a:off x="1121433" y="4559664"/>
            <a:ext cx="9463177" cy="1216881"/>
          </a:xfrm>
          <a:prstGeom prst="rect">
            <a:avLst/>
          </a:prstGeom>
          <a:solidFill>
            <a:schemeClr val="accent4">
              <a:lumMod val="20000"/>
              <a:lumOff val="80000"/>
            </a:schemeClr>
          </a:solidFill>
          <a:ln>
            <a:solidFill>
              <a:schemeClr val="tx1">
                <a:lumMod val="50000"/>
                <a:lumOff val="50000"/>
              </a:schemeClr>
            </a:solidFill>
            <a:prstDash val="dash"/>
          </a:ln>
        </p:spPr>
        <p:style>
          <a:lnRef idx="2">
            <a:schemeClr val="dk1"/>
          </a:lnRef>
          <a:fillRef idx="1">
            <a:schemeClr val="lt1"/>
          </a:fillRef>
          <a:effectRef idx="0">
            <a:schemeClr val="dk1"/>
          </a:effectRef>
          <a:fontRef idx="minor">
            <a:schemeClr val="dk1"/>
          </a:fontRef>
        </p:style>
        <p:txBody>
          <a:bodyPr rtlCol="0" anchor="t"/>
          <a:lstStyle/>
          <a:p>
            <a:r>
              <a:rPr lang="en-US" altLang="zh-TW" dirty="0" smtClean="0">
                <a:latin typeface="Arial" panose="020B0604020202020204" pitchFamily="34" charset="0"/>
                <a:cs typeface="Arial" panose="020B0604020202020204" pitchFamily="34" charset="0"/>
              </a:rPr>
              <a:t>Internet</a:t>
            </a:r>
          </a:p>
          <a:p>
            <a:endParaRPr lang="en-US" altLang="zh-TW" dirty="0">
              <a:latin typeface="Arial" panose="020B0604020202020204" pitchFamily="34" charset="0"/>
              <a:cs typeface="Arial" panose="020B0604020202020204" pitchFamily="34" charset="0"/>
            </a:endParaRPr>
          </a:p>
          <a:p>
            <a:endParaRPr lang="en-US" altLang="zh-TW" sz="1050" dirty="0" smtClean="0">
              <a:latin typeface="Arial" panose="020B0604020202020204" pitchFamily="34" charset="0"/>
              <a:cs typeface="Arial" panose="020B0604020202020204" pitchFamily="34" charset="0"/>
            </a:endParaRPr>
          </a:p>
          <a:p>
            <a:endParaRPr lang="en-US" altLang="zh-TW" sz="1050" dirty="0">
              <a:latin typeface="Arial" panose="020B0604020202020204" pitchFamily="34" charset="0"/>
              <a:cs typeface="Arial" panose="020B0604020202020204" pitchFamily="34" charset="0"/>
            </a:endParaRPr>
          </a:p>
          <a:p>
            <a:endParaRPr lang="en-US" altLang="zh-TW" sz="1050" dirty="0" smtClean="0">
              <a:latin typeface="Arial" panose="020B0604020202020204" pitchFamily="34" charset="0"/>
              <a:cs typeface="Arial" panose="020B0604020202020204" pitchFamily="34" charset="0"/>
            </a:endParaRPr>
          </a:p>
          <a:p>
            <a:r>
              <a:rPr lang="en-US" altLang="zh-TW" sz="1050" dirty="0" smtClean="0">
                <a:latin typeface="Arial" panose="020B0604020202020204" pitchFamily="34" charset="0"/>
                <a:cs typeface="Arial" panose="020B0604020202020204" pitchFamily="34" charset="0"/>
              </a:rPr>
              <a:t>LH Server</a:t>
            </a:r>
            <a:endParaRPr lang="zh-TW" altLang="en-US" sz="1050" dirty="0">
              <a:latin typeface="Arial" panose="020B0604020202020204" pitchFamily="34" charset="0"/>
              <a:cs typeface="Arial" panose="020B0604020202020204" pitchFamily="34" charset="0"/>
            </a:endParaRPr>
          </a:p>
        </p:txBody>
      </p:sp>
      <p:sp>
        <p:nvSpPr>
          <p:cNvPr id="7" name="矩形 6"/>
          <p:cNvSpPr/>
          <p:nvPr/>
        </p:nvSpPr>
        <p:spPr>
          <a:xfrm>
            <a:off x="1121434" y="1130060"/>
            <a:ext cx="9463177" cy="3329797"/>
          </a:xfrm>
          <a:prstGeom prst="rect">
            <a:avLst/>
          </a:prstGeom>
          <a:solidFill>
            <a:schemeClr val="accent4">
              <a:lumMod val="20000"/>
              <a:lumOff val="80000"/>
            </a:schemeClr>
          </a:solidFill>
          <a:ln>
            <a:solidFill>
              <a:schemeClr val="tx1">
                <a:lumMod val="50000"/>
                <a:lumOff val="50000"/>
              </a:schemeClr>
            </a:solidFill>
            <a:prstDash val="dash"/>
          </a:ln>
        </p:spPr>
        <p:style>
          <a:lnRef idx="2">
            <a:schemeClr val="dk1"/>
          </a:lnRef>
          <a:fillRef idx="1">
            <a:schemeClr val="lt1"/>
          </a:fillRef>
          <a:effectRef idx="0">
            <a:schemeClr val="dk1"/>
          </a:effectRef>
          <a:fontRef idx="minor">
            <a:schemeClr val="dk1"/>
          </a:fontRef>
        </p:style>
        <p:txBody>
          <a:bodyPr rtlCol="0" anchor="t"/>
          <a:lstStyle/>
          <a:p>
            <a:r>
              <a:rPr lang="en-US" altLang="zh-TW" dirty="0" smtClean="0">
                <a:latin typeface="Arial" panose="020B0604020202020204" pitchFamily="34" charset="0"/>
                <a:cs typeface="Arial" panose="020B0604020202020204" pitchFamily="34" charset="0"/>
              </a:rPr>
              <a:t>Intranet</a:t>
            </a:r>
            <a:endParaRPr lang="zh-TW" altLang="en-US" dirty="0">
              <a:latin typeface="Arial" panose="020B0604020202020204" pitchFamily="34" charset="0"/>
              <a:cs typeface="Arial" panose="020B0604020202020204" pitchFamily="34" charset="0"/>
            </a:endParaRPr>
          </a:p>
        </p:txBody>
      </p:sp>
      <p:sp>
        <p:nvSpPr>
          <p:cNvPr id="8" name="矩形 7"/>
          <p:cNvSpPr/>
          <p:nvPr/>
        </p:nvSpPr>
        <p:spPr>
          <a:xfrm>
            <a:off x="7895526" y="1456841"/>
            <a:ext cx="2257241" cy="2468177"/>
          </a:xfrm>
          <a:prstGeom prst="rect">
            <a:avLst/>
          </a:prstGeom>
          <a:solidFill>
            <a:schemeClr val="bg2">
              <a:lumMod val="9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t"/>
          <a:lstStyle/>
          <a:p>
            <a:pPr algn="ctr"/>
            <a:r>
              <a:rPr lang="en-US" altLang="zh-TW" dirty="0" smtClean="0">
                <a:solidFill>
                  <a:schemeClr val="tx1"/>
                </a:solidFill>
                <a:latin typeface="Arial" panose="020B0604020202020204" pitchFamily="34" charset="0"/>
                <a:cs typeface="Arial" panose="020B0604020202020204" pitchFamily="34" charset="0"/>
              </a:rPr>
              <a:t>Vietnam</a:t>
            </a:r>
          </a:p>
          <a:p>
            <a:pPr algn="ctr"/>
            <a:r>
              <a:rPr lang="en-US" altLang="zh-TW" sz="1400" dirty="0" smtClean="0">
                <a:solidFill>
                  <a:schemeClr val="tx1"/>
                </a:solidFill>
                <a:latin typeface="Arial" panose="020B0604020202020204" pitchFamily="34" charset="0"/>
                <a:cs typeface="Arial" panose="020B0604020202020204" pitchFamily="34" charset="0"/>
              </a:rPr>
              <a:t>https://fsta.efihmb.com</a:t>
            </a:r>
            <a:endParaRPr lang="zh-TW" altLang="en-US" sz="1400" dirty="0">
              <a:solidFill>
                <a:schemeClr val="tx1"/>
              </a:solidFill>
              <a:latin typeface="Arial" panose="020B0604020202020204" pitchFamily="34" charset="0"/>
              <a:cs typeface="Arial" panose="020B0604020202020204" pitchFamily="34" charset="0"/>
            </a:endParaRPr>
          </a:p>
        </p:txBody>
      </p:sp>
      <p:sp>
        <p:nvSpPr>
          <p:cNvPr id="9" name="矩形 8"/>
          <p:cNvSpPr/>
          <p:nvPr/>
        </p:nvSpPr>
        <p:spPr>
          <a:xfrm>
            <a:off x="5146573" y="1456841"/>
            <a:ext cx="2237117" cy="2468177"/>
          </a:xfrm>
          <a:prstGeom prst="rect">
            <a:avLst/>
          </a:prstGeom>
          <a:gradFill>
            <a:gsLst>
              <a:gs pos="0">
                <a:schemeClr val="bg1"/>
              </a:gs>
              <a:gs pos="100000">
                <a:schemeClr val="accent4">
                  <a:lumMod val="60000"/>
                  <a:lumOff val="40000"/>
                </a:schemeClr>
              </a:gs>
            </a:gsLst>
            <a:lin ang="5400000" scaled="1"/>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altLang="zh-TW" dirty="0">
                <a:solidFill>
                  <a:schemeClr val="tx1"/>
                </a:solidFill>
                <a:latin typeface="Arial" panose="020B0604020202020204" pitchFamily="34" charset="0"/>
                <a:cs typeface="Arial" panose="020B0604020202020204" pitchFamily="34" charset="0"/>
              </a:rPr>
              <a:t>India </a:t>
            </a:r>
            <a:endParaRPr lang="en-US" altLang="zh-TW" dirty="0" smtClean="0">
              <a:solidFill>
                <a:schemeClr val="tx1"/>
              </a:solidFill>
              <a:latin typeface="Arial" panose="020B0604020202020204" pitchFamily="34" charset="0"/>
              <a:cs typeface="Arial" panose="020B0604020202020204" pitchFamily="34" charset="0"/>
            </a:endParaRPr>
          </a:p>
          <a:p>
            <a:pPr algn="ctr"/>
            <a:r>
              <a:rPr lang="en-US" altLang="zh-TW" sz="1400" dirty="0" smtClean="0">
                <a:solidFill>
                  <a:schemeClr val="tx1"/>
                </a:solidFill>
                <a:latin typeface="Arial" panose="020B0604020202020204" pitchFamily="34" charset="0"/>
                <a:cs typeface="Arial" panose="020B0604020202020204" pitchFamily="34" charset="0"/>
              </a:rPr>
              <a:t>https://inta.efihmb.com</a:t>
            </a:r>
            <a:endParaRPr lang="en-US" altLang="zh-TW" sz="1400" dirty="0">
              <a:solidFill>
                <a:schemeClr val="tx1"/>
              </a:solidFill>
              <a:latin typeface="Arial" panose="020B0604020202020204" pitchFamily="34" charset="0"/>
              <a:cs typeface="Arial" panose="020B0604020202020204" pitchFamily="34" charset="0"/>
            </a:endParaRPr>
          </a:p>
        </p:txBody>
      </p:sp>
      <p:sp>
        <p:nvSpPr>
          <p:cNvPr id="10" name="矩形 9"/>
          <p:cNvSpPr/>
          <p:nvPr/>
        </p:nvSpPr>
        <p:spPr>
          <a:xfrm>
            <a:off x="2397622" y="1456841"/>
            <a:ext cx="2239993" cy="2468177"/>
          </a:xfrm>
          <a:prstGeom prst="rect">
            <a:avLst/>
          </a:prstGeom>
          <a:solidFill>
            <a:schemeClr val="bg2">
              <a:lumMod val="9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t"/>
          <a:lstStyle/>
          <a:p>
            <a:pPr algn="ctr"/>
            <a:r>
              <a:rPr lang="en-US" altLang="zh-TW" dirty="0" smtClean="0">
                <a:solidFill>
                  <a:schemeClr val="tx1"/>
                </a:solidFill>
                <a:latin typeface="Arial" panose="020B0604020202020204" pitchFamily="34" charset="0"/>
                <a:cs typeface="Arial" panose="020B0604020202020204" pitchFamily="34" charset="0"/>
              </a:rPr>
              <a:t>China</a:t>
            </a:r>
          </a:p>
          <a:p>
            <a:pPr algn="ctr"/>
            <a:r>
              <a:rPr lang="en-US" altLang="zh-TW" sz="1400" dirty="0" smtClean="0">
                <a:solidFill>
                  <a:schemeClr val="tx1"/>
                </a:solidFill>
                <a:latin typeface="Arial" panose="020B0604020202020204" pitchFamily="34" charset="0"/>
                <a:cs typeface="Arial" panose="020B0604020202020204" pitchFamily="34" charset="0"/>
              </a:rPr>
              <a:t>https://hr.efihmb.com</a:t>
            </a:r>
            <a:endParaRPr lang="zh-TW" altLang="en-US" sz="1400" dirty="0">
              <a:solidFill>
                <a:schemeClr val="tx1"/>
              </a:solidFill>
              <a:latin typeface="Arial" panose="020B0604020202020204" pitchFamily="34" charset="0"/>
              <a:cs typeface="Arial" panose="020B0604020202020204" pitchFamily="34" charset="0"/>
            </a:endParaRPr>
          </a:p>
        </p:txBody>
      </p:sp>
      <p:sp>
        <p:nvSpPr>
          <p:cNvPr id="11" name="圓柱 10"/>
          <p:cNvSpPr/>
          <p:nvPr/>
        </p:nvSpPr>
        <p:spPr>
          <a:xfrm>
            <a:off x="2878850" y="3011640"/>
            <a:ext cx="1228668" cy="448572"/>
          </a:xfrm>
          <a:prstGeom prst="can">
            <a:avLst/>
          </a:prstGeom>
          <a:solidFill>
            <a:srgbClr val="0070C0"/>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Arial" panose="020B0604020202020204" pitchFamily="34" charset="0"/>
                <a:cs typeface="Arial" panose="020B0604020202020204" pitchFamily="34" charset="0"/>
              </a:rPr>
              <a:t>Database</a:t>
            </a:r>
            <a:endParaRPr lang="zh-TW" altLang="en-US" dirty="0">
              <a:latin typeface="Arial" panose="020B0604020202020204" pitchFamily="34" charset="0"/>
              <a:cs typeface="Arial" panose="020B0604020202020204" pitchFamily="34" charset="0"/>
            </a:endParaRPr>
          </a:p>
        </p:txBody>
      </p:sp>
      <p:sp>
        <p:nvSpPr>
          <p:cNvPr id="12" name="圓柱 11"/>
          <p:cNvSpPr/>
          <p:nvPr/>
        </p:nvSpPr>
        <p:spPr>
          <a:xfrm>
            <a:off x="5713959" y="3006257"/>
            <a:ext cx="1217705" cy="448572"/>
          </a:xfrm>
          <a:prstGeom prst="can">
            <a:avLst/>
          </a:prstGeom>
          <a:solidFill>
            <a:srgbClr val="0070C0"/>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Arial" panose="020B0604020202020204" pitchFamily="34" charset="0"/>
                <a:cs typeface="Arial" panose="020B0604020202020204" pitchFamily="34" charset="0"/>
              </a:rPr>
              <a:t>Database</a:t>
            </a:r>
            <a:endParaRPr lang="zh-TW" altLang="en-US" dirty="0">
              <a:latin typeface="Arial" panose="020B0604020202020204" pitchFamily="34" charset="0"/>
              <a:cs typeface="Arial" panose="020B0604020202020204" pitchFamily="34" charset="0"/>
            </a:endParaRPr>
          </a:p>
        </p:txBody>
      </p:sp>
      <p:sp>
        <p:nvSpPr>
          <p:cNvPr id="13" name="圓角矩形 12"/>
          <p:cNvSpPr/>
          <p:nvPr/>
        </p:nvSpPr>
        <p:spPr>
          <a:xfrm>
            <a:off x="2954029" y="2304274"/>
            <a:ext cx="1086928" cy="457200"/>
          </a:xfrm>
          <a:prstGeom prst="roundRect">
            <a:avLst/>
          </a:prstGeom>
          <a:solidFill>
            <a:srgbClr val="0070C0"/>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Arial" panose="020B0604020202020204" pitchFamily="34" charset="0"/>
                <a:cs typeface="Arial" panose="020B0604020202020204" pitchFamily="34" charset="0"/>
              </a:rPr>
              <a:t>Website</a:t>
            </a:r>
            <a:endParaRPr lang="zh-TW" altLang="en-US" dirty="0">
              <a:latin typeface="Arial" panose="020B0604020202020204" pitchFamily="34" charset="0"/>
              <a:cs typeface="Arial" panose="020B0604020202020204" pitchFamily="34" charset="0"/>
            </a:endParaRPr>
          </a:p>
        </p:txBody>
      </p:sp>
      <p:sp>
        <p:nvSpPr>
          <p:cNvPr id="14" name="圓柱 13"/>
          <p:cNvSpPr/>
          <p:nvPr/>
        </p:nvSpPr>
        <p:spPr>
          <a:xfrm>
            <a:off x="8344127" y="3006257"/>
            <a:ext cx="1293908" cy="448572"/>
          </a:xfrm>
          <a:prstGeom prst="can">
            <a:avLst/>
          </a:prstGeom>
          <a:solidFill>
            <a:srgbClr val="0070C0"/>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Arial" panose="020B0604020202020204" pitchFamily="34" charset="0"/>
                <a:cs typeface="Arial" panose="020B0604020202020204" pitchFamily="34" charset="0"/>
              </a:rPr>
              <a:t>Database</a:t>
            </a:r>
            <a:endParaRPr lang="zh-TW" altLang="en-US" dirty="0">
              <a:latin typeface="Arial" panose="020B0604020202020204" pitchFamily="34" charset="0"/>
              <a:cs typeface="Arial" panose="020B0604020202020204" pitchFamily="34" charset="0"/>
            </a:endParaRPr>
          </a:p>
        </p:txBody>
      </p:sp>
      <p:sp>
        <p:nvSpPr>
          <p:cNvPr id="15" name="圓角矩形 14"/>
          <p:cNvSpPr/>
          <p:nvPr/>
        </p:nvSpPr>
        <p:spPr>
          <a:xfrm>
            <a:off x="5780620" y="2304274"/>
            <a:ext cx="1086928" cy="457200"/>
          </a:xfrm>
          <a:prstGeom prst="roundRect">
            <a:avLst/>
          </a:prstGeom>
          <a:solidFill>
            <a:srgbClr val="0070C0"/>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Arial" panose="020B0604020202020204" pitchFamily="34" charset="0"/>
                <a:cs typeface="Arial" panose="020B0604020202020204" pitchFamily="34" charset="0"/>
              </a:rPr>
              <a:t>Website</a:t>
            </a:r>
            <a:endParaRPr lang="zh-TW" altLang="en-US" dirty="0">
              <a:latin typeface="Arial" panose="020B0604020202020204" pitchFamily="34" charset="0"/>
              <a:cs typeface="Arial" panose="020B0604020202020204" pitchFamily="34" charset="0"/>
            </a:endParaRPr>
          </a:p>
        </p:txBody>
      </p:sp>
      <p:sp>
        <p:nvSpPr>
          <p:cNvPr id="16" name="圓角矩形 15"/>
          <p:cNvSpPr/>
          <p:nvPr/>
        </p:nvSpPr>
        <p:spPr>
          <a:xfrm>
            <a:off x="8447617" y="2304274"/>
            <a:ext cx="1086928" cy="457200"/>
          </a:xfrm>
          <a:prstGeom prst="roundRect">
            <a:avLst/>
          </a:prstGeom>
          <a:solidFill>
            <a:srgbClr val="0070C0"/>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Arial" panose="020B0604020202020204" pitchFamily="34" charset="0"/>
                <a:cs typeface="Arial" panose="020B0604020202020204" pitchFamily="34" charset="0"/>
              </a:rPr>
              <a:t>Website</a:t>
            </a:r>
            <a:endParaRPr lang="zh-TW" altLang="en-US" dirty="0">
              <a:latin typeface="Arial" panose="020B0604020202020204" pitchFamily="34" charset="0"/>
              <a:cs typeface="Arial" panose="020B0604020202020204" pitchFamily="34" charset="0"/>
            </a:endParaRPr>
          </a:p>
        </p:txBody>
      </p:sp>
      <p:sp>
        <p:nvSpPr>
          <p:cNvPr id="17" name="矩形 16"/>
          <p:cNvSpPr/>
          <p:nvPr/>
        </p:nvSpPr>
        <p:spPr>
          <a:xfrm>
            <a:off x="3204199" y="3778369"/>
            <a:ext cx="577970" cy="293298"/>
          </a:xfrm>
          <a:prstGeom prst="rect">
            <a:avLst/>
          </a:prstGeom>
          <a:solidFill>
            <a:srgbClr val="0070C0"/>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Arial" panose="020B0604020202020204" pitchFamily="34" charset="0"/>
                <a:cs typeface="Arial" panose="020B0604020202020204" pitchFamily="34" charset="0"/>
              </a:rPr>
              <a:t>API</a:t>
            </a:r>
            <a:endParaRPr lang="zh-TW" altLang="en-US" sz="1400" dirty="0">
              <a:latin typeface="Arial" panose="020B0604020202020204" pitchFamily="34" charset="0"/>
              <a:cs typeface="Arial" panose="020B0604020202020204" pitchFamily="34" charset="0"/>
            </a:endParaRPr>
          </a:p>
        </p:txBody>
      </p:sp>
      <p:sp>
        <p:nvSpPr>
          <p:cNvPr id="18" name="矩形 17"/>
          <p:cNvSpPr/>
          <p:nvPr/>
        </p:nvSpPr>
        <p:spPr>
          <a:xfrm>
            <a:off x="6033827" y="3778369"/>
            <a:ext cx="577970" cy="293298"/>
          </a:xfrm>
          <a:prstGeom prst="rect">
            <a:avLst/>
          </a:prstGeom>
          <a:solidFill>
            <a:srgbClr val="0070C0"/>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Arial" panose="020B0604020202020204" pitchFamily="34" charset="0"/>
                <a:cs typeface="Arial" panose="020B0604020202020204" pitchFamily="34" charset="0"/>
              </a:rPr>
              <a:t>API</a:t>
            </a:r>
            <a:endParaRPr lang="zh-TW" altLang="en-US" sz="1400" dirty="0">
              <a:latin typeface="Arial" panose="020B0604020202020204" pitchFamily="34" charset="0"/>
              <a:cs typeface="Arial" panose="020B0604020202020204" pitchFamily="34" charset="0"/>
            </a:endParaRPr>
          </a:p>
        </p:txBody>
      </p:sp>
      <p:sp>
        <p:nvSpPr>
          <p:cNvPr id="19" name="矩形 18"/>
          <p:cNvSpPr/>
          <p:nvPr/>
        </p:nvSpPr>
        <p:spPr>
          <a:xfrm>
            <a:off x="8703718" y="3778369"/>
            <a:ext cx="577970" cy="293298"/>
          </a:xfrm>
          <a:prstGeom prst="rect">
            <a:avLst/>
          </a:prstGeom>
          <a:solidFill>
            <a:srgbClr val="0070C0"/>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Arial" panose="020B0604020202020204" pitchFamily="34" charset="0"/>
                <a:cs typeface="Arial" panose="020B0604020202020204" pitchFamily="34" charset="0"/>
              </a:rPr>
              <a:t>API</a:t>
            </a:r>
            <a:endParaRPr lang="zh-TW" altLang="en-US" sz="1400" dirty="0">
              <a:latin typeface="Arial" panose="020B0604020202020204" pitchFamily="34" charset="0"/>
              <a:cs typeface="Arial" panose="020B0604020202020204" pitchFamily="34" charset="0"/>
            </a:endParaRPr>
          </a:p>
        </p:txBody>
      </p:sp>
      <p:sp>
        <p:nvSpPr>
          <p:cNvPr id="20" name="圓角矩形 19"/>
          <p:cNvSpPr/>
          <p:nvPr/>
        </p:nvSpPr>
        <p:spPr>
          <a:xfrm>
            <a:off x="2525386" y="4722844"/>
            <a:ext cx="3416057" cy="840472"/>
          </a:xfrm>
          <a:prstGeom prst="roundRect">
            <a:avLst/>
          </a:prstGeom>
          <a:gradFill>
            <a:gsLst>
              <a:gs pos="0">
                <a:schemeClr val="accent3">
                  <a:lumMod val="20000"/>
                  <a:lumOff val="80000"/>
                </a:schemeClr>
              </a:gs>
              <a:gs pos="100000">
                <a:schemeClr val="bg1"/>
              </a:gs>
            </a:gsLst>
            <a:lin ang="5400000" scaled="1"/>
          </a:gra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TW" dirty="0" smtClean="0">
                <a:solidFill>
                  <a:schemeClr val="tx1"/>
                </a:solidFill>
                <a:latin typeface="Arial" panose="020B0604020202020204" pitchFamily="34" charset="0"/>
                <a:cs typeface="Arial" panose="020B0604020202020204" pitchFamily="34" charset="0"/>
              </a:rPr>
              <a:t>Unified e-Approval (PC)</a:t>
            </a:r>
          </a:p>
          <a:p>
            <a:pPr algn="ctr"/>
            <a:r>
              <a:rPr lang="en-US" altLang="zh-TW" dirty="0">
                <a:solidFill>
                  <a:schemeClr val="tx1"/>
                </a:solidFill>
                <a:latin typeface="Arial" panose="020B0604020202020204" pitchFamily="34" charset="0"/>
                <a:cs typeface="Arial" panose="020B0604020202020204" pitchFamily="34" charset="0"/>
              </a:rPr>
              <a:t>https</a:t>
            </a:r>
            <a:r>
              <a:rPr lang="en-US" altLang="zh-TW" dirty="0" smtClean="0">
                <a:solidFill>
                  <a:schemeClr val="tx1"/>
                </a:solidFill>
                <a:latin typeface="Arial" panose="020B0604020202020204" pitchFamily="34" charset="0"/>
                <a:cs typeface="Arial" panose="020B0604020202020204" pitchFamily="34" charset="0"/>
              </a:rPr>
              <a:t>://taworkfow.fihtdc.com</a:t>
            </a:r>
            <a:endParaRPr lang="en-US" altLang="zh-TW" dirty="0">
              <a:solidFill>
                <a:schemeClr val="tx1"/>
              </a:solidFill>
              <a:latin typeface="Arial" panose="020B0604020202020204" pitchFamily="34" charset="0"/>
              <a:cs typeface="Arial" panose="020B0604020202020204" pitchFamily="34" charset="0"/>
            </a:endParaRPr>
          </a:p>
        </p:txBody>
      </p:sp>
      <p:cxnSp>
        <p:nvCxnSpPr>
          <p:cNvPr id="21" name="肘形接點 20"/>
          <p:cNvCxnSpPr>
            <a:endCxn id="17" idx="2"/>
          </p:cNvCxnSpPr>
          <p:nvPr/>
        </p:nvCxnSpPr>
        <p:spPr>
          <a:xfrm rot="16200000" flipV="1">
            <a:off x="4515111" y="3049741"/>
            <a:ext cx="487997" cy="253185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肘形接點 21"/>
          <p:cNvCxnSpPr>
            <a:endCxn id="18" idx="2"/>
          </p:cNvCxnSpPr>
          <p:nvPr/>
        </p:nvCxnSpPr>
        <p:spPr>
          <a:xfrm rot="5400000" flipH="1" flipV="1">
            <a:off x="5929925" y="4166777"/>
            <a:ext cx="487997" cy="29777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肘形接點 22"/>
          <p:cNvCxnSpPr>
            <a:endCxn id="19" idx="2"/>
          </p:cNvCxnSpPr>
          <p:nvPr/>
        </p:nvCxnSpPr>
        <p:spPr>
          <a:xfrm rot="5400000" flipH="1" flipV="1">
            <a:off x="7264870" y="2831832"/>
            <a:ext cx="487997" cy="296766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a:stCxn id="17" idx="0"/>
            <a:endCxn id="11" idx="3"/>
          </p:cNvCxnSpPr>
          <p:nvPr/>
        </p:nvCxnSpPr>
        <p:spPr>
          <a:xfrm flipV="1">
            <a:off x="3493184" y="3460212"/>
            <a:ext cx="0" cy="318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a:stCxn id="18" idx="0"/>
            <a:endCxn id="12" idx="3"/>
          </p:cNvCxnSpPr>
          <p:nvPr/>
        </p:nvCxnSpPr>
        <p:spPr>
          <a:xfrm flipV="1">
            <a:off x="6322812" y="3454829"/>
            <a:ext cx="0" cy="323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a:stCxn id="19" idx="0"/>
            <a:endCxn id="14" idx="3"/>
          </p:cNvCxnSpPr>
          <p:nvPr/>
        </p:nvCxnSpPr>
        <p:spPr>
          <a:xfrm flipH="1" flipV="1">
            <a:off x="8991081" y="3454829"/>
            <a:ext cx="1622" cy="323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a:stCxn id="13" idx="2"/>
            <a:endCxn id="11" idx="1"/>
          </p:cNvCxnSpPr>
          <p:nvPr/>
        </p:nvCxnSpPr>
        <p:spPr>
          <a:xfrm flipH="1">
            <a:off x="3493184" y="2761474"/>
            <a:ext cx="4309" cy="2501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p:cNvCxnSpPr>
            <a:stCxn id="15" idx="2"/>
            <a:endCxn id="12" idx="1"/>
          </p:cNvCxnSpPr>
          <p:nvPr/>
        </p:nvCxnSpPr>
        <p:spPr>
          <a:xfrm flipH="1">
            <a:off x="6322812" y="2761474"/>
            <a:ext cx="1272" cy="244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p:cNvCxnSpPr>
            <a:stCxn id="16" idx="2"/>
            <a:endCxn id="14" idx="1"/>
          </p:cNvCxnSpPr>
          <p:nvPr/>
        </p:nvCxnSpPr>
        <p:spPr>
          <a:xfrm>
            <a:off x="8991081" y="2761474"/>
            <a:ext cx="0" cy="244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圓角矩形 29"/>
          <p:cNvSpPr/>
          <p:nvPr/>
        </p:nvSpPr>
        <p:spPr>
          <a:xfrm>
            <a:off x="6646983" y="4722844"/>
            <a:ext cx="3416057" cy="840472"/>
          </a:xfrm>
          <a:prstGeom prst="roundRect">
            <a:avLst/>
          </a:prstGeom>
          <a:gradFill>
            <a:gsLst>
              <a:gs pos="0">
                <a:schemeClr val="accent3">
                  <a:lumMod val="20000"/>
                  <a:lumOff val="80000"/>
                </a:schemeClr>
              </a:gs>
              <a:gs pos="100000">
                <a:schemeClr val="bg1"/>
              </a:gs>
            </a:gsLst>
            <a:lin ang="5400000" scaled="1"/>
          </a:gra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smtClean="0">
                <a:solidFill>
                  <a:schemeClr val="tx1"/>
                </a:solidFill>
                <a:latin typeface="Arial" panose="020B0604020202020204" pitchFamily="34" charset="0"/>
                <a:cs typeface="Arial" panose="020B0604020202020204" pitchFamily="34" charset="0"/>
              </a:rPr>
              <a:t>Mobile Self Service</a:t>
            </a:r>
          </a:p>
          <a:p>
            <a:pPr algn="ctr"/>
            <a:r>
              <a:rPr lang="en-US" altLang="zh-CN" sz="1400" dirty="0" smtClean="0">
                <a:solidFill>
                  <a:schemeClr val="tx1"/>
                </a:solidFill>
                <a:latin typeface="Arial" panose="020B0604020202020204" pitchFamily="34" charset="0"/>
                <a:cs typeface="Arial" panose="020B0604020202020204" pitchFamily="34" charset="0"/>
              </a:rPr>
              <a:t>(Query and Apply)</a:t>
            </a:r>
          </a:p>
        </p:txBody>
      </p:sp>
      <p:pic>
        <p:nvPicPr>
          <p:cNvPr id="31" name="圖片 30"/>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342183" y="4889850"/>
            <a:ext cx="304800" cy="304800"/>
          </a:xfrm>
          <a:prstGeom prst="rect">
            <a:avLst/>
          </a:prstGeom>
        </p:spPr>
      </p:pic>
      <p:pic>
        <p:nvPicPr>
          <p:cNvPr id="32" name="圖片 31"/>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172616" y="4890869"/>
            <a:ext cx="304800" cy="304800"/>
          </a:xfrm>
          <a:prstGeom prst="rect">
            <a:avLst/>
          </a:prstGeom>
        </p:spPr>
      </p:pic>
    </p:spTree>
    <p:extLst>
      <p:ext uri="{BB962C8B-B14F-4D97-AF65-F5344CB8AC3E}">
        <p14:creationId xmlns:p14="http://schemas.microsoft.com/office/powerpoint/2010/main" val="6025008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dirty="0">
                <a:latin typeface="Arial" panose="020B0604020202020204" pitchFamily="34" charset="0"/>
              </a:rPr>
              <a:t>Batch Excel Data Import </a:t>
            </a:r>
            <a:r>
              <a:rPr lang="en-US" altLang="zh-TW" dirty="0" smtClean="0">
                <a:latin typeface="Arial" panose="020B0604020202020204" pitchFamily="34" charset="0"/>
              </a:rPr>
              <a:t>Process</a:t>
            </a:r>
            <a:endParaRPr lang="zh-TW" altLang="en-US" dirty="0">
              <a:latin typeface="Arial" panose="020B0604020202020204" pitchFamily="34" charset="0"/>
            </a:endParaRPr>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8</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pic>
        <p:nvPicPr>
          <p:cNvPr id="6" name="圖片 5"/>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467656" y="1759654"/>
            <a:ext cx="5088227" cy="962861"/>
          </a:xfrm>
          <a:prstGeom prst="rect">
            <a:avLst/>
          </a:prstGeom>
          <a:ln>
            <a:solidFill>
              <a:schemeClr val="bg1">
                <a:lumMod val="50000"/>
              </a:schemeClr>
            </a:solidFill>
          </a:ln>
        </p:spPr>
      </p:pic>
      <p:pic>
        <p:nvPicPr>
          <p:cNvPr id="7" name="圖片 6"/>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16314" y="5180759"/>
            <a:ext cx="7381875" cy="999968"/>
          </a:xfrm>
          <a:prstGeom prst="rect">
            <a:avLst/>
          </a:prstGeom>
          <a:ln>
            <a:solidFill>
              <a:schemeClr val="bg1">
                <a:lumMod val="50000"/>
              </a:schemeClr>
            </a:solidFill>
          </a:ln>
        </p:spPr>
      </p:pic>
      <p:pic>
        <p:nvPicPr>
          <p:cNvPr id="8" name="圖片 7"/>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65550" y="1701930"/>
            <a:ext cx="2560730" cy="1020585"/>
          </a:xfrm>
          <a:prstGeom prst="rect">
            <a:avLst/>
          </a:prstGeom>
          <a:ln>
            <a:solidFill>
              <a:schemeClr val="bg1">
                <a:lumMod val="50000"/>
              </a:schemeClr>
            </a:solidFill>
          </a:ln>
        </p:spPr>
      </p:pic>
      <p:pic>
        <p:nvPicPr>
          <p:cNvPr id="9" name="圖片 8"/>
          <p:cNvPicPr>
            <a:picLocks noChangeAspect="1"/>
          </p:cNvPicPr>
          <p:nvPr/>
        </p:nvPicPr>
        <p:blipFill rotWithShape="1">
          <a:blip r:embed="rId5" cstate="hqprint">
            <a:extLst>
              <a:ext uri="{28A0092B-C50C-407E-A947-70E740481C1C}">
                <a14:useLocalDpi xmlns:a14="http://schemas.microsoft.com/office/drawing/2010/main"/>
              </a:ext>
            </a:extLst>
          </a:blip>
          <a:srcRect/>
          <a:stretch/>
        </p:blipFill>
        <p:spPr>
          <a:xfrm>
            <a:off x="3451885" y="1674765"/>
            <a:ext cx="2690123" cy="1047750"/>
          </a:xfrm>
          <a:prstGeom prst="rect">
            <a:avLst/>
          </a:prstGeom>
          <a:ln>
            <a:solidFill>
              <a:schemeClr val="bg1">
                <a:lumMod val="50000"/>
              </a:schemeClr>
            </a:solidFill>
          </a:ln>
        </p:spPr>
      </p:pic>
      <p:sp>
        <p:nvSpPr>
          <p:cNvPr id="10" name="文字方塊 9"/>
          <p:cNvSpPr txBox="1"/>
          <p:nvPr/>
        </p:nvSpPr>
        <p:spPr>
          <a:xfrm>
            <a:off x="620743" y="873037"/>
            <a:ext cx="7984750" cy="338554"/>
          </a:xfrm>
          <a:prstGeom prst="rect">
            <a:avLst/>
          </a:prstGeom>
          <a:noFill/>
        </p:spPr>
        <p:txBody>
          <a:bodyPr wrap="none" rtlCol="0">
            <a:spAutoFit/>
          </a:bodyPr>
          <a:lstStyle/>
          <a:p>
            <a:r>
              <a:rPr lang="en-US" altLang="zh-TW" sz="1600" dirty="0">
                <a:solidFill>
                  <a:schemeClr val="accent6">
                    <a:lumMod val="60000"/>
                    <a:lumOff val="40000"/>
                  </a:schemeClr>
                </a:solidFill>
                <a:latin typeface="Arial" panose="020B0604020202020204" pitchFamily="34" charset="0"/>
                <a:cs typeface="Arial" panose="020B0604020202020204" pitchFamily="34" charset="0"/>
              </a:rPr>
              <a:t>All </a:t>
            </a:r>
            <a:r>
              <a:rPr lang="en-US" altLang="zh-TW" sz="1600" dirty="0" smtClean="0">
                <a:solidFill>
                  <a:schemeClr val="accent6">
                    <a:lumMod val="60000"/>
                    <a:lumOff val="40000"/>
                  </a:schemeClr>
                </a:solidFill>
                <a:latin typeface="Arial" panose="020B0604020202020204" pitchFamily="34" charset="0"/>
                <a:cs typeface="Arial" panose="020B0604020202020204" pitchFamily="34" charset="0"/>
              </a:rPr>
              <a:t>Excel </a:t>
            </a:r>
            <a:r>
              <a:rPr lang="en-US" altLang="zh-TW" sz="1600" dirty="0">
                <a:solidFill>
                  <a:schemeClr val="accent6">
                    <a:lumMod val="60000"/>
                    <a:lumOff val="40000"/>
                  </a:schemeClr>
                </a:solidFill>
                <a:latin typeface="Arial" panose="020B0604020202020204" pitchFamily="34" charset="0"/>
                <a:cs typeface="Arial" panose="020B0604020202020204" pitchFamily="34" charset="0"/>
              </a:rPr>
              <a:t>data imports use the same method, which will not be discussed in detail later.</a:t>
            </a:r>
          </a:p>
        </p:txBody>
      </p:sp>
      <p:grpSp>
        <p:nvGrpSpPr>
          <p:cNvPr id="11" name="群組 10"/>
          <p:cNvGrpSpPr/>
          <p:nvPr/>
        </p:nvGrpSpPr>
        <p:grpSpPr>
          <a:xfrm>
            <a:off x="629727" y="1402044"/>
            <a:ext cx="2553420" cy="337760"/>
            <a:chOff x="1725284" y="2439946"/>
            <a:chExt cx="2553420" cy="337760"/>
          </a:xfrm>
        </p:grpSpPr>
        <p:sp>
          <p:nvSpPr>
            <p:cNvPr id="12" name="圓角矩形 11"/>
            <p:cNvSpPr/>
            <p:nvPr/>
          </p:nvSpPr>
          <p:spPr>
            <a:xfrm>
              <a:off x="1725284" y="2439946"/>
              <a:ext cx="2553420" cy="337760"/>
            </a:xfrm>
            <a:prstGeom prst="roundRect">
              <a:avLst>
                <a:gd name="adj" fmla="val 50000"/>
              </a:avLst>
            </a:prstGeom>
            <a:solidFill>
              <a:schemeClr val="accent3">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13" name="橢圓 12"/>
            <p:cNvSpPr/>
            <p:nvPr/>
          </p:nvSpPr>
          <p:spPr>
            <a:xfrm>
              <a:off x="1768415" y="2472020"/>
              <a:ext cx="267420" cy="267420"/>
            </a:xfrm>
            <a:prstGeom prst="ellipse">
              <a:avLst/>
            </a:prstGeom>
            <a:solidFill>
              <a:schemeClr val="accent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latin typeface="Arial" panose="020B0604020202020204" pitchFamily="34" charset="0"/>
                  <a:cs typeface="Arial" panose="020B0604020202020204" pitchFamily="34" charset="0"/>
                </a:rPr>
                <a:t>1</a:t>
              </a:r>
              <a:endParaRPr lang="zh-TW" altLang="en-US" dirty="0">
                <a:solidFill>
                  <a:schemeClr val="tx1"/>
                </a:solidFill>
                <a:latin typeface="Arial" panose="020B0604020202020204" pitchFamily="34" charset="0"/>
                <a:cs typeface="Arial" panose="020B0604020202020204" pitchFamily="34" charset="0"/>
              </a:endParaRPr>
            </a:p>
          </p:txBody>
        </p:sp>
        <p:sp>
          <p:nvSpPr>
            <p:cNvPr id="14" name="文字方塊 13"/>
            <p:cNvSpPr txBox="1"/>
            <p:nvPr/>
          </p:nvSpPr>
          <p:spPr>
            <a:xfrm>
              <a:off x="2096219" y="2464996"/>
              <a:ext cx="2084225" cy="307777"/>
            </a:xfrm>
            <a:prstGeom prst="rect">
              <a:avLst/>
            </a:prstGeom>
            <a:noFill/>
          </p:spPr>
          <p:txBody>
            <a:bodyPr wrap="none" rtlCol="0">
              <a:spAutoFit/>
            </a:bodyPr>
            <a:lstStyle/>
            <a:p>
              <a:r>
                <a:rPr lang="en-US" altLang="zh-CN" sz="1400" dirty="0" smtClean="0">
                  <a:solidFill>
                    <a:schemeClr val="accent1"/>
                  </a:solidFill>
                  <a:latin typeface="Arial" panose="020B0604020202020204" pitchFamily="34" charset="0"/>
                  <a:cs typeface="Arial" panose="020B0604020202020204" pitchFamily="34" charset="0"/>
                </a:rPr>
                <a:t>Click the “import” button</a:t>
              </a:r>
              <a:endParaRPr lang="zh-TW" altLang="en-US" sz="1400" dirty="0">
                <a:solidFill>
                  <a:schemeClr val="accent1"/>
                </a:solidFill>
                <a:latin typeface="Arial" panose="020B0604020202020204" pitchFamily="34" charset="0"/>
                <a:cs typeface="Arial" panose="020B0604020202020204" pitchFamily="34" charset="0"/>
              </a:endParaRPr>
            </a:p>
          </p:txBody>
        </p:sp>
      </p:grpSp>
      <p:grpSp>
        <p:nvGrpSpPr>
          <p:cNvPr id="15" name="群組 14"/>
          <p:cNvGrpSpPr/>
          <p:nvPr/>
        </p:nvGrpSpPr>
        <p:grpSpPr>
          <a:xfrm>
            <a:off x="3313865" y="1406327"/>
            <a:ext cx="3339313" cy="337760"/>
            <a:chOff x="1725283" y="2439946"/>
            <a:chExt cx="3339313" cy="337760"/>
          </a:xfrm>
        </p:grpSpPr>
        <p:sp>
          <p:nvSpPr>
            <p:cNvPr id="16" name="圓角矩形 15"/>
            <p:cNvSpPr/>
            <p:nvPr/>
          </p:nvSpPr>
          <p:spPr>
            <a:xfrm>
              <a:off x="1725283" y="2439946"/>
              <a:ext cx="3339313" cy="337760"/>
            </a:xfrm>
            <a:prstGeom prst="roundRect">
              <a:avLst>
                <a:gd name="adj" fmla="val 50000"/>
              </a:avLst>
            </a:prstGeom>
            <a:solidFill>
              <a:schemeClr val="accent3">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17" name="橢圓 16"/>
            <p:cNvSpPr/>
            <p:nvPr/>
          </p:nvSpPr>
          <p:spPr>
            <a:xfrm>
              <a:off x="1768415" y="2472020"/>
              <a:ext cx="267420" cy="267420"/>
            </a:xfrm>
            <a:prstGeom prst="ellipse">
              <a:avLst/>
            </a:prstGeom>
            <a:solidFill>
              <a:schemeClr val="accent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latin typeface="Arial" panose="020B0604020202020204" pitchFamily="34" charset="0"/>
                  <a:cs typeface="Arial" panose="020B0604020202020204" pitchFamily="34" charset="0"/>
                </a:rPr>
                <a:t>2</a:t>
              </a:r>
              <a:endParaRPr lang="zh-TW" altLang="en-US" dirty="0">
                <a:solidFill>
                  <a:schemeClr val="tx1"/>
                </a:solidFill>
                <a:latin typeface="Arial" panose="020B0604020202020204" pitchFamily="34" charset="0"/>
                <a:cs typeface="Arial" panose="020B0604020202020204" pitchFamily="34" charset="0"/>
              </a:endParaRPr>
            </a:p>
          </p:txBody>
        </p:sp>
        <p:sp>
          <p:nvSpPr>
            <p:cNvPr id="18" name="文字方塊 17"/>
            <p:cNvSpPr txBox="1"/>
            <p:nvPr/>
          </p:nvSpPr>
          <p:spPr>
            <a:xfrm>
              <a:off x="2096219" y="2464996"/>
              <a:ext cx="2968377" cy="307777"/>
            </a:xfrm>
            <a:prstGeom prst="rect">
              <a:avLst/>
            </a:prstGeom>
            <a:noFill/>
          </p:spPr>
          <p:txBody>
            <a:bodyPr wrap="none" rtlCol="0">
              <a:spAutoFit/>
            </a:bodyPr>
            <a:lstStyle/>
            <a:p>
              <a:r>
                <a:rPr lang="en-US" altLang="zh-CN" sz="1400" dirty="0" smtClean="0">
                  <a:solidFill>
                    <a:schemeClr val="accent1"/>
                  </a:solidFill>
                  <a:latin typeface="Arial" panose="020B0604020202020204" pitchFamily="34" charset="0"/>
                  <a:cs typeface="Arial" panose="020B0604020202020204" pitchFamily="34" charset="0"/>
                </a:rPr>
                <a:t>Click “Excel Template” to download</a:t>
              </a:r>
              <a:endParaRPr lang="zh-TW" altLang="en-US" sz="1400" dirty="0">
                <a:solidFill>
                  <a:schemeClr val="accent1"/>
                </a:solidFill>
                <a:latin typeface="Arial" panose="020B0604020202020204" pitchFamily="34" charset="0"/>
                <a:cs typeface="Arial" panose="020B0604020202020204" pitchFamily="34" charset="0"/>
              </a:endParaRPr>
            </a:p>
          </p:txBody>
        </p:sp>
      </p:grpSp>
      <p:grpSp>
        <p:nvGrpSpPr>
          <p:cNvPr id="19" name="群組 18"/>
          <p:cNvGrpSpPr/>
          <p:nvPr/>
        </p:nvGrpSpPr>
        <p:grpSpPr>
          <a:xfrm>
            <a:off x="7727254" y="1441041"/>
            <a:ext cx="3756030" cy="337760"/>
            <a:chOff x="1725284" y="2439946"/>
            <a:chExt cx="3756030" cy="337760"/>
          </a:xfrm>
        </p:grpSpPr>
        <p:sp>
          <p:nvSpPr>
            <p:cNvPr id="20" name="圓角矩形 19"/>
            <p:cNvSpPr/>
            <p:nvPr/>
          </p:nvSpPr>
          <p:spPr>
            <a:xfrm>
              <a:off x="1725284" y="2439946"/>
              <a:ext cx="3756030" cy="337760"/>
            </a:xfrm>
            <a:prstGeom prst="roundRect">
              <a:avLst>
                <a:gd name="adj" fmla="val 50000"/>
              </a:avLst>
            </a:prstGeom>
            <a:solidFill>
              <a:schemeClr val="accent3">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21" name="橢圓 20"/>
            <p:cNvSpPr/>
            <p:nvPr/>
          </p:nvSpPr>
          <p:spPr>
            <a:xfrm>
              <a:off x="1768415" y="2472020"/>
              <a:ext cx="267420" cy="267420"/>
            </a:xfrm>
            <a:prstGeom prst="ellipse">
              <a:avLst/>
            </a:prstGeom>
            <a:solidFill>
              <a:schemeClr val="accent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latin typeface="Arial" panose="020B0604020202020204" pitchFamily="34" charset="0"/>
                  <a:cs typeface="Arial" panose="020B0604020202020204" pitchFamily="34" charset="0"/>
                </a:rPr>
                <a:t>3</a:t>
              </a:r>
              <a:endParaRPr lang="zh-TW" altLang="en-US" dirty="0">
                <a:solidFill>
                  <a:schemeClr val="tx1"/>
                </a:solidFill>
                <a:latin typeface="Arial" panose="020B0604020202020204" pitchFamily="34" charset="0"/>
                <a:cs typeface="Arial" panose="020B0604020202020204" pitchFamily="34" charset="0"/>
              </a:endParaRPr>
            </a:p>
          </p:txBody>
        </p:sp>
        <p:sp>
          <p:nvSpPr>
            <p:cNvPr id="22" name="文字方塊 21"/>
            <p:cNvSpPr txBox="1"/>
            <p:nvPr/>
          </p:nvSpPr>
          <p:spPr>
            <a:xfrm>
              <a:off x="2096219" y="2464996"/>
              <a:ext cx="3318537" cy="307777"/>
            </a:xfrm>
            <a:prstGeom prst="rect">
              <a:avLst/>
            </a:prstGeom>
            <a:noFill/>
          </p:spPr>
          <p:txBody>
            <a:bodyPr wrap="none" rtlCol="0">
              <a:spAutoFit/>
            </a:bodyPr>
            <a:lstStyle/>
            <a:p>
              <a:r>
                <a:rPr lang="en-US" altLang="zh-CN" sz="1400" dirty="0">
                  <a:solidFill>
                    <a:schemeClr val="accent1"/>
                  </a:solidFill>
                  <a:latin typeface="Arial" panose="020B0604020202020204" pitchFamily="34" charset="0"/>
                  <a:cs typeface="Arial" panose="020B0604020202020204" pitchFamily="34" charset="0"/>
                </a:rPr>
                <a:t>Fill in the data as shown in the example</a:t>
              </a:r>
            </a:p>
          </p:txBody>
        </p:sp>
      </p:grpSp>
      <p:pic>
        <p:nvPicPr>
          <p:cNvPr id="23" name="圖片 22"/>
          <p:cNvPicPr>
            <a:picLocks noChangeAspect="1"/>
          </p:cNvPicPr>
          <p:nvPr/>
        </p:nvPicPr>
        <p:blipFill>
          <a:blip r:embed="rId6"/>
          <a:stretch>
            <a:fillRect/>
          </a:stretch>
        </p:blipFill>
        <p:spPr>
          <a:xfrm>
            <a:off x="665550" y="3037697"/>
            <a:ext cx="4981575" cy="990600"/>
          </a:xfrm>
          <a:prstGeom prst="rect">
            <a:avLst/>
          </a:prstGeom>
          <a:ln>
            <a:solidFill>
              <a:schemeClr val="bg1">
                <a:lumMod val="50000"/>
              </a:schemeClr>
            </a:solidFill>
          </a:ln>
        </p:spPr>
      </p:pic>
      <p:grpSp>
        <p:nvGrpSpPr>
          <p:cNvPr id="24" name="群組 23"/>
          <p:cNvGrpSpPr/>
          <p:nvPr/>
        </p:nvGrpSpPr>
        <p:grpSpPr>
          <a:xfrm>
            <a:off x="598993" y="2868817"/>
            <a:ext cx="3905976" cy="337760"/>
            <a:chOff x="1725284" y="2439946"/>
            <a:chExt cx="3905976" cy="337760"/>
          </a:xfrm>
        </p:grpSpPr>
        <p:sp>
          <p:nvSpPr>
            <p:cNvPr id="25" name="圓角矩形 24"/>
            <p:cNvSpPr/>
            <p:nvPr/>
          </p:nvSpPr>
          <p:spPr>
            <a:xfrm>
              <a:off x="1725284" y="2439946"/>
              <a:ext cx="3905976" cy="337760"/>
            </a:xfrm>
            <a:prstGeom prst="roundRect">
              <a:avLst>
                <a:gd name="adj" fmla="val 50000"/>
              </a:avLst>
            </a:prstGeom>
            <a:solidFill>
              <a:schemeClr val="accent3">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26" name="橢圓 25"/>
            <p:cNvSpPr/>
            <p:nvPr/>
          </p:nvSpPr>
          <p:spPr>
            <a:xfrm>
              <a:off x="1768415" y="2472020"/>
              <a:ext cx="267420" cy="267420"/>
            </a:xfrm>
            <a:prstGeom prst="ellipse">
              <a:avLst/>
            </a:prstGeom>
            <a:solidFill>
              <a:schemeClr val="accent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latin typeface="Arial" panose="020B0604020202020204" pitchFamily="34" charset="0"/>
                  <a:cs typeface="Arial" panose="020B0604020202020204" pitchFamily="34" charset="0"/>
                </a:rPr>
                <a:t>4</a:t>
              </a:r>
              <a:endParaRPr lang="zh-TW" altLang="en-US" dirty="0">
                <a:solidFill>
                  <a:schemeClr val="tx1"/>
                </a:solidFill>
                <a:latin typeface="Arial" panose="020B0604020202020204" pitchFamily="34" charset="0"/>
                <a:cs typeface="Arial" panose="020B0604020202020204" pitchFamily="34" charset="0"/>
              </a:endParaRPr>
            </a:p>
          </p:txBody>
        </p:sp>
        <p:sp>
          <p:nvSpPr>
            <p:cNvPr id="27" name="文字方塊 26"/>
            <p:cNvSpPr txBox="1"/>
            <p:nvPr/>
          </p:nvSpPr>
          <p:spPr>
            <a:xfrm>
              <a:off x="2096219" y="2464996"/>
              <a:ext cx="3329758" cy="307777"/>
            </a:xfrm>
            <a:prstGeom prst="rect">
              <a:avLst/>
            </a:prstGeom>
            <a:noFill/>
          </p:spPr>
          <p:txBody>
            <a:bodyPr wrap="none" rtlCol="0">
              <a:spAutoFit/>
            </a:bodyPr>
            <a:lstStyle/>
            <a:p>
              <a:r>
                <a:rPr lang="en-US" altLang="zh-CN" sz="1400" dirty="0" smtClean="0">
                  <a:solidFill>
                    <a:schemeClr val="accent1"/>
                  </a:solidFill>
                  <a:latin typeface="Arial" panose="020B0604020202020204" pitchFamily="34" charset="0"/>
                  <a:cs typeface="Arial" panose="020B0604020202020204" pitchFamily="34" charset="0"/>
                </a:rPr>
                <a:t>Choose file, and click the “Data Check”.</a:t>
              </a:r>
              <a:endParaRPr lang="zh-TW" altLang="en-US" sz="1400" dirty="0">
                <a:solidFill>
                  <a:schemeClr val="accent1"/>
                </a:solidFill>
                <a:latin typeface="Arial" panose="020B0604020202020204" pitchFamily="34" charset="0"/>
                <a:cs typeface="Arial" panose="020B0604020202020204" pitchFamily="34" charset="0"/>
              </a:endParaRPr>
            </a:p>
          </p:txBody>
        </p:sp>
      </p:grpSp>
      <p:pic>
        <p:nvPicPr>
          <p:cNvPr id="28" name="圖片 27"/>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5186898" y="3802607"/>
            <a:ext cx="6391275" cy="926616"/>
          </a:xfrm>
          <a:prstGeom prst="rect">
            <a:avLst/>
          </a:prstGeom>
          <a:ln>
            <a:solidFill>
              <a:schemeClr val="bg1">
                <a:lumMod val="50000"/>
              </a:schemeClr>
            </a:solidFill>
          </a:ln>
        </p:spPr>
      </p:pic>
      <p:grpSp>
        <p:nvGrpSpPr>
          <p:cNvPr id="29" name="群組 28"/>
          <p:cNvGrpSpPr/>
          <p:nvPr/>
        </p:nvGrpSpPr>
        <p:grpSpPr>
          <a:xfrm>
            <a:off x="6385236" y="3439801"/>
            <a:ext cx="5170647" cy="337760"/>
            <a:chOff x="1725284" y="2439946"/>
            <a:chExt cx="5170647" cy="337760"/>
          </a:xfrm>
        </p:grpSpPr>
        <p:sp>
          <p:nvSpPr>
            <p:cNvPr id="30" name="圓角矩形 29"/>
            <p:cNvSpPr/>
            <p:nvPr/>
          </p:nvSpPr>
          <p:spPr>
            <a:xfrm>
              <a:off x="1725284" y="2439946"/>
              <a:ext cx="5170647" cy="337760"/>
            </a:xfrm>
            <a:prstGeom prst="roundRect">
              <a:avLst>
                <a:gd name="adj" fmla="val 50000"/>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31" name="橢圓 30"/>
            <p:cNvSpPr/>
            <p:nvPr/>
          </p:nvSpPr>
          <p:spPr>
            <a:xfrm>
              <a:off x="1768415" y="2472020"/>
              <a:ext cx="267420" cy="267420"/>
            </a:xfrm>
            <a:prstGeom prst="ellipse">
              <a:avLst/>
            </a:prstGeom>
            <a:solidFill>
              <a:schemeClr val="accent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latin typeface="Arial" panose="020B0604020202020204" pitchFamily="34" charset="0"/>
                  <a:cs typeface="Arial" panose="020B0604020202020204" pitchFamily="34" charset="0"/>
                </a:rPr>
                <a:t>5</a:t>
              </a:r>
              <a:endParaRPr lang="zh-TW" altLang="en-US" dirty="0">
                <a:solidFill>
                  <a:schemeClr val="tx1"/>
                </a:solidFill>
                <a:latin typeface="Arial" panose="020B0604020202020204" pitchFamily="34" charset="0"/>
                <a:cs typeface="Arial" panose="020B0604020202020204" pitchFamily="34" charset="0"/>
              </a:endParaRPr>
            </a:p>
          </p:txBody>
        </p:sp>
        <p:sp>
          <p:nvSpPr>
            <p:cNvPr id="32" name="文字方塊 31"/>
            <p:cNvSpPr txBox="1"/>
            <p:nvPr/>
          </p:nvSpPr>
          <p:spPr>
            <a:xfrm>
              <a:off x="2096219" y="2464996"/>
              <a:ext cx="4799712" cy="307777"/>
            </a:xfrm>
            <a:prstGeom prst="rect">
              <a:avLst/>
            </a:prstGeom>
            <a:solidFill>
              <a:schemeClr val="accent3">
                <a:lumMod val="20000"/>
                <a:lumOff val="80000"/>
              </a:schemeClr>
            </a:solidFill>
          </p:spPr>
          <p:txBody>
            <a:bodyPr wrap="none" rtlCol="0">
              <a:spAutoFit/>
            </a:bodyPr>
            <a:lstStyle/>
            <a:p>
              <a:r>
                <a:rPr lang="en-US" altLang="zh-CN" sz="1400" dirty="0" smtClean="0">
                  <a:solidFill>
                    <a:schemeClr val="accent1"/>
                  </a:solidFill>
                  <a:latin typeface="Arial" panose="020B0604020202020204" pitchFamily="34" charset="0"/>
                  <a:cs typeface="Arial" panose="020B0604020202020204" pitchFamily="34" charset="0"/>
                </a:rPr>
                <a:t>If results are “Correct”, then click “Save Data” to complete.</a:t>
              </a:r>
              <a:endParaRPr lang="en-US" altLang="zh-CN" sz="1400" dirty="0">
                <a:solidFill>
                  <a:schemeClr val="accent1"/>
                </a:solidFill>
                <a:latin typeface="Arial" panose="020B0604020202020204" pitchFamily="34" charset="0"/>
                <a:cs typeface="Arial" panose="020B0604020202020204" pitchFamily="34" charset="0"/>
              </a:endParaRPr>
            </a:p>
          </p:txBody>
        </p:sp>
      </p:grpSp>
      <p:grpSp>
        <p:nvGrpSpPr>
          <p:cNvPr id="33" name="群組 32"/>
          <p:cNvGrpSpPr/>
          <p:nvPr/>
        </p:nvGrpSpPr>
        <p:grpSpPr>
          <a:xfrm>
            <a:off x="605871" y="4857237"/>
            <a:ext cx="6150300" cy="337760"/>
            <a:chOff x="1725284" y="2439946"/>
            <a:chExt cx="6150300" cy="337760"/>
          </a:xfrm>
        </p:grpSpPr>
        <p:sp>
          <p:nvSpPr>
            <p:cNvPr id="34" name="圓角矩形 33"/>
            <p:cNvSpPr/>
            <p:nvPr/>
          </p:nvSpPr>
          <p:spPr>
            <a:xfrm>
              <a:off x="1725284" y="2439946"/>
              <a:ext cx="6150300" cy="337760"/>
            </a:xfrm>
            <a:prstGeom prst="roundRect">
              <a:avLst>
                <a:gd name="adj" fmla="val 50000"/>
              </a:avLst>
            </a:prstGeom>
            <a:solidFill>
              <a:schemeClr val="accent3">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35" name="橢圓 34"/>
            <p:cNvSpPr/>
            <p:nvPr/>
          </p:nvSpPr>
          <p:spPr>
            <a:xfrm>
              <a:off x="1768415" y="2472020"/>
              <a:ext cx="267420" cy="267420"/>
            </a:xfrm>
            <a:prstGeom prst="ellipse">
              <a:avLst/>
            </a:prstGeom>
            <a:solidFill>
              <a:schemeClr val="accent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Arial" panose="020B0604020202020204" pitchFamily="34" charset="0"/>
                  <a:cs typeface="Arial" panose="020B0604020202020204" pitchFamily="34" charset="0"/>
                </a:rPr>
                <a:t>6</a:t>
              </a:r>
              <a:endParaRPr lang="zh-TW" altLang="en-US" dirty="0">
                <a:solidFill>
                  <a:schemeClr val="tx1"/>
                </a:solidFill>
                <a:latin typeface="Arial" panose="020B0604020202020204" pitchFamily="34" charset="0"/>
                <a:cs typeface="Arial" panose="020B0604020202020204" pitchFamily="34" charset="0"/>
              </a:endParaRPr>
            </a:p>
          </p:txBody>
        </p:sp>
        <p:sp>
          <p:nvSpPr>
            <p:cNvPr id="36" name="文字方塊 35"/>
            <p:cNvSpPr txBox="1"/>
            <p:nvPr/>
          </p:nvSpPr>
          <p:spPr>
            <a:xfrm>
              <a:off x="2096219" y="2464996"/>
              <a:ext cx="4998484" cy="307777"/>
            </a:xfrm>
            <a:prstGeom prst="rect">
              <a:avLst/>
            </a:prstGeom>
            <a:noFill/>
          </p:spPr>
          <p:txBody>
            <a:bodyPr wrap="none" rtlCol="0">
              <a:spAutoFit/>
            </a:bodyPr>
            <a:lstStyle/>
            <a:p>
              <a:r>
                <a:rPr lang="en-US" altLang="zh-CN" sz="1400" dirty="0" smtClean="0">
                  <a:solidFill>
                    <a:schemeClr val="accent1"/>
                  </a:solidFill>
                  <a:latin typeface="Arial" panose="020B0604020202020204" pitchFamily="34" charset="0"/>
                  <a:cs typeface="Arial" panose="020B0604020202020204" pitchFamily="34" charset="0"/>
                </a:rPr>
                <a:t>If not correct, then modify </a:t>
              </a:r>
              <a:r>
                <a:rPr lang="en-US" altLang="zh-CN" sz="1400" dirty="0" smtClean="0">
                  <a:solidFill>
                    <a:schemeClr val="accent1"/>
                  </a:solidFill>
                  <a:latin typeface="Arial" panose="020B0604020202020204" pitchFamily="34" charset="0"/>
                  <a:cs typeface="Arial" panose="020B0604020202020204" pitchFamily="34" charset="0"/>
                </a:rPr>
                <a:t>Excel file, </a:t>
              </a:r>
              <a:r>
                <a:rPr lang="en-US" altLang="zh-CN" sz="1400" dirty="0" smtClean="0">
                  <a:solidFill>
                    <a:schemeClr val="accent1"/>
                  </a:solidFill>
                  <a:latin typeface="Arial" panose="020B0604020202020204" pitchFamily="34" charset="0"/>
                  <a:cs typeface="Arial" panose="020B0604020202020204" pitchFamily="34" charset="0"/>
                </a:rPr>
                <a:t>and redo 4 and 5 </a:t>
              </a:r>
              <a:r>
                <a:rPr lang="en-US" altLang="zh-CN" sz="1400" dirty="0" smtClean="0">
                  <a:solidFill>
                    <a:schemeClr val="accent1"/>
                  </a:solidFill>
                  <a:latin typeface="Arial" panose="020B0604020202020204" pitchFamily="34" charset="0"/>
                  <a:cs typeface="Arial" panose="020B0604020202020204" pitchFamily="34" charset="0"/>
                </a:rPr>
                <a:t>steps </a:t>
              </a:r>
              <a:r>
                <a:rPr lang="en-US" altLang="zh-CN" sz="1400" dirty="0" smtClean="0">
                  <a:solidFill>
                    <a:schemeClr val="accent1"/>
                  </a:solidFill>
                  <a:latin typeface="Arial" panose="020B0604020202020204" pitchFamily="34" charset="0"/>
                  <a:cs typeface="Arial" panose="020B0604020202020204" pitchFamily="34" charset="0"/>
                </a:rPr>
                <a:t>.</a:t>
              </a:r>
              <a:endParaRPr lang="en-US" altLang="zh-CN" sz="1400" dirty="0">
                <a:solidFill>
                  <a:schemeClr val="accent1"/>
                </a:solidFill>
                <a:latin typeface="Arial" panose="020B0604020202020204" pitchFamily="34" charset="0"/>
                <a:cs typeface="Arial" panose="020B0604020202020204" pitchFamily="34" charset="0"/>
              </a:endParaRPr>
            </a:p>
          </p:txBody>
        </p:sp>
      </p:grpSp>
      <p:sp>
        <p:nvSpPr>
          <p:cNvPr id="37" name="圓角矩形 36"/>
          <p:cNvSpPr/>
          <p:nvPr/>
        </p:nvSpPr>
        <p:spPr>
          <a:xfrm>
            <a:off x="10730753" y="4028297"/>
            <a:ext cx="825130" cy="700926"/>
          </a:xfrm>
          <a:prstGeom prst="round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38" name="圓角矩形 37"/>
          <p:cNvSpPr/>
          <p:nvPr/>
        </p:nvSpPr>
        <p:spPr>
          <a:xfrm>
            <a:off x="5560105" y="5465418"/>
            <a:ext cx="2538083" cy="700926"/>
          </a:xfrm>
          <a:prstGeom prst="round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18578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9</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7" name="圓角矩形 6"/>
          <p:cNvSpPr/>
          <p:nvPr/>
        </p:nvSpPr>
        <p:spPr>
          <a:xfrm>
            <a:off x="2951590" y="2452858"/>
            <a:ext cx="6326880" cy="819510"/>
          </a:xfrm>
          <a:prstGeom prst="roundRect">
            <a:avLst>
              <a:gd name="adj" fmla="val 50000"/>
            </a:avLst>
          </a:prstGeom>
          <a:solidFill>
            <a:schemeClr val="accent5">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8" name="Oval 146"/>
          <p:cNvSpPr/>
          <p:nvPr/>
        </p:nvSpPr>
        <p:spPr>
          <a:xfrm>
            <a:off x="3064723" y="2566193"/>
            <a:ext cx="642342" cy="614835"/>
          </a:xfrm>
          <a:prstGeom prst="ellipse">
            <a:avLst/>
          </a:prstGeom>
          <a:solidFill>
            <a:schemeClr val="accent1"/>
          </a:solidFill>
          <a:ln>
            <a:noFill/>
          </a:ln>
        </p:spPr>
        <p:txBody>
          <a:bodyPr wrap="none" anchor="ctr"/>
          <a:lstStyle/>
          <a:p>
            <a:endParaRPr lang="en-US" sz="2000" dirty="0">
              <a:solidFill>
                <a:schemeClr val="accent1"/>
              </a:solidFill>
              <a:latin typeface="Arial" panose="020B0604020202020204" pitchFamily="34" charset="0"/>
              <a:cs typeface="Arial" panose="020B0604020202020204" pitchFamily="34" charset="0"/>
              <a:sym typeface="+mn-lt"/>
            </a:endParaRPr>
          </a:p>
        </p:txBody>
      </p:sp>
      <p:sp>
        <p:nvSpPr>
          <p:cNvPr id="9" name="PA-AutoShape 13"/>
          <p:cNvSpPr/>
          <p:nvPr>
            <p:custDataLst>
              <p:tags r:id="rId1"/>
            </p:custDataLst>
          </p:nvPr>
        </p:nvSpPr>
        <p:spPr bwMode="auto">
          <a:xfrm>
            <a:off x="3220023" y="2709384"/>
            <a:ext cx="331742" cy="32810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59" y="0"/>
                  <a:pt x="0" y="4859"/>
                  <a:pt x="0" y="10800"/>
                </a:cubicBezTo>
                <a:cubicBezTo>
                  <a:pt x="0" y="16739"/>
                  <a:pt x="4859" y="21600"/>
                  <a:pt x="10800" y="21600"/>
                </a:cubicBezTo>
                <a:cubicBezTo>
                  <a:pt x="16739" y="21600"/>
                  <a:pt x="21600" y="16739"/>
                  <a:pt x="21600" y="10800"/>
                </a:cubicBezTo>
                <a:cubicBezTo>
                  <a:pt x="21600" y="4859"/>
                  <a:pt x="16739" y="0"/>
                  <a:pt x="10800" y="0"/>
                </a:cubicBezTo>
                <a:close/>
                <a:moveTo>
                  <a:pt x="14939" y="4319"/>
                </a:moveTo>
                <a:cubicBezTo>
                  <a:pt x="15659" y="3779"/>
                  <a:pt x="15659" y="3779"/>
                  <a:pt x="15659" y="3779"/>
                </a:cubicBezTo>
                <a:cubicBezTo>
                  <a:pt x="15659" y="3779"/>
                  <a:pt x="15299" y="3059"/>
                  <a:pt x="15479" y="2519"/>
                </a:cubicBezTo>
                <a:cubicBezTo>
                  <a:pt x="15659" y="2519"/>
                  <a:pt x="16379" y="2879"/>
                  <a:pt x="16919" y="3599"/>
                </a:cubicBezTo>
                <a:cubicBezTo>
                  <a:pt x="16559" y="5219"/>
                  <a:pt x="15479" y="5039"/>
                  <a:pt x="15479" y="5039"/>
                </a:cubicBezTo>
                <a:cubicBezTo>
                  <a:pt x="15479" y="5039"/>
                  <a:pt x="14759" y="5039"/>
                  <a:pt x="14939" y="4319"/>
                </a:cubicBezTo>
                <a:close/>
                <a:moveTo>
                  <a:pt x="8459" y="13859"/>
                </a:moveTo>
                <a:cubicBezTo>
                  <a:pt x="8279" y="14039"/>
                  <a:pt x="8099" y="14579"/>
                  <a:pt x="7919" y="15119"/>
                </a:cubicBezTo>
                <a:cubicBezTo>
                  <a:pt x="7739" y="15479"/>
                  <a:pt x="7559" y="15660"/>
                  <a:pt x="7379" y="15839"/>
                </a:cubicBezTo>
                <a:cubicBezTo>
                  <a:pt x="7019" y="16019"/>
                  <a:pt x="7019" y="16379"/>
                  <a:pt x="7019" y="16379"/>
                </a:cubicBezTo>
                <a:cubicBezTo>
                  <a:pt x="6839" y="17099"/>
                  <a:pt x="6839" y="17099"/>
                  <a:pt x="6839" y="17099"/>
                </a:cubicBezTo>
                <a:cubicBezTo>
                  <a:pt x="6839" y="17099"/>
                  <a:pt x="7019" y="17819"/>
                  <a:pt x="7200" y="17999"/>
                </a:cubicBezTo>
                <a:cubicBezTo>
                  <a:pt x="7200" y="18360"/>
                  <a:pt x="6659" y="19799"/>
                  <a:pt x="6659" y="19799"/>
                </a:cubicBezTo>
                <a:cubicBezTo>
                  <a:pt x="6120" y="19620"/>
                  <a:pt x="5940" y="19079"/>
                  <a:pt x="5760" y="18719"/>
                </a:cubicBezTo>
                <a:cubicBezTo>
                  <a:pt x="5760" y="18360"/>
                  <a:pt x="5399" y="18179"/>
                  <a:pt x="5579" y="17819"/>
                </a:cubicBezTo>
                <a:cubicBezTo>
                  <a:pt x="5579" y="17279"/>
                  <a:pt x="5219" y="17099"/>
                  <a:pt x="5039" y="16919"/>
                </a:cubicBezTo>
                <a:cubicBezTo>
                  <a:pt x="4859" y="16559"/>
                  <a:pt x="4679" y="16199"/>
                  <a:pt x="4679" y="16019"/>
                </a:cubicBezTo>
                <a:cubicBezTo>
                  <a:pt x="4679" y="15839"/>
                  <a:pt x="4139" y="15479"/>
                  <a:pt x="4139" y="15479"/>
                </a:cubicBezTo>
                <a:cubicBezTo>
                  <a:pt x="4139" y="15479"/>
                  <a:pt x="3239" y="14940"/>
                  <a:pt x="3060" y="14759"/>
                </a:cubicBezTo>
                <a:cubicBezTo>
                  <a:pt x="2880" y="14579"/>
                  <a:pt x="2699" y="13859"/>
                  <a:pt x="2699" y="13499"/>
                </a:cubicBezTo>
                <a:cubicBezTo>
                  <a:pt x="2699" y="13139"/>
                  <a:pt x="2880" y="12239"/>
                  <a:pt x="2880" y="12239"/>
                </a:cubicBezTo>
                <a:cubicBezTo>
                  <a:pt x="2880" y="12239"/>
                  <a:pt x="3239" y="11879"/>
                  <a:pt x="3060" y="11699"/>
                </a:cubicBezTo>
                <a:cubicBezTo>
                  <a:pt x="2699" y="11519"/>
                  <a:pt x="2699" y="10800"/>
                  <a:pt x="2699" y="10800"/>
                </a:cubicBezTo>
                <a:cubicBezTo>
                  <a:pt x="2339" y="10439"/>
                  <a:pt x="2339" y="10439"/>
                  <a:pt x="2339" y="10439"/>
                </a:cubicBezTo>
                <a:cubicBezTo>
                  <a:pt x="2339" y="10439"/>
                  <a:pt x="1979" y="9899"/>
                  <a:pt x="1800" y="9719"/>
                </a:cubicBezTo>
                <a:cubicBezTo>
                  <a:pt x="1800" y="9359"/>
                  <a:pt x="1800" y="9180"/>
                  <a:pt x="1979" y="8999"/>
                </a:cubicBezTo>
                <a:cubicBezTo>
                  <a:pt x="1979" y="8819"/>
                  <a:pt x="1800" y="8279"/>
                  <a:pt x="1800" y="8099"/>
                </a:cubicBezTo>
                <a:cubicBezTo>
                  <a:pt x="3600" y="3599"/>
                  <a:pt x="6659" y="2699"/>
                  <a:pt x="6659" y="2699"/>
                </a:cubicBezTo>
                <a:cubicBezTo>
                  <a:pt x="6839" y="3599"/>
                  <a:pt x="6839" y="3599"/>
                  <a:pt x="6839" y="3599"/>
                </a:cubicBezTo>
                <a:cubicBezTo>
                  <a:pt x="6839" y="3599"/>
                  <a:pt x="6299" y="3779"/>
                  <a:pt x="6120" y="3779"/>
                </a:cubicBezTo>
                <a:cubicBezTo>
                  <a:pt x="5760" y="3599"/>
                  <a:pt x="5579" y="3599"/>
                  <a:pt x="5579" y="3599"/>
                </a:cubicBezTo>
                <a:cubicBezTo>
                  <a:pt x="5219" y="4139"/>
                  <a:pt x="5219" y="4139"/>
                  <a:pt x="5219" y="4139"/>
                </a:cubicBezTo>
                <a:cubicBezTo>
                  <a:pt x="5219" y="4139"/>
                  <a:pt x="5039" y="4499"/>
                  <a:pt x="5039" y="4679"/>
                </a:cubicBezTo>
                <a:cubicBezTo>
                  <a:pt x="5039" y="4859"/>
                  <a:pt x="5219" y="5219"/>
                  <a:pt x="5219" y="5219"/>
                </a:cubicBezTo>
                <a:cubicBezTo>
                  <a:pt x="5219" y="5219"/>
                  <a:pt x="5760" y="5219"/>
                  <a:pt x="5760" y="5039"/>
                </a:cubicBezTo>
                <a:cubicBezTo>
                  <a:pt x="5760" y="4859"/>
                  <a:pt x="5760" y="4679"/>
                  <a:pt x="5760" y="4679"/>
                </a:cubicBezTo>
                <a:cubicBezTo>
                  <a:pt x="5579" y="4319"/>
                  <a:pt x="5579" y="4319"/>
                  <a:pt x="5579" y="4319"/>
                </a:cubicBezTo>
                <a:cubicBezTo>
                  <a:pt x="5579" y="4319"/>
                  <a:pt x="6120" y="4139"/>
                  <a:pt x="7200" y="4319"/>
                </a:cubicBezTo>
                <a:cubicBezTo>
                  <a:pt x="8459" y="4319"/>
                  <a:pt x="7919" y="5219"/>
                  <a:pt x="8459" y="5399"/>
                </a:cubicBezTo>
                <a:cubicBezTo>
                  <a:pt x="8999" y="5580"/>
                  <a:pt x="8099" y="6299"/>
                  <a:pt x="7919" y="6659"/>
                </a:cubicBezTo>
                <a:cubicBezTo>
                  <a:pt x="7739" y="7019"/>
                  <a:pt x="7379" y="6119"/>
                  <a:pt x="7379" y="6119"/>
                </a:cubicBezTo>
                <a:cubicBezTo>
                  <a:pt x="7379" y="6119"/>
                  <a:pt x="7739" y="5759"/>
                  <a:pt x="7200" y="5759"/>
                </a:cubicBezTo>
                <a:cubicBezTo>
                  <a:pt x="6659" y="5580"/>
                  <a:pt x="6299" y="6479"/>
                  <a:pt x="6659" y="6479"/>
                </a:cubicBezTo>
                <a:cubicBezTo>
                  <a:pt x="6839" y="6479"/>
                  <a:pt x="7200" y="6839"/>
                  <a:pt x="7019" y="7019"/>
                </a:cubicBezTo>
                <a:cubicBezTo>
                  <a:pt x="7019" y="7199"/>
                  <a:pt x="7019" y="7199"/>
                  <a:pt x="6839" y="7739"/>
                </a:cubicBezTo>
                <a:cubicBezTo>
                  <a:pt x="6479" y="8279"/>
                  <a:pt x="6120" y="8639"/>
                  <a:pt x="6120" y="8639"/>
                </a:cubicBezTo>
                <a:cubicBezTo>
                  <a:pt x="6120" y="8639"/>
                  <a:pt x="5760" y="8459"/>
                  <a:pt x="5940" y="8819"/>
                </a:cubicBezTo>
                <a:cubicBezTo>
                  <a:pt x="6120" y="9180"/>
                  <a:pt x="5940" y="9719"/>
                  <a:pt x="5940" y="9899"/>
                </a:cubicBezTo>
                <a:cubicBezTo>
                  <a:pt x="5940" y="10259"/>
                  <a:pt x="5219" y="9719"/>
                  <a:pt x="5219" y="9180"/>
                </a:cubicBezTo>
                <a:cubicBezTo>
                  <a:pt x="5039" y="8639"/>
                  <a:pt x="4499" y="9180"/>
                  <a:pt x="4319" y="9180"/>
                </a:cubicBezTo>
                <a:cubicBezTo>
                  <a:pt x="4139" y="9180"/>
                  <a:pt x="3779" y="8999"/>
                  <a:pt x="3779" y="8819"/>
                </a:cubicBezTo>
                <a:cubicBezTo>
                  <a:pt x="3600" y="8639"/>
                  <a:pt x="2699" y="9359"/>
                  <a:pt x="2519" y="9359"/>
                </a:cubicBezTo>
                <a:cubicBezTo>
                  <a:pt x="2339" y="9539"/>
                  <a:pt x="2339" y="9899"/>
                  <a:pt x="2699" y="9719"/>
                </a:cubicBezTo>
                <a:cubicBezTo>
                  <a:pt x="3060" y="9539"/>
                  <a:pt x="3419" y="9719"/>
                  <a:pt x="3419" y="10079"/>
                </a:cubicBezTo>
                <a:cubicBezTo>
                  <a:pt x="3239" y="10439"/>
                  <a:pt x="2880" y="10259"/>
                  <a:pt x="2880" y="10439"/>
                </a:cubicBezTo>
                <a:cubicBezTo>
                  <a:pt x="3060" y="10800"/>
                  <a:pt x="3419" y="10979"/>
                  <a:pt x="3419" y="11339"/>
                </a:cubicBezTo>
                <a:cubicBezTo>
                  <a:pt x="3600" y="11699"/>
                  <a:pt x="4499" y="11339"/>
                  <a:pt x="4859" y="11160"/>
                </a:cubicBezTo>
                <a:cubicBezTo>
                  <a:pt x="5039" y="11160"/>
                  <a:pt x="5940" y="10979"/>
                  <a:pt x="5940" y="11339"/>
                </a:cubicBezTo>
                <a:cubicBezTo>
                  <a:pt x="6120" y="11699"/>
                  <a:pt x="7019" y="11879"/>
                  <a:pt x="7379" y="11879"/>
                </a:cubicBezTo>
                <a:cubicBezTo>
                  <a:pt x="7739" y="12059"/>
                  <a:pt x="8279" y="12059"/>
                  <a:pt x="8819" y="12419"/>
                </a:cubicBezTo>
                <a:cubicBezTo>
                  <a:pt x="9179" y="12959"/>
                  <a:pt x="8459" y="13679"/>
                  <a:pt x="8459" y="13859"/>
                </a:cubicBezTo>
                <a:close/>
                <a:moveTo>
                  <a:pt x="10619" y="2519"/>
                </a:moveTo>
                <a:cubicBezTo>
                  <a:pt x="10439" y="3059"/>
                  <a:pt x="9719" y="3599"/>
                  <a:pt x="9899" y="3779"/>
                </a:cubicBezTo>
                <a:cubicBezTo>
                  <a:pt x="9899" y="3959"/>
                  <a:pt x="9899" y="4859"/>
                  <a:pt x="9179" y="4139"/>
                </a:cubicBezTo>
                <a:cubicBezTo>
                  <a:pt x="8459" y="3419"/>
                  <a:pt x="7739" y="3239"/>
                  <a:pt x="7919" y="2699"/>
                </a:cubicBezTo>
                <a:cubicBezTo>
                  <a:pt x="7919" y="2519"/>
                  <a:pt x="8639" y="2519"/>
                  <a:pt x="8639" y="2339"/>
                </a:cubicBezTo>
                <a:cubicBezTo>
                  <a:pt x="9540" y="1259"/>
                  <a:pt x="11159" y="1439"/>
                  <a:pt x="11339" y="1799"/>
                </a:cubicBezTo>
                <a:cubicBezTo>
                  <a:pt x="10980" y="2159"/>
                  <a:pt x="10619" y="1979"/>
                  <a:pt x="10619" y="2519"/>
                </a:cubicBezTo>
                <a:close/>
                <a:moveTo>
                  <a:pt x="19259" y="11160"/>
                </a:moveTo>
                <a:cubicBezTo>
                  <a:pt x="19259" y="11160"/>
                  <a:pt x="19619" y="11699"/>
                  <a:pt x="20159" y="11699"/>
                </a:cubicBezTo>
                <a:cubicBezTo>
                  <a:pt x="19799" y="15660"/>
                  <a:pt x="16559" y="18360"/>
                  <a:pt x="16559" y="18360"/>
                </a:cubicBezTo>
                <a:cubicBezTo>
                  <a:pt x="16019" y="17819"/>
                  <a:pt x="16199" y="17279"/>
                  <a:pt x="16199" y="17279"/>
                </a:cubicBezTo>
                <a:cubicBezTo>
                  <a:pt x="16379" y="16559"/>
                  <a:pt x="16379" y="16559"/>
                  <a:pt x="16379" y="16559"/>
                </a:cubicBezTo>
                <a:cubicBezTo>
                  <a:pt x="16379" y="15299"/>
                  <a:pt x="16379" y="15299"/>
                  <a:pt x="16379" y="15299"/>
                </a:cubicBezTo>
                <a:cubicBezTo>
                  <a:pt x="16379" y="15299"/>
                  <a:pt x="16379" y="13859"/>
                  <a:pt x="15119" y="14579"/>
                </a:cubicBezTo>
                <a:cubicBezTo>
                  <a:pt x="13859" y="14940"/>
                  <a:pt x="14400" y="14940"/>
                  <a:pt x="12959" y="14940"/>
                </a:cubicBezTo>
                <a:cubicBezTo>
                  <a:pt x="11520" y="15119"/>
                  <a:pt x="11880" y="12059"/>
                  <a:pt x="11880" y="12059"/>
                </a:cubicBezTo>
                <a:cubicBezTo>
                  <a:pt x="11880" y="7739"/>
                  <a:pt x="15119" y="10979"/>
                  <a:pt x="15119" y="10979"/>
                </a:cubicBezTo>
                <a:cubicBezTo>
                  <a:pt x="17099" y="12419"/>
                  <a:pt x="17459" y="10079"/>
                  <a:pt x="17459" y="10079"/>
                </a:cubicBezTo>
                <a:cubicBezTo>
                  <a:pt x="18719" y="9539"/>
                  <a:pt x="18719" y="9539"/>
                  <a:pt x="18719" y="9539"/>
                </a:cubicBezTo>
                <a:cubicBezTo>
                  <a:pt x="18899" y="8819"/>
                  <a:pt x="18899" y="8819"/>
                  <a:pt x="18899" y="8819"/>
                </a:cubicBezTo>
                <a:cubicBezTo>
                  <a:pt x="18719" y="7919"/>
                  <a:pt x="18719" y="7919"/>
                  <a:pt x="18719" y="7919"/>
                </a:cubicBezTo>
                <a:cubicBezTo>
                  <a:pt x="16739" y="7019"/>
                  <a:pt x="16739" y="7019"/>
                  <a:pt x="16739" y="7019"/>
                </a:cubicBezTo>
                <a:cubicBezTo>
                  <a:pt x="16739" y="7019"/>
                  <a:pt x="16379" y="7739"/>
                  <a:pt x="16919" y="8639"/>
                </a:cubicBezTo>
                <a:cubicBezTo>
                  <a:pt x="16919" y="8639"/>
                  <a:pt x="16739" y="9539"/>
                  <a:pt x="16379" y="9359"/>
                </a:cubicBezTo>
                <a:cubicBezTo>
                  <a:pt x="15119" y="8639"/>
                  <a:pt x="15119" y="8639"/>
                  <a:pt x="15119" y="8639"/>
                </a:cubicBezTo>
                <a:cubicBezTo>
                  <a:pt x="15119" y="8639"/>
                  <a:pt x="14759" y="8459"/>
                  <a:pt x="14220" y="8819"/>
                </a:cubicBezTo>
                <a:cubicBezTo>
                  <a:pt x="13500" y="9359"/>
                  <a:pt x="12419" y="8819"/>
                  <a:pt x="12419" y="8819"/>
                </a:cubicBezTo>
                <a:cubicBezTo>
                  <a:pt x="12419" y="8819"/>
                  <a:pt x="12419" y="8279"/>
                  <a:pt x="13139" y="7919"/>
                </a:cubicBezTo>
                <a:cubicBezTo>
                  <a:pt x="13679" y="7559"/>
                  <a:pt x="13679" y="7559"/>
                  <a:pt x="13679" y="7559"/>
                </a:cubicBezTo>
                <a:cubicBezTo>
                  <a:pt x="13679" y="7559"/>
                  <a:pt x="13500" y="6839"/>
                  <a:pt x="13679" y="6299"/>
                </a:cubicBezTo>
                <a:cubicBezTo>
                  <a:pt x="13859" y="5759"/>
                  <a:pt x="14039" y="6299"/>
                  <a:pt x="14579" y="5939"/>
                </a:cubicBezTo>
                <a:cubicBezTo>
                  <a:pt x="15119" y="5580"/>
                  <a:pt x="15479" y="6659"/>
                  <a:pt x="16199" y="6479"/>
                </a:cubicBezTo>
                <a:cubicBezTo>
                  <a:pt x="16919" y="6479"/>
                  <a:pt x="16559" y="6299"/>
                  <a:pt x="17099" y="5939"/>
                </a:cubicBezTo>
                <a:cubicBezTo>
                  <a:pt x="17639" y="5759"/>
                  <a:pt x="17999" y="6479"/>
                  <a:pt x="17999" y="6479"/>
                </a:cubicBezTo>
                <a:cubicBezTo>
                  <a:pt x="19080" y="6659"/>
                  <a:pt x="19080" y="6659"/>
                  <a:pt x="19080" y="6659"/>
                </a:cubicBezTo>
                <a:cubicBezTo>
                  <a:pt x="19080" y="6659"/>
                  <a:pt x="18899" y="5399"/>
                  <a:pt x="18899" y="5759"/>
                </a:cubicBezTo>
                <a:cubicBezTo>
                  <a:pt x="19619" y="6839"/>
                  <a:pt x="20520" y="9899"/>
                  <a:pt x="20159" y="10439"/>
                </a:cubicBezTo>
                <a:cubicBezTo>
                  <a:pt x="19979" y="10259"/>
                  <a:pt x="19799" y="10259"/>
                  <a:pt x="19799" y="10259"/>
                </a:cubicBezTo>
                <a:cubicBezTo>
                  <a:pt x="18539" y="10259"/>
                  <a:pt x="18539" y="10259"/>
                  <a:pt x="18539" y="10259"/>
                </a:cubicBezTo>
                <a:lnTo>
                  <a:pt x="19259" y="11160"/>
                </a:lnTo>
                <a:close/>
              </a:path>
            </a:pathLst>
          </a:custGeom>
          <a:solidFill>
            <a:srgbClr val="FFFFFF"/>
          </a:solidFill>
          <a:ln>
            <a:noFill/>
          </a:ln>
          <a:effectLst/>
        </p:spPr>
        <p:txBody>
          <a:bodyPr lIns="45719" tIns="45719" rIns="45719" bIns="45719"/>
          <a:lstStyle/>
          <a:p>
            <a:pPr>
              <a:defRPr/>
            </a:pPr>
            <a:endParaRPr lang="es-ES" dirty="0">
              <a:solidFill>
                <a:schemeClr val="bg1"/>
              </a:solidFill>
              <a:latin typeface="Arial" panose="020B0604020202020204" pitchFamily="34" charset="0"/>
              <a:cs typeface="Arial" panose="020B0604020202020204" pitchFamily="34" charset="0"/>
              <a:sym typeface="+mn-lt"/>
            </a:endParaRPr>
          </a:p>
        </p:txBody>
      </p:sp>
      <p:sp>
        <p:nvSpPr>
          <p:cNvPr id="10" name="矩形 9"/>
          <p:cNvSpPr/>
          <p:nvPr/>
        </p:nvSpPr>
        <p:spPr>
          <a:xfrm>
            <a:off x="3760855" y="2654649"/>
            <a:ext cx="4700133" cy="461665"/>
          </a:xfrm>
          <a:prstGeom prst="rect">
            <a:avLst/>
          </a:prstGeom>
        </p:spPr>
        <p:txBody>
          <a:bodyPr wrap="none">
            <a:spAutoFit/>
          </a:bodyPr>
          <a:lstStyle/>
          <a:p>
            <a:r>
              <a:rPr lang="en-US" altLang="zh-TW" sz="2400" b="1" dirty="0">
                <a:solidFill>
                  <a:schemeClr val="accent3">
                    <a:lumMod val="40000"/>
                    <a:lumOff val="60000"/>
                  </a:schemeClr>
                </a:solidFill>
                <a:latin typeface="Arial" panose="020B0604020202020204" pitchFamily="34" charset="0"/>
                <a:ea typeface="Microsoft YaHei UI" panose="020B0503020204020204" pitchFamily="34" charset="-122"/>
                <a:cs typeface="Arial" panose="020B0604020202020204" pitchFamily="34" charset="0"/>
              </a:rPr>
              <a:t>Authentication &amp; </a:t>
            </a:r>
            <a:r>
              <a:rPr lang="en-US" altLang="zh-TW" sz="2400" b="1" dirty="0" smtClean="0">
                <a:solidFill>
                  <a:schemeClr val="accent3">
                    <a:lumMod val="40000"/>
                    <a:lumOff val="60000"/>
                  </a:schemeClr>
                </a:solidFill>
                <a:latin typeface="Arial" panose="020B0604020202020204" pitchFamily="34" charset="0"/>
                <a:ea typeface="Microsoft YaHei UI" panose="020B0503020204020204" pitchFamily="34" charset="-122"/>
                <a:cs typeface="Arial" panose="020B0604020202020204" pitchFamily="34" charset="0"/>
              </a:rPr>
              <a:t>Authorization</a:t>
            </a:r>
            <a:endParaRPr lang="en-US" altLang="zh-TW" sz="2400" b="1" dirty="0">
              <a:solidFill>
                <a:schemeClr val="accent3">
                  <a:lumMod val="40000"/>
                  <a:lumOff val="60000"/>
                </a:schemeClr>
              </a:solidFill>
              <a:latin typeface="Arial" panose="020B0604020202020204" pitchFamily="34" charset="0"/>
              <a:ea typeface="Microsoft YaHei UI" panose="020B0503020204020204" pitchFamily="34" charset="-122"/>
              <a:cs typeface="Arial" panose="020B0604020202020204" pitchFamily="34" charset="0"/>
            </a:endParaRPr>
          </a:p>
        </p:txBody>
      </p:sp>
      <p:sp>
        <p:nvSpPr>
          <p:cNvPr id="11" name="PA-矩形 4"/>
          <p:cNvSpPr>
            <a:spLocks noChangeArrowheads="1"/>
          </p:cNvSpPr>
          <p:nvPr>
            <p:custDataLst>
              <p:tags r:id="rId2"/>
            </p:custDataLst>
          </p:nvPr>
        </p:nvSpPr>
        <p:spPr bwMode="auto">
          <a:xfrm>
            <a:off x="3841177" y="3547368"/>
            <a:ext cx="522967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Login system with SSO</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Authorize for different roles</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Examples for different type of users</a:t>
            </a:r>
            <a:endParaRPr lang="en-US" altLang="zh-CN" sz="2000" dirty="0">
              <a:solidFill>
                <a:schemeClr val="bg1"/>
              </a:solidFill>
              <a:ea typeface="Microsoft YaHei UI" panose="020B0503020204020204" pitchFamily="34" charset="-122"/>
              <a:cs typeface="Arial" panose="020B0604020202020204" pitchFamily="34" charset="0"/>
              <a:sym typeface="+mn-lt"/>
            </a:endParaRPr>
          </a:p>
        </p:txBody>
      </p:sp>
    </p:spTree>
    <p:extLst>
      <p:ext uri="{BB962C8B-B14F-4D97-AF65-F5344CB8AC3E}">
        <p14:creationId xmlns:p14="http://schemas.microsoft.com/office/powerpoint/2010/main" val="26094450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Autofit/>
          </a:bodyPr>
          <a:lstStyle/>
          <a:p>
            <a:r>
              <a:rPr lang="en-US" altLang="zh-TW" dirty="0">
                <a:latin typeface="Arial" panose="020B0604020202020204" pitchFamily="34" charset="0"/>
              </a:rPr>
              <a:t>Authentication(Login</a:t>
            </a:r>
            <a:r>
              <a:rPr lang="en-US" altLang="zh-TW" dirty="0" smtClean="0">
                <a:latin typeface="Arial" panose="020B0604020202020204" pitchFamily="34" charset="0"/>
              </a:rPr>
              <a:t>)</a:t>
            </a:r>
            <a:endParaRPr lang="zh-TW" altLang="en-US" dirty="0">
              <a:latin typeface="Arial" panose="020B0604020202020204" pitchFamily="34" charset="0"/>
            </a:endParaRPr>
          </a:p>
        </p:txBody>
      </p:sp>
      <p:sp>
        <p:nvSpPr>
          <p:cNvPr id="3" name="投影片編號版面配置區 2"/>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10</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4" name="頁尾版面配置區 3"/>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7" name="文字方塊 6"/>
          <p:cNvSpPr txBox="1"/>
          <p:nvPr/>
        </p:nvSpPr>
        <p:spPr>
          <a:xfrm>
            <a:off x="2001326" y="1250830"/>
            <a:ext cx="2634054" cy="369332"/>
          </a:xfrm>
          <a:prstGeom prst="rect">
            <a:avLst/>
          </a:prstGeom>
          <a:noFill/>
        </p:spPr>
        <p:txBody>
          <a:bodyPr wrap="none" rtlCol="0">
            <a:spAutoFit/>
          </a:bodyPr>
          <a:lstStyle/>
          <a:p>
            <a:r>
              <a:rPr lang="en-US" altLang="zh-TW" dirty="0" smtClean="0">
                <a:latin typeface="Arial" panose="020B0604020202020204" pitchFamily="34" charset="0"/>
                <a:cs typeface="Arial" panose="020B0604020202020204" pitchFamily="34" charset="0"/>
                <a:hlinkClick r:id="rId2"/>
              </a:rPr>
              <a:t>https://inta.efihmb.com</a:t>
            </a:r>
            <a:r>
              <a:rPr lang="en-US" altLang="zh-TW" dirty="0" smtClean="0">
                <a:latin typeface="Arial" panose="020B0604020202020204" pitchFamily="34" charset="0"/>
                <a:cs typeface="Arial" panose="020B0604020202020204" pitchFamily="34" charset="0"/>
              </a:rPr>
              <a:t>  </a:t>
            </a:r>
            <a:endParaRPr lang="zh-TW" altLang="en-US" dirty="0">
              <a:latin typeface="Arial" panose="020B0604020202020204" pitchFamily="34" charset="0"/>
              <a:cs typeface="Arial" panose="020B0604020202020204" pitchFamily="34" charset="0"/>
            </a:endParaRPr>
          </a:p>
        </p:txBody>
      </p:sp>
      <p:sp>
        <p:nvSpPr>
          <p:cNvPr id="8" name="文字方塊 7"/>
          <p:cNvSpPr txBox="1"/>
          <p:nvPr/>
        </p:nvSpPr>
        <p:spPr>
          <a:xfrm>
            <a:off x="4497359" y="1250830"/>
            <a:ext cx="1928733" cy="369332"/>
          </a:xfrm>
          <a:prstGeom prst="rect">
            <a:avLst/>
          </a:prstGeom>
          <a:noFill/>
        </p:spPr>
        <p:txBody>
          <a:bodyPr wrap="none" rtlCol="0">
            <a:spAutoFit/>
          </a:bodyPr>
          <a:lstStyle/>
          <a:p>
            <a:r>
              <a:rPr lang="en-US" altLang="zh-TW" dirty="0" smtClean="0">
                <a:solidFill>
                  <a:schemeClr val="accent4">
                    <a:lumMod val="20000"/>
                    <a:lumOff val="80000"/>
                  </a:schemeClr>
                </a:solidFill>
                <a:latin typeface="Arial" panose="020B0604020202020204" pitchFamily="34" charset="0"/>
                <a:cs typeface="Arial" panose="020B0604020202020204" pitchFamily="34" charset="0"/>
              </a:rPr>
              <a:t>(</a:t>
            </a:r>
            <a:r>
              <a:rPr lang="en-US" altLang="zh-CN" dirty="0" smtClean="0">
                <a:solidFill>
                  <a:schemeClr val="accent4">
                    <a:lumMod val="20000"/>
                    <a:lumOff val="80000"/>
                  </a:schemeClr>
                </a:solidFill>
                <a:latin typeface="Arial" panose="020B0604020202020204" pitchFamily="34" charset="0"/>
                <a:cs typeface="Arial" panose="020B0604020202020204" pitchFamily="34" charset="0"/>
              </a:rPr>
              <a:t>only for </a:t>
            </a:r>
            <a:r>
              <a:rPr lang="en-US" altLang="zh-TW" dirty="0" smtClean="0">
                <a:solidFill>
                  <a:schemeClr val="accent4">
                    <a:lumMod val="20000"/>
                    <a:lumOff val="80000"/>
                  </a:schemeClr>
                </a:solidFill>
                <a:latin typeface="Arial" panose="020B0604020202020204" pitchFamily="34" charset="0"/>
                <a:cs typeface="Arial" panose="020B0604020202020204" pitchFamily="34" charset="0"/>
              </a:rPr>
              <a:t>intranet)</a:t>
            </a:r>
            <a:endParaRPr lang="zh-TW" altLang="en-US" dirty="0">
              <a:solidFill>
                <a:schemeClr val="accent4">
                  <a:lumMod val="20000"/>
                  <a:lumOff val="80000"/>
                </a:schemeClr>
              </a:solidFill>
              <a:latin typeface="Arial" panose="020B0604020202020204" pitchFamily="34" charset="0"/>
              <a:cs typeface="Arial" panose="020B0604020202020204" pitchFamily="34" charset="0"/>
            </a:endParaRPr>
          </a:p>
        </p:txBody>
      </p:sp>
      <p:sp>
        <p:nvSpPr>
          <p:cNvPr id="9" name="文字方塊 8"/>
          <p:cNvSpPr txBox="1"/>
          <p:nvPr/>
        </p:nvSpPr>
        <p:spPr>
          <a:xfrm>
            <a:off x="1111102" y="5712453"/>
            <a:ext cx="3897221" cy="276999"/>
          </a:xfrm>
          <a:prstGeom prst="rect">
            <a:avLst/>
          </a:prstGeom>
          <a:noFill/>
        </p:spPr>
        <p:txBody>
          <a:bodyPr wrap="none" rtlCol="0">
            <a:spAutoFit/>
          </a:bodyPr>
          <a:lstStyle/>
          <a:p>
            <a:r>
              <a:rPr lang="en-US" altLang="zh-TW" sz="1200" dirty="0" smtClean="0">
                <a:solidFill>
                  <a:schemeClr val="accent6"/>
                </a:solidFill>
                <a:latin typeface="Arial" panose="020B0604020202020204" pitchFamily="34" charset="0"/>
                <a:cs typeface="Arial" panose="020B0604020202020204" pitchFamily="34" charset="0"/>
              </a:rPr>
              <a:t>* E-approval and self service can access from internet.</a:t>
            </a:r>
            <a:endParaRPr lang="zh-TW" altLang="en-US" sz="1200" dirty="0">
              <a:solidFill>
                <a:schemeClr val="accent6"/>
              </a:solidFill>
              <a:latin typeface="Arial" panose="020B0604020202020204" pitchFamily="34" charset="0"/>
              <a:cs typeface="Arial" panose="020B0604020202020204" pitchFamily="34" charset="0"/>
            </a:endParaRPr>
          </a:p>
        </p:txBody>
      </p:sp>
      <p:sp>
        <p:nvSpPr>
          <p:cNvPr id="10" name="矩形 9"/>
          <p:cNvSpPr/>
          <p:nvPr/>
        </p:nvSpPr>
        <p:spPr>
          <a:xfrm>
            <a:off x="764786" y="919725"/>
            <a:ext cx="3523209" cy="369332"/>
          </a:xfrm>
          <a:prstGeom prst="rect">
            <a:avLst/>
          </a:prstGeom>
        </p:spPr>
        <p:txBody>
          <a:bodyPr wrap="none">
            <a:spAutoFit/>
          </a:bodyPr>
          <a:lstStyle/>
          <a:p>
            <a:r>
              <a:rPr lang="en-US" altLang="zh-TW" dirty="0">
                <a:solidFill>
                  <a:schemeClr val="bg1"/>
                </a:solidFill>
                <a:latin typeface="Arial" panose="020B0604020202020204" pitchFamily="34" charset="0"/>
                <a:cs typeface="Arial" panose="020B0604020202020204" pitchFamily="34" charset="0"/>
              </a:rPr>
              <a:t>Time Attendance System </a:t>
            </a:r>
            <a:r>
              <a:rPr lang="en-US" altLang="zh-TW" dirty="0" smtClean="0">
                <a:solidFill>
                  <a:schemeClr val="bg1"/>
                </a:solidFill>
                <a:latin typeface="Arial" panose="020B0604020202020204" pitchFamily="34" charset="0"/>
                <a:cs typeface="Arial" panose="020B0604020202020204" pitchFamily="34" charset="0"/>
              </a:rPr>
              <a:t>(India</a:t>
            </a:r>
            <a:r>
              <a:rPr lang="en-US" altLang="zh-TW" dirty="0" smtClean="0">
                <a:solidFill>
                  <a:schemeClr val="bg1"/>
                </a:solidFill>
                <a:latin typeface="Arial" panose="020B0604020202020204" pitchFamily="34" charset="0"/>
                <a:cs typeface="Arial" panose="020B0604020202020204" pitchFamily="34" charset="0"/>
              </a:rPr>
              <a:t>):</a:t>
            </a:r>
            <a:endParaRPr lang="en-US" altLang="zh-TW" dirty="0">
              <a:solidFill>
                <a:schemeClr val="bg1"/>
              </a:solidFill>
              <a:latin typeface="Arial" panose="020B0604020202020204" pitchFamily="34" charset="0"/>
              <a:cs typeface="Arial" panose="020B0604020202020204" pitchFamily="34" charset="0"/>
            </a:endParaRPr>
          </a:p>
        </p:txBody>
      </p:sp>
      <p:pic>
        <p:nvPicPr>
          <p:cNvPr id="11" name="圖片 10"/>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2871" y="1996752"/>
            <a:ext cx="5008533" cy="3568771"/>
          </a:xfrm>
          <a:prstGeom prst="rect">
            <a:avLst/>
          </a:prstGeom>
        </p:spPr>
      </p:pic>
      <p:pic>
        <p:nvPicPr>
          <p:cNvPr id="12" name="圖片 11"/>
          <p:cNvPicPr>
            <a:picLocks noChangeAspect="1"/>
          </p:cNvPicPr>
          <p:nvPr/>
        </p:nvPicPr>
        <p:blipFill>
          <a:blip r:embed="rId4"/>
          <a:stretch>
            <a:fillRect/>
          </a:stretch>
        </p:blipFill>
        <p:spPr>
          <a:xfrm>
            <a:off x="6478438" y="1993839"/>
            <a:ext cx="4807967" cy="3583891"/>
          </a:xfrm>
          <a:prstGeom prst="rect">
            <a:avLst/>
          </a:prstGeom>
        </p:spPr>
      </p:pic>
      <p:sp>
        <p:nvSpPr>
          <p:cNvPr id="13" name="向右箭號 12"/>
          <p:cNvSpPr/>
          <p:nvPr/>
        </p:nvSpPr>
        <p:spPr>
          <a:xfrm>
            <a:off x="5004090" y="3125530"/>
            <a:ext cx="2034627" cy="1449238"/>
          </a:xfrm>
          <a:prstGeom prst="rightArrow">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14" name="文字方塊 13"/>
          <p:cNvSpPr txBox="1"/>
          <p:nvPr/>
        </p:nvSpPr>
        <p:spPr>
          <a:xfrm>
            <a:off x="6716243" y="1651557"/>
            <a:ext cx="4570162" cy="307777"/>
          </a:xfrm>
          <a:prstGeom prst="rect">
            <a:avLst/>
          </a:prstGeom>
          <a:noFill/>
        </p:spPr>
        <p:txBody>
          <a:bodyPr wrap="none" rtlCol="0">
            <a:spAutoFit/>
          </a:bodyPr>
          <a:lstStyle/>
          <a:p>
            <a:r>
              <a:rPr lang="en-US" altLang="zh-TW" sz="1400" dirty="0" smtClean="0">
                <a:solidFill>
                  <a:schemeClr val="bg1"/>
                </a:solidFill>
                <a:latin typeface="Arial" panose="020B0604020202020204" pitchFamily="34" charset="0"/>
                <a:cs typeface="Arial" panose="020B0604020202020204" pitchFamily="34" charset="0"/>
              </a:rPr>
              <a:t>FIH </a:t>
            </a:r>
            <a:r>
              <a:rPr lang="en-US" altLang="zh-TW" sz="1400" dirty="0">
                <a:solidFill>
                  <a:schemeClr val="bg1"/>
                </a:solidFill>
                <a:latin typeface="Arial" panose="020B0604020202020204" pitchFamily="34" charset="0"/>
                <a:cs typeface="Arial" panose="020B0604020202020204" pitchFamily="34" charset="0"/>
              </a:rPr>
              <a:t>W</a:t>
            </a:r>
            <a:r>
              <a:rPr lang="en-US" altLang="zh-TW" sz="1400" dirty="0" smtClean="0">
                <a:solidFill>
                  <a:schemeClr val="bg1"/>
                </a:solidFill>
                <a:latin typeface="Arial" panose="020B0604020202020204" pitchFamily="34" charset="0"/>
                <a:cs typeface="Arial" panose="020B0604020202020204" pitchFamily="34" charset="0"/>
              </a:rPr>
              <a:t>orkflow Account create account for all employees</a:t>
            </a:r>
            <a:endParaRPr lang="zh-TW" altLang="en-US" sz="1400" dirty="0">
              <a:solidFill>
                <a:schemeClr val="bg1"/>
              </a:solidFill>
              <a:latin typeface="Arial" panose="020B0604020202020204" pitchFamily="34" charset="0"/>
              <a:cs typeface="Arial" panose="020B0604020202020204" pitchFamily="34" charset="0"/>
            </a:endParaRPr>
          </a:p>
        </p:txBody>
      </p:sp>
      <p:sp>
        <p:nvSpPr>
          <p:cNvPr id="15" name="文字方塊 14"/>
          <p:cNvSpPr txBox="1"/>
          <p:nvPr/>
        </p:nvSpPr>
        <p:spPr>
          <a:xfrm>
            <a:off x="2001326" y="1507505"/>
            <a:ext cx="3390672" cy="369332"/>
          </a:xfrm>
          <a:prstGeom prst="rect">
            <a:avLst/>
          </a:prstGeom>
          <a:noFill/>
        </p:spPr>
        <p:txBody>
          <a:bodyPr wrap="none" rtlCol="0">
            <a:spAutoFit/>
          </a:bodyPr>
          <a:lstStyle/>
          <a:p>
            <a:r>
              <a:rPr lang="en-US" altLang="zh-TW" dirty="0" smtClean="0">
                <a:latin typeface="Arial" panose="020B0604020202020204" pitchFamily="34" charset="0"/>
                <a:cs typeface="Arial" panose="020B0604020202020204" pitchFamily="34" charset="0"/>
                <a:hlinkClick r:id="rId5"/>
              </a:rPr>
              <a:t>https://inta-</a:t>
            </a:r>
            <a:r>
              <a:rPr lang="en-US" altLang="zh-CN" dirty="0" smtClean="0">
                <a:latin typeface="Arial" panose="020B0604020202020204" pitchFamily="34" charset="0"/>
                <a:cs typeface="Arial" panose="020B0604020202020204" pitchFamily="34" charset="0"/>
                <a:hlinkClick r:id="rId5"/>
              </a:rPr>
              <a:t>testing</a:t>
            </a:r>
            <a:r>
              <a:rPr lang="en-US" altLang="zh-TW" dirty="0" smtClean="0">
                <a:latin typeface="Arial" panose="020B0604020202020204" pitchFamily="34" charset="0"/>
                <a:cs typeface="Arial" panose="020B0604020202020204" pitchFamily="34" charset="0"/>
                <a:hlinkClick r:id="rId5"/>
              </a:rPr>
              <a:t>.efihmb.com</a:t>
            </a:r>
            <a:r>
              <a:rPr lang="en-US" altLang="zh-TW" dirty="0" smtClean="0">
                <a:latin typeface="Arial" panose="020B0604020202020204" pitchFamily="34" charset="0"/>
                <a:cs typeface="Arial" panose="020B0604020202020204" pitchFamily="34" charset="0"/>
              </a:rPr>
              <a:t>  </a:t>
            </a:r>
            <a:endParaRPr lang="zh-TW" altLang="en-US" dirty="0">
              <a:latin typeface="Arial" panose="020B0604020202020204" pitchFamily="34" charset="0"/>
              <a:cs typeface="Arial" panose="020B0604020202020204" pitchFamily="34" charset="0"/>
            </a:endParaRPr>
          </a:p>
        </p:txBody>
      </p:sp>
      <p:sp>
        <p:nvSpPr>
          <p:cNvPr id="16" name="文字方塊 15"/>
          <p:cNvSpPr txBox="1"/>
          <p:nvPr/>
        </p:nvSpPr>
        <p:spPr>
          <a:xfrm>
            <a:off x="764786" y="1250540"/>
            <a:ext cx="1351652" cy="369332"/>
          </a:xfrm>
          <a:prstGeom prst="rect">
            <a:avLst/>
          </a:prstGeom>
          <a:noFill/>
        </p:spPr>
        <p:txBody>
          <a:bodyPr wrap="none" rtlCol="0">
            <a:spAutoFit/>
          </a:bodyPr>
          <a:lstStyle/>
          <a:p>
            <a:r>
              <a:rPr lang="en-US" altLang="zh-TW" dirty="0" smtClean="0">
                <a:solidFill>
                  <a:schemeClr val="accent4">
                    <a:lumMod val="20000"/>
                    <a:lumOff val="80000"/>
                  </a:schemeClr>
                </a:solidFill>
                <a:latin typeface="Arial" panose="020B0604020202020204" pitchFamily="34" charset="0"/>
                <a:cs typeface="Arial" panose="020B0604020202020204" pitchFamily="34" charset="0"/>
              </a:rPr>
              <a:t>Production:</a:t>
            </a:r>
            <a:endParaRPr lang="zh-TW" altLang="en-US" dirty="0">
              <a:solidFill>
                <a:schemeClr val="accent4">
                  <a:lumMod val="20000"/>
                  <a:lumOff val="80000"/>
                </a:schemeClr>
              </a:solidFill>
              <a:latin typeface="Arial" panose="020B0604020202020204" pitchFamily="34" charset="0"/>
              <a:cs typeface="Arial" panose="020B0604020202020204" pitchFamily="34" charset="0"/>
            </a:endParaRPr>
          </a:p>
        </p:txBody>
      </p:sp>
      <p:sp>
        <p:nvSpPr>
          <p:cNvPr id="17" name="文字方塊 16"/>
          <p:cNvSpPr txBox="1"/>
          <p:nvPr/>
        </p:nvSpPr>
        <p:spPr>
          <a:xfrm>
            <a:off x="764786" y="1535815"/>
            <a:ext cx="979820" cy="369332"/>
          </a:xfrm>
          <a:prstGeom prst="rect">
            <a:avLst/>
          </a:prstGeom>
          <a:noFill/>
        </p:spPr>
        <p:txBody>
          <a:bodyPr wrap="none" rtlCol="0">
            <a:spAutoFit/>
          </a:bodyPr>
          <a:lstStyle/>
          <a:p>
            <a:r>
              <a:rPr lang="en-US" altLang="zh-TW" dirty="0" smtClean="0">
                <a:solidFill>
                  <a:schemeClr val="accent4">
                    <a:lumMod val="20000"/>
                    <a:lumOff val="80000"/>
                  </a:schemeClr>
                </a:solidFill>
                <a:latin typeface="Arial" panose="020B0604020202020204" pitchFamily="34" charset="0"/>
                <a:cs typeface="Arial" panose="020B0604020202020204" pitchFamily="34" charset="0"/>
              </a:rPr>
              <a:t>Testing:</a:t>
            </a:r>
            <a:endParaRPr lang="zh-TW" altLang="en-US" dirty="0">
              <a:solidFill>
                <a:schemeClr val="accent4">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15798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dirty="0">
                <a:latin typeface="Arial" panose="020B0604020202020204" pitchFamily="34" charset="0"/>
              </a:rPr>
              <a:t>Authorization 1 - </a:t>
            </a:r>
            <a:r>
              <a:rPr lang="en-US" altLang="zh-TW" dirty="0" smtClean="0">
                <a:latin typeface="Arial" panose="020B0604020202020204" pitchFamily="34" charset="0"/>
              </a:rPr>
              <a:t>Dimensions</a:t>
            </a:r>
            <a:endParaRPr lang="zh-TW" altLang="en-US" dirty="0">
              <a:latin typeface="Arial" panose="020B0604020202020204" pitchFamily="34" charset="0"/>
            </a:endParaRPr>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11</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6" name="圓角矩形 5"/>
          <p:cNvSpPr/>
          <p:nvPr/>
        </p:nvSpPr>
        <p:spPr>
          <a:xfrm>
            <a:off x="2700070" y="1469365"/>
            <a:ext cx="1587260" cy="424284"/>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accent5"/>
                </a:solidFill>
                <a:latin typeface="Arial" panose="020B0604020202020204" pitchFamily="34" charset="0"/>
                <a:cs typeface="Arial" panose="020B0604020202020204" pitchFamily="34" charset="0"/>
              </a:rPr>
              <a:t>Roles</a:t>
            </a:r>
            <a:endParaRPr lang="zh-TW" altLang="en-US" dirty="0">
              <a:solidFill>
                <a:schemeClr val="accent5"/>
              </a:solidFill>
              <a:latin typeface="Arial" panose="020B0604020202020204" pitchFamily="34" charset="0"/>
              <a:cs typeface="Arial" panose="020B0604020202020204" pitchFamily="34" charset="0"/>
            </a:endParaRPr>
          </a:p>
        </p:txBody>
      </p:sp>
      <p:sp>
        <p:nvSpPr>
          <p:cNvPr id="7" name="圓角矩形 6"/>
          <p:cNvSpPr/>
          <p:nvPr/>
        </p:nvSpPr>
        <p:spPr>
          <a:xfrm>
            <a:off x="2700070" y="2550554"/>
            <a:ext cx="1587260" cy="424284"/>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accent5"/>
                </a:solidFill>
                <a:latin typeface="Arial" panose="020B0604020202020204" pitchFamily="34" charset="0"/>
                <a:cs typeface="Arial" panose="020B0604020202020204" pitchFamily="34" charset="0"/>
              </a:rPr>
              <a:t>Permissions</a:t>
            </a:r>
            <a:endParaRPr lang="zh-TW" altLang="en-US" dirty="0">
              <a:solidFill>
                <a:schemeClr val="accent5"/>
              </a:solidFill>
              <a:latin typeface="Arial" panose="020B0604020202020204" pitchFamily="34" charset="0"/>
              <a:cs typeface="Arial" panose="020B0604020202020204" pitchFamily="34" charset="0"/>
            </a:endParaRPr>
          </a:p>
        </p:txBody>
      </p:sp>
      <p:sp>
        <p:nvSpPr>
          <p:cNvPr id="8" name="圓角矩形 7"/>
          <p:cNvSpPr/>
          <p:nvPr/>
        </p:nvSpPr>
        <p:spPr>
          <a:xfrm>
            <a:off x="2700070" y="4614217"/>
            <a:ext cx="1587260" cy="424284"/>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accent5"/>
                </a:solidFill>
                <a:latin typeface="Arial" panose="020B0604020202020204" pitchFamily="34" charset="0"/>
                <a:cs typeface="Arial" panose="020B0604020202020204" pitchFamily="34" charset="0"/>
              </a:rPr>
              <a:t>Sites</a:t>
            </a:r>
            <a:endParaRPr lang="zh-TW" altLang="en-US" dirty="0">
              <a:solidFill>
                <a:schemeClr val="accent5"/>
              </a:solidFill>
              <a:latin typeface="Arial" panose="020B0604020202020204" pitchFamily="34" charset="0"/>
              <a:cs typeface="Arial" panose="020B0604020202020204" pitchFamily="34" charset="0"/>
            </a:endParaRPr>
          </a:p>
        </p:txBody>
      </p:sp>
      <p:sp>
        <p:nvSpPr>
          <p:cNvPr id="9" name="圓角矩形 8"/>
          <p:cNvSpPr/>
          <p:nvPr/>
        </p:nvSpPr>
        <p:spPr>
          <a:xfrm>
            <a:off x="2700070" y="3592961"/>
            <a:ext cx="1587260" cy="424284"/>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accent5"/>
                </a:solidFill>
                <a:latin typeface="Arial" panose="020B0604020202020204" pitchFamily="34" charset="0"/>
                <a:cs typeface="Arial" panose="020B0604020202020204" pitchFamily="34" charset="0"/>
              </a:rPr>
              <a:t>Org. Units</a:t>
            </a:r>
            <a:endParaRPr lang="zh-TW" altLang="en-US" dirty="0">
              <a:solidFill>
                <a:schemeClr val="accent5"/>
              </a:solidFill>
              <a:latin typeface="Arial" panose="020B0604020202020204" pitchFamily="34" charset="0"/>
              <a:cs typeface="Arial" panose="020B0604020202020204" pitchFamily="34" charset="0"/>
            </a:endParaRPr>
          </a:p>
        </p:txBody>
      </p:sp>
      <p:sp>
        <p:nvSpPr>
          <p:cNvPr id="10" name="圓角矩形 9"/>
          <p:cNvSpPr/>
          <p:nvPr/>
        </p:nvSpPr>
        <p:spPr>
          <a:xfrm>
            <a:off x="911857" y="2906653"/>
            <a:ext cx="1127186" cy="508959"/>
          </a:xfrm>
          <a:prstGeom prst="roundRect">
            <a:avLst/>
          </a:prstGeom>
          <a:solidFill>
            <a:schemeClr val="bg1">
              <a:lumMod val="95000"/>
            </a:schemeClr>
          </a:solidFill>
          <a:ln>
            <a:solidFill>
              <a:schemeClr val="tx1">
                <a:lumMod val="85000"/>
                <a:lumOff val="1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dirty="0" smtClean="0">
                <a:solidFill>
                  <a:schemeClr val="tx1"/>
                </a:solidFill>
                <a:latin typeface="Arial" panose="020B0604020202020204" pitchFamily="34" charset="0"/>
                <a:cs typeface="Arial" panose="020B0604020202020204" pitchFamily="34" charset="0"/>
              </a:rPr>
              <a:t>User</a:t>
            </a:r>
            <a:endParaRPr lang="zh-TW" altLang="en-US" dirty="0">
              <a:solidFill>
                <a:schemeClr val="tx1"/>
              </a:solidFill>
              <a:latin typeface="Arial" panose="020B0604020202020204" pitchFamily="34" charset="0"/>
              <a:cs typeface="Arial" panose="020B0604020202020204" pitchFamily="34" charset="0"/>
            </a:endParaRPr>
          </a:p>
        </p:txBody>
      </p:sp>
      <p:cxnSp>
        <p:nvCxnSpPr>
          <p:cNvPr id="11" name="直線單箭頭接點 10"/>
          <p:cNvCxnSpPr>
            <a:stCxn id="10" idx="3"/>
            <a:endCxn id="6" idx="1"/>
          </p:cNvCxnSpPr>
          <p:nvPr/>
        </p:nvCxnSpPr>
        <p:spPr>
          <a:xfrm flipV="1">
            <a:off x="2039043" y="1681507"/>
            <a:ext cx="661027" cy="1479626"/>
          </a:xfrm>
          <a:prstGeom prst="straightConnector1">
            <a:avLst/>
          </a:prstGeom>
          <a:ln>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a:stCxn id="10" idx="3"/>
            <a:endCxn id="7" idx="1"/>
          </p:cNvCxnSpPr>
          <p:nvPr/>
        </p:nvCxnSpPr>
        <p:spPr>
          <a:xfrm flipV="1">
            <a:off x="2039043" y="2762696"/>
            <a:ext cx="661027" cy="398437"/>
          </a:xfrm>
          <a:prstGeom prst="straightConnector1">
            <a:avLst/>
          </a:prstGeom>
          <a:ln>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a:stCxn id="10" idx="3"/>
            <a:endCxn id="9" idx="1"/>
          </p:cNvCxnSpPr>
          <p:nvPr/>
        </p:nvCxnSpPr>
        <p:spPr>
          <a:xfrm>
            <a:off x="2039043" y="3161133"/>
            <a:ext cx="661027" cy="643970"/>
          </a:xfrm>
          <a:prstGeom prst="straightConnector1">
            <a:avLst/>
          </a:prstGeom>
          <a:ln>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a:stCxn id="10" idx="3"/>
            <a:endCxn id="8" idx="1"/>
          </p:cNvCxnSpPr>
          <p:nvPr/>
        </p:nvCxnSpPr>
        <p:spPr>
          <a:xfrm>
            <a:off x="2039043" y="3161133"/>
            <a:ext cx="661027" cy="1665226"/>
          </a:xfrm>
          <a:prstGeom prst="straightConnector1">
            <a:avLst/>
          </a:prstGeom>
          <a:ln>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圓角矩形 14"/>
          <p:cNvSpPr/>
          <p:nvPr/>
        </p:nvSpPr>
        <p:spPr>
          <a:xfrm>
            <a:off x="4793413" y="1469365"/>
            <a:ext cx="1587260" cy="424284"/>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accent5"/>
                </a:solidFill>
                <a:latin typeface="Arial" panose="020B0604020202020204" pitchFamily="34" charset="0"/>
                <a:cs typeface="Arial" panose="020B0604020202020204" pitchFamily="34" charset="0"/>
              </a:rPr>
              <a:t>Permissions</a:t>
            </a:r>
            <a:endParaRPr lang="zh-TW" altLang="en-US" dirty="0">
              <a:solidFill>
                <a:schemeClr val="accent5"/>
              </a:solidFill>
              <a:latin typeface="Arial" panose="020B0604020202020204" pitchFamily="34" charset="0"/>
              <a:cs typeface="Arial" panose="020B0604020202020204" pitchFamily="34" charset="0"/>
            </a:endParaRPr>
          </a:p>
        </p:txBody>
      </p:sp>
      <p:cxnSp>
        <p:nvCxnSpPr>
          <p:cNvPr id="16" name="直線單箭頭接點 15"/>
          <p:cNvCxnSpPr>
            <a:stCxn id="6" idx="3"/>
            <a:endCxn id="15" idx="1"/>
          </p:cNvCxnSpPr>
          <p:nvPr/>
        </p:nvCxnSpPr>
        <p:spPr>
          <a:xfrm>
            <a:off x="4287330" y="1681507"/>
            <a:ext cx="506083" cy="0"/>
          </a:xfrm>
          <a:prstGeom prst="straightConnector1">
            <a:avLst/>
          </a:prstGeom>
          <a:ln>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文字方塊 16"/>
          <p:cNvSpPr txBox="1"/>
          <p:nvPr/>
        </p:nvSpPr>
        <p:spPr>
          <a:xfrm>
            <a:off x="2700070" y="1930519"/>
            <a:ext cx="3534942" cy="338554"/>
          </a:xfrm>
          <a:prstGeom prst="rect">
            <a:avLst/>
          </a:prstGeom>
          <a:noFill/>
        </p:spPr>
        <p:txBody>
          <a:bodyPr wrap="none" rtlCol="0">
            <a:spAutoFit/>
          </a:bodyPr>
          <a:lstStyle/>
          <a:p>
            <a:r>
              <a:rPr lang="en-US" altLang="zh-TW" sz="1600" dirty="0" smtClean="0">
                <a:solidFill>
                  <a:schemeClr val="bg1"/>
                </a:solidFill>
                <a:latin typeface="Arial" panose="020B0604020202020204" pitchFamily="34" charset="0"/>
                <a:cs typeface="Arial" panose="020B0604020202020204" pitchFamily="34" charset="0"/>
              </a:rPr>
              <a:t>Predefined collection for permissions</a:t>
            </a:r>
            <a:endParaRPr lang="zh-TW" altLang="en-US" sz="1600" dirty="0">
              <a:solidFill>
                <a:schemeClr val="bg1"/>
              </a:solidFill>
              <a:latin typeface="Arial" panose="020B0604020202020204" pitchFamily="34" charset="0"/>
              <a:cs typeface="Arial" panose="020B0604020202020204" pitchFamily="34" charset="0"/>
            </a:endParaRPr>
          </a:p>
        </p:txBody>
      </p:sp>
      <p:sp>
        <p:nvSpPr>
          <p:cNvPr id="18" name="文字方塊 17"/>
          <p:cNvSpPr txBox="1"/>
          <p:nvPr/>
        </p:nvSpPr>
        <p:spPr>
          <a:xfrm>
            <a:off x="2700069" y="2990523"/>
            <a:ext cx="3302764" cy="338554"/>
          </a:xfrm>
          <a:prstGeom prst="rect">
            <a:avLst/>
          </a:prstGeom>
          <a:noFill/>
        </p:spPr>
        <p:txBody>
          <a:bodyPr wrap="none" rtlCol="0">
            <a:spAutoFit/>
          </a:bodyPr>
          <a:lstStyle/>
          <a:p>
            <a:r>
              <a:rPr lang="en-US" altLang="zh-TW" sz="1600" dirty="0" smtClean="0">
                <a:solidFill>
                  <a:schemeClr val="bg1"/>
                </a:solidFill>
                <a:latin typeface="Arial" panose="020B0604020202020204" pitchFamily="34" charset="0"/>
                <a:cs typeface="Arial" panose="020B0604020202020204" pitchFamily="34" charset="0"/>
              </a:rPr>
              <a:t>Web pages and functions directly</a:t>
            </a:r>
            <a:r>
              <a:rPr lang="en-US" altLang="zh-TW" sz="1600" dirty="0">
                <a:solidFill>
                  <a:schemeClr val="bg1"/>
                </a:solidFill>
                <a:latin typeface="Arial" panose="020B0604020202020204" pitchFamily="34" charset="0"/>
                <a:cs typeface="Arial" panose="020B0604020202020204" pitchFamily="34" charset="0"/>
              </a:rPr>
              <a:t>.</a:t>
            </a:r>
            <a:r>
              <a:rPr lang="en-US" altLang="zh-TW" sz="1600" dirty="0" smtClean="0">
                <a:solidFill>
                  <a:schemeClr val="bg1"/>
                </a:solidFill>
                <a:latin typeface="Arial" panose="020B0604020202020204" pitchFamily="34" charset="0"/>
                <a:cs typeface="Arial" panose="020B0604020202020204" pitchFamily="34" charset="0"/>
              </a:rPr>
              <a:t> </a:t>
            </a:r>
            <a:endParaRPr lang="zh-TW" altLang="en-US" sz="1600" dirty="0">
              <a:solidFill>
                <a:schemeClr val="bg1"/>
              </a:solidFill>
              <a:latin typeface="Arial" panose="020B0604020202020204" pitchFamily="34" charset="0"/>
              <a:cs typeface="Arial" panose="020B0604020202020204" pitchFamily="34" charset="0"/>
            </a:endParaRPr>
          </a:p>
        </p:txBody>
      </p:sp>
      <p:sp>
        <p:nvSpPr>
          <p:cNvPr id="19" name="文字方塊 18"/>
          <p:cNvSpPr txBox="1"/>
          <p:nvPr/>
        </p:nvSpPr>
        <p:spPr>
          <a:xfrm>
            <a:off x="2700068" y="4031215"/>
            <a:ext cx="3823483" cy="338554"/>
          </a:xfrm>
          <a:prstGeom prst="rect">
            <a:avLst/>
          </a:prstGeom>
          <a:noFill/>
        </p:spPr>
        <p:txBody>
          <a:bodyPr wrap="none" rtlCol="0">
            <a:spAutoFit/>
          </a:bodyPr>
          <a:lstStyle/>
          <a:p>
            <a:r>
              <a:rPr lang="en-US" altLang="zh-TW" sz="1600" dirty="0" smtClean="0">
                <a:solidFill>
                  <a:schemeClr val="bg1"/>
                </a:solidFill>
                <a:latin typeface="Arial" panose="020B0604020202020204" pitchFamily="34" charset="0"/>
                <a:cs typeface="Arial" panose="020B0604020202020204" pitchFamily="34" charset="0"/>
              </a:rPr>
              <a:t>Control data permission by departments</a:t>
            </a:r>
            <a:endParaRPr lang="zh-TW" altLang="en-US" sz="1600" dirty="0">
              <a:solidFill>
                <a:schemeClr val="bg1"/>
              </a:solidFill>
              <a:latin typeface="Arial" panose="020B0604020202020204" pitchFamily="34" charset="0"/>
              <a:cs typeface="Arial" panose="020B0604020202020204" pitchFamily="34" charset="0"/>
            </a:endParaRPr>
          </a:p>
        </p:txBody>
      </p:sp>
      <p:sp>
        <p:nvSpPr>
          <p:cNvPr id="20" name="文字方塊 19"/>
          <p:cNvSpPr txBox="1"/>
          <p:nvPr/>
        </p:nvSpPr>
        <p:spPr>
          <a:xfrm>
            <a:off x="2700068" y="5080045"/>
            <a:ext cx="3981667" cy="338554"/>
          </a:xfrm>
          <a:prstGeom prst="rect">
            <a:avLst/>
          </a:prstGeom>
          <a:noFill/>
        </p:spPr>
        <p:txBody>
          <a:bodyPr wrap="none" rtlCol="0">
            <a:spAutoFit/>
          </a:bodyPr>
          <a:lstStyle/>
          <a:p>
            <a:r>
              <a:rPr lang="en-US" altLang="zh-TW" sz="1600" dirty="0">
                <a:solidFill>
                  <a:schemeClr val="bg1"/>
                </a:solidFill>
                <a:latin typeface="Arial" panose="020B0604020202020204" pitchFamily="34" charset="0"/>
                <a:cs typeface="Arial" panose="020B0604020202020204" pitchFamily="34" charset="0"/>
              </a:rPr>
              <a:t>Control data permission for different sites.</a:t>
            </a:r>
          </a:p>
        </p:txBody>
      </p:sp>
      <p:sp>
        <p:nvSpPr>
          <p:cNvPr id="21" name="矩形 20"/>
          <p:cNvSpPr/>
          <p:nvPr/>
        </p:nvSpPr>
        <p:spPr>
          <a:xfrm>
            <a:off x="4793413" y="3272831"/>
            <a:ext cx="1463862" cy="276999"/>
          </a:xfrm>
          <a:prstGeom prst="rect">
            <a:avLst/>
          </a:prstGeom>
        </p:spPr>
        <p:txBody>
          <a:bodyPr wrap="none">
            <a:spAutoFit/>
          </a:bodyPr>
          <a:lstStyle/>
          <a:p>
            <a:r>
              <a:rPr lang="en-US" altLang="zh-TW" sz="1200" dirty="0">
                <a:solidFill>
                  <a:srgbClr val="FFFF00"/>
                </a:solidFill>
                <a:latin typeface="Arial" panose="020B0604020202020204" pitchFamily="34" charset="0"/>
                <a:cs typeface="Arial" panose="020B0604020202020204" pitchFamily="34" charset="0"/>
              </a:rPr>
              <a:t>not recommended </a:t>
            </a:r>
            <a:endParaRPr lang="zh-TW" altLang="en-US" sz="1200" dirty="0">
              <a:solidFill>
                <a:srgbClr val="FFFF00"/>
              </a:solidFill>
              <a:latin typeface="Arial" panose="020B0604020202020204" pitchFamily="34" charset="0"/>
              <a:cs typeface="Arial" panose="020B0604020202020204" pitchFamily="34" charset="0"/>
            </a:endParaRPr>
          </a:p>
        </p:txBody>
      </p:sp>
      <p:sp>
        <p:nvSpPr>
          <p:cNvPr id="22" name="圓角矩形 21"/>
          <p:cNvSpPr/>
          <p:nvPr/>
        </p:nvSpPr>
        <p:spPr>
          <a:xfrm>
            <a:off x="7942697" y="2115791"/>
            <a:ext cx="2642350" cy="482152"/>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r>
              <a:rPr lang="en-US" altLang="zh-TW" dirty="0" smtClean="0">
                <a:solidFill>
                  <a:schemeClr val="accent1"/>
                </a:solidFill>
                <a:latin typeface="Arial" panose="020B0604020202020204" pitchFamily="34" charset="0"/>
                <a:cs typeface="Arial" panose="020B0604020202020204" pitchFamily="34" charset="0"/>
              </a:rPr>
              <a:t>HR</a:t>
            </a:r>
            <a:r>
              <a:rPr lang="zh-TW" altLang="en-US" dirty="0" smtClean="0">
                <a:solidFill>
                  <a:schemeClr val="accent1"/>
                </a:solidFill>
                <a:latin typeface="Arial" panose="020B0604020202020204" pitchFamily="34" charset="0"/>
                <a:cs typeface="Arial" panose="020B0604020202020204" pitchFamily="34" charset="0"/>
              </a:rPr>
              <a:t> </a:t>
            </a:r>
            <a:r>
              <a:rPr lang="en-US" altLang="zh-TW" dirty="0" smtClean="0">
                <a:solidFill>
                  <a:schemeClr val="accent1"/>
                </a:solidFill>
                <a:latin typeface="Arial" panose="020B0604020202020204" pitchFamily="34" charset="0"/>
                <a:cs typeface="Arial" panose="020B0604020202020204" pitchFamily="34" charset="0"/>
              </a:rPr>
              <a:t>Administrator</a:t>
            </a:r>
            <a:endParaRPr lang="zh-TW" altLang="en-US" dirty="0">
              <a:solidFill>
                <a:schemeClr val="accent1"/>
              </a:solidFill>
              <a:latin typeface="Arial" panose="020B0604020202020204" pitchFamily="34" charset="0"/>
              <a:cs typeface="Arial" panose="020B0604020202020204" pitchFamily="34" charset="0"/>
            </a:endParaRPr>
          </a:p>
        </p:txBody>
      </p:sp>
      <p:sp>
        <p:nvSpPr>
          <p:cNvPr id="23" name="圓角矩形 22"/>
          <p:cNvSpPr/>
          <p:nvPr/>
        </p:nvSpPr>
        <p:spPr>
          <a:xfrm>
            <a:off x="7942696" y="3790548"/>
            <a:ext cx="2642349" cy="460075"/>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r>
              <a:rPr lang="en-US" altLang="zh-TW" dirty="0" smtClean="0">
                <a:solidFill>
                  <a:schemeClr val="accent1"/>
                </a:solidFill>
                <a:latin typeface="Arial" panose="020B0604020202020204" pitchFamily="34" charset="0"/>
                <a:cs typeface="Arial" panose="020B0604020202020204" pitchFamily="34" charset="0"/>
              </a:rPr>
              <a:t>Department</a:t>
            </a:r>
            <a:r>
              <a:rPr lang="zh-TW" altLang="en-US" dirty="0" smtClean="0">
                <a:solidFill>
                  <a:schemeClr val="accent1"/>
                </a:solidFill>
                <a:latin typeface="Arial" panose="020B0604020202020204" pitchFamily="34" charset="0"/>
                <a:cs typeface="Arial" panose="020B0604020202020204" pitchFamily="34" charset="0"/>
              </a:rPr>
              <a:t> </a:t>
            </a:r>
            <a:r>
              <a:rPr lang="en-US" altLang="zh-TW" dirty="0" smtClean="0">
                <a:solidFill>
                  <a:schemeClr val="accent1"/>
                </a:solidFill>
                <a:latin typeface="Arial" panose="020B0604020202020204" pitchFamily="34" charset="0"/>
                <a:cs typeface="Arial" panose="020B0604020202020204" pitchFamily="34" charset="0"/>
              </a:rPr>
              <a:t>Window</a:t>
            </a:r>
            <a:endParaRPr lang="zh-TW" altLang="en-US" dirty="0">
              <a:solidFill>
                <a:schemeClr val="accent1"/>
              </a:solidFill>
              <a:latin typeface="Arial" panose="020B0604020202020204" pitchFamily="34" charset="0"/>
              <a:cs typeface="Arial" panose="020B0604020202020204" pitchFamily="34" charset="0"/>
            </a:endParaRPr>
          </a:p>
        </p:txBody>
      </p:sp>
      <p:sp>
        <p:nvSpPr>
          <p:cNvPr id="24" name="圓角矩形 23"/>
          <p:cNvSpPr/>
          <p:nvPr/>
        </p:nvSpPr>
        <p:spPr>
          <a:xfrm>
            <a:off x="7942696" y="3239258"/>
            <a:ext cx="2642349" cy="460075"/>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r>
              <a:rPr lang="en-US" altLang="zh-TW" dirty="0" smtClean="0">
                <a:solidFill>
                  <a:schemeClr val="accent1"/>
                </a:solidFill>
                <a:latin typeface="Arial" panose="020B0604020202020204" pitchFamily="34" charset="0"/>
                <a:cs typeface="Arial" panose="020B0604020202020204" pitchFamily="34" charset="0"/>
              </a:rPr>
              <a:t>BU/SBU</a:t>
            </a:r>
            <a:r>
              <a:rPr lang="zh-TW" altLang="en-US" dirty="0" smtClean="0">
                <a:solidFill>
                  <a:schemeClr val="accent1"/>
                </a:solidFill>
                <a:latin typeface="Arial" panose="020B0604020202020204" pitchFamily="34" charset="0"/>
                <a:cs typeface="Arial" panose="020B0604020202020204" pitchFamily="34" charset="0"/>
              </a:rPr>
              <a:t> </a:t>
            </a:r>
            <a:r>
              <a:rPr lang="en-US" altLang="zh-TW" dirty="0" smtClean="0">
                <a:solidFill>
                  <a:schemeClr val="accent1"/>
                </a:solidFill>
                <a:latin typeface="Arial" panose="020B0604020202020204" pitchFamily="34" charset="0"/>
                <a:cs typeface="Arial" panose="020B0604020202020204" pitchFamily="34" charset="0"/>
              </a:rPr>
              <a:t>HR Window</a:t>
            </a:r>
            <a:endParaRPr lang="zh-TW" altLang="en-US" dirty="0">
              <a:solidFill>
                <a:schemeClr val="accent1"/>
              </a:solidFill>
              <a:latin typeface="Arial" panose="020B0604020202020204" pitchFamily="34" charset="0"/>
              <a:cs typeface="Arial" panose="020B0604020202020204" pitchFamily="34" charset="0"/>
            </a:endParaRPr>
          </a:p>
        </p:txBody>
      </p:sp>
      <p:sp>
        <p:nvSpPr>
          <p:cNvPr id="25" name="圓角矩形 24"/>
          <p:cNvSpPr/>
          <p:nvPr/>
        </p:nvSpPr>
        <p:spPr>
          <a:xfrm>
            <a:off x="7942696" y="4895624"/>
            <a:ext cx="2642349" cy="460075"/>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r>
              <a:rPr lang="en-US" altLang="zh-TW" dirty="0" smtClean="0">
                <a:solidFill>
                  <a:schemeClr val="accent1"/>
                </a:solidFill>
                <a:latin typeface="Arial" panose="020B0604020202020204" pitchFamily="34" charset="0"/>
                <a:cs typeface="Arial" panose="020B0604020202020204" pitchFamily="34" charset="0"/>
              </a:rPr>
              <a:t>Common</a:t>
            </a:r>
            <a:r>
              <a:rPr lang="zh-TW" altLang="en-US" dirty="0" smtClean="0">
                <a:solidFill>
                  <a:schemeClr val="accent1"/>
                </a:solidFill>
                <a:latin typeface="Arial" panose="020B0604020202020204" pitchFamily="34" charset="0"/>
                <a:cs typeface="Arial" panose="020B0604020202020204" pitchFamily="34" charset="0"/>
              </a:rPr>
              <a:t> </a:t>
            </a:r>
            <a:r>
              <a:rPr lang="en-US" altLang="zh-TW" dirty="0" smtClean="0">
                <a:solidFill>
                  <a:schemeClr val="accent1"/>
                </a:solidFill>
                <a:latin typeface="Arial" panose="020B0604020202020204" pitchFamily="34" charset="0"/>
                <a:cs typeface="Arial" panose="020B0604020202020204" pitchFamily="34" charset="0"/>
              </a:rPr>
              <a:t>Users</a:t>
            </a:r>
            <a:endParaRPr lang="zh-TW" altLang="en-US" dirty="0">
              <a:solidFill>
                <a:schemeClr val="accent1"/>
              </a:solidFill>
              <a:latin typeface="Arial" panose="020B0604020202020204" pitchFamily="34" charset="0"/>
              <a:cs typeface="Arial" panose="020B0604020202020204" pitchFamily="34" charset="0"/>
            </a:endParaRPr>
          </a:p>
        </p:txBody>
      </p:sp>
      <p:sp>
        <p:nvSpPr>
          <p:cNvPr id="26" name="圓角矩形 25"/>
          <p:cNvSpPr/>
          <p:nvPr/>
        </p:nvSpPr>
        <p:spPr>
          <a:xfrm>
            <a:off x="7942696" y="4332419"/>
            <a:ext cx="2642349" cy="460075"/>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r>
              <a:rPr lang="en-US" altLang="zh-TW" dirty="0" smtClean="0">
                <a:solidFill>
                  <a:schemeClr val="accent1"/>
                </a:solidFill>
                <a:latin typeface="Arial" panose="020B0604020202020204" pitchFamily="34" charset="0"/>
                <a:cs typeface="Arial" panose="020B0604020202020204" pitchFamily="34" charset="0"/>
              </a:rPr>
              <a:t>Approvers</a:t>
            </a:r>
            <a:endParaRPr lang="zh-TW" altLang="en-US" dirty="0">
              <a:solidFill>
                <a:schemeClr val="accent1"/>
              </a:solidFill>
              <a:latin typeface="Arial" panose="020B0604020202020204" pitchFamily="34" charset="0"/>
              <a:cs typeface="Arial" panose="020B0604020202020204" pitchFamily="34" charset="0"/>
            </a:endParaRPr>
          </a:p>
        </p:txBody>
      </p:sp>
      <p:sp>
        <p:nvSpPr>
          <p:cNvPr id="27" name="圓角矩形 26"/>
          <p:cNvSpPr/>
          <p:nvPr/>
        </p:nvSpPr>
        <p:spPr>
          <a:xfrm>
            <a:off x="7942695" y="2692385"/>
            <a:ext cx="3435542" cy="460075"/>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r>
              <a:rPr lang="en-US" altLang="zh-CN" dirty="0" smtClean="0">
                <a:solidFill>
                  <a:schemeClr val="accent1"/>
                </a:solidFill>
                <a:latin typeface="Arial" panose="020B0604020202020204" pitchFamily="34" charset="0"/>
                <a:cs typeface="Arial" panose="020B0604020202020204" pitchFamily="34" charset="0"/>
              </a:rPr>
              <a:t>HR</a:t>
            </a:r>
            <a:r>
              <a:rPr lang="en-US" altLang="zh-TW" dirty="0" smtClean="0">
                <a:solidFill>
                  <a:schemeClr val="accent1"/>
                </a:solidFill>
                <a:latin typeface="Arial" panose="020B0604020202020204" pitchFamily="34" charset="0"/>
                <a:cs typeface="Arial" panose="020B0604020202020204" pitchFamily="34" charset="0"/>
              </a:rPr>
              <a:t> Administrator for sites.</a:t>
            </a:r>
            <a:endParaRPr lang="zh-TW" altLang="en-US" dirty="0">
              <a:solidFill>
                <a:schemeClr val="accent1"/>
              </a:solidFill>
              <a:latin typeface="Arial" panose="020B0604020202020204" pitchFamily="34" charset="0"/>
              <a:cs typeface="Arial" panose="020B0604020202020204" pitchFamily="34" charset="0"/>
            </a:endParaRPr>
          </a:p>
        </p:txBody>
      </p:sp>
      <p:sp>
        <p:nvSpPr>
          <p:cNvPr id="28" name="文字方塊 27"/>
          <p:cNvSpPr txBox="1"/>
          <p:nvPr/>
        </p:nvSpPr>
        <p:spPr>
          <a:xfrm>
            <a:off x="8141991" y="1523673"/>
            <a:ext cx="1569660" cy="369332"/>
          </a:xfrm>
          <a:prstGeom prst="rect">
            <a:avLst/>
          </a:prstGeom>
          <a:noFill/>
        </p:spPr>
        <p:txBody>
          <a:bodyPr wrap="none" rtlCol="0">
            <a:spAutoFit/>
          </a:bodyPr>
          <a:lstStyle/>
          <a:p>
            <a:r>
              <a:rPr lang="en-US" altLang="zh-TW" dirty="0" smtClean="0">
                <a:solidFill>
                  <a:schemeClr val="bg1"/>
                </a:solidFill>
                <a:latin typeface="Arial" panose="020B0604020202020204" pitchFamily="34" charset="0"/>
                <a:cs typeface="Arial" panose="020B0604020202020204" pitchFamily="34" charset="0"/>
              </a:rPr>
              <a:t>Default Roles</a:t>
            </a:r>
            <a:endParaRPr lang="zh-TW" altLang="en-US" dirty="0">
              <a:solidFill>
                <a:schemeClr val="bg1"/>
              </a:solidFill>
              <a:latin typeface="Arial" panose="020B0604020202020204" pitchFamily="34" charset="0"/>
              <a:cs typeface="Arial" panose="020B0604020202020204" pitchFamily="34" charset="0"/>
            </a:endParaRPr>
          </a:p>
        </p:txBody>
      </p:sp>
      <p:sp>
        <p:nvSpPr>
          <p:cNvPr id="29" name="上-下雙向箭號 28"/>
          <p:cNvSpPr/>
          <p:nvPr/>
        </p:nvSpPr>
        <p:spPr>
          <a:xfrm>
            <a:off x="7394352" y="2624838"/>
            <a:ext cx="336430" cy="2466705"/>
          </a:xfrm>
          <a:prstGeom prst="upDownArrow">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30" name="文字方塊 29"/>
          <p:cNvSpPr txBox="1"/>
          <p:nvPr/>
        </p:nvSpPr>
        <p:spPr>
          <a:xfrm>
            <a:off x="7243165" y="2186058"/>
            <a:ext cx="659155" cy="369332"/>
          </a:xfrm>
          <a:prstGeom prst="rect">
            <a:avLst/>
          </a:prstGeom>
          <a:noFill/>
        </p:spPr>
        <p:txBody>
          <a:bodyPr wrap="none" rtlCol="0">
            <a:spAutoFit/>
          </a:bodyPr>
          <a:lstStyle/>
          <a:p>
            <a:r>
              <a:rPr lang="en-US" altLang="zh-TW" dirty="0" smtClean="0">
                <a:solidFill>
                  <a:schemeClr val="bg1"/>
                </a:solidFill>
                <a:latin typeface="Arial" panose="020B0604020202020204" pitchFamily="34" charset="0"/>
                <a:cs typeface="Arial" panose="020B0604020202020204" pitchFamily="34" charset="0"/>
              </a:rPr>
              <a:t>High</a:t>
            </a:r>
            <a:endParaRPr lang="zh-TW" altLang="en-US" dirty="0">
              <a:solidFill>
                <a:schemeClr val="bg1"/>
              </a:solidFill>
              <a:latin typeface="Arial" panose="020B0604020202020204" pitchFamily="34" charset="0"/>
              <a:cs typeface="Arial" panose="020B0604020202020204" pitchFamily="34" charset="0"/>
            </a:endParaRPr>
          </a:p>
        </p:txBody>
      </p:sp>
      <p:sp>
        <p:nvSpPr>
          <p:cNvPr id="31" name="文字方塊 30"/>
          <p:cNvSpPr txBox="1"/>
          <p:nvPr/>
        </p:nvSpPr>
        <p:spPr>
          <a:xfrm>
            <a:off x="7284746" y="5063328"/>
            <a:ext cx="607859" cy="369332"/>
          </a:xfrm>
          <a:prstGeom prst="rect">
            <a:avLst/>
          </a:prstGeom>
          <a:noFill/>
        </p:spPr>
        <p:txBody>
          <a:bodyPr wrap="none" rtlCol="0">
            <a:spAutoFit/>
          </a:bodyPr>
          <a:lstStyle/>
          <a:p>
            <a:r>
              <a:rPr lang="en-US" altLang="zh-TW" dirty="0" smtClean="0">
                <a:solidFill>
                  <a:schemeClr val="bg1"/>
                </a:solidFill>
                <a:latin typeface="Arial" panose="020B0604020202020204" pitchFamily="34" charset="0"/>
                <a:cs typeface="Arial" panose="020B0604020202020204" pitchFamily="34" charset="0"/>
              </a:rPr>
              <a:t>Low</a:t>
            </a:r>
            <a:endParaRPr lang="zh-TW" alt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97078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fontScale="90000"/>
          </a:bodyPr>
          <a:lstStyle/>
          <a:p>
            <a:r>
              <a:rPr lang="en-US" altLang="zh-TW" dirty="0">
                <a:latin typeface="Arial" panose="020B0604020202020204" pitchFamily="34" charset="0"/>
              </a:rPr>
              <a:t>Authorization 2 – </a:t>
            </a:r>
            <a:r>
              <a:rPr lang="en-US" altLang="zh-TW" dirty="0" smtClean="0">
                <a:latin typeface="Arial" panose="020B0604020202020204" pitchFamily="34" charset="0"/>
              </a:rPr>
              <a:t>Examples</a:t>
            </a:r>
            <a:endParaRPr lang="zh-TW" altLang="en-US" dirty="0">
              <a:latin typeface="Arial" panose="020B0604020202020204" pitchFamily="34" charset="0"/>
            </a:endParaRPr>
          </a:p>
        </p:txBody>
      </p:sp>
      <p:sp>
        <p:nvSpPr>
          <p:cNvPr id="3" name="投影片編號版面配置區 2"/>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12</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4" name="頁尾版面配置區 3"/>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7" name="文字方塊 6"/>
          <p:cNvSpPr txBox="1"/>
          <p:nvPr/>
        </p:nvSpPr>
        <p:spPr>
          <a:xfrm>
            <a:off x="884690" y="1052424"/>
            <a:ext cx="1928733" cy="369332"/>
          </a:xfrm>
          <a:prstGeom prst="rect">
            <a:avLst/>
          </a:prstGeom>
          <a:noFill/>
        </p:spPr>
        <p:txBody>
          <a:bodyPr wrap="none" rtlCol="0">
            <a:spAutoFit/>
          </a:bodyPr>
          <a:lstStyle/>
          <a:p>
            <a:r>
              <a:rPr lang="en-US" altLang="zh-TW" dirty="0" smtClean="0">
                <a:solidFill>
                  <a:schemeClr val="bg1"/>
                </a:solidFill>
                <a:latin typeface="Arial" panose="020B0604020202020204" pitchFamily="34" charset="0"/>
                <a:cs typeface="Arial" panose="020B0604020202020204" pitchFamily="34" charset="0"/>
              </a:rPr>
              <a:t>Some examples:</a:t>
            </a:r>
            <a:endParaRPr lang="zh-TW" altLang="en-US" dirty="0">
              <a:solidFill>
                <a:schemeClr val="bg1"/>
              </a:solidFill>
              <a:latin typeface="Arial" panose="020B0604020202020204" pitchFamily="34" charset="0"/>
              <a:cs typeface="Arial" panose="020B0604020202020204" pitchFamily="34"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2505700624"/>
              </p:ext>
            </p:extLst>
          </p:nvPr>
        </p:nvGraphicFramePr>
        <p:xfrm>
          <a:off x="862641" y="1456260"/>
          <a:ext cx="10086700" cy="3906520"/>
        </p:xfrm>
        <a:graphic>
          <a:graphicData uri="http://schemas.openxmlformats.org/drawingml/2006/table">
            <a:tbl>
              <a:tblPr firstRow="1" bandRow="1">
                <a:tableStyleId>{5C22544A-7EE6-4342-B048-85BDC9FD1C3A}</a:tableStyleId>
              </a:tblPr>
              <a:tblGrid>
                <a:gridCol w="1180856">
                  <a:extLst>
                    <a:ext uri="{9D8B030D-6E8A-4147-A177-3AD203B41FA5}">
                      <a16:colId xmlns:a16="http://schemas.microsoft.com/office/drawing/2014/main" val="2623506742"/>
                    </a:ext>
                  </a:extLst>
                </a:gridCol>
                <a:gridCol w="2352545">
                  <a:extLst>
                    <a:ext uri="{9D8B030D-6E8A-4147-A177-3AD203B41FA5}">
                      <a16:colId xmlns:a16="http://schemas.microsoft.com/office/drawing/2014/main" val="2705132830"/>
                    </a:ext>
                  </a:extLst>
                </a:gridCol>
                <a:gridCol w="1208405">
                  <a:extLst>
                    <a:ext uri="{9D8B030D-6E8A-4147-A177-3AD203B41FA5}">
                      <a16:colId xmlns:a16="http://schemas.microsoft.com/office/drawing/2014/main" val="3248861768"/>
                    </a:ext>
                  </a:extLst>
                </a:gridCol>
                <a:gridCol w="1766701">
                  <a:extLst>
                    <a:ext uri="{9D8B030D-6E8A-4147-A177-3AD203B41FA5}">
                      <a16:colId xmlns:a16="http://schemas.microsoft.com/office/drawing/2014/main" val="1167797450"/>
                    </a:ext>
                  </a:extLst>
                </a:gridCol>
                <a:gridCol w="3578193">
                  <a:extLst>
                    <a:ext uri="{9D8B030D-6E8A-4147-A177-3AD203B41FA5}">
                      <a16:colId xmlns:a16="http://schemas.microsoft.com/office/drawing/2014/main" val="2542245253"/>
                    </a:ext>
                  </a:extLst>
                </a:gridCol>
              </a:tblGrid>
              <a:tr h="370840">
                <a:tc>
                  <a:txBody>
                    <a:bodyPr/>
                    <a:lstStyle/>
                    <a:p>
                      <a:r>
                        <a:rPr lang="en-US" altLang="zh-TW" sz="1600" dirty="0" smtClean="0">
                          <a:latin typeface="+mn-lt"/>
                        </a:rPr>
                        <a:t>User</a:t>
                      </a:r>
                      <a:endParaRPr lang="zh-TW" altLang="en-US" sz="16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tcPr>
                </a:tc>
                <a:tc>
                  <a:txBody>
                    <a:bodyPr/>
                    <a:lstStyle/>
                    <a:p>
                      <a:r>
                        <a:rPr lang="en-US" altLang="zh-TW" sz="1600" dirty="0" smtClean="0">
                          <a:latin typeface="+mn-lt"/>
                        </a:rPr>
                        <a:t>Role</a:t>
                      </a:r>
                      <a:endParaRPr lang="zh-TW" altLang="en-US" sz="16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tcPr>
                </a:tc>
                <a:tc>
                  <a:txBody>
                    <a:bodyPr/>
                    <a:lstStyle/>
                    <a:p>
                      <a:r>
                        <a:rPr lang="en-US" altLang="zh-TW" sz="1600" dirty="0" smtClean="0">
                          <a:latin typeface="+mn-lt"/>
                        </a:rPr>
                        <a:t>Org Unit</a:t>
                      </a:r>
                      <a:endParaRPr lang="zh-TW" altLang="en-US" sz="16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tcPr>
                </a:tc>
                <a:tc>
                  <a:txBody>
                    <a:bodyPr/>
                    <a:lstStyle/>
                    <a:p>
                      <a:r>
                        <a:rPr lang="en-US" altLang="zh-TW" sz="1600" dirty="0" smtClean="0">
                          <a:latin typeface="+mn-lt"/>
                        </a:rPr>
                        <a:t>Site</a:t>
                      </a:r>
                      <a:endParaRPr lang="zh-TW" altLang="en-US" sz="16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tcPr>
                </a:tc>
                <a:tc>
                  <a:txBody>
                    <a:bodyPr/>
                    <a:lstStyle/>
                    <a:p>
                      <a:r>
                        <a:rPr lang="en-US" altLang="zh-TW" sz="1600" dirty="0" smtClean="0">
                          <a:latin typeface="+mn-lt"/>
                        </a:rPr>
                        <a:t>Remark</a:t>
                      </a:r>
                      <a:endParaRPr lang="zh-TW" altLang="en-US" sz="16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84044575"/>
                  </a:ext>
                </a:extLst>
              </a:tr>
              <a:tr h="370840">
                <a:tc>
                  <a:txBody>
                    <a:bodyPr/>
                    <a:lstStyle/>
                    <a:p>
                      <a:r>
                        <a:rPr lang="en-US" altLang="zh-TW" sz="1400" dirty="0" smtClean="0">
                          <a:latin typeface="+mn-lt"/>
                        </a:rPr>
                        <a:t>User A</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smtClean="0">
                          <a:solidFill>
                            <a:schemeClr val="accent1"/>
                          </a:solidFill>
                          <a:latin typeface="+mn-lt"/>
                        </a:rPr>
                        <a:t>HR</a:t>
                      </a:r>
                      <a:r>
                        <a:rPr lang="zh-TW" altLang="en-US" sz="1400" dirty="0" smtClean="0">
                          <a:solidFill>
                            <a:schemeClr val="accent1"/>
                          </a:solidFill>
                          <a:latin typeface="+mn-lt"/>
                        </a:rPr>
                        <a:t> </a:t>
                      </a:r>
                      <a:r>
                        <a:rPr lang="en-US" altLang="zh-TW" sz="1400" dirty="0" smtClean="0">
                          <a:solidFill>
                            <a:schemeClr val="accent1"/>
                          </a:solidFill>
                          <a:latin typeface="+mn-lt"/>
                        </a:rPr>
                        <a:t>Super Administrator</a:t>
                      </a:r>
                      <a:endParaRPr lang="zh-TW" altLang="en-US" sz="1400" dirty="0" smtClean="0">
                        <a:solidFill>
                          <a:schemeClr val="accent1"/>
                        </a:solidFill>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en-US" altLang="zh-TW" sz="1400" dirty="0" smtClean="0">
                          <a:latin typeface="+mn-lt"/>
                        </a:rPr>
                        <a:t>All org. units</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en-US" altLang="zh-TW" sz="1400" dirty="0" smtClean="0">
                          <a:latin typeface="+mn-lt"/>
                        </a:rPr>
                        <a:t>All sites</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en-US" altLang="zh-TW" sz="1400" dirty="0" smtClean="0">
                          <a:latin typeface="+mn-lt"/>
                        </a:rPr>
                        <a:t>HR head</a:t>
                      </a:r>
                      <a:r>
                        <a:rPr lang="en-US" altLang="zh-TW" sz="1400" baseline="0" dirty="0" smtClean="0">
                          <a:latin typeface="+mn-lt"/>
                        </a:rPr>
                        <a:t> o</a:t>
                      </a:r>
                      <a:r>
                        <a:rPr lang="en-US" altLang="zh-TW" sz="1400" dirty="0" smtClean="0">
                          <a:latin typeface="+mn-lt"/>
                        </a:rPr>
                        <a:t>r general</a:t>
                      </a:r>
                      <a:r>
                        <a:rPr lang="en-US" altLang="zh-TW" sz="1400" baseline="0" dirty="0" smtClean="0">
                          <a:latin typeface="+mn-lt"/>
                        </a:rPr>
                        <a:t> window,</a:t>
                      </a:r>
                    </a:p>
                    <a:p>
                      <a:r>
                        <a:rPr lang="en-US" altLang="zh-TW" sz="1400" baseline="0" dirty="0" smtClean="0">
                          <a:latin typeface="+mn-lt"/>
                        </a:rPr>
                        <a:t>who has all permissions.</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3283857"/>
                  </a:ext>
                </a:extLst>
              </a:tr>
              <a:tr h="370840">
                <a:tc>
                  <a:txBody>
                    <a:bodyPr/>
                    <a:lstStyle/>
                    <a:p>
                      <a:r>
                        <a:rPr lang="en-US" altLang="zh-TW" sz="1400" dirty="0" smtClean="0">
                          <a:latin typeface="+mn-lt"/>
                        </a:rPr>
                        <a:t>User Test01</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smtClean="0">
                          <a:solidFill>
                            <a:schemeClr val="accent1"/>
                          </a:solidFill>
                          <a:latin typeface="+mn-lt"/>
                        </a:rPr>
                        <a:t>HR</a:t>
                      </a:r>
                      <a:r>
                        <a:rPr lang="zh-TW" altLang="en-US" sz="1400" dirty="0" smtClean="0">
                          <a:solidFill>
                            <a:schemeClr val="accent1"/>
                          </a:solidFill>
                          <a:latin typeface="+mn-lt"/>
                        </a:rPr>
                        <a:t> </a:t>
                      </a:r>
                      <a:r>
                        <a:rPr lang="en-US" altLang="zh-TW" sz="1400" dirty="0" smtClean="0">
                          <a:solidFill>
                            <a:schemeClr val="accent1"/>
                          </a:solidFill>
                          <a:latin typeface="+mn-lt"/>
                        </a:rPr>
                        <a:t>Administrator for Sites</a:t>
                      </a:r>
                      <a:endParaRPr lang="zh-TW" altLang="en-US" sz="1400" dirty="0" smtClean="0">
                        <a:solidFill>
                          <a:schemeClr val="accent1"/>
                        </a:solidFill>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en-US" altLang="zh-TW" sz="1400" dirty="0" smtClean="0">
                          <a:latin typeface="+mn-lt"/>
                        </a:rPr>
                        <a:t>All org. units</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en-US" altLang="zh-TW" sz="1400" dirty="0" smtClean="0">
                          <a:latin typeface="+mn-lt"/>
                        </a:rPr>
                        <a:t>TN</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en-US" altLang="zh-TW" sz="1400" dirty="0" smtClean="0">
                          <a:latin typeface="+mn-lt"/>
                        </a:rPr>
                        <a:t>TN HR general</a:t>
                      </a:r>
                      <a:r>
                        <a:rPr lang="en-US" altLang="zh-TW" sz="1400" baseline="0" dirty="0" smtClean="0">
                          <a:latin typeface="+mn-lt"/>
                        </a:rPr>
                        <a:t> window,</a:t>
                      </a:r>
                    </a:p>
                    <a:p>
                      <a:r>
                        <a:rPr lang="en-US" altLang="zh-TW" sz="1400" baseline="0" dirty="0" smtClean="0">
                          <a:latin typeface="+mn-lt"/>
                        </a:rPr>
                        <a:t>who has all TN permissions.</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70032707"/>
                  </a:ext>
                </a:extLst>
              </a:tr>
              <a:tr h="370840">
                <a:tc>
                  <a:txBody>
                    <a:bodyPr/>
                    <a:lstStyle/>
                    <a:p>
                      <a:r>
                        <a:rPr lang="en-US" altLang="zh-TW" sz="1400" dirty="0" smtClean="0">
                          <a:latin typeface="+mn-lt"/>
                        </a:rPr>
                        <a:t>User Test02</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smtClean="0">
                          <a:solidFill>
                            <a:schemeClr val="accent1"/>
                          </a:solidFill>
                          <a:latin typeface="+mn-lt"/>
                        </a:rPr>
                        <a:t>HR</a:t>
                      </a:r>
                      <a:r>
                        <a:rPr lang="zh-TW" altLang="en-US" sz="1400" dirty="0" smtClean="0">
                          <a:solidFill>
                            <a:schemeClr val="accent1"/>
                          </a:solidFill>
                          <a:latin typeface="+mn-lt"/>
                        </a:rPr>
                        <a:t> </a:t>
                      </a:r>
                      <a:r>
                        <a:rPr lang="en-US" altLang="zh-TW" sz="1400" dirty="0" smtClean="0">
                          <a:solidFill>
                            <a:schemeClr val="accent1"/>
                          </a:solidFill>
                          <a:latin typeface="+mn-lt"/>
                        </a:rPr>
                        <a:t>Administrator for Sites</a:t>
                      </a:r>
                      <a:endParaRPr lang="zh-TW" altLang="en-US" sz="1400" dirty="0" smtClean="0">
                        <a:solidFill>
                          <a:schemeClr val="accent1"/>
                        </a:solidFill>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en-US" altLang="zh-TW" sz="1400" dirty="0" smtClean="0">
                          <a:latin typeface="+mn-lt"/>
                        </a:rPr>
                        <a:t>All org. units</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en-US" altLang="zh-TW" sz="1400" dirty="0" smtClean="0">
                          <a:latin typeface="+mn-lt"/>
                        </a:rPr>
                        <a:t>Site1</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en-US" altLang="zh-TW" sz="1400" dirty="0" smtClean="0">
                          <a:latin typeface="+mn-lt"/>
                        </a:rPr>
                        <a:t>HR </a:t>
                      </a:r>
                      <a:r>
                        <a:rPr lang="en-US" altLang="zh-TW" sz="1400" baseline="0" dirty="0" smtClean="0">
                          <a:latin typeface="+mn-lt"/>
                        </a:rPr>
                        <a:t>window in change of </a:t>
                      </a:r>
                      <a:r>
                        <a:rPr lang="en-US" altLang="zh-TW" sz="1400" baseline="0" dirty="0" smtClean="0">
                          <a:latin typeface="+mn-lt"/>
                        </a:rPr>
                        <a:t>Site1,</a:t>
                      </a:r>
                      <a:endParaRPr lang="en-US" altLang="zh-TW" sz="1400" baseline="0" dirty="0" smtClean="0">
                        <a:latin typeface="+mn-lt"/>
                      </a:endParaRPr>
                    </a:p>
                    <a:p>
                      <a:r>
                        <a:rPr lang="en-US" altLang="zh-TW" sz="1400" baseline="0" dirty="0" smtClean="0">
                          <a:latin typeface="+mn-lt"/>
                        </a:rPr>
                        <a:t>who has all </a:t>
                      </a:r>
                      <a:r>
                        <a:rPr lang="en-US" altLang="zh-TW" sz="1400" baseline="0" dirty="0" smtClean="0">
                          <a:latin typeface="+mn-lt"/>
                        </a:rPr>
                        <a:t>Site1 </a:t>
                      </a:r>
                      <a:r>
                        <a:rPr lang="en-US" altLang="zh-TW" sz="1400" baseline="0" dirty="0" smtClean="0">
                          <a:latin typeface="+mn-lt"/>
                        </a:rPr>
                        <a:t>permissions.</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61328669"/>
                  </a:ext>
                </a:extLst>
              </a:tr>
              <a:tr h="370840">
                <a:tc>
                  <a:txBody>
                    <a:bodyPr/>
                    <a:lstStyle/>
                    <a:p>
                      <a:r>
                        <a:rPr lang="en-US" altLang="zh-TW" sz="1400" dirty="0" smtClean="0">
                          <a:latin typeface="+mn-lt"/>
                        </a:rPr>
                        <a:t>User Test03</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smtClean="0">
                          <a:solidFill>
                            <a:schemeClr val="accent1"/>
                          </a:solidFill>
                          <a:latin typeface="+mn-lt"/>
                        </a:rPr>
                        <a:t>BU &amp; SBU</a:t>
                      </a:r>
                      <a:r>
                        <a:rPr lang="zh-TW" altLang="en-US" sz="1400" dirty="0" smtClean="0">
                          <a:solidFill>
                            <a:schemeClr val="accent1"/>
                          </a:solidFill>
                          <a:latin typeface="+mn-lt"/>
                        </a:rPr>
                        <a:t> </a:t>
                      </a:r>
                      <a:r>
                        <a:rPr lang="en-US" altLang="zh-TW" sz="1400" dirty="0" smtClean="0">
                          <a:solidFill>
                            <a:schemeClr val="accent1"/>
                          </a:solidFill>
                          <a:latin typeface="+mn-lt"/>
                        </a:rPr>
                        <a:t>Window</a:t>
                      </a:r>
                      <a:endParaRPr lang="zh-TW" altLang="en-US" sz="1400" dirty="0" smtClean="0">
                        <a:solidFill>
                          <a:schemeClr val="accent1"/>
                        </a:solidFill>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en-US" altLang="zh-TW" sz="1400" dirty="0" smtClean="0">
                          <a:latin typeface="+mn-lt"/>
                        </a:rPr>
                        <a:t>All DMS departments</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en-US" altLang="zh-TW" sz="1400" dirty="0" smtClean="0">
                          <a:latin typeface="+mn-lt"/>
                        </a:rPr>
                        <a:t>All sites</a:t>
                      </a:r>
                      <a:endParaRPr lang="zh-TW" altLang="en-US" sz="1400" dirty="0" smtClean="0">
                        <a:latin typeface="+mn-lt"/>
                      </a:endParaRPr>
                    </a:p>
                    <a:p>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en-US" altLang="zh-TW" sz="1400" dirty="0" smtClean="0">
                          <a:latin typeface="+mn-lt"/>
                        </a:rPr>
                        <a:t>HR </a:t>
                      </a:r>
                      <a:r>
                        <a:rPr lang="en-US" altLang="zh-TW" sz="1400" baseline="0" dirty="0" smtClean="0">
                          <a:latin typeface="+mn-lt"/>
                        </a:rPr>
                        <a:t>window of DMS,</a:t>
                      </a:r>
                    </a:p>
                    <a:p>
                      <a:r>
                        <a:rPr lang="en-US" altLang="zh-TW" sz="1400" baseline="0" dirty="0" smtClean="0">
                          <a:latin typeface="+mn-lt"/>
                        </a:rPr>
                        <a:t>who has all DMS permissions, but can not do something like administrator.</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93176532"/>
                  </a:ext>
                </a:extLst>
              </a:tr>
              <a:tr h="370840">
                <a:tc>
                  <a:txBody>
                    <a:bodyPr/>
                    <a:lstStyle/>
                    <a:p>
                      <a:r>
                        <a:rPr lang="en-US" altLang="zh-TW" sz="1400" dirty="0" smtClean="0">
                          <a:latin typeface="+mn-lt"/>
                        </a:rPr>
                        <a:t>User Test04</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smtClean="0">
                          <a:solidFill>
                            <a:schemeClr val="accent1"/>
                          </a:solidFill>
                          <a:latin typeface="+mn-lt"/>
                        </a:rPr>
                        <a:t>Department Window</a:t>
                      </a:r>
                      <a:endParaRPr lang="zh-TW" altLang="en-US" sz="1400" dirty="0" smtClean="0">
                        <a:solidFill>
                          <a:schemeClr val="accent1"/>
                        </a:solidFill>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en-US" altLang="zh-TW" sz="1400" dirty="0" smtClean="0">
                          <a:latin typeface="+mn-lt"/>
                        </a:rPr>
                        <a:t>Some departments</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en-US" altLang="zh-TW" sz="1400" dirty="0" smtClean="0">
                          <a:latin typeface="+mn-lt"/>
                        </a:rPr>
                        <a:t>All sites</a:t>
                      </a:r>
                      <a:endParaRPr lang="zh-TW" altLang="en-US" sz="1400" dirty="0" smtClean="0">
                        <a:latin typeface="+mn-lt"/>
                      </a:endParaRPr>
                    </a:p>
                    <a:p>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smtClean="0">
                          <a:latin typeface="+mn-lt"/>
                        </a:rPr>
                        <a:t>HR </a:t>
                      </a:r>
                      <a:r>
                        <a:rPr lang="en-US" altLang="zh-TW" sz="1400" baseline="0" dirty="0" smtClean="0">
                          <a:latin typeface="+mn-lt"/>
                        </a:rPr>
                        <a:t>window of s</a:t>
                      </a:r>
                      <a:r>
                        <a:rPr lang="en-US" altLang="zh-TW" sz="1400" dirty="0" smtClean="0">
                          <a:latin typeface="+mn-lt"/>
                        </a:rPr>
                        <a:t>ome departments</a:t>
                      </a:r>
                      <a:r>
                        <a:rPr lang="en-US" altLang="zh-TW" sz="1400" baseline="0" dirty="0" smtClean="0">
                          <a:latin typeface="+mn-lt"/>
                        </a:rPr>
                        <a:t>,</a:t>
                      </a:r>
                    </a:p>
                    <a:p>
                      <a:r>
                        <a:rPr lang="en-US" altLang="zh-TW" sz="1400" baseline="0" dirty="0" smtClean="0">
                          <a:latin typeface="+mn-lt"/>
                        </a:rPr>
                        <a:t>who has </a:t>
                      </a:r>
                      <a:r>
                        <a:rPr lang="en-US" altLang="zh-TW" sz="1400" dirty="0" smtClean="0">
                          <a:latin typeface="+mn-lt"/>
                        </a:rPr>
                        <a:t>departments </a:t>
                      </a:r>
                      <a:r>
                        <a:rPr lang="en-US" altLang="zh-TW" sz="1400" baseline="0" dirty="0" smtClean="0">
                          <a:latin typeface="+mn-lt"/>
                        </a:rPr>
                        <a:t>permissions, but can do something permitted.</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34100708"/>
                  </a:ext>
                </a:extLst>
              </a:tr>
              <a:tr h="370840">
                <a:tc>
                  <a:txBody>
                    <a:bodyPr/>
                    <a:lstStyle/>
                    <a:p>
                      <a:r>
                        <a:rPr lang="en-US" altLang="zh-TW" sz="1400" dirty="0" smtClean="0">
                          <a:latin typeface="+mn-lt"/>
                        </a:rPr>
                        <a:t>User Test05</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smtClean="0">
                          <a:solidFill>
                            <a:schemeClr val="accent1"/>
                          </a:solidFill>
                          <a:latin typeface="+mn-lt"/>
                        </a:rPr>
                        <a:t>Common User</a:t>
                      </a:r>
                      <a:endParaRPr lang="zh-TW" altLang="en-US" sz="1400" dirty="0" smtClean="0">
                        <a:solidFill>
                          <a:schemeClr val="accent1"/>
                        </a:solidFill>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en-US" altLang="zh-TW" sz="1400" dirty="0" smtClean="0">
                          <a:latin typeface="+mn-lt"/>
                        </a:rPr>
                        <a:t>None</a:t>
                      </a:r>
                      <a:endParaRPr lang="zh-TW" altLang="en-US" sz="14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smtClean="0">
                          <a:latin typeface="+mn-lt"/>
                        </a:rPr>
                        <a:t>None</a:t>
                      </a:r>
                      <a:endParaRPr lang="zh-TW" altLang="en-US" sz="1400" dirty="0" smtClean="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smtClean="0">
                          <a:latin typeface="+mn-lt"/>
                        </a:rPr>
                        <a:t>Can only use personal</a:t>
                      </a:r>
                      <a:r>
                        <a:rPr lang="en-US" altLang="zh-TW" sz="1400" baseline="0" dirty="0" smtClean="0">
                          <a:latin typeface="+mn-lt"/>
                        </a:rPr>
                        <a:t> service, and workflow application.</a:t>
                      </a: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53796632"/>
                  </a:ext>
                </a:extLst>
              </a:tr>
            </a:tbl>
          </a:graphicData>
        </a:graphic>
      </p:graphicFrame>
    </p:spTree>
    <p:extLst>
      <p:ext uri="{BB962C8B-B14F-4D97-AF65-F5344CB8AC3E}">
        <p14:creationId xmlns:p14="http://schemas.microsoft.com/office/powerpoint/2010/main" val="9180030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13</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7" name="圓角矩形 6"/>
          <p:cNvSpPr/>
          <p:nvPr/>
        </p:nvSpPr>
        <p:spPr>
          <a:xfrm>
            <a:off x="2951590" y="2452858"/>
            <a:ext cx="6326880" cy="819510"/>
          </a:xfrm>
          <a:prstGeom prst="roundRect">
            <a:avLst>
              <a:gd name="adj" fmla="val 50000"/>
            </a:avLst>
          </a:prstGeom>
          <a:solidFill>
            <a:schemeClr val="accent5">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8" name="Oval 146"/>
          <p:cNvSpPr/>
          <p:nvPr/>
        </p:nvSpPr>
        <p:spPr>
          <a:xfrm>
            <a:off x="3064723" y="2566193"/>
            <a:ext cx="642342" cy="614835"/>
          </a:xfrm>
          <a:prstGeom prst="ellipse">
            <a:avLst/>
          </a:prstGeom>
          <a:solidFill>
            <a:schemeClr val="accent1"/>
          </a:solidFill>
          <a:ln>
            <a:noFill/>
          </a:ln>
        </p:spPr>
        <p:txBody>
          <a:bodyPr wrap="none" anchor="ctr"/>
          <a:lstStyle/>
          <a:p>
            <a:endParaRPr lang="en-US" sz="2000" dirty="0">
              <a:solidFill>
                <a:schemeClr val="accent1"/>
              </a:solidFill>
              <a:latin typeface="Arial" panose="020B0604020202020204" pitchFamily="34" charset="0"/>
              <a:cs typeface="Arial" panose="020B0604020202020204" pitchFamily="34" charset="0"/>
              <a:sym typeface="+mn-lt"/>
            </a:endParaRPr>
          </a:p>
        </p:txBody>
      </p:sp>
      <p:sp>
        <p:nvSpPr>
          <p:cNvPr id="9" name="PA-AutoShape 13"/>
          <p:cNvSpPr/>
          <p:nvPr>
            <p:custDataLst>
              <p:tags r:id="rId1"/>
            </p:custDataLst>
          </p:nvPr>
        </p:nvSpPr>
        <p:spPr bwMode="auto">
          <a:xfrm>
            <a:off x="3220023" y="2709384"/>
            <a:ext cx="331742" cy="32810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59" y="0"/>
                  <a:pt x="0" y="4859"/>
                  <a:pt x="0" y="10800"/>
                </a:cubicBezTo>
                <a:cubicBezTo>
                  <a:pt x="0" y="16739"/>
                  <a:pt x="4859" y="21600"/>
                  <a:pt x="10800" y="21600"/>
                </a:cubicBezTo>
                <a:cubicBezTo>
                  <a:pt x="16739" y="21600"/>
                  <a:pt x="21600" y="16739"/>
                  <a:pt x="21600" y="10800"/>
                </a:cubicBezTo>
                <a:cubicBezTo>
                  <a:pt x="21600" y="4859"/>
                  <a:pt x="16739" y="0"/>
                  <a:pt x="10800" y="0"/>
                </a:cubicBezTo>
                <a:close/>
                <a:moveTo>
                  <a:pt x="14939" y="4319"/>
                </a:moveTo>
                <a:cubicBezTo>
                  <a:pt x="15659" y="3779"/>
                  <a:pt x="15659" y="3779"/>
                  <a:pt x="15659" y="3779"/>
                </a:cubicBezTo>
                <a:cubicBezTo>
                  <a:pt x="15659" y="3779"/>
                  <a:pt x="15299" y="3059"/>
                  <a:pt x="15479" y="2519"/>
                </a:cubicBezTo>
                <a:cubicBezTo>
                  <a:pt x="15659" y="2519"/>
                  <a:pt x="16379" y="2879"/>
                  <a:pt x="16919" y="3599"/>
                </a:cubicBezTo>
                <a:cubicBezTo>
                  <a:pt x="16559" y="5219"/>
                  <a:pt x="15479" y="5039"/>
                  <a:pt x="15479" y="5039"/>
                </a:cubicBezTo>
                <a:cubicBezTo>
                  <a:pt x="15479" y="5039"/>
                  <a:pt x="14759" y="5039"/>
                  <a:pt x="14939" y="4319"/>
                </a:cubicBezTo>
                <a:close/>
                <a:moveTo>
                  <a:pt x="8459" y="13859"/>
                </a:moveTo>
                <a:cubicBezTo>
                  <a:pt x="8279" y="14039"/>
                  <a:pt x="8099" y="14579"/>
                  <a:pt x="7919" y="15119"/>
                </a:cubicBezTo>
                <a:cubicBezTo>
                  <a:pt x="7739" y="15479"/>
                  <a:pt x="7559" y="15660"/>
                  <a:pt x="7379" y="15839"/>
                </a:cubicBezTo>
                <a:cubicBezTo>
                  <a:pt x="7019" y="16019"/>
                  <a:pt x="7019" y="16379"/>
                  <a:pt x="7019" y="16379"/>
                </a:cubicBezTo>
                <a:cubicBezTo>
                  <a:pt x="6839" y="17099"/>
                  <a:pt x="6839" y="17099"/>
                  <a:pt x="6839" y="17099"/>
                </a:cubicBezTo>
                <a:cubicBezTo>
                  <a:pt x="6839" y="17099"/>
                  <a:pt x="7019" y="17819"/>
                  <a:pt x="7200" y="17999"/>
                </a:cubicBezTo>
                <a:cubicBezTo>
                  <a:pt x="7200" y="18360"/>
                  <a:pt x="6659" y="19799"/>
                  <a:pt x="6659" y="19799"/>
                </a:cubicBezTo>
                <a:cubicBezTo>
                  <a:pt x="6120" y="19620"/>
                  <a:pt x="5940" y="19079"/>
                  <a:pt x="5760" y="18719"/>
                </a:cubicBezTo>
                <a:cubicBezTo>
                  <a:pt x="5760" y="18360"/>
                  <a:pt x="5399" y="18179"/>
                  <a:pt x="5579" y="17819"/>
                </a:cubicBezTo>
                <a:cubicBezTo>
                  <a:pt x="5579" y="17279"/>
                  <a:pt x="5219" y="17099"/>
                  <a:pt x="5039" y="16919"/>
                </a:cubicBezTo>
                <a:cubicBezTo>
                  <a:pt x="4859" y="16559"/>
                  <a:pt x="4679" y="16199"/>
                  <a:pt x="4679" y="16019"/>
                </a:cubicBezTo>
                <a:cubicBezTo>
                  <a:pt x="4679" y="15839"/>
                  <a:pt x="4139" y="15479"/>
                  <a:pt x="4139" y="15479"/>
                </a:cubicBezTo>
                <a:cubicBezTo>
                  <a:pt x="4139" y="15479"/>
                  <a:pt x="3239" y="14940"/>
                  <a:pt x="3060" y="14759"/>
                </a:cubicBezTo>
                <a:cubicBezTo>
                  <a:pt x="2880" y="14579"/>
                  <a:pt x="2699" y="13859"/>
                  <a:pt x="2699" y="13499"/>
                </a:cubicBezTo>
                <a:cubicBezTo>
                  <a:pt x="2699" y="13139"/>
                  <a:pt x="2880" y="12239"/>
                  <a:pt x="2880" y="12239"/>
                </a:cubicBezTo>
                <a:cubicBezTo>
                  <a:pt x="2880" y="12239"/>
                  <a:pt x="3239" y="11879"/>
                  <a:pt x="3060" y="11699"/>
                </a:cubicBezTo>
                <a:cubicBezTo>
                  <a:pt x="2699" y="11519"/>
                  <a:pt x="2699" y="10800"/>
                  <a:pt x="2699" y="10800"/>
                </a:cubicBezTo>
                <a:cubicBezTo>
                  <a:pt x="2339" y="10439"/>
                  <a:pt x="2339" y="10439"/>
                  <a:pt x="2339" y="10439"/>
                </a:cubicBezTo>
                <a:cubicBezTo>
                  <a:pt x="2339" y="10439"/>
                  <a:pt x="1979" y="9899"/>
                  <a:pt x="1800" y="9719"/>
                </a:cubicBezTo>
                <a:cubicBezTo>
                  <a:pt x="1800" y="9359"/>
                  <a:pt x="1800" y="9180"/>
                  <a:pt x="1979" y="8999"/>
                </a:cubicBezTo>
                <a:cubicBezTo>
                  <a:pt x="1979" y="8819"/>
                  <a:pt x="1800" y="8279"/>
                  <a:pt x="1800" y="8099"/>
                </a:cubicBezTo>
                <a:cubicBezTo>
                  <a:pt x="3600" y="3599"/>
                  <a:pt x="6659" y="2699"/>
                  <a:pt x="6659" y="2699"/>
                </a:cubicBezTo>
                <a:cubicBezTo>
                  <a:pt x="6839" y="3599"/>
                  <a:pt x="6839" y="3599"/>
                  <a:pt x="6839" y="3599"/>
                </a:cubicBezTo>
                <a:cubicBezTo>
                  <a:pt x="6839" y="3599"/>
                  <a:pt x="6299" y="3779"/>
                  <a:pt x="6120" y="3779"/>
                </a:cubicBezTo>
                <a:cubicBezTo>
                  <a:pt x="5760" y="3599"/>
                  <a:pt x="5579" y="3599"/>
                  <a:pt x="5579" y="3599"/>
                </a:cubicBezTo>
                <a:cubicBezTo>
                  <a:pt x="5219" y="4139"/>
                  <a:pt x="5219" y="4139"/>
                  <a:pt x="5219" y="4139"/>
                </a:cubicBezTo>
                <a:cubicBezTo>
                  <a:pt x="5219" y="4139"/>
                  <a:pt x="5039" y="4499"/>
                  <a:pt x="5039" y="4679"/>
                </a:cubicBezTo>
                <a:cubicBezTo>
                  <a:pt x="5039" y="4859"/>
                  <a:pt x="5219" y="5219"/>
                  <a:pt x="5219" y="5219"/>
                </a:cubicBezTo>
                <a:cubicBezTo>
                  <a:pt x="5219" y="5219"/>
                  <a:pt x="5760" y="5219"/>
                  <a:pt x="5760" y="5039"/>
                </a:cubicBezTo>
                <a:cubicBezTo>
                  <a:pt x="5760" y="4859"/>
                  <a:pt x="5760" y="4679"/>
                  <a:pt x="5760" y="4679"/>
                </a:cubicBezTo>
                <a:cubicBezTo>
                  <a:pt x="5579" y="4319"/>
                  <a:pt x="5579" y="4319"/>
                  <a:pt x="5579" y="4319"/>
                </a:cubicBezTo>
                <a:cubicBezTo>
                  <a:pt x="5579" y="4319"/>
                  <a:pt x="6120" y="4139"/>
                  <a:pt x="7200" y="4319"/>
                </a:cubicBezTo>
                <a:cubicBezTo>
                  <a:pt x="8459" y="4319"/>
                  <a:pt x="7919" y="5219"/>
                  <a:pt x="8459" y="5399"/>
                </a:cubicBezTo>
                <a:cubicBezTo>
                  <a:pt x="8999" y="5580"/>
                  <a:pt x="8099" y="6299"/>
                  <a:pt x="7919" y="6659"/>
                </a:cubicBezTo>
                <a:cubicBezTo>
                  <a:pt x="7739" y="7019"/>
                  <a:pt x="7379" y="6119"/>
                  <a:pt x="7379" y="6119"/>
                </a:cubicBezTo>
                <a:cubicBezTo>
                  <a:pt x="7379" y="6119"/>
                  <a:pt x="7739" y="5759"/>
                  <a:pt x="7200" y="5759"/>
                </a:cubicBezTo>
                <a:cubicBezTo>
                  <a:pt x="6659" y="5580"/>
                  <a:pt x="6299" y="6479"/>
                  <a:pt x="6659" y="6479"/>
                </a:cubicBezTo>
                <a:cubicBezTo>
                  <a:pt x="6839" y="6479"/>
                  <a:pt x="7200" y="6839"/>
                  <a:pt x="7019" y="7019"/>
                </a:cubicBezTo>
                <a:cubicBezTo>
                  <a:pt x="7019" y="7199"/>
                  <a:pt x="7019" y="7199"/>
                  <a:pt x="6839" y="7739"/>
                </a:cubicBezTo>
                <a:cubicBezTo>
                  <a:pt x="6479" y="8279"/>
                  <a:pt x="6120" y="8639"/>
                  <a:pt x="6120" y="8639"/>
                </a:cubicBezTo>
                <a:cubicBezTo>
                  <a:pt x="6120" y="8639"/>
                  <a:pt x="5760" y="8459"/>
                  <a:pt x="5940" y="8819"/>
                </a:cubicBezTo>
                <a:cubicBezTo>
                  <a:pt x="6120" y="9180"/>
                  <a:pt x="5940" y="9719"/>
                  <a:pt x="5940" y="9899"/>
                </a:cubicBezTo>
                <a:cubicBezTo>
                  <a:pt x="5940" y="10259"/>
                  <a:pt x="5219" y="9719"/>
                  <a:pt x="5219" y="9180"/>
                </a:cubicBezTo>
                <a:cubicBezTo>
                  <a:pt x="5039" y="8639"/>
                  <a:pt x="4499" y="9180"/>
                  <a:pt x="4319" y="9180"/>
                </a:cubicBezTo>
                <a:cubicBezTo>
                  <a:pt x="4139" y="9180"/>
                  <a:pt x="3779" y="8999"/>
                  <a:pt x="3779" y="8819"/>
                </a:cubicBezTo>
                <a:cubicBezTo>
                  <a:pt x="3600" y="8639"/>
                  <a:pt x="2699" y="9359"/>
                  <a:pt x="2519" y="9359"/>
                </a:cubicBezTo>
                <a:cubicBezTo>
                  <a:pt x="2339" y="9539"/>
                  <a:pt x="2339" y="9899"/>
                  <a:pt x="2699" y="9719"/>
                </a:cubicBezTo>
                <a:cubicBezTo>
                  <a:pt x="3060" y="9539"/>
                  <a:pt x="3419" y="9719"/>
                  <a:pt x="3419" y="10079"/>
                </a:cubicBezTo>
                <a:cubicBezTo>
                  <a:pt x="3239" y="10439"/>
                  <a:pt x="2880" y="10259"/>
                  <a:pt x="2880" y="10439"/>
                </a:cubicBezTo>
                <a:cubicBezTo>
                  <a:pt x="3060" y="10800"/>
                  <a:pt x="3419" y="10979"/>
                  <a:pt x="3419" y="11339"/>
                </a:cubicBezTo>
                <a:cubicBezTo>
                  <a:pt x="3600" y="11699"/>
                  <a:pt x="4499" y="11339"/>
                  <a:pt x="4859" y="11160"/>
                </a:cubicBezTo>
                <a:cubicBezTo>
                  <a:pt x="5039" y="11160"/>
                  <a:pt x="5940" y="10979"/>
                  <a:pt x="5940" y="11339"/>
                </a:cubicBezTo>
                <a:cubicBezTo>
                  <a:pt x="6120" y="11699"/>
                  <a:pt x="7019" y="11879"/>
                  <a:pt x="7379" y="11879"/>
                </a:cubicBezTo>
                <a:cubicBezTo>
                  <a:pt x="7739" y="12059"/>
                  <a:pt x="8279" y="12059"/>
                  <a:pt x="8819" y="12419"/>
                </a:cubicBezTo>
                <a:cubicBezTo>
                  <a:pt x="9179" y="12959"/>
                  <a:pt x="8459" y="13679"/>
                  <a:pt x="8459" y="13859"/>
                </a:cubicBezTo>
                <a:close/>
                <a:moveTo>
                  <a:pt x="10619" y="2519"/>
                </a:moveTo>
                <a:cubicBezTo>
                  <a:pt x="10439" y="3059"/>
                  <a:pt x="9719" y="3599"/>
                  <a:pt x="9899" y="3779"/>
                </a:cubicBezTo>
                <a:cubicBezTo>
                  <a:pt x="9899" y="3959"/>
                  <a:pt x="9899" y="4859"/>
                  <a:pt x="9179" y="4139"/>
                </a:cubicBezTo>
                <a:cubicBezTo>
                  <a:pt x="8459" y="3419"/>
                  <a:pt x="7739" y="3239"/>
                  <a:pt x="7919" y="2699"/>
                </a:cubicBezTo>
                <a:cubicBezTo>
                  <a:pt x="7919" y="2519"/>
                  <a:pt x="8639" y="2519"/>
                  <a:pt x="8639" y="2339"/>
                </a:cubicBezTo>
                <a:cubicBezTo>
                  <a:pt x="9540" y="1259"/>
                  <a:pt x="11159" y="1439"/>
                  <a:pt x="11339" y="1799"/>
                </a:cubicBezTo>
                <a:cubicBezTo>
                  <a:pt x="10980" y="2159"/>
                  <a:pt x="10619" y="1979"/>
                  <a:pt x="10619" y="2519"/>
                </a:cubicBezTo>
                <a:close/>
                <a:moveTo>
                  <a:pt x="19259" y="11160"/>
                </a:moveTo>
                <a:cubicBezTo>
                  <a:pt x="19259" y="11160"/>
                  <a:pt x="19619" y="11699"/>
                  <a:pt x="20159" y="11699"/>
                </a:cubicBezTo>
                <a:cubicBezTo>
                  <a:pt x="19799" y="15660"/>
                  <a:pt x="16559" y="18360"/>
                  <a:pt x="16559" y="18360"/>
                </a:cubicBezTo>
                <a:cubicBezTo>
                  <a:pt x="16019" y="17819"/>
                  <a:pt x="16199" y="17279"/>
                  <a:pt x="16199" y="17279"/>
                </a:cubicBezTo>
                <a:cubicBezTo>
                  <a:pt x="16379" y="16559"/>
                  <a:pt x="16379" y="16559"/>
                  <a:pt x="16379" y="16559"/>
                </a:cubicBezTo>
                <a:cubicBezTo>
                  <a:pt x="16379" y="15299"/>
                  <a:pt x="16379" y="15299"/>
                  <a:pt x="16379" y="15299"/>
                </a:cubicBezTo>
                <a:cubicBezTo>
                  <a:pt x="16379" y="15299"/>
                  <a:pt x="16379" y="13859"/>
                  <a:pt x="15119" y="14579"/>
                </a:cubicBezTo>
                <a:cubicBezTo>
                  <a:pt x="13859" y="14940"/>
                  <a:pt x="14400" y="14940"/>
                  <a:pt x="12959" y="14940"/>
                </a:cubicBezTo>
                <a:cubicBezTo>
                  <a:pt x="11520" y="15119"/>
                  <a:pt x="11880" y="12059"/>
                  <a:pt x="11880" y="12059"/>
                </a:cubicBezTo>
                <a:cubicBezTo>
                  <a:pt x="11880" y="7739"/>
                  <a:pt x="15119" y="10979"/>
                  <a:pt x="15119" y="10979"/>
                </a:cubicBezTo>
                <a:cubicBezTo>
                  <a:pt x="17099" y="12419"/>
                  <a:pt x="17459" y="10079"/>
                  <a:pt x="17459" y="10079"/>
                </a:cubicBezTo>
                <a:cubicBezTo>
                  <a:pt x="18719" y="9539"/>
                  <a:pt x="18719" y="9539"/>
                  <a:pt x="18719" y="9539"/>
                </a:cubicBezTo>
                <a:cubicBezTo>
                  <a:pt x="18899" y="8819"/>
                  <a:pt x="18899" y="8819"/>
                  <a:pt x="18899" y="8819"/>
                </a:cubicBezTo>
                <a:cubicBezTo>
                  <a:pt x="18719" y="7919"/>
                  <a:pt x="18719" y="7919"/>
                  <a:pt x="18719" y="7919"/>
                </a:cubicBezTo>
                <a:cubicBezTo>
                  <a:pt x="16739" y="7019"/>
                  <a:pt x="16739" y="7019"/>
                  <a:pt x="16739" y="7019"/>
                </a:cubicBezTo>
                <a:cubicBezTo>
                  <a:pt x="16739" y="7019"/>
                  <a:pt x="16379" y="7739"/>
                  <a:pt x="16919" y="8639"/>
                </a:cubicBezTo>
                <a:cubicBezTo>
                  <a:pt x="16919" y="8639"/>
                  <a:pt x="16739" y="9539"/>
                  <a:pt x="16379" y="9359"/>
                </a:cubicBezTo>
                <a:cubicBezTo>
                  <a:pt x="15119" y="8639"/>
                  <a:pt x="15119" y="8639"/>
                  <a:pt x="15119" y="8639"/>
                </a:cubicBezTo>
                <a:cubicBezTo>
                  <a:pt x="15119" y="8639"/>
                  <a:pt x="14759" y="8459"/>
                  <a:pt x="14220" y="8819"/>
                </a:cubicBezTo>
                <a:cubicBezTo>
                  <a:pt x="13500" y="9359"/>
                  <a:pt x="12419" y="8819"/>
                  <a:pt x="12419" y="8819"/>
                </a:cubicBezTo>
                <a:cubicBezTo>
                  <a:pt x="12419" y="8819"/>
                  <a:pt x="12419" y="8279"/>
                  <a:pt x="13139" y="7919"/>
                </a:cubicBezTo>
                <a:cubicBezTo>
                  <a:pt x="13679" y="7559"/>
                  <a:pt x="13679" y="7559"/>
                  <a:pt x="13679" y="7559"/>
                </a:cubicBezTo>
                <a:cubicBezTo>
                  <a:pt x="13679" y="7559"/>
                  <a:pt x="13500" y="6839"/>
                  <a:pt x="13679" y="6299"/>
                </a:cubicBezTo>
                <a:cubicBezTo>
                  <a:pt x="13859" y="5759"/>
                  <a:pt x="14039" y="6299"/>
                  <a:pt x="14579" y="5939"/>
                </a:cubicBezTo>
                <a:cubicBezTo>
                  <a:pt x="15119" y="5580"/>
                  <a:pt x="15479" y="6659"/>
                  <a:pt x="16199" y="6479"/>
                </a:cubicBezTo>
                <a:cubicBezTo>
                  <a:pt x="16919" y="6479"/>
                  <a:pt x="16559" y="6299"/>
                  <a:pt x="17099" y="5939"/>
                </a:cubicBezTo>
                <a:cubicBezTo>
                  <a:pt x="17639" y="5759"/>
                  <a:pt x="17999" y="6479"/>
                  <a:pt x="17999" y="6479"/>
                </a:cubicBezTo>
                <a:cubicBezTo>
                  <a:pt x="19080" y="6659"/>
                  <a:pt x="19080" y="6659"/>
                  <a:pt x="19080" y="6659"/>
                </a:cubicBezTo>
                <a:cubicBezTo>
                  <a:pt x="19080" y="6659"/>
                  <a:pt x="18899" y="5399"/>
                  <a:pt x="18899" y="5759"/>
                </a:cubicBezTo>
                <a:cubicBezTo>
                  <a:pt x="19619" y="6839"/>
                  <a:pt x="20520" y="9899"/>
                  <a:pt x="20159" y="10439"/>
                </a:cubicBezTo>
                <a:cubicBezTo>
                  <a:pt x="19979" y="10259"/>
                  <a:pt x="19799" y="10259"/>
                  <a:pt x="19799" y="10259"/>
                </a:cubicBezTo>
                <a:cubicBezTo>
                  <a:pt x="18539" y="10259"/>
                  <a:pt x="18539" y="10259"/>
                  <a:pt x="18539" y="10259"/>
                </a:cubicBezTo>
                <a:lnTo>
                  <a:pt x="19259" y="11160"/>
                </a:lnTo>
                <a:close/>
              </a:path>
            </a:pathLst>
          </a:custGeom>
          <a:solidFill>
            <a:srgbClr val="FFFFFF"/>
          </a:solidFill>
          <a:ln>
            <a:noFill/>
          </a:ln>
          <a:effectLst/>
        </p:spPr>
        <p:txBody>
          <a:bodyPr lIns="45719" tIns="45719" rIns="45719" bIns="45719"/>
          <a:lstStyle/>
          <a:p>
            <a:pPr>
              <a:defRPr/>
            </a:pPr>
            <a:endParaRPr lang="es-ES" dirty="0">
              <a:solidFill>
                <a:schemeClr val="bg1"/>
              </a:solidFill>
              <a:latin typeface="Arial" panose="020B0604020202020204" pitchFamily="34" charset="0"/>
              <a:cs typeface="Arial" panose="020B0604020202020204" pitchFamily="34" charset="0"/>
              <a:sym typeface="+mn-lt"/>
            </a:endParaRPr>
          </a:p>
        </p:txBody>
      </p:sp>
      <p:sp>
        <p:nvSpPr>
          <p:cNvPr id="10" name="矩形 9"/>
          <p:cNvSpPr/>
          <p:nvPr/>
        </p:nvSpPr>
        <p:spPr>
          <a:xfrm>
            <a:off x="3760855" y="2654649"/>
            <a:ext cx="4935967" cy="461665"/>
          </a:xfrm>
          <a:prstGeom prst="rect">
            <a:avLst/>
          </a:prstGeom>
        </p:spPr>
        <p:txBody>
          <a:bodyPr wrap="none">
            <a:spAutoFit/>
          </a:bodyPr>
          <a:lstStyle/>
          <a:p>
            <a:r>
              <a:rPr lang="en-US" altLang="zh-TW" sz="2400" b="1" dirty="0">
                <a:solidFill>
                  <a:schemeClr val="accent3">
                    <a:lumMod val="40000"/>
                    <a:lumOff val="60000"/>
                  </a:schemeClr>
                </a:solidFill>
                <a:latin typeface="Arial" panose="020B0604020202020204" pitchFamily="34" charset="0"/>
                <a:ea typeface="Microsoft YaHei UI" panose="020B0503020204020204" pitchFamily="34" charset="-122"/>
                <a:cs typeface="Arial" panose="020B0604020202020204" pitchFamily="34" charset="0"/>
              </a:rPr>
              <a:t>Organization Units &amp; Employees</a:t>
            </a:r>
          </a:p>
        </p:txBody>
      </p:sp>
      <p:sp>
        <p:nvSpPr>
          <p:cNvPr id="11" name="PA-矩形 4"/>
          <p:cNvSpPr>
            <a:spLocks noChangeArrowheads="1"/>
          </p:cNvSpPr>
          <p:nvPr>
            <p:custDataLst>
              <p:tags r:id="rId2"/>
            </p:custDataLst>
          </p:nvPr>
        </p:nvSpPr>
        <p:spPr bwMode="auto">
          <a:xfrm>
            <a:off x="3841177" y="3547368"/>
            <a:ext cx="5229674"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Organization structure </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Employees’ </a:t>
            </a:r>
            <a:r>
              <a:rPr lang="en-US" altLang="zh-CN" sz="2000" dirty="0" smtClean="0">
                <a:solidFill>
                  <a:schemeClr val="bg1"/>
                </a:solidFill>
                <a:ea typeface="Microsoft YaHei UI" panose="020B0503020204020204" pitchFamily="34" charset="-122"/>
                <a:cs typeface="Arial" panose="020B0604020202020204" pitchFamily="34" charset="0"/>
                <a:sym typeface="+mn-lt"/>
              </a:rPr>
              <a:t>fields</a:t>
            </a:r>
            <a:endParaRPr lang="en-US" altLang="zh-CN" sz="2000" dirty="0">
              <a:solidFill>
                <a:schemeClr val="bg1"/>
              </a:solidFill>
              <a:ea typeface="Microsoft YaHei UI" panose="020B0503020204020204" pitchFamily="34" charset="-122"/>
              <a:cs typeface="Arial" panose="020B0604020202020204" pitchFamily="34" charset="0"/>
              <a:sym typeface="+mn-lt"/>
            </a:endParaRPr>
          </a:p>
        </p:txBody>
      </p:sp>
    </p:spTree>
    <p:extLst>
      <p:ext uri="{BB962C8B-B14F-4D97-AF65-F5344CB8AC3E}">
        <p14:creationId xmlns:p14="http://schemas.microsoft.com/office/powerpoint/2010/main" val="26026928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Google Shape;230;p5">
            <a:extLst>
              <a:ext uri="{FF2B5EF4-FFF2-40B4-BE49-F238E27FC236}">
                <a16:creationId xmlns:a16="http://schemas.microsoft.com/office/drawing/2014/main" id="{5E717F12-CBFD-A09B-12DA-3D2EC1D9AB24}"/>
              </a:ext>
            </a:extLst>
          </p:cNvPr>
          <p:cNvSpPr/>
          <p:nvPr/>
        </p:nvSpPr>
        <p:spPr>
          <a:xfrm>
            <a:off x="4963961" y="1856916"/>
            <a:ext cx="6669237" cy="4463201"/>
          </a:xfrm>
          <a:prstGeom prst="roundRect">
            <a:avLst>
              <a:gd name="adj" fmla="val 4729"/>
            </a:avLst>
          </a:prstGeom>
          <a:gradFill>
            <a:gsLst>
              <a:gs pos="0">
                <a:schemeClr val="accent5">
                  <a:lumMod val="50000"/>
                  <a:alpha val="20000"/>
                </a:schemeClr>
              </a:gs>
              <a:gs pos="100000">
                <a:schemeClr val="accent5">
                  <a:lumMod val="50000"/>
                  <a:alpha val="3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1" algn="ctr" defTabSz="488950">
              <a:spcBef>
                <a:spcPts val="600"/>
              </a:spcBef>
              <a:spcAft>
                <a:spcPct val="15000"/>
              </a:spcAft>
            </a:pPr>
            <a:endParaRPr lang="en-US" altLang="zh-TW" sz="3200">
              <a:solidFill>
                <a:schemeClr val="bg1"/>
              </a:solidFill>
              <a:latin typeface="Arial" panose="020B0604020202020204" pitchFamily="34" charset="0"/>
              <a:cs typeface="Arial" panose="020B0604020202020204" pitchFamily="34" charset="0"/>
            </a:endParaRPr>
          </a:p>
        </p:txBody>
      </p:sp>
      <p:sp>
        <p:nvSpPr>
          <p:cNvPr id="2" name="標題 1"/>
          <p:cNvSpPr>
            <a:spLocks noGrp="1"/>
          </p:cNvSpPr>
          <p:nvPr>
            <p:ph type="title"/>
          </p:nvPr>
        </p:nvSpPr>
        <p:spPr/>
        <p:txBody>
          <a:bodyPr>
            <a:normAutofit fontScale="90000"/>
          </a:bodyPr>
          <a:lstStyle/>
          <a:p>
            <a:r>
              <a:rPr lang="en-US" altLang="zh-TW" dirty="0">
                <a:latin typeface="Arial" panose="020B0604020202020204" pitchFamily="34" charset="0"/>
              </a:rPr>
              <a:t>Organization Structure </a:t>
            </a:r>
            <a:endParaRPr lang="zh-TW" altLang="en-US" dirty="0">
              <a:latin typeface="Arial" panose="020B0604020202020204" pitchFamily="34" charset="0"/>
            </a:endParaRPr>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14</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6" name="矩形 5"/>
          <p:cNvSpPr/>
          <p:nvPr/>
        </p:nvSpPr>
        <p:spPr>
          <a:xfrm>
            <a:off x="931653" y="1811705"/>
            <a:ext cx="3752490" cy="283008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7" name="文字方塊 6"/>
          <p:cNvSpPr txBox="1"/>
          <p:nvPr/>
        </p:nvSpPr>
        <p:spPr>
          <a:xfrm>
            <a:off x="850184" y="974786"/>
            <a:ext cx="11170622" cy="369332"/>
          </a:xfrm>
          <a:prstGeom prst="rect">
            <a:avLst/>
          </a:prstGeom>
          <a:noFill/>
        </p:spPr>
        <p:txBody>
          <a:bodyPr wrap="none" rtlCol="0">
            <a:spAutoFit/>
          </a:bodyPr>
          <a:lstStyle/>
          <a:p>
            <a:r>
              <a:rPr lang="en-US" altLang="zh-TW" dirty="0">
                <a:solidFill>
                  <a:schemeClr val="bg1"/>
                </a:solidFill>
                <a:latin typeface="Arial" panose="020B0604020202020204" pitchFamily="34" charset="0"/>
                <a:cs typeface="Arial" panose="020B0604020202020204" pitchFamily="34" charset="0"/>
              </a:rPr>
              <a:t>Organizations </a:t>
            </a:r>
            <a:r>
              <a:rPr lang="en-US" altLang="zh-TW" dirty="0" smtClean="0">
                <a:solidFill>
                  <a:schemeClr val="bg1"/>
                </a:solidFill>
                <a:latin typeface="Arial" panose="020B0604020202020204" pitchFamily="34" charset="0"/>
                <a:cs typeface="Arial" panose="020B0604020202020204" pitchFamily="34" charset="0"/>
              </a:rPr>
              <a:t>sync </a:t>
            </a:r>
            <a:r>
              <a:rPr lang="en-US" altLang="zh-TW" dirty="0">
                <a:solidFill>
                  <a:schemeClr val="bg1"/>
                </a:solidFill>
                <a:latin typeface="Arial" panose="020B0604020202020204" pitchFamily="34" charset="0"/>
                <a:cs typeface="Arial" panose="020B0604020202020204" pitchFamily="34" charset="0"/>
              </a:rPr>
              <a:t>directly from </a:t>
            </a:r>
            <a:r>
              <a:rPr lang="en-US" altLang="zh-TW" dirty="0" smtClean="0">
                <a:solidFill>
                  <a:schemeClr val="bg1"/>
                </a:solidFill>
                <a:latin typeface="Arial" panose="020B0604020202020204" pitchFamily="34" charset="0"/>
                <a:cs typeface="Arial" panose="020B0604020202020204" pitchFamily="34" charset="0"/>
              </a:rPr>
              <a:t>PA (Personnel), </a:t>
            </a:r>
            <a:r>
              <a:rPr lang="en-US" altLang="zh-TW" dirty="0">
                <a:solidFill>
                  <a:schemeClr val="bg1"/>
                </a:solidFill>
                <a:latin typeface="Arial" panose="020B0604020202020204" pitchFamily="34" charset="0"/>
                <a:cs typeface="Arial" panose="020B0604020202020204" pitchFamily="34" charset="0"/>
              </a:rPr>
              <a:t>and indirectly from </a:t>
            </a:r>
            <a:r>
              <a:rPr lang="en-US" altLang="zh-TW" dirty="0" smtClean="0">
                <a:solidFill>
                  <a:schemeClr val="bg1"/>
                </a:solidFill>
                <a:latin typeface="Arial" panose="020B0604020202020204" pitchFamily="34" charset="0"/>
                <a:cs typeface="Arial" panose="020B0604020202020204" pitchFamily="34" charset="0"/>
              </a:rPr>
              <a:t>organizational </a:t>
            </a:r>
            <a:r>
              <a:rPr lang="en-US" altLang="zh-TW" dirty="0">
                <a:solidFill>
                  <a:schemeClr val="bg1"/>
                </a:solidFill>
                <a:latin typeface="Arial" panose="020B0604020202020204" pitchFamily="34" charset="0"/>
                <a:cs typeface="Arial" panose="020B0604020202020204" pitchFamily="34" charset="0"/>
              </a:rPr>
              <a:t>management </a:t>
            </a:r>
            <a:r>
              <a:rPr lang="en-US" altLang="zh-TW" dirty="0" smtClean="0">
                <a:solidFill>
                  <a:schemeClr val="bg1"/>
                </a:solidFill>
                <a:latin typeface="Arial" panose="020B0604020202020204" pitchFamily="34" charset="0"/>
                <a:cs typeface="Arial" panose="020B0604020202020204" pitchFamily="34" charset="0"/>
              </a:rPr>
              <a:t>system.</a:t>
            </a:r>
            <a:endParaRPr lang="zh-TW" altLang="en-US" dirty="0">
              <a:solidFill>
                <a:schemeClr val="bg1"/>
              </a:solidFill>
              <a:latin typeface="Arial" panose="020B0604020202020204" pitchFamily="34" charset="0"/>
              <a:cs typeface="Arial" panose="020B0604020202020204" pitchFamily="34" charset="0"/>
            </a:endParaRPr>
          </a:p>
        </p:txBody>
      </p:sp>
      <p:sp>
        <p:nvSpPr>
          <p:cNvPr id="8" name="文字方塊 7"/>
          <p:cNvSpPr txBox="1"/>
          <p:nvPr/>
        </p:nvSpPr>
        <p:spPr>
          <a:xfrm>
            <a:off x="5071695" y="1961883"/>
            <a:ext cx="1327608" cy="338554"/>
          </a:xfrm>
          <a:prstGeom prst="rect">
            <a:avLst/>
          </a:prstGeom>
          <a:noFill/>
        </p:spPr>
        <p:txBody>
          <a:bodyPr wrap="none" rtlCol="0">
            <a:spAutoFit/>
          </a:bodyPr>
          <a:lstStyle/>
          <a:p>
            <a:r>
              <a:rPr lang="en-US" altLang="zh-CN" sz="1600" dirty="0" smtClean="0">
                <a:solidFill>
                  <a:schemeClr val="bg1"/>
                </a:solidFill>
                <a:latin typeface="Arial" panose="020B0604020202020204" pitchFamily="34" charset="0"/>
                <a:cs typeface="Arial" panose="020B0604020202020204" pitchFamily="34" charset="0"/>
              </a:rPr>
              <a:t>Org. Unit ID:</a:t>
            </a:r>
            <a:endParaRPr lang="zh-TW" altLang="en-US" sz="1600" dirty="0">
              <a:solidFill>
                <a:schemeClr val="bg1"/>
              </a:solidFill>
              <a:latin typeface="Arial" panose="020B0604020202020204" pitchFamily="34" charset="0"/>
              <a:cs typeface="Arial" panose="020B0604020202020204" pitchFamily="34" charset="0"/>
            </a:endParaRPr>
          </a:p>
        </p:txBody>
      </p:sp>
      <p:sp>
        <p:nvSpPr>
          <p:cNvPr id="9" name="文字方塊 8"/>
          <p:cNvSpPr txBox="1"/>
          <p:nvPr/>
        </p:nvSpPr>
        <p:spPr>
          <a:xfrm>
            <a:off x="5071695" y="2497467"/>
            <a:ext cx="2055371" cy="338554"/>
          </a:xfrm>
          <a:prstGeom prst="rect">
            <a:avLst/>
          </a:prstGeom>
          <a:noFill/>
        </p:spPr>
        <p:txBody>
          <a:bodyPr wrap="none" rtlCol="0">
            <a:spAutoFit/>
          </a:bodyPr>
          <a:lstStyle/>
          <a:p>
            <a:r>
              <a:rPr lang="en-US" altLang="zh-CN" sz="1600" dirty="0" smtClean="0">
                <a:solidFill>
                  <a:schemeClr val="bg1"/>
                </a:solidFill>
                <a:latin typeface="Arial" panose="020B0604020202020204" pitchFamily="34" charset="0"/>
                <a:cs typeface="Arial" panose="020B0604020202020204" pitchFamily="34" charset="0"/>
              </a:rPr>
              <a:t>Org. Unit Full Name:</a:t>
            </a:r>
            <a:endParaRPr lang="zh-TW" altLang="en-US" sz="1600" dirty="0">
              <a:solidFill>
                <a:schemeClr val="bg1"/>
              </a:solidFill>
              <a:latin typeface="Arial" panose="020B0604020202020204" pitchFamily="34" charset="0"/>
              <a:cs typeface="Arial" panose="020B0604020202020204" pitchFamily="34" charset="0"/>
            </a:endParaRPr>
          </a:p>
        </p:txBody>
      </p:sp>
      <p:sp>
        <p:nvSpPr>
          <p:cNvPr id="10" name="文字方塊 9"/>
          <p:cNvSpPr txBox="1"/>
          <p:nvPr/>
        </p:nvSpPr>
        <p:spPr>
          <a:xfrm>
            <a:off x="5071695" y="3024258"/>
            <a:ext cx="1984839" cy="338554"/>
          </a:xfrm>
          <a:prstGeom prst="rect">
            <a:avLst/>
          </a:prstGeom>
          <a:noFill/>
        </p:spPr>
        <p:txBody>
          <a:bodyPr wrap="none" rtlCol="0">
            <a:spAutoFit/>
          </a:bodyPr>
          <a:lstStyle/>
          <a:p>
            <a:r>
              <a:rPr lang="en-US" altLang="zh-TW" sz="1600" dirty="0" smtClean="0">
                <a:solidFill>
                  <a:schemeClr val="bg1"/>
                </a:solidFill>
                <a:latin typeface="Arial" panose="020B0604020202020204" pitchFamily="34" charset="0"/>
                <a:cs typeface="Arial" panose="020B0604020202020204" pitchFamily="34" charset="0"/>
              </a:rPr>
              <a:t>Abbreviation Name:</a:t>
            </a:r>
            <a:endParaRPr lang="zh-TW" altLang="en-US" sz="1600" dirty="0">
              <a:solidFill>
                <a:schemeClr val="bg1"/>
              </a:solidFill>
              <a:latin typeface="Arial" panose="020B0604020202020204" pitchFamily="34" charset="0"/>
              <a:cs typeface="Arial" panose="020B0604020202020204" pitchFamily="34" charset="0"/>
            </a:endParaRPr>
          </a:p>
        </p:txBody>
      </p:sp>
      <p:sp>
        <p:nvSpPr>
          <p:cNvPr id="11" name="文字方塊 10"/>
          <p:cNvSpPr txBox="1"/>
          <p:nvPr/>
        </p:nvSpPr>
        <p:spPr>
          <a:xfrm>
            <a:off x="5088370" y="3378856"/>
            <a:ext cx="1337226" cy="338554"/>
          </a:xfrm>
          <a:prstGeom prst="rect">
            <a:avLst/>
          </a:prstGeom>
          <a:noFill/>
        </p:spPr>
        <p:txBody>
          <a:bodyPr wrap="none" rtlCol="0">
            <a:spAutoFit/>
          </a:bodyPr>
          <a:lstStyle/>
          <a:p>
            <a:r>
              <a:rPr lang="en-US" altLang="zh-TW" sz="1600" dirty="0">
                <a:solidFill>
                  <a:schemeClr val="bg1"/>
                </a:solidFill>
                <a:latin typeface="Arial" panose="020B0604020202020204" pitchFamily="34" charset="0"/>
                <a:cs typeface="Arial" panose="020B0604020202020204" pitchFamily="34" charset="0"/>
              </a:rPr>
              <a:t>Cost </a:t>
            </a:r>
            <a:r>
              <a:rPr lang="en-US" altLang="zh-TW" sz="1600" dirty="0" smtClean="0">
                <a:solidFill>
                  <a:schemeClr val="bg1"/>
                </a:solidFill>
                <a:latin typeface="Arial" panose="020B0604020202020204" pitchFamily="34" charset="0"/>
                <a:cs typeface="Arial" panose="020B0604020202020204" pitchFamily="34" charset="0"/>
              </a:rPr>
              <a:t>Center:</a:t>
            </a:r>
            <a:endParaRPr lang="zh-TW" altLang="en-US" sz="1600" dirty="0">
              <a:solidFill>
                <a:schemeClr val="bg1"/>
              </a:solidFill>
              <a:latin typeface="Arial" panose="020B0604020202020204" pitchFamily="34" charset="0"/>
              <a:cs typeface="Arial" panose="020B0604020202020204" pitchFamily="34" charset="0"/>
            </a:endParaRPr>
          </a:p>
        </p:txBody>
      </p:sp>
      <p:sp>
        <p:nvSpPr>
          <p:cNvPr id="12" name="文字方塊 11"/>
          <p:cNvSpPr txBox="1"/>
          <p:nvPr/>
        </p:nvSpPr>
        <p:spPr>
          <a:xfrm>
            <a:off x="5105045" y="3940818"/>
            <a:ext cx="1951175" cy="338554"/>
          </a:xfrm>
          <a:prstGeom prst="rect">
            <a:avLst/>
          </a:prstGeom>
          <a:noFill/>
        </p:spPr>
        <p:txBody>
          <a:bodyPr wrap="none" rtlCol="0">
            <a:spAutoFit/>
          </a:bodyPr>
          <a:lstStyle/>
          <a:p>
            <a:r>
              <a:rPr lang="en-US" altLang="zh-CN" sz="1600" dirty="0" smtClean="0">
                <a:solidFill>
                  <a:schemeClr val="bg1"/>
                </a:solidFill>
                <a:latin typeface="Arial" panose="020B0604020202020204" pitchFamily="34" charset="0"/>
                <a:cs typeface="Arial" panose="020B0604020202020204" pitchFamily="34" charset="0"/>
              </a:rPr>
              <a:t>Organization Level:</a:t>
            </a:r>
            <a:endParaRPr lang="zh-TW" altLang="en-US" sz="1600" dirty="0">
              <a:solidFill>
                <a:schemeClr val="bg1"/>
              </a:solidFill>
              <a:latin typeface="Arial" panose="020B0604020202020204" pitchFamily="34" charset="0"/>
              <a:cs typeface="Arial" panose="020B0604020202020204" pitchFamily="34" charset="0"/>
            </a:endParaRPr>
          </a:p>
        </p:txBody>
      </p:sp>
      <p:sp>
        <p:nvSpPr>
          <p:cNvPr id="13" name="文字方塊 12"/>
          <p:cNvSpPr txBox="1"/>
          <p:nvPr/>
        </p:nvSpPr>
        <p:spPr>
          <a:xfrm>
            <a:off x="5105044" y="4641795"/>
            <a:ext cx="1324402" cy="338554"/>
          </a:xfrm>
          <a:prstGeom prst="rect">
            <a:avLst/>
          </a:prstGeom>
          <a:noFill/>
        </p:spPr>
        <p:txBody>
          <a:bodyPr wrap="none" rtlCol="0">
            <a:spAutoFit/>
          </a:bodyPr>
          <a:lstStyle/>
          <a:p>
            <a:r>
              <a:rPr lang="en-US" altLang="zh-CN" sz="1600" dirty="0" smtClean="0">
                <a:solidFill>
                  <a:schemeClr val="bg1"/>
                </a:solidFill>
                <a:latin typeface="Arial" panose="020B0604020202020204" pitchFamily="34" charset="0"/>
                <a:cs typeface="Arial" panose="020B0604020202020204" pitchFamily="34" charset="0"/>
              </a:rPr>
              <a:t>Supervisors:</a:t>
            </a:r>
            <a:endParaRPr lang="zh-TW" altLang="en-US" sz="1600" dirty="0">
              <a:solidFill>
                <a:schemeClr val="bg1"/>
              </a:solidFill>
              <a:latin typeface="Arial" panose="020B0604020202020204" pitchFamily="34" charset="0"/>
              <a:cs typeface="Arial" panose="020B0604020202020204" pitchFamily="34" charset="0"/>
            </a:endParaRPr>
          </a:p>
        </p:txBody>
      </p:sp>
      <p:sp>
        <p:nvSpPr>
          <p:cNvPr id="14" name="矩形 13"/>
          <p:cNvSpPr/>
          <p:nvPr/>
        </p:nvSpPr>
        <p:spPr>
          <a:xfrm>
            <a:off x="5071695" y="1442373"/>
            <a:ext cx="2877711" cy="369332"/>
          </a:xfrm>
          <a:prstGeom prst="rect">
            <a:avLst/>
          </a:prstGeom>
        </p:spPr>
        <p:txBody>
          <a:bodyPr wrap="none">
            <a:spAutoFit/>
          </a:bodyPr>
          <a:lstStyle/>
          <a:p>
            <a:r>
              <a:rPr lang="en-US" altLang="zh-CN" b="1" dirty="0" smtClean="0">
                <a:solidFill>
                  <a:schemeClr val="accent3">
                    <a:lumMod val="40000"/>
                    <a:lumOff val="60000"/>
                  </a:schemeClr>
                </a:solidFill>
                <a:latin typeface="Arial" panose="020B0604020202020204" pitchFamily="34" charset="0"/>
                <a:cs typeface="Arial" panose="020B0604020202020204" pitchFamily="34" charset="0"/>
                <a:sym typeface="+mn-lt"/>
              </a:rPr>
              <a:t>Organization Properties:</a:t>
            </a:r>
            <a:endParaRPr lang="zh-TW" altLang="en-US" dirty="0">
              <a:solidFill>
                <a:schemeClr val="accent3">
                  <a:lumMod val="40000"/>
                  <a:lumOff val="60000"/>
                </a:schemeClr>
              </a:solidFill>
              <a:latin typeface="Arial" panose="020B0604020202020204" pitchFamily="34" charset="0"/>
              <a:cs typeface="Arial" panose="020B0604020202020204" pitchFamily="34" charset="0"/>
            </a:endParaRPr>
          </a:p>
        </p:txBody>
      </p:sp>
      <p:sp>
        <p:nvSpPr>
          <p:cNvPr id="15" name="矩形 14"/>
          <p:cNvSpPr/>
          <p:nvPr/>
        </p:nvSpPr>
        <p:spPr>
          <a:xfrm>
            <a:off x="7021907" y="1953091"/>
            <a:ext cx="968535" cy="338554"/>
          </a:xfrm>
          <a:prstGeom prst="rect">
            <a:avLst/>
          </a:prstGeom>
        </p:spPr>
        <p:txBody>
          <a:bodyPr wrap="none">
            <a:spAutoFit/>
          </a:bodyPr>
          <a:lstStyle/>
          <a:p>
            <a:r>
              <a:rPr lang="en-US" altLang="zh-CN" sz="1600" b="1" dirty="0">
                <a:solidFill>
                  <a:schemeClr val="accent3">
                    <a:lumMod val="40000"/>
                    <a:lumOff val="60000"/>
                  </a:schemeClr>
                </a:solidFill>
                <a:latin typeface="Arial" panose="020B0604020202020204" pitchFamily="34" charset="0"/>
                <a:cs typeface="Arial" panose="020B0604020202020204" pitchFamily="34" charset="0"/>
                <a:sym typeface="+mn-lt"/>
              </a:rPr>
              <a:t>RB9T77</a:t>
            </a:r>
            <a:endParaRPr lang="zh-TW" altLang="en-US" sz="1600" dirty="0">
              <a:solidFill>
                <a:schemeClr val="accent3">
                  <a:lumMod val="40000"/>
                  <a:lumOff val="60000"/>
                </a:schemeClr>
              </a:solidFill>
              <a:latin typeface="Arial" panose="020B0604020202020204" pitchFamily="34" charset="0"/>
              <a:cs typeface="Arial" panose="020B0604020202020204" pitchFamily="34" charset="0"/>
            </a:endParaRPr>
          </a:p>
        </p:txBody>
      </p:sp>
      <p:pic>
        <p:nvPicPr>
          <p:cNvPr id="16" name="圖片 15"/>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933899" y="1540427"/>
            <a:ext cx="3759186" cy="1996403"/>
          </a:xfrm>
          <a:prstGeom prst="rect">
            <a:avLst/>
          </a:prstGeom>
        </p:spPr>
      </p:pic>
      <p:sp>
        <p:nvSpPr>
          <p:cNvPr id="17" name="矩形 16"/>
          <p:cNvSpPr/>
          <p:nvPr/>
        </p:nvSpPr>
        <p:spPr>
          <a:xfrm>
            <a:off x="7021907" y="2512855"/>
            <a:ext cx="4468478" cy="307777"/>
          </a:xfrm>
          <a:prstGeom prst="rect">
            <a:avLst/>
          </a:prstGeom>
        </p:spPr>
        <p:txBody>
          <a:bodyPr wrap="square">
            <a:spAutoFit/>
          </a:bodyPr>
          <a:lstStyle/>
          <a:p>
            <a:r>
              <a:rPr lang="en-US" altLang="zh-CN" sz="1400" b="1" dirty="0" smtClean="0">
                <a:solidFill>
                  <a:schemeClr val="accent3">
                    <a:lumMod val="40000"/>
                    <a:lumOff val="60000"/>
                  </a:schemeClr>
                </a:solidFill>
                <a:latin typeface="Arial" panose="020B0604020202020204" pitchFamily="34" charset="0"/>
                <a:cs typeface="Arial" panose="020B0604020202020204" pitchFamily="34" charset="0"/>
                <a:sym typeface="+mn-lt"/>
              </a:rPr>
              <a:t>FIH-FIH</a:t>
            </a:r>
            <a:r>
              <a:rPr lang="zh-TW" altLang="en-US" sz="1400" b="1" dirty="0" smtClean="0">
                <a:solidFill>
                  <a:schemeClr val="accent3">
                    <a:lumMod val="40000"/>
                    <a:lumOff val="60000"/>
                  </a:schemeClr>
                </a:solidFill>
                <a:latin typeface="Arial" panose="020B0604020202020204" pitchFamily="34" charset="0"/>
                <a:cs typeface="Arial" panose="020B0604020202020204" pitchFamily="34" charset="0"/>
                <a:sym typeface="+mn-lt"/>
              </a:rPr>
              <a:t> </a:t>
            </a:r>
            <a:r>
              <a:rPr lang="en-US" altLang="zh-CN" sz="1400" b="1" dirty="0" smtClean="0">
                <a:solidFill>
                  <a:schemeClr val="accent3">
                    <a:lumMod val="40000"/>
                    <a:lumOff val="60000"/>
                  </a:schemeClr>
                </a:solidFill>
                <a:latin typeface="Arial" panose="020B0604020202020204" pitchFamily="34" charset="0"/>
                <a:cs typeface="Arial" panose="020B0604020202020204" pitchFamily="34" charset="0"/>
                <a:sym typeface="+mn-lt"/>
              </a:rPr>
              <a:t>BG</a:t>
            </a:r>
            <a:r>
              <a:rPr lang="en-US" altLang="zh-TW" sz="1400" b="1" dirty="0" smtClean="0">
                <a:solidFill>
                  <a:schemeClr val="accent3">
                    <a:lumMod val="40000"/>
                    <a:lumOff val="60000"/>
                  </a:schemeClr>
                </a:solidFill>
                <a:latin typeface="Arial" panose="020B0604020202020204" pitchFamily="34" charset="0"/>
                <a:cs typeface="Arial" panose="020B0604020202020204" pitchFamily="34" charset="0"/>
                <a:sym typeface="+mn-lt"/>
              </a:rPr>
              <a:t>-</a:t>
            </a:r>
            <a:r>
              <a:rPr lang="en-US" altLang="zh-CN" sz="1400" b="1" dirty="0" smtClean="0">
                <a:solidFill>
                  <a:schemeClr val="accent3">
                    <a:lumMod val="40000"/>
                    <a:lumOff val="60000"/>
                  </a:schemeClr>
                </a:solidFill>
                <a:latin typeface="Arial" panose="020B0604020202020204" pitchFamily="34" charset="0"/>
                <a:cs typeface="Arial" panose="020B0604020202020204" pitchFamily="34" charset="0"/>
                <a:sym typeface="+mn-lt"/>
              </a:rPr>
              <a:t>DMS-FIH</a:t>
            </a:r>
            <a:r>
              <a:rPr lang="zh-TW" altLang="en-US" sz="1400" b="1" dirty="0" smtClean="0">
                <a:solidFill>
                  <a:schemeClr val="accent3">
                    <a:lumMod val="40000"/>
                    <a:lumOff val="60000"/>
                  </a:schemeClr>
                </a:solidFill>
                <a:latin typeface="Arial" panose="020B0604020202020204" pitchFamily="34" charset="0"/>
                <a:cs typeface="Arial" panose="020B0604020202020204" pitchFamily="34" charset="0"/>
                <a:sym typeface="+mn-lt"/>
              </a:rPr>
              <a:t> </a:t>
            </a:r>
            <a:r>
              <a:rPr lang="en-US" altLang="zh-CN" sz="1400" b="1" dirty="0" smtClean="0">
                <a:solidFill>
                  <a:schemeClr val="accent3">
                    <a:lumMod val="40000"/>
                    <a:lumOff val="60000"/>
                  </a:schemeClr>
                </a:solidFill>
                <a:latin typeface="Arial" panose="020B0604020202020204" pitchFamily="34" charset="0"/>
                <a:cs typeface="Arial" panose="020B0604020202020204" pitchFamily="34" charset="0"/>
                <a:sym typeface="+mn-lt"/>
              </a:rPr>
              <a:t>IT Division</a:t>
            </a:r>
            <a:r>
              <a:rPr lang="en-US" altLang="zh-TW" sz="1400" b="1" dirty="0" smtClean="0">
                <a:solidFill>
                  <a:schemeClr val="accent3">
                    <a:lumMod val="40000"/>
                    <a:lumOff val="60000"/>
                  </a:schemeClr>
                </a:solidFill>
                <a:latin typeface="Arial" panose="020B0604020202020204" pitchFamily="34" charset="0"/>
                <a:cs typeface="Arial" panose="020B0604020202020204" pitchFamily="34" charset="0"/>
                <a:sym typeface="+mn-lt"/>
              </a:rPr>
              <a:t>-</a:t>
            </a:r>
            <a:r>
              <a:rPr lang="en-US" altLang="zh-CN" sz="1400" b="1" dirty="0" smtClean="0">
                <a:solidFill>
                  <a:schemeClr val="accent3">
                    <a:lumMod val="40000"/>
                    <a:lumOff val="60000"/>
                  </a:schemeClr>
                </a:solidFill>
                <a:latin typeface="Arial" panose="020B0604020202020204" pitchFamily="34" charset="0"/>
                <a:cs typeface="Arial" panose="020B0604020202020204" pitchFamily="34" charset="0"/>
                <a:sym typeface="+mn-lt"/>
              </a:rPr>
              <a:t>INDIA </a:t>
            </a:r>
            <a:r>
              <a:rPr lang="en-US" altLang="zh-CN" sz="1400" b="1" dirty="0">
                <a:solidFill>
                  <a:schemeClr val="accent3">
                    <a:lumMod val="40000"/>
                    <a:lumOff val="60000"/>
                  </a:schemeClr>
                </a:solidFill>
                <a:latin typeface="Arial" panose="020B0604020202020204" pitchFamily="34" charset="0"/>
                <a:cs typeface="Arial" panose="020B0604020202020204" pitchFamily="34" charset="0"/>
                <a:sym typeface="+mn-lt"/>
              </a:rPr>
              <a:t>IT Dept.</a:t>
            </a:r>
            <a:endParaRPr lang="zh-TW" altLang="en-US" sz="1400" dirty="0">
              <a:solidFill>
                <a:schemeClr val="accent3">
                  <a:lumMod val="40000"/>
                  <a:lumOff val="60000"/>
                </a:schemeClr>
              </a:solidFill>
              <a:latin typeface="Arial" panose="020B0604020202020204" pitchFamily="34" charset="0"/>
              <a:cs typeface="Arial" panose="020B0604020202020204" pitchFamily="34" charset="0"/>
            </a:endParaRPr>
          </a:p>
        </p:txBody>
      </p:sp>
      <p:sp>
        <p:nvSpPr>
          <p:cNvPr id="18" name="矩形 17"/>
          <p:cNvSpPr/>
          <p:nvPr/>
        </p:nvSpPr>
        <p:spPr>
          <a:xfrm>
            <a:off x="7021907" y="3035244"/>
            <a:ext cx="1546001" cy="338554"/>
          </a:xfrm>
          <a:prstGeom prst="rect">
            <a:avLst/>
          </a:prstGeom>
        </p:spPr>
        <p:txBody>
          <a:bodyPr wrap="none">
            <a:spAutoFit/>
          </a:bodyPr>
          <a:lstStyle/>
          <a:p>
            <a:r>
              <a:rPr lang="en-US" altLang="zh-CN" sz="1600" b="1" dirty="0" smtClean="0">
                <a:solidFill>
                  <a:schemeClr val="accent3">
                    <a:lumMod val="40000"/>
                    <a:lumOff val="60000"/>
                  </a:schemeClr>
                </a:solidFill>
                <a:latin typeface="Arial" panose="020B0604020202020204" pitchFamily="34" charset="0"/>
                <a:cs typeface="Arial" panose="020B0604020202020204" pitchFamily="34" charset="0"/>
                <a:sym typeface="+mn-lt"/>
              </a:rPr>
              <a:t>INDIA </a:t>
            </a:r>
            <a:r>
              <a:rPr lang="en-US" altLang="zh-CN" sz="1600" b="1" dirty="0">
                <a:solidFill>
                  <a:schemeClr val="accent3">
                    <a:lumMod val="40000"/>
                    <a:lumOff val="60000"/>
                  </a:schemeClr>
                </a:solidFill>
                <a:latin typeface="Arial" panose="020B0604020202020204" pitchFamily="34" charset="0"/>
                <a:cs typeface="Arial" panose="020B0604020202020204" pitchFamily="34" charset="0"/>
                <a:sym typeface="+mn-lt"/>
              </a:rPr>
              <a:t>IT Dept.</a:t>
            </a:r>
            <a:endParaRPr lang="zh-TW" altLang="en-US" sz="1600" dirty="0">
              <a:solidFill>
                <a:schemeClr val="accent3">
                  <a:lumMod val="40000"/>
                  <a:lumOff val="60000"/>
                </a:schemeClr>
              </a:solidFill>
              <a:latin typeface="Arial" panose="020B0604020202020204" pitchFamily="34" charset="0"/>
              <a:cs typeface="Arial" panose="020B0604020202020204" pitchFamily="34" charset="0"/>
            </a:endParaRPr>
          </a:p>
        </p:txBody>
      </p:sp>
      <p:sp>
        <p:nvSpPr>
          <p:cNvPr id="19" name="矩形 18"/>
          <p:cNvSpPr/>
          <p:nvPr/>
        </p:nvSpPr>
        <p:spPr>
          <a:xfrm>
            <a:off x="7021907" y="3378856"/>
            <a:ext cx="1220206" cy="338554"/>
          </a:xfrm>
          <a:prstGeom prst="rect">
            <a:avLst/>
          </a:prstGeom>
        </p:spPr>
        <p:txBody>
          <a:bodyPr wrap="none">
            <a:spAutoFit/>
          </a:bodyPr>
          <a:lstStyle/>
          <a:p>
            <a:r>
              <a:rPr lang="en-US" altLang="zh-CN" sz="1600" b="1" dirty="0">
                <a:solidFill>
                  <a:schemeClr val="accent3">
                    <a:lumMod val="40000"/>
                    <a:lumOff val="60000"/>
                  </a:schemeClr>
                </a:solidFill>
                <a:latin typeface="Arial" panose="020B0604020202020204" pitchFamily="34" charset="0"/>
                <a:cs typeface="Arial" panose="020B0604020202020204" pitchFamily="34" charset="0"/>
                <a:sym typeface="+mn-lt"/>
              </a:rPr>
              <a:t>RB985GT7</a:t>
            </a:r>
            <a:endParaRPr lang="zh-TW" altLang="en-US" sz="1600" dirty="0">
              <a:solidFill>
                <a:schemeClr val="accent3">
                  <a:lumMod val="40000"/>
                  <a:lumOff val="60000"/>
                </a:schemeClr>
              </a:solidFill>
              <a:latin typeface="Arial" panose="020B0604020202020204" pitchFamily="34" charset="0"/>
              <a:cs typeface="Arial" panose="020B0604020202020204" pitchFamily="34" charset="0"/>
            </a:endParaRPr>
          </a:p>
        </p:txBody>
      </p:sp>
      <p:sp>
        <p:nvSpPr>
          <p:cNvPr id="20" name="矩形 19"/>
          <p:cNvSpPr/>
          <p:nvPr/>
        </p:nvSpPr>
        <p:spPr>
          <a:xfrm>
            <a:off x="7021907" y="3940818"/>
            <a:ext cx="1324402" cy="338554"/>
          </a:xfrm>
          <a:prstGeom prst="rect">
            <a:avLst/>
          </a:prstGeom>
        </p:spPr>
        <p:txBody>
          <a:bodyPr wrap="none">
            <a:spAutoFit/>
          </a:bodyPr>
          <a:lstStyle/>
          <a:p>
            <a:r>
              <a:rPr lang="en-US" altLang="zh-CN" sz="1600" b="1" dirty="0" smtClean="0">
                <a:solidFill>
                  <a:schemeClr val="accent3">
                    <a:lumMod val="40000"/>
                    <a:lumOff val="60000"/>
                  </a:schemeClr>
                </a:solidFill>
                <a:latin typeface="Arial" panose="020B0604020202020204" pitchFamily="34" charset="0"/>
                <a:cs typeface="Arial" panose="020B0604020202020204" pitchFamily="34" charset="0"/>
                <a:sym typeface="+mn-lt"/>
              </a:rPr>
              <a:t>Department</a:t>
            </a:r>
            <a:endParaRPr lang="zh-TW" altLang="en-US" sz="1600" dirty="0">
              <a:solidFill>
                <a:schemeClr val="accent3">
                  <a:lumMod val="40000"/>
                  <a:lumOff val="60000"/>
                </a:schemeClr>
              </a:solidFill>
              <a:latin typeface="Arial" panose="020B0604020202020204" pitchFamily="34" charset="0"/>
              <a:cs typeface="Arial" panose="020B0604020202020204" pitchFamily="34" charset="0"/>
            </a:endParaRPr>
          </a:p>
        </p:txBody>
      </p:sp>
      <p:sp>
        <p:nvSpPr>
          <p:cNvPr id="21" name="矩形 20"/>
          <p:cNvSpPr/>
          <p:nvPr/>
        </p:nvSpPr>
        <p:spPr>
          <a:xfrm>
            <a:off x="7021907" y="4641794"/>
            <a:ext cx="2247731" cy="338554"/>
          </a:xfrm>
          <a:prstGeom prst="rect">
            <a:avLst/>
          </a:prstGeom>
        </p:spPr>
        <p:txBody>
          <a:bodyPr wrap="none">
            <a:spAutoFit/>
          </a:bodyPr>
          <a:lstStyle/>
          <a:p>
            <a:r>
              <a:rPr lang="en-US" altLang="zh-CN" sz="1600" b="1" dirty="0" smtClean="0">
                <a:solidFill>
                  <a:schemeClr val="accent3">
                    <a:lumMod val="40000"/>
                    <a:lumOff val="60000"/>
                  </a:schemeClr>
                </a:solidFill>
                <a:latin typeface="Arial" panose="020B0604020202020204" pitchFamily="34" charset="0"/>
                <a:cs typeface="Arial" panose="020B0604020202020204" pitchFamily="34" charset="0"/>
                <a:sym typeface="+mn-lt"/>
              </a:rPr>
              <a:t>502599 Michael Chao</a:t>
            </a:r>
            <a:endParaRPr lang="zh-TW" altLang="en-US" sz="1600" dirty="0">
              <a:solidFill>
                <a:schemeClr val="accent3">
                  <a:lumMod val="40000"/>
                  <a:lumOff val="60000"/>
                </a:schemeClr>
              </a:solidFill>
              <a:latin typeface="Arial" panose="020B0604020202020204" pitchFamily="34" charset="0"/>
              <a:cs typeface="Arial" panose="020B0604020202020204" pitchFamily="34" charset="0"/>
            </a:endParaRPr>
          </a:p>
        </p:txBody>
      </p:sp>
      <p:sp>
        <p:nvSpPr>
          <p:cNvPr id="22" name="矩形 21"/>
          <p:cNvSpPr/>
          <p:nvPr/>
        </p:nvSpPr>
        <p:spPr>
          <a:xfrm>
            <a:off x="7021907" y="3616299"/>
            <a:ext cx="2826415" cy="276999"/>
          </a:xfrm>
          <a:prstGeom prst="rect">
            <a:avLst/>
          </a:prstGeom>
        </p:spPr>
        <p:txBody>
          <a:bodyPr wrap="none">
            <a:spAutoFit/>
          </a:bodyPr>
          <a:lstStyle/>
          <a:p>
            <a:r>
              <a:rPr lang="en-US" altLang="zh-CN" sz="1200" b="1" dirty="0" smtClean="0">
                <a:solidFill>
                  <a:schemeClr val="accent6">
                    <a:lumMod val="60000"/>
                    <a:lumOff val="40000"/>
                  </a:schemeClr>
                </a:solidFill>
                <a:latin typeface="Arial" panose="020B0604020202020204" pitchFamily="34" charset="0"/>
                <a:cs typeface="Arial" panose="020B0604020202020204" pitchFamily="34" charset="0"/>
                <a:sym typeface="+mn-lt"/>
              </a:rPr>
              <a:t>Cost center or expense code in SAP</a:t>
            </a:r>
            <a:endParaRPr lang="zh-TW" altLang="en-US" sz="1200" dirty="0">
              <a:solidFill>
                <a:schemeClr val="accent6">
                  <a:lumMod val="60000"/>
                  <a:lumOff val="40000"/>
                </a:schemeClr>
              </a:solidFill>
              <a:latin typeface="Arial" panose="020B0604020202020204" pitchFamily="34" charset="0"/>
              <a:cs typeface="Arial" panose="020B0604020202020204" pitchFamily="34" charset="0"/>
            </a:endParaRPr>
          </a:p>
        </p:txBody>
      </p:sp>
      <p:sp>
        <p:nvSpPr>
          <p:cNvPr id="23" name="矩形 22"/>
          <p:cNvSpPr/>
          <p:nvPr/>
        </p:nvSpPr>
        <p:spPr>
          <a:xfrm>
            <a:off x="7021907" y="4193651"/>
            <a:ext cx="4381328" cy="461665"/>
          </a:xfrm>
          <a:prstGeom prst="rect">
            <a:avLst/>
          </a:prstGeom>
        </p:spPr>
        <p:txBody>
          <a:bodyPr wrap="none">
            <a:spAutoFit/>
          </a:bodyPr>
          <a:lstStyle/>
          <a:p>
            <a:r>
              <a:rPr lang="en-US" altLang="zh-CN" sz="1200" b="1" dirty="0" smtClean="0">
                <a:solidFill>
                  <a:schemeClr val="accent6">
                    <a:lumMod val="60000"/>
                    <a:lumOff val="40000"/>
                  </a:schemeClr>
                </a:solidFill>
                <a:latin typeface="Arial" panose="020B0604020202020204" pitchFamily="34" charset="0"/>
                <a:cs typeface="Arial" panose="020B0604020202020204" pitchFamily="34" charset="0"/>
                <a:sym typeface="+mn-lt"/>
              </a:rPr>
              <a:t>Should be one of BU, SBU, Division, Department, Section</a:t>
            </a:r>
          </a:p>
          <a:p>
            <a:r>
              <a:rPr lang="en-US" altLang="zh-TW" sz="1200" b="1" dirty="0" smtClean="0">
                <a:solidFill>
                  <a:schemeClr val="accent6">
                    <a:lumMod val="60000"/>
                    <a:lumOff val="40000"/>
                  </a:schemeClr>
                </a:solidFill>
                <a:latin typeface="Arial" panose="020B0604020202020204" pitchFamily="34" charset="0"/>
                <a:cs typeface="Arial" panose="020B0604020202020204" pitchFamily="34" charset="0"/>
                <a:sym typeface="+mn-lt"/>
              </a:rPr>
              <a:t>It will be used for authorized final approval.</a:t>
            </a:r>
            <a:endParaRPr lang="zh-TW" altLang="en-US" sz="1200" dirty="0">
              <a:solidFill>
                <a:schemeClr val="accent6">
                  <a:lumMod val="60000"/>
                  <a:lumOff val="40000"/>
                </a:schemeClr>
              </a:solidFill>
              <a:latin typeface="Arial" panose="020B0604020202020204" pitchFamily="34" charset="0"/>
              <a:cs typeface="Arial" panose="020B0604020202020204" pitchFamily="34" charset="0"/>
            </a:endParaRPr>
          </a:p>
        </p:txBody>
      </p:sp>
      <p:sp>
        <p:nvSpPr>
          <p:cNvPr id="24" name="矩形 23"/>
          <p:cNvSpPr/>
          <p:nvPr/>
        </p:nvSpPr>
        <p:spPr>
          <a:xfrm>
            <a:off x="7021907" y="4926729"/>
            <a:ext cx="3537250" cy="461665"/>
          </a:xfrm>
          <a:prstGeom prst="rect">
            <a:avLst/>
          </a:prstGeom>
        </p:spPr>
        <p:txBody>
          <a:bodyPr wrap="none">
            <a:spAutoFit/>
          </a:bodyPr>
          <a:lstStyle/>
          <a:p>
            <a:r>
              <a:rPr lang="en-US" altLang="zh-CN" sz="1200" b="1" dirty="0" smtClean="0">
                <a:solidFill>
                  <a:schemeClr val="accent6">
                    <a:lumMod val="60000"/>
                    <a:lumOff val="40000"/>
                  </a:schemeClr>
                </a:solidFill>
                <a:latin typeface="Arial" panose="020B0604020202020204" pitchFamily="34" charset="0"/>
                <a:cs typeface="Arial" panose="020B0604020202020204" pitchFamily="34" charset="0"/>
                <a:sym typeface="+mn-lt"/>
              </a:rPr>
              <a:t>Should be one or two managers.</a:t>
            </a:r>
          </a:p>
          <a:p>
            <a:r>
              <a:rPr lang="en-US" altLang="zh-TW" sz="1200" b="1" dirty="0" smtClean="0">
                <a:solidFill>
                  <a:schemeClr val="accent6">
                    <a:lumMod val="60000"/>
                    <a:lumOff val="40000"/>
                  </a:schemeClr>
                </a:solidFill>
                <a:latin typeface="Arial" panose="020B0604020202020204" pitchFamily="34" charset="0"/>
                <a:cs typeface="Arial" panose="020B0604020202020204" pitchFamily="34" charset="0"/>
                <a:sym typeface="+mn-lt"/>
              </a:rPr>
              <a:t>It will decide the approver for e-approval flow.</a:t>
            </a:r>
            <a:endParaRPr lang="zh-TW" altLang="en-US" sz="1200" dirty="0">
              <a:solidFill>
                <a:schemeClr val="accent6">
                  <a:lumMod val="60000"/>
                  <a:lumOff val="40000"/>
                </a:schemeClr>
              </a:solidFill>
              <a:latin typeface="Arial" panose="020B0604020202020204" pitchFamily="34" charset="0"/>
              <a:cs typeface="Arial" panose="020B0604020202020204" pitchFamily="34" charset="0"/>
            </a:endParaRPr>
          </a:p>
        </p:txBody>
      </p:sp>
      <p:sp>
        <p:nvSpPr>
          <p:cNvPr id="25" name="矩形 24"/>
          <p:cNvSpPr/>
          <p:nvPr/>
        </p:nvSpPr>
        <p:spPr>
          <a:xfrm>
            <a:off x="7021906" y="2203282"/>
            <a:ext cx="2749471" cy="276999"/>
          </a:xfrm>
          <a:prstGeom prst="rect">
            <a:avLst/>
          </a:prstGeom>
        </p:spPr>
        <p:txBody>
          <a:bodyPr wrap="none">
            <a:spAutoFit/>
          </a:bodyPr>
          <a:lstStyle/>
          <a:p>
            <a:r>
              <a:rPr lang="en-US" altLang="zh-CN" sz="1200" b="1" dirty="0" smtClean="0">
                <a:solidFill>
                  <a:schemeClr val="accent6">
                    <a:lumMod val="60000"/>
                    <a:lumOff val="40000"/>
                  </a:schemeClr>
                </a:solidFill>
                <a:latin typeface="Arial" panose="020B0604020202020204" pitchFamily="34" charset="0"/>
                <a:cs typeface="Arial" panose="020B0604020202020204" pitchFamily="34" charset="0"/>
                <a:sym typeface="+mn-lt"/>
              </a:rPr>
              <a:t>Unique ID for an organization unit.</a:t>
            </a:r>
            <a:endParaRPr lang="zh-TW" altLang="en-US" sz="1200" dirty="0">
              <a:solidFill>
                <a:schemeClr val="accent6">
                  <a:lumMod val="60000"/>
                  <a:lumOff val="40000"/>
                </a:schemeClr>
              </a:solidFill>
              <a:latin typeface="Arial" panose="020B0604020202020204" pitchFamily="34" charset="0"/>
              <a:cs typeface="Arial" panose="020B0604020202020204" pitchFamily="34" charset="0"/>
            </a:endParaRPr>
          </a:p>
        </p:txBody>
      </p:sp>
      <p:sp>
        <p:nvSpPr>
          <p:cNvPr id="26" name="矩形 25"/>
          <p:cNvSpPr/>
          <p:nvPr/>
        </p:nvSpPr>
        <p:spPr>
          <a:xfrm>
            <a:off x="7021906" y="2759076"/>
            <a:ext cx="3996607" cy="276999"/>
          </a:xfrm>
          <a:prstGeom prst="rect">
            <a:avLst/>
          </a:prstGeom>
        </p:spPr>
        <p:txBody>
          <a:bodyPr wrap="none">
            <a:spAutoFit/>
          </a:bodyPr>
          <a:lstStyle/>
          <a:p>
            <a:r>
              <a:rPr lang="en-US" altLang="zh-CN" sz="1200" b="1" dirty="0" smtClean="0">
                <a:solidFill>
                  <a:schemeClr val="accent6">
                    <a:lumMod val="60000"/>
                    <a:lumOff val="40000"/>
                  </a:schemeClr>
                </a:solidFill>
                <a:latin typeface="Arial" panose="020B0604020202020204" pitchFamily="34" charset="0"/>
                <a:cs typeface="Arial" panose="020B0604020202020204" pitchFamily="34" charset="0"/>
                <a:sym typeface="+mn-lt"/>
              </a:rPr>
              <a:t>Sometimes it need to map with ID while data import.</a:t>
            </a:r>
            <a:endParaRPr lang="zh-TW" altLang="en-US" sz="1200" dirty="0">
              <a:solidFill>
                <a:schemeClr val="accent6">
                  <a:lumMod val="60000"/>
                  <a:lumOff val="40000"/>
                </a:schemeClr>
              </a:solidFill>
              <a:latin typeface="Arial" panose="020B0604020202020204" pitchFamily="34" charset="0"/>
              <a:cs typeface="Arial" panose="020B0604020202020204" pitchFamily="34" charset="0"/>
            </a:endParaRPr>
          </a:p>
        </p:txBody>
      </p:sp>
      <p:sp>
        <p:nvSpPr>
          <p:cNvPr id="27" name="文字方塊 26"/>
          <p:cNvSpPr txBox="1"/>
          <p:nvPr/>
        </p:nvSpPr>
        <p:spPr>
          <a:xfrm>
            <a:off x="5111093" y="5377276"/>
            <a:ext cx="2066591" cy="338554"/>
          </a:xfrm>
          <a:prstGeom prst="rect">
            <a:avLst/>
          </a:prstGeom>
          <a:noFill/>
        </p:spPr>
        <p:txBody>
          <a:bodyPr wrap="none" rtlCol="0">
            <a:spAutoFit/>
          </a:bodyPr>
          <a:lstStyle/>
          <a:p>
            <a:r>
              <a:rPr lang="en-US" altLang="zh-CN" sz="1600" dirty="0" smtClean="0">
                <a:solidFill>
                  <a:schemeClr val="bg1"/>
                </a:solidFill>
                <a:latin typeface="Arial" panose="020B0604020202020204" pitchFamily="34" charset="0"/>
                <a:cs typeface="Arial" panose="020B0604020202020204" pitchFamily="34" charset="0"/>
              </a:rPr>
              <a:t>Parent Organization:</a:t>
            </a:r>
            <a:endParaRPr lang="zh-TW" altLang="en-US" sz="1600" dirty="0">
              <a:solidFill>
                <a:schemeClr val="bg1"/>
              </a:solidFill>
              <a:latin typeface="Arial" panose="020B0604020202020204" pitchFamily="34" charset="0"/>
              <a:cs typeface="Arial" panose="020B0604020202020204" pitchFamily="34" charset="0"/>
            </a:endParaRPr>
          </a:p>
        </p:txBody>
      </p:sp>
      <p:sp>
        <p:nvSpPr>
          <p:cNvPr id="28" name="矩形 27"/>
          <p:cNvSpPr/>
          <p:nvPr/>
        </p:nvSpPr>
        <p:spPr>
          <a:xfrm>
            <a:off x="7020276" y="5380276"/>
            <a:ext cx="1689886" cy="338554"/>
          </a:xfrm>
          <a:prstGeom prst="rect">
            <a:avLst/>
          </a:prstGeom>
        </p:spPr>
        <p:txBody>
          <a:bodyPr wrap="none">
            <a:spAutoFit/>
          </a:bodyPr>
          <a:lstStyle/>
          <a:p>
            <a:r>
              <a:rPr lang="en-US" altLang="zh-CN" sz="1600" b="1" dirty="0" smtClean="0">
                <a:solidFill>
                  <a:schemeClr val="accent3">
                    <a:lumMod val="40000"/>
                    <a:lumOff val="60000"/>
                  </a:schemeClr>
                </a:solidFill>
                <a:latin typeface="Arial" panose="020B0604020202020204" pitchFamily="34" charset="0"/>
                <a:cs typeface="Arial" panose="020B0604020202020204" pitchFamily="34" charset="0"/>
                <a:sym typeface="+mn-lt"/>
              </a:rPr>
              <a:t>R0C007 - FIH IT</a:t>
            </a:r>
            <a:endParaRPr lang="zh-TW" altLang="en-US" sz="1600" dirty="0">
              <a:solidFill>
                <a:schemeClr val="accent3">
                  <a:lumMod val="40000"/>
                  <a:lumOff val="60000"/>
                </a:schemeClr>
              </a:solidFill>
              <a:latin typeface="Arial" panose="020B0604020202020204" pitchFamily="34" charset="0"/>
              <a:cs typeface="Arial" panose="020B0604020202020204" pitchFamily="34" charset="0"/>
            </a:endParaRPr>
          </a:p>
        </p:txBody>
      </p:sp>
      <p:sp>
        <p:nvSpPr>
          <p:cNvPr id="29" name="矩形 28"/>
          <p:cNvSpPr/>
          <p:nvPr/>
        </p:nvSpPr>
        <p:spPr>
          <a:xfrm>
            <a:off x="7020276" y="5657093"/>
            <a:ext cx="4314001" cy="461665"/>
          </a:xfrm>
          <a:prstGeom prst="rect">
            <a:avLst/>
          </a:prstGeom>
        </p:spPr>
        <p:txBody>
          <a:bodyPr wrap="none">
            <a:spAutoFit/>
          </a:bodyPr>
          <a:lstStyle/>
          <a:p>
            <a:r>
              <a:rPr lang="en-US" altLang="zh-CN" sz="1200" b="1" dirty="0" smtClean="0">
                <a:solidFill>
                  <a:schemeClr val="accent6">
                    <a:lumMod val="60000"/>
                    <a:lumOff val="40000"/>
                  </a:schemeClr>
                </a:solidFill>
                <a:latin typeface="Arial" panose="020B0604020202020204" pitchFamily="34" charset="0"/>
                <a:cs typeface="Arial" panose="020B0604020202020204" pitchFamily="34" charset="0"/>
                <a:sym typeface="+mn-lt"/>
              </a:rPr>
              <a:t>If one user have permission for an organization unit, </a:t>
            </a:r>
          </a:p>
          <a:p>
            <a:r>
              <a:rPr lang="en-US" altLang="zh-CN" sz="1200" b="1" dirty="0" smtClean="0">
                <a:solidFill>
                  <a:schemeClr val="accent6">
                    <a:lumMod val="60000"/>
                    <a:lumOff val="40000"/>
                  </a:schemeClr>
                </a:solidFill>
                <a:latin typeface="Arial" panose="020B0604020202020204" pitchFamily="34" charset="0"/>
                <a:cs typeface="Arial" panose="020B0604020202020204" pitchFamily="34" charset="0"/>
                <a:sym typeface="+mn-lt"/>
              </a:rPr>
              <a:t>then also have permission for all sub organization units.</a:t>
            </a:r>
          </a:p>
        </p:txBody>
      </p:sp>
      <p:pic>
        <p:nvPicPr>
          <p:cNvPr id="30" name="圖片 29"/>
          <p:cNvPicPr>
            <a:picLocks noChangeAspect="1"/>
          </p:cNvPicPr>
          <p:nvPr/>
        </p:nvPicPr>
        <p:blipFill>
          <a:blip r:embed="rId3"/>
          <a:stretch>
            <a:fillRect/>
          </a:stretch>
        </p:blipFill>
        <p:spPr>
          <a:xfrm>
            <a:off x="1089820" y="3507148"/>
            <a:ext cx="2049364" cy="772224"/>
          </a:xfrm>
          <a:prstGeom prst="rect">
            <a:avLst/>
          </a:prstGeom>
        </p:spPr>
      </p:pic>
      <p:sp>
        <p:nvSpPr>
          <p:cNvPr id="31" name="矩形 30"/>
          <p:cNvSpPr/>
          <p:nvPr/>
        </p:nvSpPr>
        <p:spPr>
          <a:xfrm>
            <a:off x="1440611" y="3893298"/>
            <a:ext cx="1380227" cy="386074"/>
          </a:xfrm>
          <a:prstGeom prst="rect">
            <a:avLst/>
          </a:prstGeom>
          <a:no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52102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latin typeface="Arial" panose="020B0604020202020204" pitchFamily="34" charset="0"/>
              </a:rPr>
              <a:t>Employee </a:t>
            </a:r>
            <a:r>
              <a:rPr lang="en-US" altLang="zh-TW" dirty="0" smtClean="0">
                <a:latin typeface="Arial" panose="020B0604020202020204" pitchFamily="34" charset="0"/>
              </a:rPr>
              <a:t>Fields</a:t>
            </a:r>
            <a:endParaRPr lang="zh-TW" altLang="en-US" dirty="0">
              <a:latin typeface="Arial" panose="020B0604020202020204" pitchFamily="34" charset="0"/>
            </a:endParaRPr>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15</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6" name="文字方塊 5"/>
          <p:cNvSpPr txBox="1"/>
          <p:nvPr/>
        </p:nvSpPr>
        <p:spPr>
          <a:xfrm>
            <a:off x="789482" y="1118201"/>
            <a:ext cx="10529357" cy="369332"/>
          </a:xfrm>
          <a:prstGeom prst="rect">
            <a:avLst/>
          </a:prstGeom>
          <a:noFill/>
        </p:spPr>
        <p:txBody>
          <a:bodyPr wrap="none" rtlCol="0">
            <a:spAutoFit/>
          </a:bodyPr>
          <a:lstStyle/>
          <a:p>
            <a:r>
              <a:rPr lang="en-US" altLang="zh-TW" dirty="0" smtClean="0">
                <a:solidFill>
                  <a:schemeClr val="accent3">
                    <a:lumMod val="20000"/>
                    <a:lumOff val="80000"/>
                  </a:schemeClr>
                </a:solidFill>
                <a:latin typeface="Arial" panose="020B0604020202020204" pitchFamily="34" charset="0"/>
                <a:cs typeface="Arial" panose="020B0604020202020204" pitchFamily="34" charset="0"/>
              </a:rPr>
              <a:t>Employees sync from </a:t>
            </a:r>
            <a:r>
              <a:rPr lang="en-US" altLang="zh-TW" dirty="0" smtClean="0">
                <a:solidFill>
                  <a:schemeClr val="accent3">
                    <a:lumMod val="20000"/>
                    <a:lumOff val="80000"/>
                  </a:schemeClr>
                </a:solidFill>
                <a:latin typeface="Arial" panose="020B0604020202020204" pitchFamily="34" charset="0"/>
                <a:cs typeface="Arial" panose="020B0604020202020204" pitchFamily="34" charset="0"/>
              </a:rPr>
              <a:t>PMS </a:t>
            </a:r>
            <a:r>
              <a:rPr lang="en-US" altLang="zh-TW" dirty="0" smtClean="0">
                <a:solidFill>
                  <a:schemeClr val="accent3">
                    <a:lumMod val="20000"/>
                    <a:lumOff val="80000"/>
                  </a:schemeClr>
                </a:solidFill>
                <a:latin typeface="Arial" panose="020B0604020202020204" pitchFamily="34" charset="0"/>
                <a:cs typeface="Arial" panose="020B0604020202020204" pitchFamily="34" charset="0"/>
              </a:rPr>
              <a:t>(</a:t>
            </a:r>
            <a:r>
              <a:rPr lang="en-US" altLang="zh-TW" dirty="0" smtClean="0">
                <a:solidFill>
                  <a:schemeClr val="accent3">
                    <a:lumMod val="20000"/>
                    <a:lumOff val="80000"/>
                  </a:schemeClr>
                </a:solidFill>
                <a:latin typeface="Arial" panose="020B0604020202020204" pitchFamily="34" charset="0"/>
                <a:cs typeface="Arial" panose="020B0604020202020204" pitchFamily="34" charset="0"/>
              </a:rPr>
              <a:t>Personnel Management) , twice(can </a:t>
            </a:r>
            <a:r>
              <a:rPr lang="en-US" altLang="zh-TW" dirty="0" smtClean="0">
                <a:solidFill>
                  <a:schemeClr val="accent3">
                    <a:lumMod val="20000"/>
                    <a:lumOff val="80000"/>
                  </a:schemeClr>
                </a:solidFill>
                <a:latin typeface="Arial" panose="020B0604020202020204" pitchFamily="34" charset="0"/>
                <a:cs typeface="Arial" panose="020B0604020202020204" pitchFamily="34" charset="0"/>
              </a:rPr>
              <a:t>be changed) everyday automatically.</a:t>
            </a:r>
            <a:endParaRPr lang="zh-TW" altLang="en-US" dirty="0">
              <a:solidFill>
                <a:schemeClr val="accent3">
                  <a:lumMod val="20000"/>
                  <a:lumOff val="80000"/>
                </a:schemeClr>
              </a:solidFill>
              <a:latin typeface="Arial" panose="020B0604020202020204" pitchFamily="34" charset="0"/>
              <a:cs typeface="Arial" panose="020B0604020202020204" pitchFamily="34"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3499401372"/>
              </p:ext>
            </p:extLst>
          </p:nvPr>
        </p:nvGraphicFramePr>
        <p:xfrm>
          <a:off x="789482" y="1683912"/>
          <a:ext cx="10550104" cy="3663834"/>
        </p:xfrm>
        <a:graphic>
          <a:graphicData uri="http://schemas.openxmlformats.org/drawingml/2006/table">
            <a:tbl>
              <a:tblPr firstRow="1" bandRow="1">
                <a:tableStyleId>{5C22544A-7EE6-4342-B048-85BDC9FD1C3A}</a:tableStyleId>
              </a:tblPr>
              <a:tblGrid>
                <a:gridCol w="1477455">
                  <a:extLst>
                    <a:ext uri="{9D8B030D-6E8A-4147-A177-3AD203B41FA5}">
                      <a16:colId xmlns:a16="http://schemas.microsoft.com/office/drawing/2014/main" val="1666458847"/>
                    </a:ext>
                  </a:extLst>
                </a:gridCol>
                <a:gridCol w="1302703">
                  <a:extLst>
                    <a:ext uri="{9D8B030D-6E8A-4147-A177-3AD203B41FA5}">
                      <a16:colId xmlns:a16="http://schemas.microsoft.com/office/drawing/2014/main" val="1886342551"/>
                    </a:ext>
                  </a:extLst>
                </a:gridCol>
                <a:gridCol w="1230630">
                  <a:extLst>
                    <a:ext uri="{9D8B030D-6E8A-4147-A177-3AD203B41FA5}">
                      <a16:colId xmlns:a16="http://schemas.microsoft.com/office/drawing/2014/main" val="4136135428"/>
                    </a:ext>
                  </a:extLst>
                </a:gridCol>
                <a:gridCol w="6539316">
                  <a:extLst>
                    <a:ext uri="{9D8B030D-6E8A-4147-A177-3AD203B41FA5}">
                      <a16:colId xmlns:a16="http://schemas.microsoft.com/office/drawing/2014/main" val="227026212"/>
                    </a:ext>
                  </a:extLst>
                </a:gridCol>
              </a:tblGrid>
              <a:tr h="311034">
                <a:tc>
                  <a:txBody>
                    <a:bodyPr/>
                    <a:lstStyle/>
                    <a:p>
                      <a:r>
                        <a:rPr lang="en-US" altLang="zh-TW" sz="1400" b="0" dirty="0" smtClean="0">
                          <a:solidFill>
                            <a:schemeClr val="tx1">
                              <a:lumMod val="75000"/>
                              <a:lumOff val="25000"/>
                            </a:schemeClr>
                          </a:solidFill>
                          <a:latin typeface="+mn-ea"/>
                          <a:ea typeface="+mn-ea"/>
                        </a:rPr>
                        <a:t>Properties</a:t>
                      </a:r>
                      <a:endParaRPr lang="zh-TW" altLang="en-US" sz="1400" b="0" dirty="0" smtClean="0">
                        <a:solidFill>
                          <a:schemeClr val="tx1">
                            <a:lumMod val="75000"/>
                            <a:lumOff val="25000"/>
                          </a:schemeClr>
                        </a:solidFill>
                        <a:latin typeface="+mn-ea"/>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0" dirty="0" smtClean="0">
                          <a:solidFill>
                            <a:schemeClr val="tx1">
                              <a:lumMod val="75000"/>
                              <a:lumOff val="25000"/>
                            </a:schemeClr>
                          </a:solidFill>
                          <a:latin typeface="+mn-ea"/>
                          <a:ea typeface="+mn-ea"/>
                        </a:rPr>
                        <a:t>Example1</a:t>
                      </a:r>
                      <a:endParaRPr lang="zh-TW" altLang="en-US" sz="1400" b="0" dirty="0" smtClean="0">
                        <a:solidFill>
                          <a:schemeClr val="tx1">
                            <a:lumMod val="75000"/>
                            <a:lumOff val="25000"/>
                          </a:schemeClr>
                        </a:solidFill>
                        <a:latin typeface="+mn-ea"/>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altLang="zh-TW" sz="1400" b="0" dirty="0" smtClean="0">
                          <a:solidFill>
                            <a:schemeClr val="tx1">
                              <a:lumMod val="75000"/>
                              <a:lumOff val="25000"/>
                            </a:schemeClr>
                          </a:solidFill>
                          <a:latin typeface="+mn-ea"/>
                          <a:ea typeface="+mn-ea"/>
                        </a:rPr>
                        <a:t>Example2</a:t>
                      </a:r>
                      <a:endParaRPr lang="zh-TW" altLang="en-US" sz="1400" b="0" dirty="0">
                        <a:solidFill>
                          <a:schemeClr val="tx1">
                            <a:lumMod val="75000"/>
                            <a:lumOff val="25000"/>
                          </a:schemeClr>
                        </a:solidFill>
                        <a:latin typeface="+mn-ea"/>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altLang="zh-TW" sz="1400" b="0" dirty="0" smtClean="0">
                          <a:solidFill>
                            <a:schemeClr val="tx1">
                              <a:lumMod val="75000"/>
                              <a:lumOff val="25000"/>
                            </a:schemeClr>
                          </a:solidFill>
                          <a:latin typeface="+mn-ea"/>
                          <a:ea typeface="+mn-ea"/>
                        </a:rPr>
                        <a:t>Description</a:t>
                      </a:r>
                      <a:endParaRPr lang="zh-TW" altLang="en-US" sz="1400" b="0" dirty="0">
                        <a:solidFill>
                          <a:schemeClr val="tx1">
                            <a:lumMod val="75000"/>
                            <a:lumOff val="25000"/>
                          </a:schemeClr>
                        </a:solidFill>
                        <a:latin typeface="+mn-ea"/>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97266691"/>
                  </a:ext>
                </a:extLst>
              </a:tr>
              <a:tr h="126428">
                <a:tc>
                  <a:txBody>
                    <a:bodyPr/>
                    <a:lstStyle/>
                    <a:p>
                      <a:r>
                        <a:rPr lang="en-US" altLang="zh-TW" sz="1400" b="0" dirty="0" smtClean="0">
                          <a:solidFill>
                            <a:schemeClr val="accent1"/>
                          </a:solidFill>
                          <a:latin typeface="+mn-lt"/>
                          <a:ea typeface="+mn-ea"/>
                        </a:rPr>
                        <a:t>Emp. ID</a:t>
                      </a:r>
                      <a:endParaRPr lang="zh-TW" altLang="en-US" sz="1400" b="0" dirty="0" smtClean="0">
                        <a:solidFill>
                          <a:schemeClr val="accent1"/>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400" b="0" dirty="0" smtClean="0">
                          <a:solidFill>
                            <a:schemeClr val="tx1">
                              <a:lumMod val="75000"/>
                              <a:lumOff val="25000"/>
                            </a:schemeClr>
                          </a:solidFill>
                          <a:latin typeface="+mn-lt"/>
                          <a:ea typeface="+mn-ea"/>
                        </a:rPr>
                        <a:t>RS000XXX</a:t>
                      </a:r>
                      <a:endParaRPr lang="zh-TW" altLang="en-US" sz="1400" b="0" dirty="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400" b="0" dirty="0" smtClean="0">
                          <a:solidFill>
                            <a:schemeClr val="tx1">
                              <a:lumMod val="75000"/>
                              <a:lumOff val="25000"/>
                            </a:schemeClr>
                          </a:solidFill>
                          <a:latin typeface="+mn-lt"/>
                          <a:ea typeface="+mn-ea"/>
                        </a:rPr>
                        <a:t>C0315XXX</a:t>
                      </a:r>
                      <a:endParaRPr lang="zh-TW" altLang="en-US" sz="1400" b="0" dirty="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200" dirty="0" smtClean="0">
                          <a:solidFill>
                            <a:schemeClr val="tx1">
                              <a:lumMod val="75000"/>
                              <a:lumOff val="25000"/>
                            </a:schemeClr>
                          </a:solidFill>
                          <a:latin typeface="+mn-ea"/>
                          <a:ea typeface="+mn-ea"/>
                        </a:rPr>
                        <a:t>Unique ID for every employee or outsourcing</a:t>
                      </a:r>
                      <a:r>
                        <a:rPr lang="en-US" altLang="zh-TW" sz="1200" baseline="0" dirty="0" smtClean="0">
                          <a:solidFill>
                            <a:schemeClr val="tx1">
                              <a:lumMod val="75000"/>
                              <a:lumOff val="25000"/>
                            </a:schemeClr>
                          </a:solidFill>
                          <a:latin typeface="+mn-ea"/>
                          <a:ea typeface="+mn-ea"/>
                        </a:rPr>
                        <a:t> people.</a:t>
                      </a:r>
                      <a:endParaRPr lang="zh-TW" altLang="en-US" sz="1200" dirty="0">
                        <a:solidFill>
                          <a:schemeClr val="tx1">
                            <a:lumMod val="75000"/>
                            <a:lumOff val="25000"/>
                          </a:schemeClr>
                        </a:solidFill>
                        <a:latin typeface="+mn-ea"/>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78386881"/>
                  </a:ext>
                </a:extLst>
              </a:tr>
              <a:tr h="278253">
                <a:tc>
                  <a:txBody>
                    <a:bodyPr/>
                    <a:lstStyle/>
                    <a:p>
                      <a:r>
                        <a:rPr lang="en-US" altLang="zh-TW" sz="1400" b="0" dirty="0" smtClean="0">
                          <a:solidFill>
                            <a:schemeClr val="accent1"/>
                          </a:solidFill>
                          <a:latin typeface="+mn-lt"/>
                          <a:ea typeface="+mn-ea"/>
                        </a:rPr>
                        <a:t>Emp. Name</a:t>
                      </a:r>
                      <a:endParaRPr lang="zh-TW" altLang="en-US" sz="1400" b="0" dirty="0" smtClean="0">
                        <a:solidFill>
                          <a:schemeClr val="accent1"/>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0" dirty="0" smtClean="0">
                          <a:solidFill>
                            <a:schemeClr val="tx1">
                              <a:lumMod val="75000"/>
                              <a:lumOff val="25000"/>
                            </a:schemeClr>
                          </a:solidFill>
                          <a:latin typeface="+mn-lt"/>
                          <a:ea typeface="+mn-ea"/>
                        </a:rPr>
                        <a:t>Tamilar XXX</a:t>
                      </a:r>
                      <a:endParaRPr lang="zh-TW" altLang="en-US" sz="1400" b="0" dirty="0" smtClean="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0" dirty="0" smtClean="0">
                          <a:solidFill>
                            <a:schemeClr val="tx1">
                              <a:lumMod val="75000"/>
                              <a:lumOff val="25000"/>
                            </a:schemeClr>
                          </a:solidFill>
                          <a:latin typeface="+mn-lt"/>
                          <a:ea typeface="+mn-ea"/>
                        </a:rPr>
                        <a:t>LAVAN</a:t>
                      </a:r>
                      <a:r>
                        <a:rPr lang="en-US" altLang="zh-TW" sz="1400" b="0" baseline="0" dirty="0" smtClean="0">
                          <a:solidFill>
                            <a:schemeClr val="tx1">
                              <a:lumMod val="75000"/>
                              <a:lumOff val="25000"/>
                            </a:schemeClr>
                          </a:solidFill>
                          <a:latin typeface="+mn-lt"/>
                          <a:ea typeface="+mn-ea"/>
                        </a:rPr>
                        <a:t> </a:t>
                      </a:r>
                      <a:r>
                        <a:rPr lang="en-US" altLang="zh-TW" sz="1400" b="0" dirty="0" smtClean="0">
                          <a:solidFill>
                            <a:schemeClr val="tx1">
                              <a:lumMod val="75000"/>
                              <a:lumOff val="25000"/>
                            </a:schemeClr>
                          </a:solidFill>
                          <a:latin typeface="+mn-lt"/>
                          <a:ea typeface="+mn-ea"/>
                        </a:rPr>
                        <a:t>XXX</a:t>
                      </a:r>
                      <a:endParaRPr lang="zh-TW" altLang="en-US" sz="1400" b="0" dirty="0" smtClean="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200" dirty="0" smtClean="0">
                          <a:solidFill>
                            <a:schemeClr val="tx1">
                              <a:lumMod val="75000"/>
                              <a:lumOff val="25000"/>
                            </a:schemeClr>
                          </a:solidFill>
                          <a:latin typeface="+mn-ea"/>
                          <a:ea typeface="+mn-ea"/>
                        </a:rPr>
                        <a:t>Must be mapped with emp. ID exactly while import data from Excel.</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5643527"/>
                  </a:ext>
                </a:extLst>
              </a:tr>
              <a:tr h="248923">
                <a:tc>
                  <a:txBody>
                    <a:bodyPr/>
                    <a:lstStyle/>
                    <a:p>
                      <a:r>
                        <a:rPr lang="en-US" altLang="zh-TW" sz="1400" b="0" dirty="0" smtClean="0">
                          <a:solidFill>
                            <a:schemeClr val="accent1"/>
                          </a:solidFill>
                          <a:latin typeface="+mn-lt"/>
                          <a:ea typeface="+mn-ea"/>
                        </a:rPr>
                        <a:t>OrgUnit </a:t>
                      </a:r>
                      <a:r>
                        <a:rPr lang="en-US" altLang="zh-TW" sz="1400" b="0" baseline="0" dirty="0" smtClean="0">
                          <a:solidFill>
                            <a:schemeClr val="accent1"/>
                          </a:solidFill>
                          <a:latin typeface="+mn-lt"/>
                          <a:ea typeface="+mn-ea"/>
                        </a:rPr>
                        <a:t>ID</a:t>
                      </a:r>
                      <a:endParaRPr lang="zh-TW" altLang="en-US" sz="1400" b="0" dirty="0" smtClean="0">
                        <a:solidFill>
                          <a:schemeClr val="accent1"/>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b="0" dirty="0" smtClean="0">
                          <a:solidFill>
                            <a:schemeClr val="tx1">
                              <a:lumMod val="75000"/>
                              <a:lumOff val="25000"/>
                            </a:schemeClr>
                          </a:solidFill>
                          <a:latin typeface="+mn-lt"/>
                          <a:ea typeface="+mn-ea"/>
                          <a:cs typeface="+mn-ea"/>
                          <a:sym typeface="+mn-lt"/>
                        </a:rPr>
                        <a:t>R3U4XX</a:t>
                      </a:r>
                      <a:endParaRPr lang="zh-TW" altLang="en-US" sz="1400" b="0" dirty="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b="0" dirty="0" smtClean="0">
                          <a:solidFill>
                            <a:schemeClr val="tx1">
                              <a:lumMod val="75000"/>
                              <a:lumOff val="25000"/>
                            </a:schemeClr>
                          </a:solidFill>
                          <a:latin typeface="+mn-lt"/>
                          <a:ea typeface="+mn-ea"/>
                          <a:cs typeface="+mn-ea"/>
                          <a:sym typeface="+mn-lt"/>
                        </a:rPr>
                        <a:t>R3S3BX</a:t>
                      </a:r>
                      <a:endParaRPr lang="zh-TW" altLang="en-US" sz="1400" b="0" dirty="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200" dirty="0" smtClean="0">
                          <a:solidFill>
                            <a:schemeClr val="tx1">
                              <a:lumMod val="75000"/>
                              <a:lumOff val="25000"/>
                            </a:schemeClr>
                          </a:solidFill>
                          <a:latin typeface="+mn-ea"/>
                          <a:ea typeface="+mn-ea"/>
                        </a:rPr>
                        <a:t>Unique ID for</a:t>
                      </a:r>
                      <a:r>
                        <a:rPr lang="en-US" altLang="zh-TW" sz="1200" baseline="0" dirty="0" smtClean="0">
                          <a:solidFill>
                            <a:schemeClr val="tx1">
                              <a:lumMod val="75000"/>
                              <a:lumOff val="25000"/>
                            </a:schemeClr>
                          </a:solidFill>
                          <a:latin typeface="+mn-ea"/>
                          <a:ea typeface="+mn-ea"/>
                        </a:rPr>
                        <a:t> any level organization unit, including section level or division level.</a:t>
                      </a:r>
                      <a:endParaRPr lang="zh-TW" altLang="en-US" sz="1200" dirty="0">
                        <a:solidFill>
                          <a:schemeClr val="tx1">
                            <a:lumMod val="75000"/>
                            <a:lumOff val="25000"/>
                          </a:schemeClr>
                        </a:solidFill>
                        <a:latin typeface="+mn-ea"/>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6156554"/>
                  </a:ext>
                </a:extLst>
              </a:tr>
              <a:tr h="262726">
                <a:tc>
                  <a:txBody>
                    <a:bodyPr/>
                    <a:lstStyle/>
                    <a:p>
                      <a:r>
                        <a:rPr lang="en-US" altLang="zh-TW" sz="1400" b="0" dirty="0" smtClean="0">
                          <a:solidFill>
                            <a:schemeClr val="accent1"/>
                          </a:solidFill>
                          <a:latin typeface="+mn-lt"/>
                          <a:ea typeface="+mn-ea"/>
                        </a:rPr>
                        <a:t>Job Grade</a:t>
                      </a:r>
                      <a:endParaRPr lang="zh-TW" altLang="en-US" sz="1400" b="0" dirty="0">
                        <a:solidFill>
                          <a:schemeClr val="accent1"/>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400" b="0" dirty="0" smtClean="0">
                          <a:solidFill>
                            <a:schemeClr val="tx1">
                              <a:lumMod val="75000"/>
                              <a:lumOff val="25000"/>
                            </a:schemeClr>
                          </a:solidFill>
                          <a:latin typeface="+mn-lt"/>
                          <a:ea typeface="+mn-ea"/>
                        </a:rPr>
                        <a:t>Engineer</a:t>
                      </a:r>
                      <a:r>
                        <a:rPr lang="en-US" altLang="zh-TW" sz="1400" b="0" baseline="0" dirty="0" smtClean="0">
                          <a:solidFill>
                            <a:schemeClr val="tx1">
                              <a:lumMod val="75000"/>
                              <a:lumOff val="25000"/>
                            </a:schemeClr>
                          </a:solidFill>
                          <a:latin typeface="+mn-lt"/>
                          <a:ea typeface="+mn-ea"/>
                        </a:rPr>
                        <a:t> </a:t>
                      </a:r>
                      <a:r>
                        <a:rPr lang="en-US" altLang="zh-TW" sz="1400" b="0" dirty="0" smtClean="0">
                          <a:solidFill>
                            <a:schemeClr val="tx1">
                              <a:lumMod val="75000"/>
                              <a:lumOff val="25000"/>
                            </a:schemeClr>
                          </a:solidFill>
                          <a:latin typeface="+mn-lt"/>
                          <a:ea typeface="+mn-ea"/>
                        </a:rPr>
                        <a:t>5</a:t>
                      </a:r>
                      <a:endParaRPr lang="zh-TW" altLang="en-US" sz="1400" b="0" dirty="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400" b="0" dirty="0" smtClean="0">
                          <a:solidFill>
                            <a:schemeClr val="tx1">
                              <a:lumMod val="75000"/>
                              <a:lumOff val="25000"/>
                            </a:schemeClr>
                          </a:solidFill>
                          <a:latin typeface="+mn-lt"/>
                          <a:ea typeface="+mn-ea"/>
                        </a:rPr>
                        <a:t>Outsourcer</a:t>
                      </a:r>
                      <a:endParaRPr lang="zh-TW" altLang="en-US" sz="1400" b="0" dirty="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200" dirty="0" smtClean="0">
                          <a:solidFill>
                            <a:schemeClr val="tx1">
                              <a:lumMod val="75000"/>
                              <a:lumOff val="25000"/>
                            </a:schemeClr>
                          </a:solidFill>
                          <a:latin typeface="+mn-ea"/>
                          <a:ea typeface="+mn-ea"/>
                        </a:rPr>
                        <a:t>Decide the e-approval final level of overtime &amp;</a:t>
                      </a:r>
                      <a:r>
                        <a:rPr lang="en-US" altLang="zh-TW" sz="1200" baseline="0" dirty="0" smtClean="0">
                          <a:solidFill>
                            <a:schemeClr val="tx1">
                              <a:lumMod val="75000"/>
                              <a:lumOff val="25000"/>
                            </a:schemeClr>
                          </a:solidFill>
                          <a:latin typeface="+mn-ea"/>
                          <a:ea typeface="+mn-ea"/>
                        </a:rPr>
                        <a:t> leave application.</a:t>
                      </a:r>
                      <a:endParaRPr lang="zh-TW" altLang="en-US" sz="1200" dirty="0">
                        <a:solidFill>
                          <a:schemeClr val="tx1">
                            <a:lumMod val="75000"/>
                            <a:lumOff val="25000"/>
                          </a:schemeClr>
                        </a:solidFill>
                        <a:latin typeface="+mn-ea"/>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8291011"/>
                  </a:ext>
                </a:extLst>
              </a:tr>
              <a:tr h="121252">
                <a:tc>
                  <a:txBody>
                    <a:bodyPr/>
                    <a:lstStyle/>
                    <a:p>
                      <a:r>
                        <a:rPr lang="en-US" altLang="zh-TW" sz="1400" b="0" dirty="0" smtClean="0">
                          <a:solidFill>
                            <a:schemeClr val="accent1"/>
                          </a:solidFill>
                          <a:latin typeface="+mn-lt"/>
                          <a:ea typeface="+mn-ea"/>
                        </a:rPr>
                        <a:t>Position</a:t>
                      </a:r>
                      <a:endParaRPr lang="zh-TW" altLang="en-US" sz="1400" b="0" dirty="0">
                        <a:solidFill>
                          <a:schemeClr val="accent1"/>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400" b="0" dirty="0" smtClean="0">
                          <a:solidFill>
                            <a:schemeClr val="tx1">
                              <a:lumMod val="75000"/>
                              <a:lumOff val="25000"/>
                            </a:schemeClr>
                          </a:solidFill>
                          <a:latin typeface="+mn-lt"/>
                          <a:ea typeface="+mn-ea"/>
                        </a:rPr>
                        <a:t>Manager</a:t>
                      </a:r>
                      <a:endParaRPr lang="zh-TW" altLang="en-US" sz="1400" b="0" dirty="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400" b="0" dirty="0" smtClean="0">
                          <a:solidFill>
                            <a:schemeClr val="tx1">
                              <a:lumMod val="75000"/>
                              <a:lumOff val="25000"/>
                            </a:schemeClr>
                          </a:solidFill>
                          <a:latin typeface="+mn-lt"/>
                          <a:ea typeface="+mn-ea"/>
                        </a:rPr>
                        <a:t>Operator</a:t>
                      </a:r>
                      <a:endParaRPr lang="zh-TW" altLang="en-US" sz="1400" b="0" dirty="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smtClean="0">
                          <a:solidFill>
                            <a:schemeClr val="tx1">
                              <a:lumMod val="75000"/>
                              <a:lumOff val="25000"/>
                            </a:schemeClr>
                          </a:solidFill>
                          <a:latin typeface="+mn-ea"/>
                          <a:ea typeface="+mn-ea"/>
                        </a:rPr>
                        <a:t>Decide the e-approval final level of overtime &amp;</a:t>
                      </a:r>
                      <a:r>
                        <a:rPr lang="en-US" altLang="zh-TW" sz="1200" baseline="0" dirty="0" smtClean="0">
                          <a:solidFill>
                            <a:schemeClr val="tx1">
                              <a:lumMod val="75000"/>
                              <a:lumOff val="25000"/>
                            </a:schemeClr>
                          </a:solidFill>
                          <a:latin typeface="+mn-ea"/>
                          <a:ea typeface="+mn-ea"/>
                        </a:rPr>
                        <a:t> leave application.</a:t>
                      </a:r>
                      <a:endParaRPr lang="zh-TW" altLang="en-US" sz="1200" dirty="0" smtClean="0">
                        <a:solidFill>
                          <a:schemeClr val="tx1">
                            <a:lumMod val="75000"/>
                            <a:lumOff val="25000"/>
                          </a:schemeClr>
                        </a:solidFill>
                        <a:latin typeface="+mn-ea"/>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48626970"/>
                  </a:ext>
                </a:extLst>
              </a:tr>
              <a:tr h="0">
                <a:tc>
                  <a:txBody>
                    <a:bodyPr/>
                    <a:lstStyle/>
                    <a:p>
                      <a:r>
                        <a:rPr lang="en-US" altLang="zh-TW" sz="1400" b="0" dirty="0" smtClean="0">
                          <a:solidFill>
                            <a:schemeClr val="accent1"/>
                          </a:solidFill>
                          <a:latin typeface="+mn-lt"/>
                          <a:ea typeface="+mn-ea"/>
                        </a:rPr>
                        <a:t>Date </a:t>
                      </a:r>
                      <a:r>
                        <a:rPr lang="en-US" altLang="zh-CN" sz="1400" b="0" dirty="0" smtClean="0">
                          <a:solidFill>
                            <a:schemeClr val="accent1"/>
                          </a:solidFill>
                          <a:latin typeface="+mn-lt"/>
                          <a:ea typeface="+mn-ea"/>
                        </a:rPr>
                        <a:t>o</a:t>
                      </a:r>
                      <a:r>
                        <a:rPr lang="en-US" altLang="zh-TW" sz="1400" b="0" dirty="0" smtClean="0">
                          <a:solidFill>
                            <a:schemeClr val="accent1"/>
                          </a:solidFill>
                          <a:latin typeface="+mn-lt"/>
                          <a:ea typeface="+mn-ea"/>
                        </a:rPr>
                        <a:t>f Join</a:t>
                      </a:r>
                      <a:endParaRPr lang="zh-TW" altLang="en-US" sz="1400" b="0" dirty="0" smtClean="0">
                        <a:solidFill>
                          <a:schemeClr val="accent1"/>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0" dirty="0" smtClean="0">
                          <a:solidFill>
                            <a:schemeClr val="tx1">
                              <a:lumMod val="75000"/>
                              <a:lumOff val="25000"/>
                            </a:schemeClr>
                          </a:solidFill>
                          <a:latin typeface="+mn-lt"/>
                          <a:ea typeface="+mn-ea"/>
                        </a:rPr>
                        <a:t>2020-10-02</a:t>
                      </a:r>
                      <a:endParaRPr lang="zh-TW" altLang="en-US" sz="1400" b="0" dirty="0" smtClean="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400" b="0" dirty="0" smtClean="0">
                          <a:solidFill>
                            <a:schemeClr val="tx1">
                              <a:lumMod val="75000"/>
                              <a:lumOff val="25000"/>
                            </a:schemeClr>
                          </a:solidFill>
                          <a:latin typeface="+mn-lt"/>
                          <a:ea typeface="+mn-ea"/>
                        </a:rPr>
                        <a:t>2023-04-15</a:t>
                      </a:r>
                      <a:endParaRPr lang="zh-TW" altLang="en-US" sz="1400" b="0" dirty="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200" dirty="0" smtClean="0">
                          <a:solidFill>
                            <a:schemeClr val="tx1">
                              <a:lumMod val="75000"/>
                              <a:lumOff val="25000"/>
                            </a:schemeClr>
                          </a:solidFill>
                          <a:latin typeface="+mn-ea"/>
                          <a:ea typeface="+mn-ea"/>
                        </a:rPr>
                        <a:t>Used to calculate Annual Leave days.</a:t>
                      </a:r>
                      <a:endParaRPr lang="zh-TW" altLang="en-US" sz="1200" dirty="0">
                        <a:solidFill>
                          <a:schemeClr val="tx1">
                            <a:lumMod val="75000"/>
                            <a:lumOff val="25000"/>
                          </a:schemeClr>
                        </a:solidFill>
                        <a:latin typeface="+mn-ea"/>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78898732"/>
                  </a:ext>
                </a:extLst>
              </a:tr>
              <a:tr h="0">
                <a:tc>
                  <a:txBody>
                    <a:bodyPr/>
                    <a:lstStyle/>
                    <a:p>
                      <a:r>
                        <a:rPr lang="en-US" altLang="zh-TW" sz="1400" b="0" dirty="0" smtClean="0">
                          <a:solidFill>
                            <a:schemeClr val="accent1"/>
                          </a:solidFill>
                          <a:latin typeface="+mn-lt"/>
                          <a:ea typeface="+mn-ea"/>
                        </a:rPr>
                        <a:t>Status</a:t>
                      </a:r>
                      <a:endParaRPr lang="zh-TW" altLang="en-US" sz="1400" b="0" dirty="0">
                        <a:solidFill>
                          <a:schemeClr val="accent1"/>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400" b="0" dirty="0" smtClean="0">
                          <a:solidFill>
                            <a:schemeClr val="tx1">
                              <a:lumMod val="75000"/>
                              <a:lumOff val="25000"/>
                            </a:schemeClr>
                          </a:solidFill>
                          <a:latin typeface="+mn-lt"/>
                          <a:ea typeface="+mn-ea"/>
                        </a:rPr>
                        <a:t>Active</a:t>
                      </a:r>
                      <a:endParaRPr lang="zh-TW" altLang="en-US" sz="1400" b="0" dirty="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400" b="0" dirty="0" smtClean="0">
                          <a:solidFill>
                            <a:schemeClr val="tx1">
                              <a:lumMod val="75000"/>
                              <a:lumOff val="25000"/>
                            </a:schemeClr>
                          </a:solidFill>
                          <a:latin typeface="+mn-lt"/>
                          <a:ea typeface="+mn-ea"/>
                        </a:rPr>
                        <a:t>Inactive</a:t>
                      </a:r>
                      <a:endParaRPr lang="zh-TW" altLang="en-US" sz="1400" b="0" dirty="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smtClean="0">
                          <a:solidFill>
                            <a:schemeClr val="tx1">
                              <a:lumMod val="75000"/>
                              <a:lumOff val="25000"/>
                            </a:schemeClr>
                          </a:solidFill>
                          <a:latin typeface="+mn-ea"/>
                          <a:ea typeface="+mn-ea"/>
                        </a:rPr>
                        <a:t>Used to determine whether employees are on the job or leaving the company.</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38184144"/>
                  </a:ext>
                </a:extLst>
              </a:tr>
              <a:tr h="128154">
                <a:tc>
                  <a:txBody>
                    <a:bodyPr/>
                    <a:lstStyle/>
                    <a:p>
                      <a:r>
                        <a:rPr lang="en-US" altLang="zh-TW" sz="1400" b="0" dirty="0" smtClean="0">
                          <a:solidFill>
                            <a:schemeClr val="accent1"/>
                          </a:solidFill>
                          <a:latin typeface="+mn-lt"/>
                          <a:ea typeface="+mn-ea"/>
                        </a:rPr>
                        <a:t>Date</a:t>
                      </a:r>
                      <a:r>
                        <a:rPr lang="en-US" altLang="zh-TW" sz="1400" b="0" baseline="0" dirty="0" smtClean="0">
                          <a:solidFill>
                            <a:schemeClr val="accent1"/>
                          </a:solidFill>
                          <a:latin typeface="+mn-lt"/>
                          <a:ea typeface="+mn-ea"/>
                        </a:rPr>
                        <a:t> of Resign</a:t>
                      </a:r>
                      <a:endParaRPr lang="zh-TW" altLang="en-US" sz="1400" b="0" dirty="0" smtClean="0">
                        <a:solidFill>
                          <a:schemeClr val="accent1"/>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0" dirty="0" smtClean="0">
                          <a:solidFill>
                            <a:schemeClr val="tx1">
                              <a:lumMod val="75000"/>
                              <a:lumOff val="25000"/>
                            </a:schemeClr>
                          </a:solidFill>
                          <a:latin typeface="+mn-lt"/>
                          <a:ea typeface="+mn-ea"/>
                        </a:rPr>
                        <a:t>/</a:t>
                      </a:r>
                      <a:endParaRPr lang="zh-TW" altLang="en-US" sz="1400" b="0" dirty="0" smtClean="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0" dirty="0" smtClean="0">
                          <a:solidFill>
                            <a:schemeClr val="tx1">
                              <a:lumMod val="75000"/>
                              <a:lumOff val="25000"/>
                            </a:schemeClr>
                          </a:solidFill>
                          <a:latin typeface="+mn-lt"/>
                          <a:ea typeface="+mn-ea"/>
                        </a:rPr>
                        <a:t>2024-12-09</a:t>
                      </a:r>
                      <a:endParaRPr lang="zh-TW" altLang="en-US" sz="1400" b="0" dirty="0" smtClean="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200" dirty="0" smtClean="0">
                          <a:solidFill>
                            <a:schemeClr val="tx1">
                              <a:lumMod val="75000"/>
                              <a:lumOff val="25000"/>
                            </a:schemeClr>
                          </a:solidFill>
                          <a:latin typeface="+mn-ea"/>
                          <a:ea typeface="+mn-ea"/>
                        </a:rPr>
                        <a:t>Used to calculate pay days.</a:t>
                      </a:r>
                      <a:endParaRPr lang="zh-TW" altLang="en-US" sz="1200" dirty="0">
                        <a:solidFill>
                          <a:schemeClr val="tx1">
                            <a:lumMod val="75000"/>
                            <a:lumOff val="25000"/>
                          </a:schemeClr>
                        </a:solidFill>
                        <a:latin typeface="+mn-ea"/>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35655859"/>
                  </a:ext>
                </a:extLst>
              </a:tr>
              <a:tr h="276045">
                <a:tc>
                  <a:txBody>
                    <a:bodyPr/>
                    <a:lstStyle/>
                    <a:p>
                      <a:r>
                        <a:rPr lang="en-US" altLang="zh-TW" sz="1400" b="0" dirty="0" smtClean="0">
                          <a:solidFill>
                            <a:schemeClr val="accent1"/>
                          </a:solidFill>
                          <a:latin typeface="+mn-lt"/>
                          <a:ea typeface="+mn-ea"/>
                        </a:rPr>
                        <a:t>Gender</a:t>
                      </a:r>
                      <a:endParaRPr lang="zh-TW" altLang="en-US" sz="1400" b="0" dirty="0" smtClean="0">
                        <a:solidFill>
                          <a:schemeClr val="accent1"/>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400" b="0" u="none" dirty="0" smtClean="0">
                          <a:solidFill>
                            <a:schemeClr val="tx1">
                              <a:lumMod val="75000"/>
                              <a:lumOff val="25000"/>
                            </a:schemeClr>
                          </a:solidFill>
                          <a:latin typeface="+mn-lt"/>
                          <a:ea typeface="+mn-ea"/>
                        </a:rPr>
                        <a:t>Male</a:t>
                      </a:r>
                      <a:endParaRPr lang="zh-TW" altLang="en-US" sz="1400" b="0" dirty="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400" b="0" u="none" dirty="0" smtClean="0">
                          <a:solidFill>
                            <a:schemeClr val="tx1">
                              <a:lumMod val="75000"/>
                              <a:lumOff val="25000"/>
                            </a:schemeClr>
                          </a:solidFill>
                          <a:latin typeface="+mn-lt"/>
                          <a:ea typeface="+mn-ea"/>
                        </a:rPr>
                        <a:t>Female</a:t>
                      </a:r>
                      <a:endParaRPr lang="zh-TW" altLang="en-US" sz="1400" b="0" dirty="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200" dirty="0" smtClean="0">
                          <a:solidFill>
                            <a:schemeClr val="tx1">
                              <a:lumMod val="75000"/>
                              <a:lumOff val="25000"/>
                            </a:schemeClr>
                          </a:solidFill>
                          <a:latin typeface="+mn-ea"/>
                          <a:ea typeface="+mn-ea"/>
                        </a:rPr>
                        <a:t>Used to do data check for some leave, like Maternity Leave, Pregnancy Check Leave.</a:t>
                      </a:r>
                      <a:endParaRPr lang="zh-TW" altLang="en-US" sz="1200" dirty="0">
                        <a:solidFill>
                          <a:schemeClr val="tx1">
                            <a:lumMod val="75000"/>
                            <a:lumOff val="25000"/>
                          </a:schemeClr>
                        </a:solidFill>
                        <a:latin typeface="+mn-ea"/>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65027006"/>
                  </a:ext>
                </a:extLst>
              </a:tr>
              <a:tr h="1471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0" dirty="0" smtClean="0">
                          <a:solidFill>
                            <a:schemeClr val="accent1"/>
                          </a:solidFill>
                          <a:latin typeface="+mn-lt"/>
                          <a:ea typeface="+mn-ea"/>
                        </a:rPr>
                        <a:t>DL/IDL</a:t>
                      </a:r>
                      <a:endParaRPr lang="zh-TW" altLang="en-US" sz="1400" b="0" dirty="0" smtClean="0">
                        <a:solidFill>
                          <a:schemeClr val="accent1"/>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400" b="0" u="none" dirty="0" smtClean="0">
                          <a:solidFill>
                            <a:schemeClr val="tx1">
                              <a:lumMod val="75000"/>
                              <a:lumOff val="25000"/>
                            </a:schemeClr>
                          </a:solidFill>
                          <a:latin typeface="+mn-lt"/>
                          <a:ea typeface="+mn-ea"/>
                        </a:rPr>
                        <a:t>IDL</a:t>
                      </a:r>
                      <a:endParaRPr lang="zh-TW" altLang="en-US" sz="1400" b="0" dirty="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400" b="0" u="none" dirty="0" smtClean="0">
                          <a:solidFill>
                            <a:schemeClr val="tx1">
                              <a:lumMod val="75000"/>
                              <a:lumOff val="25000"/>
                            </a:schemeClr>
                          </a:solidFill>
                          <a:latin typeface="+mn-lt"/>
                          <a:ea typeface="+mn-ea"/>
                        </a:rPr>
                        <a:t>DL</a:t>
                      </a:r>
                      <a:endParaRPr lang="zh-TW" altLang="en-US" sz="1400" b="0" dirty="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smtClean="0">
                          <a:solidFill>
                            <a:schemeClr val="tx1">
                              <a:lumMod val="75000"/>
                              <a:lumOff val="25000"/>
                            </a:schemeClr>
                          </a:solidFill>
                          <a:latin typeface="+mn-ea"/>
                          <a:ea typeface="+mn-ea"/>
                        </a:rPr>
                        <a:t>Used to control upper limit</a:t>
                      </a:r>
                      <a:r>
                        <a:rPr lang="en-US" altLang="zh-TW" sz="1400" baseline="0" dirty="0" smtClean="0">
                          <a:solidFill>
                            <a:schemeClr val="tx1">
                              <a:lumMod val="75000"/>
                              <a:lumOff val="25000"/>
                            </a:schemeClr>
                          </a:solidFill>
                          <a:latin typeface="+mn-ea"/>
                          <a:ea typeface="+mn-ea"/>
                        </a:rPr>
                        <a:t> for overtime</a:t>
                      </a:r>
                      <a:endParaRPr lang="en-US" altLang="zh-TW" sz="1400" dirty="0" smtClean="0">
                        <a:solidFill>
                          <a:schemeClr val="tx1">
                            <a:lumMod val="75000"/>
                            <a:lumOff val="25000"/>
                          </a:schemeClr>
                        </a:solidFill>
                        <a:latin typeface="+mn-ea"/>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9685730"/>
                  </a:ext>
                </a:extLst>
              </a:tr>
              <a:tr h="264451">
                <a:tc>
                  <a:txBody>
                    <a:bodyPr/>
                    <a:lstStyle/>
                    <a:p>
                      <a:r>
                        <a:rPr lang="en-US" altLang="zh-TW" sz="1400" b="0" dirty="0" smtClean="0">
                          <a:solidFill>
                            <a:schemeClr val="accent1"/>
                          </a:solidFill>
                          <a:latin typeface="+mn-lt"/>
                          <a:ea typeface="+mn-ea"/>
                        </a:rPr>
                        <a:t>Company</a:t>
                      </a:r>
                      <a:endParaRPr lang="zh-TW" altLang="en-US" sz="1400" b="0" dirty="0" smtClean="0">
                        <a:solidFill>
                          <a:schemeClr val="accent1"/>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400" b="0" dirty="0" smtClean="0">
                          <a:solidFill>
                            <a:schemeClr val="tx1">
                              <a:lumMod val="75000"/>
                              <a:lumOff val="25000"/>
                            </a:schemeClr>
                          </a:solidFill>
                          <a:latin typeface="+mn-lt"/>
                          <a:ea typeface="+mn-ea"/>
                        </a:rPr>
                        <a:t>RL</a:t>
                      </a:r>
                      <a:endParaRPr lang="zh-TW" altLang="en-US" sz="1400" b="0" dirty="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400" b="0" dirty="0" smtClean="0">
                          <a:solidFill>
                            <a:schemeClr val="tx1">
                              <a:lumMod val="75000"/>
                              <a:lumOff val="25000"/>
                            </a:schemeClr>
                          </a:solidFill>
                          <a:latin typeface="+mn-lt"/>
                          <a:ea typeface="+mn-ea"/>
                        </a:rPr>
                        <a:t>CL</a:t>
                      </a:r>
                      <a:endParaRPr lang="zh-TW" altLang="en-US" sz="1400" b="0" dirty="0">
                        <a:solidFill>
                          <a:schemeClr val="tx1">
                            <a:lumMod val="75000"/>
                            <a:lumOff val="25000"/>
                          </a:schemeClr>
                        </a:solidFill>
                        <a:latin typeface="+mn-lt"/>
                        <a:ea typeface="+mn-ea"/>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1400" dirty="0" smtClean="0">
                          <a:solidFill>
                            <a:schemeClr val="tx1">
                              <a:lumMod val="75000"/>
                              <a:lumOff val="25000"/>
                            </a:schemeClr>
                          </a:solidFill>
                          <a:latin typeface="+mn-ea"/>
                          <a:ea typeface="+mn-ea"/>
                        </a:rPr>
                        <a:t>Used to separate permissions for outsourcing</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55301567"/>
                  </a:ext>
                </a:extLst>
              </a:tr>
            </a:tbl>
          </a:graphicData>
        </a:graphic>
      </p:graphicFrame>
    </p:spTree>
    <p:extLst>
      <p:ext uri="{BB962C8B-B14F-4D97-AF65-F5344CB8AC3E}">
        <p14:creationId xmlns:p14="http://schemas.microsoft.com/office/powerpoint/2010/main" val="18414443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16</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7" name="圓角矩形 6"/>
          <p:cNvSpPr/>
          <p:nvPr/>
        </p:nvSpPr>
        <p:spPr>
          <a:xfrm>
            <a:off x="2951590" y="2452858"/>
            <a:ext cx="6326880" cy="819510"/>
          </a:xfrm>
          <a:prstGeom prst="roundRect">
            <a:avLst>
              <a:gd name="adj" fmla="val 50000"/>
            </a:avLst>
          </a:prstGeom>
          <a:solidFill>
            <a:schemeClr val="accent5">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8" name="Oval 146"/>
          <p:cNvSpPr/>
          <p:nvPr/>
        </p:nvSpPr>
        <p:spPr>
          <a:xfrm>
            <a:off x="3064723" y="2566193"/>
            <a:ext cx="642342" cy="614835"/>
          </a:xfrm>
          <a:prstGeom prst="ellipse">
            <a:avLst/>
          </a:prstGeom>
          <a:solidFill>
            <a:schemeClr val="accent1"/>
          </a:solidFill>
          <a:ln>
            <a:noFill/>
          </a:ln>
        </p:spPr>
        <p:txBody>
          <a:bodyPr wrap="none" anchor="ctr"/>
          <a:lstStyle/>
          <a:p>
            <a:endParaRPr lang="en-US" sz="2000" dirty="0">
              <a:solidFill>
                <a:schemeClr val="accent1"/>
              </a:solidFill>
              <a:latin typeface="Arial" panose="020B0604020202020204" pitchFamily="34" charset="0"/>
              <a:cs typeface="Arial" panose="020B0604020202020204" pitchFamily="34" charset="0"/>
              <a:sym typeface="+mn-lt"/>
            </a:endParaRPr>
          </a:p>
        </p:txBody>
      </p:sp>
      <p:sp>
        <p:nvSpPr>
          <p:cNvPr id="9" name="PA-AutoShape 13"/>
          <p:cNvSpPr/>
          <p:nvPr>
            <p:custDataLst>
              <p:tags r:id="rId1"/>
            </p:custDataLst>
          </p:nvPr>
        </p:nvSpPr>
        <p:spPr bwMode="auto">
          <a:xfrm>
            <a:off x="3220023" y="2709384"/>
            <a:ext cx="331742" cy="32810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59" y="0"/>
                  <a:pt x="0" y="4859"/>
                  <a:pt x="0" y="10800"/>
                </a:cubicBezTo>
                <a:cubicBezTo>
                  <a:pt x="0" y="16739"/>
                  <a:pt x="4859" y="21600"/>
                  <a:pt x="10800" y="21600"/>
                </a:cubicBezTo>
                <a:cubicBezTo>
                  <a:pt x="16739" y="21600"/>
                  <a:pt x="21600" y="16739"/>
                  <a:pt x="21600" y="10800"/>
                </a:cubicBezTo>
                <a:cubicBezTo>
                  <a:pt x="21600" y="4859"/>
                  <a:pt x="16739" y="0"/>
                  <a:pt x="10800" y="0"/>
                </a:cubicBezTo>
                <a:close/>
                <a:moveTo>
                  <a:pt x="14939" y="4319"/>
                </a:moveTo>
                <a:cubicBezTo>
                  <a:pt x="15659" y="3779"/>
                  <a:pt x="15659" y="3779"/>
                  <a:pt x="15659" y="3779"/>
                </a:cubicBezTo>
                <a:cubicBezTo>
                  <a:pt x="15659" y="3779"/>
                  <a:pt x="15299" y="3059"/>
                  <a:pt x="15479" y="2519"/>
                </a:cubicBezTo>
                <a:cubicBezTo>
                  <a:pt x="15659" y="2519"/>
                  <a:pt x="16379" y="2879"/>
                  <a:pt x="16919" y="3599"/>
                </a:cubicBezTo>
                <a:cubicBezTo>
                  <a:pt x="16559" y="5219"/>
                  <a:pt x="15479" y="5039"/>
                  <a:pt x="15479" y="5039"/>
                </a:cubicBezTo>
                <a:cubicBezTo>
                  <a:pt x="15479" y="5039"/>
                  <a:pt x="14759" y="5039"/>
                  <a:pt x="14939" y="4319"/>
                </a:cubicBezTo>
                <a:close/>
                <a:moveTo>
                  <a:pt x="8459" y="13859"/>
                </a:moveTo>
                <a:cubicBezTo>
                  <a:pt x="8279" y="14039"/>
                  <a:pt x="8099" y="14579"/>
                  <a:pt x="7919" y="15119"/>
                </a:cubicBezTo>
                <a:cubicBezTo>
                  <a:pt x="7739" y="15479"/>
                  <a:pt x="7559" y="15660"/>
                  <a:pt x="7379" y="15839"/>
                </a:cubicBezTo>
                <a:cubicBezTo>
                  <a:pt x="7019" y="16019"/>
                  <a:pt x="7019" y="16379"/>
                  <a:pt x="7019" y="16379"/>
                </a:cubicBezTo>
                <a:cubicBezTo>
                  <a:pt x="6839" y="17099"/>
                  <a:pt x="6839" y="17099"/>
                  <a:pt x="6839" y="17099"/>
                </a:cubicBezTo>
                <a:cubicBezTo>
                  <a:pt x="6839" y="17099"/>
                  <a:pt x="7019" y="17819"/>
                  <a:pt x="7200" y="17999"/>
                </a:cubicBezTo>
                <a:cubicBezTo>
                  <a:pt x="7200" y="18360"/>
                  <a:pt x="6659" y="19799"/>
                  <a:pt x="6659" y="19799"/>
                </a:cubicBezTo>
                <a:cubicBezTo>
                  <a:pt x="6120" y="19620"/>
                  <a:pt x="5940" y="19079"/>
                  <a:pt x="5760" y="18719"/>
                </a:cubicBezTo>
                <a:cubicBezTo>
                  <a:pt x="5760" y="18360"/>
                  <a:pt x="5399" y="18179"/>
                  <a:pt x="5579" y="17819"/>
                </a:cubicBezTo>
                <a:cubicBezTo>
                  <a:pt x="5579" y="17279"/>
                  <a:pt x="5219" y="17099"/>
                  <a:pt x="5039" y="16919"/>
                </a:cubicBezTo>
                <a:cubicBezTo>
                  <a:pt x="4859" y="16559"/>
                  <a:pt x="4679" y="16199"/>
                  <a:pt x="4679" y="16019"/>
                </a:cubicBezTo>
                <a:cubicBezTo>
                  <a:pt x="4679" y="15839"/>
                  <a:pt x="4139" y="15479"/>
                  <a:pt x="4139" y="15479"/>
                </a:cubicBezTo>
                <a:cubicBezTo>
                  <a:pt x="4139" y="15479"/>
                  <a:pt x="3239" y="14940"/>
                  <a:pt x="3060" y="14759"/>
                </a:cubicBezTo>
                <a:cubicBezTo>
                  <a:pt x="2880" y="14579"/>
                  <a:pt x="2699" y="13859"/>
                  <a:pt x="2699" y="13499"/>
                </a:cubicBezTo>
                <a:cubicBezTo>
                  <a:pt x="2699" y="13139"/>
                  <a:pt x="2880" y="12239"/>
                  <a:pt x="2880" y="12239"/>
                </a:cubicBezTo>
                <a:cubicBezTo>
                  <a:pt x="2880" y="12239"/>
                  <a:pt x="3239" y="11879"/>
                  <a:pt x="3060" y="11699"/>
                </a:cubicBezTo>
                <a:cubicBezTo>
                  <a:pt x="2699" y="11519"/>
                  <a:pt x="2699" y="10800"/>
                  <a:pt x="2699" y="10800"/>
                </a:cubicBezTo>
                <a:cubicBezTo>
                  <a:pt x="2339" y="10439"/>
                  <a:pt x="2339" y="10439"/>
                  <a:pt x="2339" y="10439"/>
                </a:cubicBezTo>
                <a:cubicBezTo>
                  <a:pt x="2339" y="10439"/>
                  <a:pt x="1979" y="9899"/>
                  <a:pt x="1800" y="9719"/>
                </a:cubicBezTo>
                <a:cubicBezTo>
                  <a:pt x="1800" y="9359"/>
                  <a:pt x="1800" y="9180"/>
                  <a:pt x="1979" y="8999"/>
                </a:cubicBezTo>
                <a:cubicBezTo>
                  <a:pt x="1979" y="8819"/>
                  <a:pt x="1800" y="8279"/>
                  <a:pt x="1800" y="8099"/>
                </a:cubicBezTo>
                <a:cubicBezTo>
                  <a:pt x="3600" y="3599"/>
                  <a:pt x="6659" y="2699"/>
                  <a:pt x="6659" y="2699"/>
                </a:cubicBezTo>
                <a:cubicBezTo>
                  <a:pt x="6839" y="3599"/>
                  <a:pt x="6839" y="3599"/>
                  <a:pt x="6839" y="3599"/>
                </a:cubicBezTo>
                <a:cubicBezTo>
                  <a:pt x="6839" y="3599"/>
                  <a:pt x="6299" y="3779"/>
                  <a:pt x="6120" y="3779"/>
                </a:cubicBezTo>
                <a:cubicBezTo>
                  <a:pt x="5760" y="3599"/>
                  <a:pt x="5579" y="3599"/>
                  <a:pt x="5579" y="3599"/>
                </a:cubicBezTo>
                <a:cubicBezTo>
                  <a:pt x="5219" y="4139"/>
                  <a:pt x="5219" y="4139"/>
                  <a:pt x="5219" y="4139"/>
                </a:cubicBezTo>
                <a:cubicBezTo>
                  <a:pt x="5219" y="4139"/>
                  <a:pt x="5039" y="4499"/>
                  <a:pt x="5039" y="4679"/>
                </a:cubicBezTo>
                <a:cubicBezTo>
                  <a:pt x="5039" y="4859"/>
                  <a:pt x="5219" y="5219"/>
                  <a:pt x="5219" y="5219"/>
                </a:cubicBezTo>
                <a:cubicBezTo>
                  <a:pt x="5219" y="5219"/>
                  <a:pt x="5760" y="5219"/>
                  <a:pt x="5760" y="5039"/>
                </a:cubicBezTo>
                <a:cubicBezTo>
                  <a:pt x="5760" y="4859"/>
                  <a:pt x="5760" y="4679"/>
                  <a:pt x="5760" y="4679"/>
                </a:cubicBezTo>
                <a:cubicBezTo>
                  <a:pt x="5579" y="4319"/>
                  <a:pt x="5579" y="4319"/>
                  <a:pt x="5579" y="4319"/>
                </a:cubicBezTo>
                <a:cubicBezTo>
                  <a:pt x="5579" y="4319"/>
                  <a:pt x="6120" y="4139"/>
                  <a:pt x="7200" y="4319"/>
                </a:cubicBezTo>
                <a:cubicBezTo>
                  <a:pt x="8459" y="4319"/>
                  <a:pt x="7919" y="5219"/>
                  <a:pt x="8459" y="5399"/>
                </a:cubicBezTo>
                <a:cubicBezTo>
                  <a:pt x="8999" y="5580"/>
                  <a:pt x="8099" y="6299"/>
                  <a:pt x="7919" y="6659"/>
                </a:cubicBezTo>
                <a:cubicBezTo>
                  <a:pt x="7739" y="7019"/>
                  <a:pt x="7379" y="6119"/>
                  <a:pt x="7379" y="6119"/>
                </a:cubicBezTo>
                <a:cubicBezTo>
                  <a:pt x="7379" y="6119"/>
                  <a:pt x="7739" y="5759"/>
                  <a:pt x="7200" y="5759"/>
                </a:cubicBezTo>
                <a:cubicBezTo>
                  <a:pt x="6659" y="5580"/>
                  <a:pt x="6299" y="6479"/>
                  <a:pt x="6659" y="6479"/>
                </a:cubicBezTo>
                <a:cubicBezTo>
                  <a:pt x="6839" y="6479"/>
                  <a:pt x="7200" y="6839"/>
                  <a:pt x="7019" y="7019"/>
                </a:cubicBezTo>
                <a:cubicBezTo>
                  <a:pt x="7019" y="7199"/>
                  <a:pt x="7019" y="7199"/>
                  <a:pt x="6839" y="7739"/>
                </a:cubicBezTo>
                <a:cubicBezTo>
                  <a:pt x="6479" y="8279"/>
                  <a:pt x="6120" y="8639"/>
                  <a:pt x="6120" y="8639"/>
                </a:cubicBezTo>
                <a:cubicBezTo>
                  <a:pt x="6120" y="8639"/>
                  <a:pt x="5760" y="8459"/>
                  <a:pt x="5940" y="8819"/>
                </a:cubicBezTo>
                <a:cubicBezTo>
                  <a:pt x="6120" y="9180"/>
                  <a:pt x="5940" y="9719"/>
                  <a:pt x="5940" y="9899"/>
                </a:cubicBezTo>
                <a:cubicBezTo>
                  <a:pt x="5940" y="10259"/>
                  <a:pt x="5219" y="9719"/>
                  <a:pt x="5219" y="9180"/>
                </a:cubicBezTo>
                <a:cubicBezTo>
                  <a:pt x="5039" y="8639"/>
                  <a:pt x="4499" y="9180"/>
                  <a:pt x="4319" y="9180"/>
                </a:cubicBezTo>
                <a:cubicBezTo>
                  <a:pt x="4139" y="9180"/>
                  <a:pt x="3779" y="8999"/>
                  <a:pt x="3779" y="8819"/>
                </a:cubicBezTo>
                <a:cubicBezTo>
                  <a:pt x="3600" y="8639"/>
                  <a:pt x="2699" y="9359"/>
                  <a:pt x="2519" y="9359"/>
                </a:cubicBezTo>
                <a:cubicBezTo>
                  <a:pt x="2339" y="9539"/>
                  <a:pt x="2339" y="9899"/>
                  <a:pt x="2699" y="9719"/>
                </a:cubicBezTo>
                <a:cubicBezTo>
                  <a:pt x="3060" y="9539"/>
                  <a:pt x="3419" y="9719"/>
                  <a:pt x="3419" y="10079"/>
                </a:cubicBezTo>
                <a:cubicBezTo>
                  <a:pt x="3239" y="10439"/>
                  <a:pt x="2880" y="10259"/>
                  <a:pt x="2880" y="10439"/>
                </a:cubicBezTo>
                <a:cubicBezTo>
                  <a:pt x="3060" y="10800"/>
                  <a:pt x="3419" y="10979"/>
                  <a:pt x="3419" y="11339"/>
                </a:cubicBezTo>
                <a:cubicBezTo>
                  <a:pt x="3600" y="11699"/>
                  <a:pt x="4499" y="11339"/>
                  <a:pt x="4859" y="11160"/>
                </a:cubicBezTo>
                <a:cubicBezTo>
                  <a:pt x="5039" y="11160"/>
                  <a:pt x="5940" y="10979"/>
                  <a:pt x="5940" y="11339"/>
                </a:cubicBezTo>
                <a:cubicBezTo>
                  <a:pt x="6120" y="11699"/>
                  <a:pt x="7019" y="11879"/>
                  <a:pt x="7379" y="11879"/>
                </a:cubicBezTo>
                <a:cubicBezTo>
                  <a:pt x="7739" y="12059"/>
                  <a:pt x="8279" y="12059"/>
                  <a:pt x="8819" y="12419"/>
                </a:cubicBezTo>
                <a:cubicBezTo>
                  <a:pt x="9179" y="12959"/>
                  <a:pt x="8459" y="13679"/>
                  <a:pt x="8459" y="13859"/>
                </a:cubicBezTo>
                <a:close/>
                <a:moveTo>
                  <a:pt x="10619" y="2519"/>
                </a:moveTo>
                <a:cubicBezTo>
                  <a:pt x="10439" y="3059"/>
                  <a:pt x="9719" y="3599"/>
                  <a:pt x="9899" y="3779"/>
                </a:cubicBezTo>
                <a:cubicBezTo>
                  <a:pt x="9899" y="3959"/>
                  <a:pt x="9899" y="4859"/>
                  <a:pt x="9179" y="4139"/>
                </a:cubicBezTo>
                <a:cubicBezTo>
                  <a:pt x="8459" y="3419"/>
                  <a:pt x="7739" y="3239"/>
                  <a:pt x="7919" y="2699"/>
                </a:cubicBezTo>
                <a:cubicBezTo>
                  <a:pt x="7919" y="2519"/>
                  <a:pt x="8639" y="2519"/>
                  <a:pt x="8639" y="2339"/>
                </a:cubicBezTo>
                <a:cubicBezTo>
                  <a:pt x="9540" y="1259"/>
                  <a:pt x="11159" y="1439"/>
                  <a:pt x="11339" y="1799"/>
                </a:cubicBezTo>
                <a:cubicBezTo>
                  <a:pt x="10980" y="2159"/>
                  <a:pt x="10619" y="1979"/>
                  <a:pt x="10619" y="2519"/>
                </a:cubicBezTo>
                <a:close/>
                <a:moveTo>
                  <a:pt x="19259" y="11160"/>
                </a:moveTo>
                <a:cubicBezTo>
                  <a:pt x="19259" y="11160"/>
                  <a:pt x="19619" y="11699"/>
                  <a:pt x="20159" y="11699"/>
                </a:cubicBezTo>
                <a:cubicBezTo>
                  <a:pt x="19799" y="15660"/>
                  <a:pt x="16559" y="18360"/>
                  <a:pt x="16559" y="18360"/>
                </a:cubicBezTo>
                <a:cubicBezTo>
                  <a:pt x="16019" y="17819"/>
                  <a:pt x="16199" y="17279"/>
                  <a:pt x="16199" y="17279"/>
                </a:cubicBezTo>
                <a:cubicBezTo>
                  <a:pt x="16379" y="16559"/>
                  <a:pt x="16379" y="16559"/>
                  <a:pt x="16379" y="16559"/>
                </a:cubicBezTo>
                <a:cubicBezTo>
                  <a:pt x="16379" y="15299"/>
                  <a:pt x="16379" y="15299"/>
                  <a:pt x="16379" y="15299"/>
                </a:cubicBezTo>
                <a:cubicBezTo>
                  <a:pt x="16379" y="15299"/>
                  <a:pt x="16379" y="13859"/>
                  <a:pt x="15119" y="14579"/>
                </a:cubicBezTo>
                <a:cubicBezTo>
                  <a:pt x="13859" y="14940"/>
                  <a:pt x="14400" y="14940"/>
                  <a:pt x="12959" y="14940"/>
                </a:cubicBezTo>
                <a:cubicBezTo>
                  <a:pt x="11520" y="15119"/>
                  <a:pt x="11880" y="12059"/>
                  <a:pt x="11880" y="12059"/>
                </a:cubicBezTo>
                <a:cubicBezTo>
                  <a:pt x="11880" y="7739"/>
                  <a:pt x="15119" y="10979"/>
                  <a:pt x="15119" y="10979"/>
                </a:cubicBezTo>
                <a:cubicBezTo>
                  <a:pt x="17099" y="12419"/>
                  <a:pt x="17459" y="10079"/>
                  <a:pt x="17459" y="10079"/>
                </a:cubicBezTo>
                <a:cubicBezTo>
                  <a:pt x="18719" y="9539"/>
                  <a:pt x="18719" y="9539"/>
                  <a:pt x="18719" y="9539"/>
                </a:cubicBezTo>
                <a:cubicBezTo>
                  <a:pt x="18899" y="8819"/>
                  <a:pt x="18899" y="8819"/>
                  <a:pt x="18899" y="8819"/>
                </a:cubicBezTo>
                <a:cubicBezTo>
                  <a:pt x="18719" y="7919"/>
                  <a:pt x="18719" y="7919"/>
                  <a:pt x="18719" y="7919"/>
                </a:cubicBezTo>
                <a:cubicBezTo>
                  <a:pt x="16739" y="7019"/>
                  <a:pt x="16739" y="7019"/>
                  <a:pt x="16739" y="7019"/>
                </a:cubicBezTo>
                <a:cubicBezTo>
                  <a:pt x="16739" y="7019"/>
                  <a:pt x="16379" y="7739"/>
                  <a:pt x="16919" y="8639"/>
                </a:cubicBezTo>
                <a:cubicBezTo>
                  <a:pt x="16919" y="8639"/>
                  <a:pt x="16739" y="9539"/>
                  <a:pt x="16379" y="9359"/>
                </a:cubicBezTo>
                <a:cubicBezTo>
                  <a:pt x="15119" y="8639"/>
                  <a:pt x="15119" y="8639"/>
                  <a:pt x="15119" y="8639"/>
                </a:cubicBezTo>
                <a:cubicBezTo>
                  <a:pt x="15119" y="8639"/>
                  <a:pt x="14759" y="8459"/>
                  <a:pt x="14220" y="8819"/>
                </a:cubicBezTo>
                <a:cubicBezTo>
                  <a:pt x="13500" y="9359"/>
                  <a:pt x="12419" y="8819"/>
                  <a:pt x="12419" y="8819"/>
                </a:cubicBezTo>
                <a:cubicBezTo>
                  <a:pt x="12419" y="8819"/>
                  <a:pt x="12419" y="8279"/>
                  <a:pt x="13139" y="7919"/>
                </a:cubicBezTo>
                <a:cubicBezTo>
                  <a:pt x="13679" y="7559"/>
                  <a:pt x="13679" y="7559"/>
                  <a:pt x="13679" y="7559"/>
                </a:cubicBezTo>
                <a:cubicBezTo>
                  <a:pt x="13679" y="7559"/>
                  <a:pt x="13500" y="6839"/>
                  <a:pt x="13679" y="6299"/>
                </a:cubicBezTo>
                <a:cubicBezTo>
                  <a:pt x="13859" y="5759"/>
                  <a:pt x="14039" y="6299"/>
                  <a:pt x="14579" y="5939"/>
                </a:cubicBezTo>
                <a:cubicBezTo>
                  <a:pt x="15119" y="5580"/>
                  <a:pt x="15479" y="6659"/>
                  <a:pt x="16199" y="6479"/>
                </a:cubicBezTo>
                <a:cubicBezTo>
                  <a:pt x="16919" y="6479"/>
                  <a:pt x="16559" y="6299"/>
                  <a:pt x="17099" y="5939"/>
                </a:cubicBezTo>
                <a:cubicBezTo>
                  <a:pt x="17639" y="5759"/>
                  <a:pt x="17999" y="6479"/>
                  <a:pt x="17999" y="6479"/>
                </a:cubicBezTo>
                <a:cubicBezTo>
                  <a:pt x="19080" y="6659"/>
                  <a:pt x="19080" y="6659"/>
                  <a:pt x="19080" y="6659"/>
                </a:cubicBezTo>
                <a:cubicBezTo>
                  <a:pt x="19080" y="6659"/>
                  <a:pt x="18899" y="5399"/>
                  <a:pt x="18899" y="5759"/>
                </a:cubicBezTo>
                <a:cubicBezTo>
                  <a:pt x="19619" y="6839"/>
                  <a:pt x="20520" y="9899"/>
                  <a:pt x="20159" y="10439"/>
                </a:cubicBezTo>
                <a:cubicBezTo>
                  <a:pt x="19979" y="10259"/>
                  <a:pt x="19799" y="10259"/>
                  <a:pt x="19799" y="10259"/>
                </a:cubicBezTo>
                <a:cubicBezTo>
                  <a:pt x="18539" y="10259"/>
                  <a:pt x="18539" y="10259"/>
                  <a:pt x="18539" y="10259"/>
                </a:cubicBezTo>
                <a:lnTo>
                  <a:pt x="19259" y="11160"/>
                </a:lnTo>
                <a:close/>
              </a:path>
            </a:pathLst>
          </a:custGeom>
          <a:solidFill>
            <a:srgbClr val="FFFFFF"/>
          </a:solidFill>
          <a:ln>
            <a:noFill/>
          </a:ln>
          <a:effectLst/>
        </p:spPr>
        <p:txBody>
          <a:bodyPr lIns="45719" tIns="45719" rIns="45719" bIns="45719"/>
          <a:lstStyle/>
          <a:p>
            <a:pPr>
              <a:defRPr/>
            </a:pPr>
            <a:endParaRPr lang="es-ES" dirty="0">
              <a:solidFill>
                <a:schemeClr val="bg1"/>
              </a:solidFill>
              <a:latin typeface="Arial" panose="020B0604020202020204" pitchFamily="34" charset="0"/>
              <a:cs typeface="Arial" panose="020B0604020202020204" pitchFamily="34" charset="0"/>
              <a:sym typeface="+mn-lt"/>
            </a:endParaRPr>
          </a:p>
        </p:txBody>
      </p:sp>
      <p:sp>
        <p:nvSpPr>
          <p:cNvPr id="10" name="矩形 9"/>
          <p:cNvSpPr/>
          <p:nvPr/>
        </p:nvSpPr>
        <p:spPr>
          <a:xfrm>
            <a:off x="3760855" y="2654649"/>
            <a:ext cx="4682692" cy="461665"/>
          </a:xfrm>
          <a:prstGeom prst="rect">
            <a:avLst/>
          </a:prstGeom>
        </p:spPr>
        <p:txBody>
          <a:bodyPr wrap="none">
            <a:spAutoFit/>
          </a:bodyPr>
          <a:lstStyle/>
          <a:p>
            <a:r>
              <a:rPr lang="en-US" altLang="zh-TW" sz="2400" b="1" dirty="0">
                <a:solidFill>
                  <a:schemeClr val="accent3">
                    <a:lumMod val="40000"/>
                    <a:lumOff val="60000"/>
                  </a:schemeClr>
                </a:solidFill>
                <a:latin typeface="Arial" panose="020B0604020202020204" pitchFamily="34" charset="0"/>
                <a:ea typeface="Microsoft YaHei UI" panose="020B0503020204020204" pitchFamily="34" charset="-122"/>
                <a:cs typeface="Arial" panose="020B0604020202020204" pitchFamily="34" charset="0"/>
              </a:rPr>
              <a:t>Support Between Departments</a:t>
            </a:r>
          </a:p>
        </p:txBody>
      </p:sp>
      <p:sp>
        <p:nvSpPr>
          <p:cNvPr id="11" name="PA-矩形 4"/>
          <p:cNvSpPr>
            <a:spLocks noChangeArrowheads="1"/>
          </p:cNvSpPr>
          <p:nvPr>
            <p:custDataLst>
              <p:tags r:id="rId2"/>
            </p:custDataLst>
          </p:nvPr>
        </p:nvSpPr>
        <p:spPr bwMode="auto">
          <a:xfrm>
            <a:off x="3841177" y="3547368"/>
            <a:ext cx="522967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How support impact permissions</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Support Out</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Support In </a:t>
            </a:r>
          </a:p>
        </p:txBody>
      </p:sp>
    </p:spTree>
    <p:extLst>
      <p:ext uri="{BB962C8B-B14F-4D97-AF65-F5344CB8AC3E}">
        <p14:creationId xmlns:p14="http://schemas.microsoft.com/office/powerpoint/2010/main" val="13391758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latin typeface="Arial" panose="020B0604020202020204" pitchFamily="34" charset="0"/>
              </a:rPr>
              <a:t>How support impact permissions</a:t>
            </a:r>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17</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6" name="i$1ïḓè"/>
          <p:cNvSpPr/>
          <p:nvPr/>
        </p:nvSpPr>
        <p:spPr>
          <a:xfrm>
            <a:off x="3678149" y="1722965"/>
            <a:ext cx="4057037" cy="742403"/>
          </a:xfrm>
          <a:prstGeom prst="rect">
            <a:avLst/>
          </a:prstGeom>
          <a:solidFill>
            <a:schemeClr val="accent1">
              <a:lumMod val="75000"/>
            </a:schemeClr>
          </a:solidFill>
          <a:ln w="31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Arial" panose="020B0604020202020204" pitchFamily="34" charset="0"/>
              <a:cs typeface="Arial" panose="020B0604020202020204" pitchFamily="34" charset="0"/>
            </a:endParaRPr>
          </a:p>
        </p:txBody>
      </p:sp>
      <p:sp>
        <p:nvSpPr>
          <p:cNvPr id="7" name="i$1ïḓè"/>
          <p:cNvSpPr/>
          <p:nvPr/>
        </p:nvSpPr>
        <p:spPr>
          <a:xfrm>
            <a:off x="3689986" y="3755657"/>
            <a:ext cx="4045200" cy="1985766"/>
          </a:xfrm>
          <a:prstGeom prst="rect">
            <a:avLst/>
          </a:prstGeom>
          <a:solidFill>
            <a:schemeClr val="accent1">
              <a:lumMod val="75000"/>
            </a:schemeClr>
          </a:solidFill>
          <a:ln w="31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chemeClr val="bg1"/>
              </a:solidFill>
              <a:latin typeface="Arial" panose="020B0604020202020204" pitchFamily="34" charset="0"/>
              <a:cs typeface="Arial" panose="020B0604020202020204" pitchFamily="34" charset="0"/>
            </a:endParaRPr>
          </a:p>
        </p:txBody>
      </p:sp>
      <p:pic>
        <p:nvPicPr>
          <p:cNvPr id="8" name="圖片 7"/>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866980" y="1777480"/>
            <a:ext cx="580059" cy="607292"/>
          </a:xfrm>
          <a:prstGeom prst="rect">
            <a:avLst/>
          </a:prstGeom>
        </p:spPr>
      </p:pic>
      <p:pic>
        <p:nvPicPr>
          <p:cNvPr id="9" name="圖片 8"/>
          <p:cNvPicPr>
            <a:picLocks noChangeAspect="1"/>
          </p:cNvPicPr>
          <p:nvPr/>
        </p:nvPicPr>
        <p:blipFill>
          <a:blip r:embed="rId3"/>
          <a:stretch>
            <a:fillRect/>
          </a:stretch>
        </p:blipFill>
        <p:spPr>
          <a:xfrm>
            <a:off x="866980" y="4306900"/>
            <a:ext cx="551624" cy="607292"/>
          </a:xfrm>
          <a:prstGeom prst="rect">
            <a:avLst/>
          </a:prstGeom>
        </p:spPr>
      </p:pic>
      <p:cxnSp>
        <p:nvCxnSpPr>
          <p:cNvPr id="10" name="直線接點 9"/>
          <p:cNvCxnSpPr/>
          <p:nvPr/>
        </p:nvCxnSpPr>
        <p:spPr>
          <a:xfrm>
            <a:off x="8022973" y="1500085"/>
            <a:ext cx="0" cy="4331045"/>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1" name="圓角矩形 10"/>
          <p:cNvSpPr/>
          <p:nvPr/>
        </p:nvSpPr>
        <p:spPr>
          <a:xfrm>
            <a:off x="1704995" y="1836286"/>
            <a:ext cx="1649691" cy="548486"/>
          </a:xfrm>
          <a:prstGeom prst="roundRect">
            <a:avLst/>
          </a:prstGeom>
          <a:gradFill>
            <a:gsLst>
              <a:gs pos="0">
                <a:srgbClr val="70AD47"/>
              </a:gs>
              <a:gs pos="50000">
                <a:srgbClr val="70AD47"/>
              </a:gs>
              <a:gs pos="100000">
                <a:srgbClr val="70AD47"/>
              </a:gs>
            </a:gsLst>
          </a:gra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TW" sz="1600" dirty="0">
                <a:latin typeface="Arial" panose="020B0604020202020204" pitchFamily="34" charset="0"/>
                <a:ea typeface="Microsoft YaHei" panose="020B0503020204020204" pitchFamily="34" charset="-122"/>
                <a:cs typeface="Arial" panose="020B0604020202020204" pitchFamily="34" charset="0"/>
              </a:rPr>
              <a:t>Support </a:t>
            </a:r>
            <a:r>
              <a:rPr lang="en-US" altLang="zh-TW" sz="1600" dirty="0" smtClean="0">
                <a:latin typeface="Arial" panose="020B0604020202020204" pitchFamily="34" charset="0"/>
                <a:ea typeface="Microsoft YaHei" panose="020B0503020204020204" pitchFamily="34" charset="-122"/>
                <a:cs typeface="Arial" panose="020B0604020202020204" pitchFamily="34" charset="0"/>
              </a:rPr>
              <a:t>Out</a:t>
            </a:r>
            <a:r>
              <a:rPr lang="zh-CN" altLang="en-US" sz="1600" dirty="0" smtClean="0">
                <a:latin typeface="Arial" panose="020B0604020202020204" pitchFamily="34" charset="0"/>
                <a:ea typeface="Microsoft YaHei" panose="020B0503020204020204" pitchFamily="34" charset="-122"/>
                <a:cs typeface="Arial" panose="020B0604020202020204" pitchFamily="34" charset="0"/>
              </a:rPr>
              <a:t>（</a:t>
            </a:r>
            <a:r>
              <a:rPr lang="en-US" altLang="zh-CN" sz="1600" dirty="0">
                <a:latin typeface="Arial" panose="020B0604020202020204" pitchFamily="34" charset="0"/>
                <a:ea typeface="Microsoft YaHei" panose="020B0503020204020204" pitchFamily="34" charset="-122"/>
                <a:cs typeface="Arial" panose="020B0604020202020204" pitchFamily="34" charset="0"/>
              </a:rPr>
              <a:t>Original</a:t>
            </a:r>
            <a:r>
              <a:rPr lang="zh-CN" altLang="en-US" sz="1600" dirty="0" smtClean="0">
                <a:latin typeface="Arial" panose="020B0604020202020204" pitchFamily="34" charset="0"/>
                <a:ea typeface="Microsoft YaHei" panose="020B0503020204020204" pitchFamily="34" charset="-122"/>
                <a:cs typeface="Arial" panose="020B0604020202020204" pitchFamily="34" charset="0"/>
              </a:rPr>
              <a:t>）</a:t>
            </a:r>
            <a:endParaRPr lang="zh-TW" altLang="en-US" sz="1600" dirty="0">
              <a:latin typeface="Arial" panose="020B0604020202020204" pitchFamily="34" charset="0"/>
              <a:ea typeface="Microsoft YaHei" panose="020B0503020204020204" pitchFamily="34" charset="-122"/>
              <a:cs typeface="Arial" panose="020B0604020202020204" pitchFamily="34" charset="0"/>
            </a:endParaRPr>
          </a:p>
        </p:txBody>
      </p:sp>
      <p:sp>
        <p:nvSpPr>
          <p:cNvPr id="12" name="圓角矩形 11"/>
          <p:cNvSpPr/>
          <p:nvPr/>
        </p:nvSpPr>
        <p:spPr>
          <a:xfrm>
            <a:off x="1704995" y="4306900"/>
            <a:ext cx="1649691" cy="548486"/>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TW" sz="1600" dirty="0" smtClean="0">
                <a:latin typeface="Arial" panose="020B0604020202020204" pitchFamily="34" charset="0"/>
                <a:ea typeface="Microsoft YaHei" panose="020B0503020204020204" pitchFamily="34" charset="-122"/>
                <a:cs typeface="Arial" panose="020B0604020202020204" pitchFamily="34" charset="0"/>
              </a:rPr>
              <a:t>Support In</a:t>
            </a:r>
            <a:r>
              <a:rPr lang="zh-CN" altLang="en-US" sz="1600" dirty="0" smtClean="0">
                <a:latin typeface="Arial" panose="020B0604020202020204" pitchFamily="34" charset="0"/>
                <a:ea typeface="Microsoft YaHei" panose="020B0503020204020204" pitchFamily="34" charset="-122"/>
                <a:cs typeface="Arial" panose="020B0604020202020204" pitchFamily="34" charset="0"/>
              </a:rPr>
              <a:t>（</a:t>
            </a:r>
            <a:r>
              <a:rPr lang="en-US" altLang="zh-CN" sz="1600" dirty="0">
                <a:latin typeface="Arial" panose="020B0604020202020204" pitchFamily="34" charset="0"/>
                <a:ea typeface="Microsoft YaHei" panose="020B0503020204020204" pitchFamily="34" charset="-122"/>
                <a:cs typeface="Arial" panose="020B0604020202020204" pitchFamily="34" charset="0"/>
              </a:rPr>
              <a:t>Destination</a:t>
            </a:r>
            <a:r>
              <a:rPr lang="zh-CN" altLang="en-US" sz="1600" dirty="0" smtClean="0">
                <a:latin typeface="Arial" panose="020B0604020202020204" pitchFamily="34" charset="0"/>
                <a:ea typeface="Microsoft YaHei" panose="020B0503020204020204" pitchFamily="34" charset="-122"/>
                <a:cs typeface="Arial" panose="020B0604020202020204" pitchFamily="34" charset="0"/>
              </a:rPr>
              <a:t>）</a:t>
            </a:r>
            <a:endParaRPr lang="zh-TW" altLang="en-US" sz="1600" dirty="0">
              <a:latin typeface="Arial" panose="020B0604020202020204" pitchFamily="34" charset="0"/>
              <a:ea typeface="Microsoft YaHei" panose="020B0503020204020204" pitchFamily="34" charset="-122"/>
              <a:cs typeface="Arial" panose="020B0604020202020204" pitchFamily="34" charset="0"/>
            </a:endParaRPr>
          </a:p>
        </p:txBody>
      </p:sp>
      <p:sp>
        <p:nvSpPr>
          <p:cNvPr id="13" name="8-Point Star 43"/>
          <p:cNvSpPr/>
          <p:nvPr/>
        </p:nvSpPr>
        <p:spPr>
          <a:xfrm>
            <a:off x="3857271" y="3902607"/>
            <a:ext cx="351511" cy="338983"/>
          </a:xfrm>
          <a:prstGeom prst="star8">
            <a:avLst/>
          </a:prstGeom>
          <a:solidFill>
            <a:srgbClr val="549ADA"/>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TW" sz="1687" dirty="0">
                <a:latin typeface="Arial" panose="020B0604020202020204" pitchFamily="34" charset="0"/>
                <a:cs typeface="Arial" panose="020B0604020202020204" pitchFamily="34" charset="0"/>
              </a:rPr>
              <a:t>1</a:t>
            </a:r>
            <a:endParaRPr lang="zh-TW" altLang="en-US" sz="1687" dirty="0">
              <a:latin typeface="Arial" panose="020B0604020202020204" pitchFamily="34" charset="0"/>
              <a:cs typeface="Arial" panose="020B0604020202020204" pitchFamily="34" charset="0"/>
            </a:endParaRPr>
          </a:p>
        </p:txBody>
      </p:sp>
      <p:sp>
        <p:nvSpPr>
          <p:cNvPr id="14" name="文字方塊 13"/>
          <p:cNvSpPr txBox="1"/>
          <p:nvPr/>
        </p:nvSpPr>
        <p:spPr>
          <a:xfrm>
            <a:off x="4294068" y="4342001"/>
            <a:ext cx="1719381" cy="369332"/>
          </a:xfrm>
          <a:prstGeom prst="rect">
            <a:avLst/>
          </a:prstGeom>
          <a:noFill/>
        </p:spPr>
        <p:txBody>
          <a:bodyPr wrap="none" rtlCol="0">
            <a:spAutoFit/>
          </a:bodyPr>
          <a:lstStyle/>
          <a:p>
            <a:r>
              <a:rPr lang="en-US" altLang="zh-CN" dirty="0">
                <a:solidFill>
                  <a:schemeClr val="bg1"/>
                </a:solidFill>
                <a:latin typeface="Arial" panose="020B0604020202020204" pitchFamily="34" charset="0"/>
                <a:cs typeface="Arial" panose="020B0604020202020204" pitchFamily="34" charset="0"/>
              </a:rPr>
              <a:t>Sign-off impact</a:t>
            </a:r>
            <a:endParaRPr lang="zh-TW" altLang="en-US" dirty="0">
              <a:solidFill>
                <a:schemeClr val="bg1"/>
              </a:solidFill>
              <a:latin typeface="Arial" panose="020B0604020202020204" pitchFamily="34" charset="0"/>
              <a:cs typeface="Arial" panose="020B0604020202020204" pitchFamily="34" charset="0"/>
            </a:endParaRPr>
          </a:p>
        </p:txBody>
      </p:sp>
      <p:sp>
        <p:nvSpPr>
          <p:cNvPr id="15" name="8-Point Star 43"/>
          <p:cNvSpPr/>
          <p:nvPr/>
        </p:nvSpPr>
        <p:spPr>
          <a:xfrm>
            <a:off x="3852056" y="4811745"/>
            <a:ext cx="351511" cy="338983"/>
          </a:xfrm>
          <a:prstGeom prst="star8">
            <a:avLst/>
          </a:prstGeom>
          <a:solidFill>
            <a:srgbClr val="549AD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TW" sz="1687" dirty="0" smtClean="0">
                <a:latin typeface="Arial" panose="020B0604020202020204" pitchFamily="34" charset="0"/>
                <a:cs typeface="Arial" panose="020B0604020202020204" pitchFamily="34" charset="0"/>
              </a:rPr>
              <a:t>3</a:t>
            </a:r>
            <a:endParaRPr lang="zh-TW" altLang="en-US" sz="1687" dirty="0">
              <a:latin typeface="Arial" panose="020B0604020202020204" pitchFamily="34" charset="0"/>
              <a:cs typeface="Arial" panose="020B0604020202020204" pitchFamily="34" charset="0"/>
            </a:endParaRPr>
          </a:p>
        </p:txBody>
      </p:sp>
      <p:sp>
        <p:nvSpPr>
          <p:cNvPr id="16" name="文字方塊 15"/>
          <p:cNvSpPr txBox="1"/>
          <p:nvPr/>
        </p:nvSpPr>
        <p:spPr>
          <a:xfrm>
            <a:off x="4294068" y="4796570"/>
            <a:ext cx="1556836" cy="369332"/>
          </a:xfrm>
          <a:prstGeom prst="rect">
            <a:avLst/>
          </a:prstGeom>
          <a:noFill/>
        </p:spPr>
        <p:txBody>
          <a:bodyPr wrap="none" rtlCol="0">
            <a:spAutoFit/>
          </a:bodyPr>
          <a:lstStyle/>
          <a:p>
            <a:r>
              <a:rPr lang="en-US" altLang="zh-CN" dirty="0">
                <a:solidFill>
                  <a:schemeClr val="bg1"/>
                </a:solidFill>
                <a:latin typeface="Arial" panose="020B0604020202020204" pitchFamily="34" charset="0"/>
                <a:cs typeface="Arial" panose="020B0604020202020204" pitchFamily="34" charset="0"/>
              </a:rPr>
              <a:t>Leave impact</a:t>
            </a:r>
            <a:endParaRPr lang="zh-TW" altLang="en-US" dirty="0">
              <a:solidFill>
                <a:schemeClr val="bg1"/>
              </a:solidFill>
              <a:latin typeface="Arial" panose="020B0604020202020204" pitchFamily="34" charset="0"/>
              <a:cs typeface="Arial" panose="020B0604020202020204" pitchFamily="34" charset="0"/>
            </a:endParaRPr>
          </a:p>
        </p:txBody>
      </p:sp>
      <p:sp>
        <p:nvSpPr>
          <p:cNvPr id="17" name="8-Point Star 43"/>
          <p:cNvSpPr/>
          <p:nvPr/>
        </p:nvSpPr>
        <p:spPr>
          <a:xfrm>
            <a:off x="3852057" y="5236268"/>
            <a:ext cx="351511" cy="338983"/>
          </a:xfrm>
          <a:prstGeom prst="star8">
            <a:avLst/>
          </a:prstGeom>
          <a:solidFill>
            <a:srgbClr val="549AD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TW" sz="1687" dirty="0" smtClean="0">
                <a:latin typeface="Arial" panose="020B0604020202020204" pitchFamily="34" charset="0"/>
                <a:cs typeface="Arial" panose="020B0604020202020204" pitchFamily="34" charset="0"/>
              </a:rPr>
              <a:t>4</a:t>
            </a:r>
            <a:endParaRPr lang="zh-TW" altLang="en-US" sz="1687" dirty="0">
              <a:latin typeface="Arial" panose="020B0604020202020204" pitchFamily="34" charset="0"/>
              <a:cs typeface="Arial" panose="020B0604020202020204" pitchFamily="34" charset="0"/>
            </a:endParaRPr>
          </a:p>
        </p:txBody>
      </p:sp>
      <p:sp>
        <p:nvSpPr>
          <p:cNvPr id="18" name="文字方塊 17"/>
          <p:cNvSpPr txBox="1"/>
          <p:nvPr/>
        </p:nvSpPr>
        <p:spPr>
          <a:xfrm>
            <a:off x="4294068" y="5221093"/>
            <a:ext cx="2411879" cy="369332"/>
          </a:xfrm>
          <a:prstGeom prst="rect">
            <a:avLst/>
          </a:prstGeom>
          <a:noFill/>
        </p:spPr>
        <p:txBody>
          <a:bodyPr wrap="none" rtlCol="0">
            <a:spAutoFit/>
          </a:bodyPr>
          <a:lstStyle/>
          <a:p>
            <a:r>
              <a:rPr lang="en-US" altLang="zh-CN" dirty="0">
                <a:solidFill>
                  <a:schemeClr val="bg1"/>
                </a:solidFill>
                <a:latin typeface="Arial" panose="020B0604020202020204" pitchFamily="34" charset="0"/>
                <a:cs typeface="Arial" panose="020B0604020202020204" pitchFamily="34" charset="0"/>
              </a:rPr>
              <a:t>W</a:t>
            </a:r>
            <a:r>
              <a:rPr lang="en-US" altLang="zh-CN" dirty="0" smtClean="0">
                <a:solidFill>
                  <a:schemeClr val="bg1"/>
                </a:solidFill>
                <a:latin typeface="Arial" panose="020B0604020202020204" pitchFamily="34" charset="0"/>
                <a:cs typeface="Arial" panose="020B0604020202020204" pitchFamily="34" charset="0"/>
              </a:rPr>
              <a:t>ork </a:t>
            </a:r>
            <a:r>
              <a:rPr lang="en-US" altLang="zh-CN" dirty="0">
                <a:solidFill>
                  <a:schemeClr val="bg1"/>
                </a:solidFill>
                <a:latin typeface="Arial" panose="020B0604020202020204" pitchFamily="34" charset="0"/>
                <a:cs typeface="Arial" panose="020B0604020202020204" pitchFamily="34" charset="0"/>
              </a:rPr>
              <a:t>overtime impact</a:t>
            </a:r>
            <a:endParaRPr lang="zh-TW" altLang="en-US" dirty="0">
              <a:solidFill>
                <a:schemeClr val="bg1"/>
              </a:solidFill>
              <a:latin typeface="Arial" panose="020B0604020202020204" pitchFamily="34" charset="0"/>
              <a:cs typeface="Arial" panose="020B0604020202020204" pitchFamily="34" charset="0"/>
            </a:endParaRPr>
          </a:p>
        </p:txBody>
      </p:sp>
      <p:sp>
        <p:nvSpPr>
          <p:cNvPr id="21" name="向下箭號 20"/>
          <p:cNvSpPr/>
          <p:nvPr/>
        </p:nvSpPr>
        <p:spPr>
          <a:xfrm>
            <a:off x="2049337" y="2688097"/>
            <a:ext cx="752144" cy="1399121"/>
          </a:xfrm>
          <a:prstGeom prst="downArrow">
            <a:avLst/>
          </a:prstGeom>
          <a:solidFill>
            <a:srgbClr val="FFD78D"/>
          </a:solidFill>
          <a:ln>
            <a:solidFill>
              <a:srgbClr val="FFD7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22" name="文字方塊 21"/>
          <p:cNvSpPr txBox="1"/>
          <p:nvPr/>
        </p:nvSpPr>
        <p:spPr>
          <a:xfrm>
            <a:off x="3663092" y="1812629"/>
            <a:ext cx="4127634" cy="584775"/>
          </a:xfrm>
          <a:prstGeom prst="rect">
            <a:avLst/>
          </a:prstGeom>
          <a:noFill/>
        </p:spPr>
        <p:txBody>
          <a:bodyPr wrap="square" rtlCol="0">
            <a:spAutoFit/>
          </a:bodyPr>
          <a:lstStyle/>
          <a:p>
            <a:r>
              <a:rPr lang="en-US" altLang="zh-TW" sz="1600" dirty="0">
                <a:solidFill>
                  <a:schemeClr val="bg1"/>
                </a:solidFill>
                <a:latin typeface="Arial" panose="020B0604020202020204" pitchFamily="34" charset="0"/>
                <a:cs typeface="Arial" panose="020B0604020202020204" pitchFamily="34" charset="0"/>
              </a:rPr>
              <a:t>During the employee support period, </a:t>
            </a:r>
            <a:r>
              <a:rPr lang="en-US" altLang="zh-TW" sz="1600" dirty="0" smtClean="0">
                <a:solidFill>
                  <a:schemeClr val="bg1"/>
                </a:solidFill>
                <a:latin typeface="Arial" panose="020B0604020202020204" pitchFamily="34" charset="0"/>
                <a:cs typeface="Arial" panose="020B0604020202020204" pitchFamily="34" charset="0"/>
              </a:rPr>
              <a:t>the </a:t>
            </a:r>
            <a:r>
              <a:rPr lang="en-US" altLang="zh-TW" sz="1600" dirty="0">
                <a:solidFill>
                  <a:schemeClr val="bg1"/>
                </a:solidFill>
                <a:latin typeface="Arial" panose="020B0604020202020204" pitchFamily="34" charset="0"/>
                <a:cs typeface="Arial" panose="020B0604020202020204" pitchFamily="34" charset="0"/>
              </a:rPr>
              <a:t>original unit does not have </a:t>
            </a:r>
            <a:r>
              <a:rPr lang="en-US" altLang="zh-TW" sz="1600" dirty="0" smtClean="0">
                <a:solidFill>
                  <a:schemeClr val="bg1"/>
                </a:solidFill>
                <a:latin typeface="Arial" panose="020B0604020202020204" pitchFamily="34" charset="0"/>
                <a:cs typeface="Arial" panose="020B0604020202020204" pitchFamily="34" charset="0"/>
              </a:rPr>
              <a:t>any permissions</a:t>
            </a:r>
            <a:endParaRPr lang="zh-TW" altLang="en-US" sz="1600" dirty="0">
              <a:solidFill>
                <a:schemeClr val="bg1"/>
              </a:solidFill>
              <a:latin typeface="Arial" panose="020B0604020202020204" pitchFamily="34" charset="0"/>
              <a:cs typeface="Arial" panose="020B0604020202020204" pitchFamily="34" charset="0"/>
            </a:endParaRPr>
          </a:p>
        </p:txBody>
      </p:sp>
      <p:cxnSp>
        <p:nvCxnSpPr>
          <p:cNvPr id="23" name="直線接點 22"/>
          <p:cNvCxnSpPr/>
          <p:nvPr/>
        </p:nvCxnSpPr>
        <p:spPr>
          <a:xfrm>
            <a:off x="8172764" y="1986972"/>
            <a:ext cx="3492494" cy="0"/>
          </a:xfrm>
          <a:prstGeom prst="line">
            <a:avLst/>
          </a:prstGeom>
        </p:spPr>
        <p:style>
          <a:lnRef idx="2">
            <a:schemeClr val="accent5"/>
          </a:lnRef>
          <a:fillRef idx="0">
            <a:schemeClr val="accent5"/>
          </a:fillRef>
          <a:effectRef idx="1">
            <a:schemeClr val="accent5"/>
          </a:effectRef>
          <a:fontRef idx="minor">
            <a:schemeClr val="tx1"/>
          </a:fontRef>
        </p:style>
      </p:cxnSp>
      <p:sp>
        <p:nvSpPr>
          <p:cNvPr id="24" name="文字方塊 23"/>
          <p:cNvSpPr txBox="1"/>
          <p:nvPr/>
        </p:nvSpPr>
        <p:spPr>
          <a:xfrm>
            <a:off x="8164138" y="1643520"/>
            <a:ext cx="2339102" cy="369332"/>
          </a:xfrm>
          <a:prstGeom prst="rect">
            <a:avLst/>
          </a:prstGeom>
          <a:noFill/>
        </p:spPr>
        <p:txBody>
          <a:bodyPr wrap="none" rtlCol="0">
            <a:spAutoFit/>
          </a:bodyPr>
          <a:lstStyle/>
          <a:p>
            <a:r>
              <a:rPr lang="en-US" altLang="zh-CN" dirty="0">
                <a:solidFill>
                  <a:schemeClr val="bg1"/>
                </a:solidFill>
                <a:latin typeface="Arial" panose="020B0604020202020204" pitchFamily="34" charset="0"/>
                <a:cs typeface="Arial" panose="020B0604020202020204" pitchFamily="34" charset="0"/>
              </a:rPr>
              <a:t>Clock records impact</a:t>
            </a:r>
            <a:endParaRPr lang="zh-TW" altLang="en-US" dirty="0">
              <a:solidFill>
                <a:schemeClr val="bg1"/>
              </a:solidFill>
              <a:latin typeface="Arial" panose="020B0604020202020204" pitchFamily="34" charset="0"/>
              <a:cs typeface="Arial" panose="020B0604020202020204" pitchFamily="34" charset="0"/>
            </a:endParaRPr>
          </a:p>
        </p:txBody>
      </p:sp>
      <p:sp>
        <p:nvSpPr>
          <p:cNvPr id="25" name="文字方塊 24"/>
          <p:cNvSpPr txBox="1"/>
          <p:nvPr/>
        </p:nvSpPr>
        <p:spPr>
          <a:xfrm>
            <a:off x="8126556" y="1966295"/>
            <a:ext cx="3671867" cy="523220"/>
          </a:xfrm>
          <a:prstGeom prst="rect">
            <a:avLst/>
          </a:prstGeom>
          <a:noFill/>
        </p:spPr>
        <p:txBody>
          <a:bodyPr wrap="square" rtlCol="0">
            <a:spAutoFit/>
          </a:bodyPr>
          <a:lstStyle/>
          <a:p>
            <a:r>
              <a:rPr lang="en-US" altLang="zh-TW" sz="1400" dirty="0">
                <a:solidFill>
                  <a:schemeClr val="accent3">
                    <a:lumMod val="20000"/>
                    <a:lumOff val="80000"/>
                  </a:schemeClr>
                </a:solidFill>
                <a:latin typeface="Arial" panose="020B0604020202020204" pitchFamily="34" charset="0"/>
                <a:cs typeface="Arial" panose="020B0604020202020204" pitchFamily="34" charset="0"/>
              </a:rPr>
              <a:t>Go to the destination department to punch in and out of get off </a:t>
            </a:r>
            <a:r>
              <a:rPr lang="en-US" altLang="zh-TW" sz="1400" dirty="0" smtClean="0">
                <a:solidFill>
                  <a:schemeClr val="accent3">
                    <a:lumMod val="20000"/>
                    <a:lumOff val="80000"/>
                  </a:schemeClr>
                </a:solidFill>
                <a:latin typeface="Arial" panose="020B0604020202020204" pitchFamily="34" charset="0"/>
                <a:cs typeface="Arial" panose="020B0604020202020204" pitchFamily="34" charset="0"/>
              </a:rPr>
              <a:t>work.</a:t>
            </a:r>
            <a:endParaRPr lang="zh-TW" altLang="en-US" sz="1400" dirty="0">
              <a:solidFill>
                <a:schemeClr val="accent3">
                  <a:lumMod val="20000"/>
                  <a:lumOff val="80000"/>
                </a:schemeClr>
              </a:solidFill>
              <a:latin typeface="Arial" panose="020B0604020202020204" pitchFamily="34" charset="0"/>
              <a:cs typeface="Arial" panose="020B0604020202020204" pitchFamily="34" charset="0"/>
            </a:endParaRPr>
          </a:p>
        </p:txBody>
      </p:sp>
      <p:sp>
        <p:nvSpPr>
          <p:cNvPr id="26" name="8-Point Star 43"/>
          <p:cNvSpPr/>
          <p:nvPr/>
        </p:nvSpPr>
        <p:spPr>
          <a:xfrm>
            <a:off x="3860166" y="4357176"/>
            <a:ext cx="351511" cy="338983"/>
          </a:xfrm>
          <a:prstGeom prst="star8">
            <a:avLst/>
          </a:prstGeom>
          <a:solidFill>
            <a:srgbClr val="549ADA"/>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TW" sz="1687" dirty="0" smtClean="0">
                <a:latin typeface="Arial" panose="020B0604020202020204" pitchFamily="34" charset="0"/>
                <a:cs typeface="Arial" panose="020B0604020202020204" pitchFamily="34" charset="0"/>
              </a:rPr>
              <a:t>2</a:t>
            </a:r>
            <a:endParaRPr lang="zh-TW" altLang="en-US" sz="1687" dirty="0">
              <a:latin typeface="Arial" panose="020B0604020202020204" pitchFamily="34" charset="0"/>
              <a:cs typeface="Arial" panose="020B0604020202020204" pitchFamily="34" charset="0"/>
            </a:endParaRPr>
          </a:p>
        </p:txBody>
      </p:sp>
      <p:sp>
        <p:nvSpPr>
          <p:cNvPr id="27" name="文字方塊 26"/>
          <p:cNvSpPr txBox="1"/>
          <p:nvPr/>
        </p:nvSpPr>
        <p:spPr>
          <a:xfrm>
            <a:off x="4230315" y="3892121"/>
            <a:ext cx="2428870" cy="369332"/>
          </a:xfrm>
          <a:prstGeom prst="rect">
            <a:avLst/>
          </a:prstGeom>
          <a:noFill/>
        </p:spPr>
        <p:txBody>
          <a:bodyPr wrap="none" rtlCol="0">
            <a:spAutoFit/>
          </a:bodyPr>
          <a:lstStyle/>
          <a:p>
            <a:r>
              <a:rPr lang="en-US" altLang="zh-CN" dirty="0">
                <a:solidFill>
                  <a:schemeClr val="bg1"/>
                </a:solidFill>
                <a:latin typeface="Arial" panose="020B0604020202020204" pitchFamily="34" charset="0"/>
                <a:cs typeface="Arial" panose="020B0604020202020204" pitchFamily="34" charset="0"/>
              </a:rPr>
              <a:t>Clock </a:t>
            </a:r>
            <a:r>
              <a:rPr lang="en-US" altLang="zh-CN" dirty="0" smtClean="0">
                <a:solidFill>
                  <a:schemeClr val="bg1"/>
                </a:solidFill>
                <a:latin typeface="Arial" panose="020B0604020202020204" pitchFamily="34" charset="0"/>
                <a:cs typeface="Arial" panose="020B0604020202020204" pitchFamily="34" charset="0"/>
              </a:rPr>
              <a:t>records impact</a:t>
            </a:r>
            <a:endParaRPr lang="zh-TW" altLang="en-US" dirty="0">
              <a:solidFill>
                <a:schemeClr val="bg1"/>
              </a:solidFill>
              <a:latin typeface="Arial" panose="020B0604020202020204" pitchFamily="34" charset="0"/>
              <a:cs typeface="Arial" panose="020B0604020202020204" pitchFamily="34" charset="0"/>
            </a:endParaRPr>
          </a:p>
        </p:txBody>
      </p:sp>
      <p:cxnSp>
        <p:nvCxnSpPr>
          <p:cNvPr id="28" name="直線接點 27"/>
          <p:cNvCxnSpPr/>
          <p:nvPr/>
        </p:nvCxnSpPr>
        <p:spPr>
          <a:xfrm>
            <a:off x="8172764" y="2912211"/>
            <a:ext cx="3492494" cy="0"/>
          </a:xfrm>
          <a:prstGeom prst="line">
            <a:avLst/>
          </a:prstGeom>
        </p:spPr>
        <p:style>
          <a:lnRef idx="2">
            <a:schemeClr val="accent5"/>
          </a:lnRef>
          <a:fillRef idx="0">
            <a:schemeClr val="accent5"/>
          </a:fillRef>
          <a:effectRef idx="1">
            <a:schemeClr val="accent5"/>
          </a:effectRef>
          <a:fontRef idx="minor">
            <a:schemeClr val="tx1"/>
          </a:fontRef>
        </p:style>
      </p:cxnSp>
      <p:sp>
        <p:nvSpPr>
          <p:cNvPr id="29" name="文字方塊 28"/>
          <p:cNvSpPr txBox="1"/>
          <p:nvPr/>
        </p:nvSpPr>
        <p:spPr>
          <a:xfrm>
            <a:off x="8171140" y="2535294"/>
            <a:ext cx="2069797" cy="369332"/>
          </a:xfrm>
          <a:prstGeom prst="rect">
            <a:avLst/>
          </a:prstGeom>
          <a:noFill/>
        </p:spPr>
        <p:txBody>
          <a:bodyPr wrap="none" rtlCol="0">
            <a:spAutoFit/>
          </a:bodyPr>
          <a:lstStyle/>
          <a:p>
            <a:r>
              <a:rPr lang="en-US" altLang="zh-CN" dirty="0" smtClean="0">
                <a:solidFill>
                  <a:schemeClr val="bg1"/>
                </a:solidFill>
                <a:latin typeface="Arial" panose="020B0604020202020204" pitchFamily="34" charset="0"/>
                <a:cs typeface="Arial" panose="020B0604020202020204" pitchFamily="34" charset="0"/>
              </a:rPr>
              <a:t>E-Approval </a:t>
            </a:r>
            <a:r>
              <a:rPr lang="en-US" altLang="zh-CN" dirty="0">
                <a:solidFill>
                  <a:schemeClr val="bg1"/>
                </a:solidFill>
                <a:latin typeface="Arial" panose="020B0604020202020204" pitchFamily="34" charset="0"/>
                <a:cs typeface="Arial" panose="020B0604020202020204" pitchFamily="34" charset="0"/>
              </a:rPr>
              <a:t>impact</a:t>
            </a:r>
            <a:endParaRPr lang="zh-TW" altLang="en-US" dirty="0">
              <a:solidFill>
                <a:schemeClr val="bg1"/>
              </a:solidFill>
              <a:latin typeface="Arial" panose="020B0604020202020204" pitchFamily="34" charset="0"/>
              <a:cs typeface="Arial" panose="020B0604020202020204" pitchFamily="34" charset="0"/>
            </a:endParaRPr>
          </a:p>
        </p:txBody>
      </p:sp>
      <p:sp>
        <p:nvSpPr>
          <p:cNvPr id="30" name="文字方塊 29"/>
          <p:cNvSpPr txBox="1"/>
          <p:nvPr/>
        </p:nvSpPr>
        <p:spPr>
          <a:xfrm>
            <a:off x="8126556" y="2945234"/>
            <a:ext cx="3671867" cy="738664"/>
          </a:xfrm>
          <a:prstGeom prst="rect">
            <a:avLst/>
          </a:prstGeom>
          <a:noFill/>
        </p:spPr>
        <p:txBody>
          <a:bodyPr wrap="square" rtlCol="0">
            <a:spAutoFit/>
          </a:bodyPr>
          <a:lstStyle/>
          <a:p>
            <a:r>
              <a:rPr lang="en-US" altLang="zh-TW" sz="1400" dirty="0" smtClean="0">
                <a:solidFill>
                  <a:schemeClr val="accent3">
                    <a:lumMod val="20000"/>
                    <a:lumOff val="80000"/>
                  </a:schemeClr>
                </a:solidFill>
                <a:latin typeface="Arial" panose="020B0604020202020204" pitchFamily="34" charset="0"/>
                <a:cs typeface="Arial" panose="020B0604020202020204" pitchFamily="34" charset="0"/>
              </a:rPr>
              <a:t>The relevant sign-off process will capture reviewers according to the destination </a:t>
            </a:r>
            <a:r>
              <a:rPr lang="en-US" altLang="zh-TW" sz="1400" dirty="0" smtClean="0">
                <a:solidFill>
                  <a:schemeClr val="accent3">
                    <a:lumMod val="20000"/>
                    <a:lumOff val="80000"/>
                  </a:schemeClr>
                </a:solidFill>
                <a:latin typeface="Arial" panose="020B0604020202020204" pitchFamily="34" charset="0"/>
                <a:cs typeface="Arial" panose="020B0604020202020204" pitchFamily="34" charset="0"/>
              </a:rPr>
              <a:t>department.</a:t>
            </a:r>
            <a:endParaRPr lang="zh-TW" altLang="en-US" sz="1400" dirty="0">
              <a:solidFill>
                <a:schemeClr val="accent3">
                  <a:lumMod val="20000"/>
                  <a:lumOff val="80000"/>
                </a:schemeClr>
              </a:solidFill>
              <a:latin typeface="Arial" panose="020B0604020202020204" pitchFamily="34" charset="0"/>
              <a:cs typeface="Arial" panose="020B0604020202020204" pitchFamily="34" charset="0"/>
            </a:endParaRPr>
          </a:p>
        </p:txBody>
      </p:sp>
      <p:cxnSp>
        <p:nvCxnSpPr>
          <p:cNvPr id="31" name="直線接點 30"/>
          <p:cNvCxnSpPr/>
          <p:nvPr/>
        </p:nvCxnSpPr>
        <p:spPr>
          <a:xfrm>
            <a:off x="8186158" y="4112754"/>
            <a:ext cx="3492494"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32" name="直線接點 31"/>
          <p:cNvCxnSpPr/>
          <p:nvPr/>
        </p:nvCxnSpPr>
        <p:spPr>
          <a:xfrm>
            <a:off x="8144274" y="5163253"/>
            <a:ext cx="3492494"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33" name="直線接點 32"/>
          <p:cNvCxnSpPr/>
          <p:nvPr/>
        </p:nvCxnSpPr>
        <p:spPr>
          <a:xfrm>
            <a:off x="8171140" y="5741422"/>
            <a:ext cx="3492494" cy="0"/>
          </a:xfrm>
          <a:prstGeom prst="line">
            <a:avLst/>
          </a:prstGeom>
        </p:spPr>
        <p:style>
          <a:lnRef idx="2">
            <a:schemeClr val="accent5"/>
          </a:lnRef>
          <a:fillRef idx="0">
            <a:schemeClr val="accent5"/>
          </a:fillRef>
          <a:effectRef idx="1">
            <a:schemeClr val="accent5"/>
          </a:effectRef>
          <a:fontRef idx="minor">
            <a:schemeClr val="tx1"/>
          </a:fontRef>
        </p:style>
      </p:cxnSp>
      <p:sp>
        <p:nvSpPr>
          <p:cNvPr id="34" name="文字方塊 33"/>
          <p:cNvSpPr txBox="1"/>
          <p:nvPr/>
        </p:nvSpPr>
        <p:spPr>
          <a:xfrm>
            <a:off x="8126556" y="3743422"/>
            <a:ext cx="1556836" cy="369332"/>
          </a:xfrm>
          <a:prstGeom prst="rect">
            <a:avLst/>
          </a:prstGeom>
          <a:noFill/>
        </p:spPr>
        <p:txBody>
          <a:bodyPr wrap="none" rtlCol="0">
            <a:spAutoFit/>
          </a:bodyPr>
          <a:lstStyle/>
          <a:p>
            <a:r>
              <a:rPr lang="en-US" altLang="zh-CN" dirty="0">
                <a:solidFill>
                  <a:schemeClr val="bg1"/>
                </a:solidFill>
                <a:latin typeface="Arial" panose="020B0604020202020204" pitchFamily="34" charset="0"/>
                <a:cs typeface="Arial" panose="020B0604020202020204" pitchFamily="34" charset="0"/>
              </a:rPr>
              <a:t>Leave impact</a:t>
            </a:r>
            <a:endParaRPr lang="zh-TW" altLang="en-US" dirty="0">
              <a:solidFill>
                <a:schemeClr val="bg1"/>
              </a:solidFill>
              <a:latin typeface="Arial" panose="020B0604020202020204" pitchFamily="34" charset="0"/>
              <a:cs typeface="Arial" panose="020B0604020202020204" pitchFamily="34" charset="0"/>
            </a:endParaRPr>
          </a:p>
        </p:txBody>
      </p:sp>
      <p:sp>
        <p:nvSpPr>
          <p:cNvPr id="35" name="文字方塊 34"/>
          <p:cNvSpPr txBox="1"/>
          <p:nvPr/>
        </p:nvSpPr>
        <p:spPr>
          <a:xfrm>
            <a:off x="8126554" y="4140352"/>
            <a:ext cx="3671867" cy="523220"/>
          </a:xfrm>
          <a:prstGeom prst="rect">
            <a:avLst/>
          </a:prstGeom>
          <a:noFill/>
        </p:spPr>
        <p:txBody>
          <a:bodyPr wrap="square" rtlCol="0">
            <a:spAutoFit/>
          </a:bodyPr>
          <a:lstStyle/>
          <a:p>
            <a:r>
              <a:rPr lang="en-US" altLang="zh-TW" sz="1400" dirty="0">
                <a:solidFill>
                  <a:schemeClr val="accent3">
                    <a:lumMod val="20000"/>
                    <a:lumOff val="80000"/>
                  </a:schemeClr>
                </a:solidFill>
                <a:latin typeface="Arial" panose="020B0604020202020204" pitchFamily="34" charset="0"/>
                <a:cs typeface="Arial" panose="020B0604020202020204" pitchFamily="34" charset="0"/>
              </a:rPr>
              <a:t>Leave application is based on the </a:t>
            </a:r>
            <a:r>
              <a:rPr lang="en-US" altLang="zh-TW" sz="1400" dirty="0" smtClean="0">
                <a:solidFill>
                  <a:schemeClr val="accent3">
                    <a:lumMod val="20000"/>
                    <a:lumOff val="80000"/>
                  </a:schemeClr>
                </a:solidFill>
                <a:latin typeface="Arial" panose="020B0604020202020204" pitchFamily="34" charset="0"/>
                <a:cs typeface="Arial" panose="020B0604020202020204" pitchFamily="34" charset="0"/>
              </a:rPr>
              <a:t>target department</a:t>
            </a:r>
            <a:r>
              <a:rPr lang="en-US" altLang="zh-TW" sz="1400" dirty="0">
                <a:solidFill>
                  <a:schemeClr val="accent3">
                    <a:lumMod val="20000"/>
                    <a:lumOff val="80000"/>
                  </a:schemeClr>
                </a:solidFill>
                <a:latin typeface="Arial" panose="020B0604020202020204" pitchFamily="34" charset="0"/>
                <a:cs typeface="Arial" panose="020B0604020202020204" pitchFamily="34" charset="0"/>
              </a:rPr>
              <a:t>.</a:t>
            </a:r>
            <a:endParaRPr lang="zh-TW" altLang="en-US" sz="1400" dirty="0">
              <a:solidFill>
                <a:schemeClr val="accent3">
                  <a:lumMod val="20000"/>
                  <a:lumOff val="80000"/>
                </a:schemeClr>
              </a:solidFill>
              <a:latin typeface="Arial" panose="020B0604020202020204" pitchFamily="34" charset="0"/>
              <a:cs typeface="Arial" panose="020B0604020202020204" pitchFamily="34" charset="0"/>
            </a:endParaRPr>
          </a:p>
        </p:txBody>
      </p:sp>
      <p:sp>
        <p:nvSpPr>
          <p:cNvPr id="36" name="文字方塊 35"/>
          <p:cNvSpPr txBox="1"/>
          <p:nvPr/>
        </p:nvSpPr>
        <p:spPr>
          <a:xfrm>
            <a:off x="8126554" y="4775900"/>
            <a:ext cx="2411879" cy="369332"/>
          </a:xfrm>
          <a:prstGeom prst="rect">
            <a:avLst/>
          </a:prstGeom>
          <a:noFill/>
        </p:spPr>
        <p:txBody>
          <a:bodyPr wrap="none" rtlCol="0">
            <a:spAutoFit/>
          </a:bodyPr>
          <a:lstStyle/>
          <a:p>
            <a:r>
              <a:rPr lang="en-US" altLang="zh-CN" dirty="0">
                <a:solidFill>
                  <a:schemeClr val="bg1"/>
                </a:solidFill>
                <a:latin typeface="Arial" panose="020B0604020202020204" pitchFamily="34" charset="0"/>
                <a:cs typeface="Arial" panose="020B0604020202020204" pitchFamily="34" charset="0"/>
              </a:rPr>
              <a:t>W</a:t>
            </a:r>
            <a:r>
              <a:rPr lang="en-US" altLang="zh-CN" dirty="0" smtClean="0">
                <a:solidFill>
                  <a:schemeClr val="bg1"/>
                </a:solidFill>
                <a:latin typeface="Arial" panose="020B0604020202020204" pitchFamily="34" charset="0"/>
                <a:cs typeface="Arial" panose="020B0604020202020204" pitchFamily="34" charset="0"/>
              </a:rPr>
              <a:t>ork </a:t>
            </a:r>
            <a:r>
              <a:rPr lang="en-US" altLang="zh-CN" dirty="0">
                <a:solidFill>
                  <a:schemeClr val="bg1"/>
                </a:solidFill>
                <a:latin typeface="Arial" panose="020B0604020202020204" pitchFamily="34" charset="0"/>
                <a:cs typeface="Arial" panose="020B0604020202020204" pitchFamily="34" charset="0"/>
              </a:rPr>
              <a:t>overtime impact</a:t>
            </a:r>
            <a:endParaRPr lang="zh-TW" altLang="en-US" dirty="0">
              <a:solidFill>
                <a:schemeClr val="bg1"/>
              </a:solidFill>
              <a:latin typeface="Arial" panose="020B0604020202020204" pitchFamily="34" charset="0"/>
              <a:cs typeface="Arial" panose="020B0604020202020204" pitchFamily="34" charset="0"/>
            </a:endParaRPr>
          </a:p>
        </p:txBody>
      </p:sp>
      <p:sp>
        <p:nvSpPr>
          <p:cNvPr id="37" name="文字方塊 36"/>
          <p:cNvSpPr txBox="1"/>
          <p:nvPr/>
        </p:nvSpPr>
        <p:spPr>
          <a:xfrm>
            <a:off x="8147725" y="5208634"/>
            <a:ext cx="3671867" cy="523220"/>
          </a:xfrm>
          <a:prstGeom prst="rect">
            <a:avLst/>
          </a:prstGeom>
          <a:noFill/>
        </p:spPr>
        <p:txBody>
          <a:bodyPr wrap="square" rtlCol="0">
            <a:spAutoFit/>
          </a:bodyPr>
          <a:lstStyle/>
          <a:p>
            <a:r>
              <a:rPr lang="en-US" altLang="zh-TW" sz="1400" dirty="0">
                <a:solidFill>
                  <a:schemeClr val="accent3">
                    <a:lumMod val="20000"/>
                    <a:lumOff val="80000"/>
                  </a:schemeClr>
                </a:solidFill>
                <a:latin typeface="Arial" panose="020B0604020202020204" pitchFamily="34" charset="0"/>
                <a:cs typeface="Arial" panose="020B0604020202020204" pitchFamily="34" charset="0"/>
              </a:rPr>
              <a:t>The target department has the authority to apply for </a:t>
            </a:r>
            <a:r>
              <a:rPr lang="en-US" altLang="zh-TW" sz="1400" dirty="0" smtClean="0">
                <a:solidFill>
                  <a:schemeClr val="accent3">
                    <a:lumMod val="20000"/>
                    <a:lumOff val="80000"/>
                  </a:schemeClr>
                </a:solidFill>
                <a:latin typeface="Arial" panose="020B0604020202020204" pitchFamily="34" charset="0"/>
                <a:cs typeface="Arial" panose="020B0604020202020204" pitchFamily="34" charset="0"/>
              </a:rPr>
              <a:t>overtime.</a:t>
            </a:r>
            <a:endParaRPr lang="zh-TW" altLang="en-US" sz="1400" dirty="0">
              <a:solidFill>
                <a:schemeClr val="accent3">
                  <a:lumMod val="20000"/>
                  <a:lumOff val="80000"/>
                </a:schemeClr>
              </a:solidFill>
              <a:latin typeface="Arial" panose="020B0604020202020204" pitchFamily="34" charset="0"/>
              <a:cs typeface="Arial" panose="020B0604020202020204" pitchFamily="34" charset="0"/>
            </a:endParaRPr>
          </a:p>
        </p:txBody>
      </p:sp>
      <p:sp>
        <p:nvSpPr>
          <p:cNvPr id="39" name="文字方塊 38"/>
          <p:cNvSpPr txBox="1"/>
          <p:nvPr/>
        </p:nvSpPr>
        <p:spPr>
          <a:xfrm>
            <a:off x="589433" y="923499"/>
            <a:ext cx="9417899" cy="307777"/>
          </a:xfrm>
          <a:prstGeom prst="rect">
            <a:avLst/>
          </a:prstGeom>
          <a:noFill/>
        </p:spPr>
        <p:txBody>
          <a:bodyPr wrap="none" rtlCol="0">
            <a:spAutoFit/>
          </a:bodyPr>
          <a:lstStyle/>
          <a:p>
            <a:r>
              <a:rPr lang="en-US" altLang="zh-CN" sz="1400">
                <a:solidFill>
                  <a:schemeClr val="accent3">
                    <a:lumMod val="20000"/>
                    <a:lumOff val="80000"/>
                  </a:schemeClr>
                </a:solidFill>
                <a:latin typeface="Arial" panose="020B0604020202020204" pitchFamily="34" charset="0"/>
                <a:cs typeface="Arial" panose="020B0604020202020204" pitchFamily="34" charset="0"/>
              </a:rPr>
              <a:t>Human support is a temporary short-term move, which is different from permanent changes in personnel information.</a:t>
            </a:r>
            <a:endParaRPr lang="en-US" altLang="zh-CN" sz="1400" dirty="0">
              <a:solidFill>
                <a:schemeClr val="accent3">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42657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latin typeface="Arial" panose="020B0604020202020204" pitchFamily="34" charset="0"/>
              </a:rPr>
              <a:t>Support Out - 1 </a:t>
            </a:r>
            <a:endParaRPr lang="zh-TW" altLang="en-US" dirty="0">
              <a:latin typeface="Arial" panose="020B0604020202020204" pitchFamily="34" charset="0"/>
            </a:endParaRPr>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18</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6" name="文字方塊 5"/>
          <p:cNvSpPr txBox="1"/>
          <p:nvPr/>
        </p:nvSpPr>
        <p:spPr>
          <a:xfrm>
            <a:off x="602643" y="819164"/>
            <a:ext cx="4203395" cy="338554"/>
          </a:xfrm>
          <a:prstGeom prst="rect">
            <a:avLst/>
          </a:prstGeom>
          <a:noFill/>
        </p:spPr>
        <p:txBody>
          <a:bodyPr wrap="none" rtlCol="0">
            <a:spAutoFit/>
          </a:bodyPr>
          <a:lstStyle/>
          <a:p>
            <a:r>
              <a:rPr lang="en-US" altLang="zh-TW" sz="1600" dirty="0" smtClean="0">
                <a:solidFill>
                  <a:schemeClr val="accent3">
                    <a:lumMod val="20000"/>
                    <a:lumOff val="80000"/>
                  </a:schemeClr>
                </a:solidFill>
                <a:latin typeface="Arial" panose="020B0604020202020204" pitchFamily="34" charset="0"/>
                <a:cs typeface="Arial" panose="020B0604020202020204" pitchFamily="34" charset="0"/>
              </a:rPr>
              <a:t>Support O</a:t>
            </a:r>
            <a:r>
              <a:rPr lang="en-US" altLang="zh-CN" sz="1600" dirty="0" smtClean="0">
                <a:solidFill>
                  <a:schemeClr val="accent3">
                    <a:lumMod val="20000"/>
                    <a:lumOff val="80000"/>
                  </a:schemeClr>
                </a:solidFill>
                <a:latin typeface="Arial" panose="020B0604020202020204" pitchFamily="34" charset="0"/>
                <a:cs typeface="Arial" panose="020B0604020202020204" pitchFamily="34" charset="0"/>
              </a:rPr>
              <a:t>ut </a:t>
            </a:r>
            <a:r>
              <a:rPr lang="en-US" altLang="zh-TW" sz="1600" dirty="0" smtClean="0">
                <a:solidFill>
                  <a:schemeClr val="accent3">
                    <a:lumMod val="20000"/>
                    <a:lumOff val="80000"/>
                  </a:schemeClr>
                </a:solidFill>
                <a:latin typeface="Arial" panose="020B0604020202020204" pitchFamily="34" charset="0"/>
                <a:cs typeface="Arial" panose="020B0604020202020204" pitchFamily="34" charset="0"/>
              </a:rPr>
              <a:t>department </a:t>
            </a:r>
            <a:r>
              <a:rPr lang="en-US" altLang="zh-TW" sz="1600" dirty="0">
                <a:solidFill>
                  <a:schemeClr val="accent3">
                    <a:lumMod val="20000"/>
                    <a:lumOff val="80000"/>
                  </a:schemeClr>
                </a:solidFill>
                <a:latin typeface="Arial" panose="020B0604020202020204" pitchFamily="34" charset="0"/>
                <a:cs typeface="Arial" panose="020B0604020202020204" pitchFamily="34" charset="0"/>
              </a:rPr>
              <a:t>related information.</a:t>
            </a:r>
            <a:endParaRPr lang="zh-TW" altLang="en-US" sz="1600" dirty="0">
              <a:solidFill>
                <a:schemeClr val="accent3">
                  <a:lumMod val="20000"/>
                  <a:lumOff val="80000"/>
                </a:schemeClr>
              </a:solidFill>
              <a:latin typeface="Arial" panose="020B0604020202020204" pitchFamily="34" charset="0"/>
              <a:cs typeface="Arial" panose="020B0604020202020204" pitchFamily="34" charset="0"/>
            </a:endParaRPr>
          </a:p>
        </p:txBody>
      </p:sp>
      <p:sp>
        <p:nvSpPr>
          <p:cNvPr id="7" name="文字方塊 6"/>
          <p:cNvSpPr txBox="1"/>
          <p:nvPr/>
        </p:nvSpPr>
        <p:spPr>
          <a:xfrm>
            <a:off x="602643" y="5282940"/>
            <a:ext cx="10593279" cy="830997"/>
          </a:xfrm>
          <a:prstGeom prst="rect">
            <a:avLst/>
          </a:prstGeom>
          <a:solidFill>
            <a:schemeClr val="accent1">
              <a:lumMod val="75000"/>
              <a:alpha val="51000"/>
            </a:schemeClr>
          </a:solidFill>
        </p:spPr>
        <p:txBody>
          <a:bodyPr wrap="square" rtlCol="0">
            <a:spAutoFit/>
          </a:bodyPr>
          <a:lstStyle/>
          <a:p>
            <a:pPr>
              <a:lnSpc>
                <a:spcPct val="150000"/>
              </a:lnSpc>
            </a:pPr>
            <a:r>
              <a:rPr lang="en-US" altLang="zh-CN" sz="1600" dirty="0" smtClean="0">
                <a:solidFill>
                  <a:schemeClr val="accent6">
                    <a:lumMod val="40000"/>
                    <a:lumOff val="60000"/>
                  </a:schemeClr>
                </a:solidFill>
                <a:latin typeface="Arial" panose="020B0604020202020204" pitchFamily="34" charset="0"/>
                <a:cs typeface="Arial" panose="020B0604020202020204" pitchFamily="34" charset="0"/>
              </a:rPr>
              <a:t>1. </a:t>
            </a:r>
            <a:r>
              <a:rPr lang="en-US" altLang="zh-CN" sz="1600" dirty="0">
                <a:solidFill>
                  <a:schemeClr val="accent6">
                    <a:lumMod val="40000"/>
                    <a:lumOff val="60000"/>
                  </a:schemeClr>
                </a:solidFill>
                <a:latin typeface="Arial" panose="020B0604020202020204" pitchFamily="34" charset="0"/>
                <a:cs typeface="Arial" panose="020B0604020202020204" pitchFamily="34" charset="0"/>
              </a:rPr>
              <a:t>The status is</a:t>
            </a:r>
            <a:r>
              <a:rPr lang="zh-CN" altLang="en-US" sz="1600" dirty="0">
                <a:solidFill>
                  <a:schemeClr val="accent6">
                    <a:lumMod val="40000"/>
                    <a:lumOff val="60000"/>
                  </a:schemeClr>
                </a:solidFill>
                <a:latin typeface="Arial" panose="020B0604020202020204" pitchFamily="34" charset="0"/>
                <a:cs typeface="Arial" panose="020B0604020202020204" pitchFamily="34" charset="0"/>
              </a:rPr>
              <a:t>：</a:t>
            </a:r>
            <a:r>
              <a:rPr lang="en-US" altLang="zh-CN" sz="1600" dirty="0">
                <a:solidFill>
                  <a:schemeClr val="accent6">
                    <a:lumMod val="40000"/>
                    <a:lumOff val="60000"/>
                  </a:schemeClr>
                </a:solidFill>
                <a:latin typeface="Arial" panose="020B0604020202020204" pitchFamily="34" charset="0"/>
                <a:cs typeface="Arial" panose="020B0604020202020204" pitchFamily="34" charset="0"/>
              </a:rPr>
              <a:t>Support to be confirmed</a:t>
            </a:r>
            <a:r>
              <a:rPr lang="zh-CN" altLang="en-US" sz="1600" dirty="0">
                <a:solidFill>
                  <a:schemeClr val="accent6">
                    <a:lumMod val="40000"/>
                    <a:lumOff val="60000"/>
                  </a:schemeClr>
                </a:solidFill>
                <a:latin typeface="Arial" panose="020B0604020202020204" pitchFamily="34" charset="0"/>
                <a:cs typeface="Arial" panose="020B0604020202020204" pitchFamily="34" charset="0"/>
              </a:rPr>
              <a:t>、</a:t>
            </a:r>
            <a:r>
              <a:rPr lang="en-US" altLang="zh-CN" sz="1600" dirty="0">
                <a:solidFill>
                  <a:schemeClr val="accent6">
                    <a:lumMod val="40000"/>
                    <a:lumOff val="60000"/>
                  </a:schemeClr>
                </a:solidFill>
                <a:latin typeface="Arial" panose="020B0604020202020204" pitchFamily="34" charset="0"/>
                <a:cs typeface="Arial" panose="020B0604020202020204" pitchFamily="34" charset="0"/>
              </a:rPr>
              <a:t>Support is now available</a:t>
            </a:r>
            <a:r>
              <a:rPr lang="zh-CN" altLang="en-US" sz="1600" dirty="0">
                <a:solidFill>
                  <a:schemeClr val="accent6">
                    <a:lumMod val="40000"/>
                    <a:lumOff val="60000"/>
                  </a:schemeClr>
                </a:solidFill>
                <a:latin typeface="Arial" panose="020B0604020202020204" pitchFamily="34" charset="0"/>
                <a:cs typeface="Arial" panose="020B0604020202020204" pitchFamily="34" charset="0"/>
              </a:rPr>
              <a:t>、</a:t>
            </a:r>
            <a:r>
              <a:rPr lang="en-US" altLang="zh-CN" sz="1600" dirty="0">
                <a:solidFill>
                  <a:schemeClr val="accent6">
                    <a:lumMod val="40000"/>
                    <a:lumOff val="60000"/>
                  </a:schemeClr>
                </a:solidFill>
                <a:latin typeface="Arial" panose="020B0604020202020204" pitchFamily="34" charset="0"/>
                <a:cs typeface="Arial" panose="020B0604020202020204" pitchFamily="34" charset="0"/>
              </a:rPr>
              <a:t>Support has ended</a:t>
            </a:r>
            <a:r>
              <a:rPr lang="zh-CN" altLang="en-US" sz="1600" dirty="0">
                <a:solidFill>
                  <a:schemeClr val="accent6">
                    <a:lumMod val="40000"/>
                    <a:lumOff val="60000"/>
                  </a:schemeClr>
                </a:solidFill>
                <a:latin typeface="Arial" panose="020B0604020202020204" pitchFamily="34" charset="0"/>
                <a:cs typeface="Arial" panose="020B0604020202020204" pitchFamily="34" charset="0"/>
              </a:rPr>
              <a:t>、</a:t>
            </a:r>
            <a:r>
              <a:rPr lang="en-US" altLang="zh-CN" sz="1600" dirty="0">
                <a:solidFill>
                  <a:schemeClr val="accent6">
                    <a:lumMod val="40000"/>
                    <a:lumOff val="60000"/>
                  </a:schemeClr>
                </a:solidFill>
                <a:latin typeface="Arial" panose="020B0604020202020204" pitchFamily="34" charset="0"/>
                <a:cs typeface="Arial" panose="020B0604020202020204" pitchFamily="34" charset="0"/>
              </a:rPr>
              <a:t>Support canceled.</a:t>
            </a:r>
            <a:endParaRPr lang="en-US" altLang="zh-CN" sz="1600" dirty="0" smtClean="0">
              <a:solidFill>
                <a:schemeClr val="accent6">
                  <a:lumMod val="40000"/>
                  <a:lumOff val="60000"/>
                </a:schemeClr>
              </a:solidFill>
              <a:latin typeface="Arial" panose="020B0604020202020204" pitchFamily="34" charset="0"/>
              <a:cs typeface="Arial" panose="020B0604020202020204" pitchFamily="34" charset="0"/>
            </a:endParaRPr>
          </a:p>
          <a:p>
            <a:pPr>
              <a:lnSpc>
                <a:spcPct val="150000"/>
              </a:lnSpc>
            </a:pPr>
            <a:r>
              <a:rPr lang="en-US" altLang="zh-CN" sz="1600" dirty="0" smtClean="0">
                <a:solidFill>
                  <a:schemeClr val="accent6">
                    <a:lumMod val="40000"/>
                    <a:lumOff val="60000"/>
                  </a:schemeClr>
                </a:solidFill>
                <a:latin typeface="Arial" panose="020B0604020202020204" pitchFamily="34" charset="0"/>
                <a:cs typeface="Arial" panose="020B0604020202020204" pitchFamily="34" charset="0"/>
              </a:rPr>
              <a:t>2. </a:t>
            </a:r>
            <a:r>
              <a:rPr lang="en-US" altLang="zh-CN" sz="1600" dirty="0">
                <a:solidFill>
                  <a:schemeClr val="accent6">
                    <a:lumMod val="40000"/>
                    <a:lumOff val="60000"/>
                  </a:schemeClr>
                </a:solidFill>
                <a:latin typeface="Arial" panose="020B0604020202020204" pitchFamily="34" charset="0"/>
                <a:cs typeface="Arial" panose="020B0604020202020204" pitchFamily="34" charset="0"/>
              </a:rPr>
              <a:t>The user does have department or site </a:t>
            </a:r>
            <a:r>
              <a:rPr lang="en-US" altLang="zh-CN" sz="1600" dirty="0" smtClean="0">
                <a:solidFill>
                  <a:schemeClr val="accent6">
                    <a:lumMod val="40000"/>
                    <a:lumOff val="60000"/>
                  </a:schemeClr>
                </a:solidFill>
                <a:latin typeface="Arial" panose="020B0604020202020204" pitchFamily="34" charset="0"/>
                <a:cs typeface="Arial" panose="020B0604020202020204" pitchFamily="34" charset="0"/>
              </a:rPr>
              <a:t>permissions.</a:t>
            </a:r>
            <a:endParaRPr lang="en-US" altLang="zh-CN" sz="1600" dirty="0">
              <a:solidFill>
                <a:schemeClr val="accent6">
                  <a:lumMod val="40000"/>
                  <a:lumOff val="60000"/>
                </a:schemeClr>
              </a:solidFill>
              <a:latin typeface="Arial" panose="020B0604020202020204" pitchFamily="34" charset="0"/>
              <a:cs typeface="Arial" panose="020B0604020202020204" pitchFamily="34" charset="0"/>
            </a:endParaRPr>
          </a:p>
        </p:txBody>
      </p:sp>
      <p:pic>
        <p:nvPicPr>
          <p:cNvPr id="8" name="圖片 7"/>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02643" y="1280829"/>
            <a:ext cx="10337472" cy="3879000"/>
          </a:xfrm>
          <a:prstGeom prst="rect">
            <a:avLst/>
          </a:prstGeom>
        </p:spPr>
      </p:pic>
      <p:sp>
        <p:nvSpPr>
          <p:cNvPr id="9" name="圓角矩形 8"/>
          <p:cNvSpPr/>
          <p:nvPr/>
        </p:nvSpPr>
        <p:spPr>
          <a:xfrm>
            <a:off x="2704341" y="1978090"/>
            <a:ext cx="1262084" cy="318174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170289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latin typeface="Arial" panose="020B0604020202020204" pitchFamily="34" charset="0"/>
              </a:rPr>
              <a:t>Support Out - 2 </a:t>
            </a:r>
            <a:endParaRPr lang="zh-TW" altLang="en-US" dirty="0">
              <a:latin typeface="Arial" panose="020B0604020202020204" pitchFamily="34" charset="0"/>
            </a:endParaRPr>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19</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6" name="內容版面配置區 3"/>
          <p:cNvSpPr txBox="1">
            <a:spLocks/>
          </p:cNvSpPr>
          <p:nvPr/>
        </p:nvSpPr>
        <p:spPr>
          <a:xfrm>
            <a:off x="877892" y="5093301"/>
            <a:ext cx="9188570" cy="1361711"/>
          </a:xfrm>
          <a:prstGeom prst="rect">
            <a:avLst/>
          </a:prstGeom>
        </p:spPr>
        <p:txBody>
          <a:bodyPr vert="horz" lIns="91440" tIns="45720" rIns="91440" bIns="45720" rtlCol="0" anchor="ctr">
            <a:normAutofit/>
          </a:bodyPr>
          <a:lstStyle>
            <a:defPPr>
              <a:defRPr lang="zh-CN"/>
            </a:defPPr>
            <a:lvl1pPr marL="0" algn="r"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altLang="zh-CN" sz="1400" dirty="0" smtClean="0">
                <a:solidFill>
                  <a:schemeClr val="accent6"/>
                </a:solidFill>
                <a:latin typeface="Arial" panose="020B0604020202020204" pitchFamily="34" charset="0"/>
                <a:cs typeface="Arial" panose="020B0604020202020204" pitchFamily="34" charset="0"/>
              </a:rPr>
              <a:t>E004</a:t>
            </a:r>
            <a:r>
              <a:rPr lang="en-US" altLang="zh-TW" sz="1400" dirty="0" smtClean="0">
                <a:solidFill>
                  <a:schemeClr val="bg1"/>
                </a:solidFill>
                <a:latin typeface="Arial" panose="020B0604020202020204" pitchFamily="34" charset="0"/>
                <a:cs typeface="Arial" panose="020B0604020202020204" pitchFamily="34" charset="0"/>
              </a:rPr>
              <a:t>: User does not have department or site permissions.</a:t>
            </a:r>
          </a:p>
          <a:p>
            <a:pPr algn="l">
              <a:lnSpc>
                <a:spcPct val="150000"/>
              </a:lnSpc>
            </a:pPr>
            <a:r>
              <a:rPr lang="en-US" altLang="zh-TW" sz="1400" dirty="0" smtClean="0">
                <a:solidFill>
                  <a:schemeClr val="accent6"/>
                </a:solidFill>
                <a:latin typeface="Arial" panose="020B0604020202020204" pitchFamily="34" charset="0"/>
                <a:cs typeface="Arial" panose="020B0604020202020204" pitchFamily="34" charset="0"/>
              </a:rPr>
              <a:t>E007</a:t>
            </a:r>
            <a:r>
              <a:rPr lang="en-US" altLang="zh-TW" sz="1400" dirty="0" smtClean="0">
                <a:solidFill>
                  <a:schemeClr val="bg1"/>
                </a:solidFill>
                <a:latin typeface="Arial" panose="020B0604020202020204" pitchFamily="34" charset="0"/>
                <a:cs typeface="Arial" panose="020B0604020202020204" pitchFamily="34" charset="0"/>
              </a:rPr>
              <a:t>: </a:t>
            </a:r>
            <a:r>
              <a:rPr lang="en-US" altLang="zh-TW" sz="1400" dirty="0">
                <a:solidFill>
                  <a:schemeClr val="bg1"/>
                </a:solidFill>
                <a:latin typeface="Arial" panose="020B0604020202020204" pitchFamily="34" charset="0"/>
                <a:cs typeface="Arial" panose="020B0604020202020204" pitchFamily="34" charset="0"/>
              </a:rPr>
              <a:t>Only support data for the current month can be imported.</a:t>
            </a:r>
            <a:endParaRPr lang="en-US" altLang="zh-TW" sz="1400" dirty="0" smtClean="0">
              <a:solidFill>
                <a:schemeClr val="bg1"/>
              </a:solidFill>
              <a:latin typeface="Arial" panose="020B0604020202020204" pitchFamily="34" charset="0"/>
              <a:cs typeface="Arial" panose="020B0604020202020204" pitchFamily="34" charset="0"/>
            </a:endParaRPr>
          </a:p>
          <a:p>
            <a:pPr algn="l">
              <a:lnSpc>
                <a:spcPct val="150000"/>
              </a:lnSpc>
            </a:pPr>
            <a:r>
              <a:rPr lang="en-US" altLang="zh-TW" sz="1400" dirty="0" smtClean="0">
                <a:solidFill>
                  <a:schemeClr val="accent6"/>
                </a:solidFill>
                <a:latin typeface="Arial" panose="020B0604020202020204" pitchFamily="34" charset="0"/>
                <a:cs typeface="Arial" panose="020B0604020202020204" pitchFamily="34" charset="0"/>
              </a:rPr>
              <a:t>E023</a:t>
            </a:r>
            <a:r>
              <a:rPr lang="en-US" altLang="zh-TW" sz="1400" dirty="0" smtClean="0">
                <a:solidFill>
                  <a:schemeClr val="bg1"/>
                </a:solidFill>
                <a:latin typeface="Arial" panose="020B0604020202020204" pitchFamily="34" charset="0"/>
                <a:cs typeface="Arial" panose="020B0604020202020204" pitchFamily="34" charset="0"/>
              </a:rPr>
              <a:t>: </a:t>
            </a:r>
            <a:r>
              <a:rPr lang="en-US" altLang="zh-TW" sz="1400" dirty="0">
                <a:solidFill>
                  <a:schemeClr val="bg1"/>
                </a:solidFill>
                <a:latin typeface="Arial" panose="020B0604020202020204" pitchFamily="34" charset="0"/>
                <a:cs typeface="Arial" panose="020B0604020202020204" pitchFamily="34" charset="0"/>
              </a:rPr>
              <a:t>If the extension is extended, please set the start date to the day after the last support end date.</a:t>
            </a:r>
            <a:endParaRPr lang="zh-TW" altLang="en-US" sz="1400" dirty="0">
              <a:solidFill>
                <a:schemeClr val="bg1"/>
              </a:solidFill>
              <a:latin typeface="Arial" panose="020B0604020202020204" pitchFamily="34" charset="0"/>
              <a:cs typeface="Arial" panose="020B0604020202020204" pitchFamily="34" charset="0"/>
            </a:endParaRPr>
          </a:p>
        </p:txBody>
      </p:sp>
      <p:sp>
        <p:nvSpPr>
          <p:cNvPr id="7" name="矩形 6"/>
          <p:cNvSpPr/>
          <p:nvPr/>
        </p:nvSpPr>
        <p:spPr>
          <a:xfrm>
            <a:off x="975117" y="859825"/>
            <a:ext cx="3134191" cy="369332"/>
          </a:xfrm>
          <a:prstGeom prst="rect">
            <a:avLst/>
          </a:prstGeom>
        </p:spPr>
        <p:txBody>
          <a:bodyPr wrap="none">
            <a:spAutoFit/>
          </a:bodyPr>
          <a:lstStyle/>
          <a:p>
            <a:r>
              <a:rPr lang="en-US" altLang="zh-CN" dirty="0" smtClean="0">
                <a:solidFill>
                  <a:schemeClr val="accent6">
                    <a:lumMod val="40000"/>
                    <a:lumOff val="60000"/>
                  </a:schemeClr>
                </a:solidFill>
                <a:latin typeface="Arial" panose="020B0604020202020204" pitchFamily="34" charset="0"/>
                <a:cs typeface="Arial" panose="020B0604020202020204" pitchFamily="34" charset="0"/>
              </a:rPr>
              <a:t>An example of </a:t>
            </a:r>
            <a:r>
              <a:rPr lang="en-US" altLang="zh-CN" dirty="0">
                <a:solidFill>
                  <a:schemeClr val="accent6">
                    <a:lumMod val="40000"/>
                    <a:lumOff val="60000"/>
                  </a:schemeClr>
                </a:solidFill>
                <a:latin typeface="Arial" panose="020B0604020202020204" pitchFamily="34" charset="0"/>
                <a:cs typeface="Arial" panose="020B0604020202020204" pitchFamily="34" charset="0"/>
              </a:rPr>
              <a:t>check </a:t>
            </a:r>
            <a:r>
              <a:rPr lang="en-US" altLang="zh-CN" dirty="0" smtClean="0">
                <a:solidFill>
                  <a:schemeClr val="accent6">
                    <a:lumMod val="40000"/>
                    <a:lumOff val="60000"/>
                  </a:schemeClr>
                </a:solidFill>
                <a:latin typeface="Arial" panose="020B0604020202020204" pitchFamily="34" charset="0"/>
                <a:cs typeface="Arial" panose="020B0604020202020204" pitchFamily="34" charset="0"/>
              </a:rPr>
              <a:t>results:</a:t>
            </a:r>
            <a:endParaRPr lang="en-US" altLang="zh-CN" dirty="0">
              <a:solidFill>
                <a:schemeClr val="accent6">
                  <a:lumMod val="40000"/>
                  <a:lumOff val="60000"/>
                </a:schemeClr>
              </a:solidFill>
              <a:latin typeface="Arial" panose="020B0604020202020204" pitchFamily="34" charset="0"/>
              <a:cs typeface="Arial" panose="020B0604020202020204" pitchFamily="34" charset="0"/>
            </a:endParaRPr>
          </a:p>
        </p:txBody>
      </p:sp>
      <p:sp>
        <p:nvSpPr>
          <p:cNvPr id="8" name="矩形 7"/>
          <p:cNvSpPr/>
          <p:nvPr/>
        </p:nvSpPr>
        <p:spPr>
          <a:xfrm>
            <a:off x="877892" y="4953460"/>
            <a:ext cx="3890809" cy="369332"/>
          </a:xfrm>
          <a:prstGeom prst="rect">
            <a:avLst/>
          </a:prstGeom>
        </p:spPr>
        <p:txBody>
          <a:bodyPr wrap="none">
            <a:spAutoFit/>
          </a:bodyPr>
          <a:lstStyle/>
          <a:p>
            <a:r>
              <a:rPr lang="en-US" altLang="zh-CN" dirty="0">
                <a:solidFill>
                  <a:schemeClr val="accent6">
                    <a:lumMod val="40000"/>
                    <a:lumOff val="60000"/>
                  </a:schemeClr>
                </a:solidFill>
                <a:latin typeface="Arial" panose="020B0604020202020204" pitchFamily="34" charset="0"/>
                <a:cs typeface="Arial" panose="020B0604020202020204" pitchFamily="34" charset="0"/>
              </a:rPr>
              <a:t>Detailed </a:t>
            </a:r>
            <a:r>
              <a:rPr lang="en-US" altLang="zh-CN" dirty="0" smtClean="0">
                <a:solidFill>
                  <a:schemeClr val="accent6">
                    <a:lumMod val="40000"/>
                    <a:lumOff val="60000"/>
                  </a:schemeClr>
                </a:solidFill>
                <a:latin typeface="Arial" panose="020B0604020202020204" pitchFamily="34" charset="0"/>
                <a:cs typeface="Arial" panose="020B0604020202020204" pitchFamily="34" charset="0"/>
              </a:rPr>
              <a:t>explanation of check rules:</a:t>
            </a:r>
            <a:endParaRPr lang="en-US" altLang="zh-CN" dirty="0">
              <a:solidFill>
                <a:schemeClr val="accent6">
                  <a:lumMod val="40000"/>
                  <a:lumOff val="60000"/>
                </a:schemeClr>
              </a:solidFill>
              <a:latin typeface="Arial" panose="020B0604020202020204" pitchFamily="34" charset="0"/>
              <a:cs typeface="Arial" panose="020B0604020202020204" pitchFamily="34" charset="0"/>
            </a:endParaRPr>
          </a:p>
        </p:txBody>
      </p:sp>
      <p:pic>
        <p:nvPicPr>
          <p:cNvPr id="9" name="圖片 8"/>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77892" y="1272514"/>
            <a:ext cx="10645414" cy="3631597"/>
          </a:xfrm>
          <a:prstGeom prst="rect">
            <a:avLst/>
          </a:prstGeom>
        </p:spPr>
      </p:pic>
      <p:sp>
        <p:nvSpPr>
          <p:cNvPr id="10" name="圓角矩形 9"/>
          <p:cNvSpPr/>
          <p:nvPr/>
        </p:nvSpPr>
        <p:spPr>
          <a:xfrm>
            <a:off x="8145625" y="1660849"/>
            <a:ext cx="3284376" cy="3181394"/>
          </a:xfrm>
          <a:prstGeom prst="roundRect">
            <a:avLst>
              <a:gd name="adj" fmla="val 1776"/>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35824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latin typeface="+mn-lt"/>
              </a:rPr>
              <a:t>Support In - 1 </a:t>
            </a:r>
            <a:endParaRPr lang="zh-TW" altLang="en-US" dirty="0">
              <a:latin typeface="+mn-lt"/>
            </a:endParaRPr>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mn-lt"/>
              </a:rPr>
              <a:pPr marL="50799">
                <a:spcBef>
                  <a:spcPts val="133"/>
                </a:spcBef>
              </a:pPr>
              <a:t>20</a:t>
            </a:fld>
            <a:r>
              <a:rPr lang="en-US" altLang="zh-TW" smtClean="0">
                <a:latin typeface="+mn-lt"/>
              </a:rPr>
              <a:t> /</a:t>
            </a:r>
            <a:endParaRPr lang="en-US" altLang="zh-TW" dirty="0">
              <a:latin typeface="+mn-lt"/>
            </a:endParaRPr>
          </a:p>
        </p:txBody>
      </p:sp>
      <p:sp>
        <p:nvSpPr>
          <p:cNvPr id="5" name="頁尾版面配置區 4"/>
          <p:cNvSpPr>
            <a:spLocks noGrp="1"/>
          </p:cNvSpPr>
          <p:nvPr>
            <p:ph type="ftr" sz="quarter" idx="3"/>
          </p:nvPr>
        </p:nvSpPr>
        <p:spPr/>
        <p:txBody>
          <a:bodyPr/>
          <a:lstStyle/>
          <a:p>
            <a:r>
              <a:rPr lang="en-US" altLang="zh-TW" smtClean="0">
                <a:latin typeface="+mn-lt"/>
              </a:rPr>
              <a:t>79</a:t>
            </a:r>
            <a:endParaRPr lang="zh-TW" altLang="en-US" dirty="0">
              <a:latin typeface="+mn-lt"/>
            </a:endParaRPr>
          </a:p>
        </p:txBody>
      </p:sp>
      <p:sp>
        <p:nvSpPr>
          <p:cNvPr id="6" name="文字方塊 5"/>
          <p:cNvSpPr txBox="1"/>
          <p:nvPr/>
        </p:nvSpPr>
        <p:spPr>
          <a:xfrm>
            <a:off x="853656" y="847157"/>
            <a:ext cx="4043094" cy="338554"/>
          </a:xfrm>
          <a:prstGeom prst="rect">
            <a:avLst/>
          </a:prstGeom>
          <a:noFill/>
        </p:spPr>
        <p:txBody>
          <a:bodyPr wrap="none" rtlCol="0">
            <a:spAutoFit/>
          </a:bodyPr>
          <a:lstStyle/>
          <a:p>
            <a:r>
              <a:rPr lang="en-US" altLang="zh-TW" sz="1600" dirty="0" smtClean="0">
                <a:solidFill>
                  <a:schemeClr val="accent6"/>
                </a:solidFill>
              </a:rPr>
              <a:t>Support In</a:t>
            </a:r>
            <a:r>
              <a:rPr lang="en-US" altLang="zh-CN" sz="1600" dirty="0" smtClean="0">
                <a:solidFill>
                  <a:schemeClr val="accent6"/>
                </a:solidFill>
              </a:rPr>
              <a:t> </a:t>
            </a:r>
            <a:r>
              <a:rPr lang="en-US" altLang="zh-TW" sz="1600" dirty="0" smtClean="0">
                <a:solidFill>
                  <a:schemeClr val="accent6"/>
                </a:solidFill>
              </a:rPr>
              <a:t>department </a:t>
            </a:r>
            <a:r>
              <a:rPr lang="en-US" altLang="zh-TW" sz="1600" dirty="0">
                <a:solidFill>
                  <a:schemeClr val="accent6"/>
                </a:solidFill>
              </a:rPr>
              <a:t>related information.</a:t>
            </a:r>
            <a:endParaRPr lang="zh-TW" altLang="en-US" sz="1600" dirty="0">
              <a:solidFill>
                <a:schemeClr val="accent6"/>
              </a:solidFill>
            </a:endParaRPr>
          </a:p>
        </p:txBody>
      </p:sp>
      <p:sp>
        <p:nvSpPr>
          <p:cNvPr id="7" name="文字方塊 6"/>
          <p:cNvSpPr txBox="1"/>
          <p:nvPr/>
        </p:nvSpPr>
        <p:spPr>
          <a:xfrm>
            <a:off x="801445" y="5413964"/>
            <a:ext cx="10593279" cy="830997"/>
          </a:xfrm>
          <a:prstGeom prst="rect">
            <a:avLst/>
          </a:prstGeom>
          <a:solidFill>
            <a:schemeClr val="accent1">
              <a:lumMod val="75000"/>
            </a:schemeClr>
          </a:solidFill>
        </p:spPr>
        <p:txBody>
          <a:bodyPr wrap="square" rtlCol="0">
            <a:spAutoFit/>
          </a:bodyPr>
          <a:lstStyle/>
          <a:p>
            <a:pPr>
              <a:lnSpc>
                <a:spcPct val="150000"/>
              </a:lnSpc>
            </a:pPr>
            <a:r>
              <a:rPr lang="en-US" altLang="zh-CN" sz="1600" dirty="0" smtClean="0">
                <a:solidFill>
                  <a:schemeClr val="accent6"/>
                </a:solidFill>
              </a:rPr>
              <a:t>1. </a:t>
            </a:r>
            <a:r>
              <a:rPr lang="en-US" altLang="zh-CN" sz="1600" dirty="0">
                <a:solidFill>
                  <a:schemeClr val="accent6"/>
                </a:solidFill>
              </a:rPr>
              <a:t>The status is</a:t>
            </a:r>
            <a:r>
              <a:rPr lang="zh-CN" altLang="en-US" sz="1600" dirty="0">
                <a:solidFill>
                  <a:schemeClr val="accent6"/>
                </a:solidFill>
              </a:rPr>
              <a:t>：</a:t>
            </a:r>
            <a:r>
              <a:rPr lang="en-US" altLang="zh-CN" sz="1600" dirty="0">
                <a:solidFill>
                  <a:schemeClr val="accent6"/>
                </a:solidFill>
              </a:rPr>
              <a:t>Support to be confirmed</a:t>
            </a:r>
            <a:r>
              <a:rPr lang="zh-CN" altLang="en-US" sz="1600" dirty="0" smtClean="0">
                <a:solidFill>
                  <a:schemeClr val="accent6"/>
                </a:solidFill>
              </a:rPr>
              <a:t>、</a:t>
            </a:r>
            <a:r>
              <a:rPr lang="en-US" altLang="zh-CN" sz="1600" dirty="0" smtClean="0">
                <a:solidFill>
                  <a:schemeClr val="accent6"/>
                </a:solidFill>
              </a:rPr>
              <a:t>Effectove support </a:t>
            </a:r>
            <a:r>
              <a:rPr lang="zh-CN" altLang="en-US" sz="1600" dirty="0" smtClean="0">
                <a:solidFill>
                  <a:schemeClr val="accent6"/>
                </a:solidFill>
              </a:rPr>
              <a:t>、</a:t>
            </a:r>
            <a:r>
              <a:rPr lang="en-US" altLang="zh-CN" sz="1600" dirty="0">
                <a:solidFill>
                  <a:schemeClr val="accent6"/>
                </a:solidFill>
              </a:rPr>
              <a:t>Support </a:t>
            </a:r>
            <a:r>
              <a:rPr lang="en-US" altLang="zh-CN" sz="1600" dirty="0" smtClean="0">
                <a:solidFill>
                  <a:schemeClr val="accent6"/>
                </a:solidFill>
              </a:rPr>
              <a:t>canceled</a:t>
            </a:r>
            <a:r>
              <a:rPr lang="en-US" altLang="zh-CN" sz="1600" dirty="0">
                <a:solidFill>
                  <a:schemeClr val="accent6"/>
                </a:solidFill>
              </a:rPr>
              <a:t> </a:t>
            </a:r>
            <a:r>
              <a:rPr lang="zh-CN" altLang="en-US" sz="1600" dirty="0" smtClean="0">
                <a:solidFill>
                  <a:schemeClr val="accent6"/>
                </a:solidFill>
              </a:rPr>
              <a:t>、</a:t>
            </a:r>
            <a:r>
              <a:rPr lang="en-US" altLang="zh-CN" sz="1600" dirty="0" smtClean="0">
                <a:solidFill>
                  <a:schemeClr val="accent6"/>
                </a:solidFill>
              </a:rPr>
              <a:t>Return to orginal unit.</a:t>
            </a:r>
          </a:p>
          <a:p>
            <a:pPr>
              <a:lnSpc>
                <a:spcPct val="150000"/>
              </a:lnSpc>
            </a:pPr>
            <a:r>
              <a:rPr lang="en-US" altLang="zh-CN" sz="1600" dirty="0" smtClean="0">
                <a:solidFill>
                  <a:schemeClr val="accent6"/>
                </a:solidFill>
              </a:rPr>
              <a:t>2. </a:t>
            </a:r>
            <a:r>
              <a:rPr lang="en-US" altLang="zh-CN" sz="1600" dirty="0">
                <a:solidFill>
                  <a:schemeClr val="accent6"/>
                </a:solidFill>
              </a:rPr>
              <a:t>The user does have department or site </a:t>
            </a:r>
            <a:r>
              <a:rPr lang="en-US" altLang="zh-CN" sz="1600" dirty="0" smtClean="0">
                <a:solidFill>
                  <a:schemeClr val="accent6"/>
                </a:solidFill>
              </a:rPr>
              <a:t>permissions.</a:t>
            </a:r>
            <a:endParaRPr lang="en-US" altLang="zh-CN" sz="1600" dirty="0">
              <a:solidFill>
                <a:schemeClr val="accent6"/>
              </a:solidFill>
            </a:endParaRPr>
          </a:p>
        </p:txBody>
      </p:sp>
      <p:pic>
        <p:nvPicPr>
          <p:cNvPr id="8" name="圖片 7"/>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01445" y="1293696"/>
            <a:ext cx="10611124" cy="3974982"/>
          </a:xfrm>
          <a:prstGeom prst="rect">
            <a:avLst/>
          </a:prstGeom>
        </p:spPr>
      </p:pic>
      <p:sp>
        <p:nvSpPr>
          <p:cNvPr id="9" name="圓角矩形 8"/>
          <p:cNvSpPr/>
          <p:nvPr/>
        </p:nvSpPr>
        <p:spPr>
          <a:xfrm>
            <a:off x="2747781" y="2080726"/>
            <a:ext cx="1236390" cy="3187951"/>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4067054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Support In - 2 </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21</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內容版面配置區 3"/>
          <p:cNvSpPr txBox="1">
            <a:spLocks/>
          </p:cNvSpPr>
          <p:nvPr/>
        </p:nvSpPr>
        <p:spPr>
          <a:xfrm>
            <a:off x="916197" y="5157684"/>
            <a:ext cx="9188570" cy="1361711"/>
          </a:xfrm>
          <a:prstGeom prst="rect">
            <a:avLst/>
          </a:prstGeom>
        </p:spPr>
        <p:txBody>
          <a:bodyPr vert="horz" lIns="91440" tIns="45720" rIns="91440" bIns="45720" rtlCol="0" anchor="ctr">
            <a:normAutofit/>
          </a:bodyPr>
          <a:lstStyle>
            <a:defPPr>
              <a:defRPr lang="zh-CN"/>
            </a:defPPr>
            <a:lvl1pPr marL="0" algn="r"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altLang="zh-CN" sz="1400" dirty="0" smtClean="0">
                <a:solidFill>
                  <a:schemeClr val="accent6"/>
                </a:solidFill>
              </a:rPr>
              <a:t>E004</a:t>
            </a:r>
            <a:r>
              <a:rPr lang="en-US" altLang="zh-TW" sz="1400" dirty="0" smtClean="0">
                <a:solidFill>
                  <a:schemeClr val="bg1"/>
                </a:solidFill>
              </a:rPr>
              <a:t>: User does not have department or site permissions.</a:t>
            </a:r>
          </a:p>
          <a:p>
            <a:pPr algn="l">
              <a:lnSpc>
                <a:spcPct val="150000"/>
              </a:lnSpc>
            </a:pPr>
            <a:r>
              <a:rPr lang="en-US" altLang="zh-TW" sz="1400" dirty="0" smtClean="0">
                <a:solidFill>
                  <a:schemeClr val="accent6"/>
                </a:solidFill>
              </a:rPr>
              <a:t>E011</a:t>
            </a:r>
            <a:r>
              <a:rPr lang="en-US" altLang="zh-TW" sz="1400" dirty="0" smtClean="0">
                <a:solidFill>
                  <a:schemeClr val="bg1"/>
                </a:solidFill>
              </a:rPr>
              <a:t>: </a:t>
            </a:r>
            <a:r>
              <a:rPr lang="en-US" altLang="zh-TW" sz="1400" dirty="0">
                <a:solidFill>
                  <a:schemeClr val="bg1"/>
                </a:solidFill>
              </a:rPr>
              <a:t>If you want to cancel support, the end date only needs to be one day before the start </a:t>
            </a:r>
            <a:r>
              <a:rPr lang="en-US" altLang="zh-TW" sz="1400" dirty="0" smtClean="0">
                <a:solidFill>
                  <a:schemeClr val="bg1"/>
                </a:solidFill>
              </a:rPr>
              <a:t>date.</a:t>
            </a:r>
          </a:p>
          <a:p>
            <a:pPr algn="l">
              <a:lnSpc>
                <a:spcPct val="150000"/>
              </a:lnSpc>
            </a:pPr>
            <a:r>
              <a:rPr lang="en-US" altLang="zh-TW" sz="1400" dirty="0" smtClean="0">
                <a:solidFill>
                  <a:schemeClr val="accent6"/>
                </a:solidFill>
              </a:rPr>
              <a:t>E015</a:t>
            </a:r>
            <a:r>
              <a:rPr lang="en-US" altLang="zh-TW" sz="1400" dirty="0" smtClean="0">
                <a:solidFill>
                  <a:schemeClr val="bg1"/>
                </a:solidFill>
              </a:rPr>
              <a:t>: </a:t>
            </a:r>
            <a:r>
              <a:rPr lang="en-US" altLang="zh-TW" sz="1400" dirty="0">
                <a:solidFill>
                  <a:schemeClr val="bg1"/>
                </a:solidFill>
              </a:rPr>
              <a:t>If the extension is extended, please set the start date to the day after the last support end date.</a:t>
            </a:r>
            <a:endParaRPr lang="zh-TW" altLang="en-US" sz="1400" dirty="0">
              <a:solidFill>
                <a:schemeClr val="bg1"/>
              </a:solidFill>
            </a:endParaRPr>
          </a:p>
        </p:txBody>
      </p:sp>
      <p:sp>
        <p:nvSpPr>
          <p:cNvPr id="7" name="矩形 6"/>
          <p:cNvSpPr/>
          <p:nvPr/>
        </p:nvSpPr>
        <p:spPr>
          <a:xfrm>
            <a:off x="975117" y="878657"/>
            <a:ext cx="3134191" cy="369332"/>
          </a:xfrm>
          <a:prstGeom prst="rect">
            <a:avLst/>
          </a:prstGeom>
        </p:spPr>
        <p:txBody>
          <a:bodyPr wrap="none">
            <a:spAutoFit/>
          </a:bodyPr>
          <a:lstStyle/>
          <a:p>
            <a:r>
              <a:rPr lang="en-US" altLang="zh-CN" dirty="0" smtClean="0">
                <a:solidFill>
                  <a:schemeClr val="accent6"/>
                </a:solidFill>
              </a:rPr>
              <a:t>An example of </a:t>
            </a:r>
            <a:r>
              <a:rPr lang="en-US" altLang="zh-CN" dirty="0">
                <a:solidFill>
                  <a:schemeClr val="accent6"/>
                </a:solidFill>
              </a:rPr>
              <a:t>check </a:t>
            </a:r>
            <a:r>
              <a:rPr lang="en-US" altLang="zh-CN" dirty="0" smtClean="0">
                <a:solidFill>
                  <a:schemeClr val="accent6"/>
                </a:solidFill>
              </a:rPr>
              <a:t>results:</a:t>
            </a:r>
            <a:endParaRPr lang="en-US" altLang="zh-CN" dirty="0">
              <a:solidFill>
                <a:schemeClr val="accent6"/>
              </a:solidFill>
            </a:endParaRPr>
          </a:p>
        </p:txBody>
      </p:sp>
      <p:sp>
        <p:nvSpPr>
          <p:cNvPr id="8" name="矩形 7"/>
          <p:cNvSpPr/>
          <p:nvPr/>
        </p:nvSpPr>
        <p:spPr>
          <a:xfrm>
            <a:off x="888897" y="4977753"/>
            <a:ext cx="3890809" cy="369332"/>
          </a:xfrm>
          <a:prstGeom prst="rect">
            <a:avLst/>
          </a:prstGeom>
        </p:spPr>
        <p:txBody>
          <a:bodyPr wrap="none">
            <a:spAutoFit/>
          </a:bodyPr>
          <a:lstStyle/>
          <a:p>
            <a:r>
              <a:rPr lang="en-US" altLang="zh-CN" dirty="0">
                <a:solidFill>
                  <a:schemeClr val="accent6"/>
                </a:solidFill>
              </a:rPr>
              <a:t>Detailed </a:t>
            </a:r>
            <a:r>
              <a:rPr lang="en-US" altLang="zh-CN" dirty="0" smtClean="0">
                <a:solidFill>
                  <a:schemeClr val="accent6"/>
                </a:solidFill>
              </a:rPr>
              <a:t>explanation of check rules:</a:t>
            </a:r>
            <a:endParaRPr lang="en-US" altLang="zh-CN" dirty="0">
              <a:solidFill>
                <a:schemeClr val="accent6"/>
              </a:solidFill>
            </a:endParaRPr>
          </a:p>
        </p:txBody>
      </p:sp>
      <p:pic>
        <p:nvPicPr>
          <p:cNvPr id="9" name="圖片 8"/>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75116" y="1300015"/>
            <a:ext cx="10426891" cy="3679306"/>
          </a:xfrm>
          <a:prstGeom prst="rect">
            <a:avLst/>
          </a:prstGeom>
        </p:spPr>
      </p:pic>
      <p:sp>
        <p:nvSpPr>
          <p:cNvPr id="10" name="圓角矩形 9"/>
          <p:cNvSpPr/>
          <p:nvPr/>
        </p:nvSpPr>
        <p:spPr>
          <a:xfrm>
            <a:off x="6368357" y="1593637"/>
            <a:ext cx="4959006" cy="3384116"/>
          </a:xfrm>
          <a:prstGeom prst="roundRect">
            <a:avLst>
              <a:gd name="adj" fmla="val 1776"/>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91849316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22</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7" name="圓角矩形 6"/>
          <p:cNvSpPr/>
          <p:nvPr/>
        </p:nvSpPr>
        <p:spPr>
          <a:xfrm>
            <a:off x="2951590" y="2452858"/>
            <a:ext cx="6326880" cy="819510"/>
          </a:xfrm>
          <a:prstGeom prst="roundRect">
            <a:avLst>
              <a:gd name="adj" fmla="val 50000"/>
            </a:avLst>
          </a:prstGeom>
          <a:solidFill>
            <a:schemeClr val="accent5">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8" name="Oval 146"/>
          <p:cNvSpPr/>
          <p:nvPr/>
        </p:nvSpPr>
        <p:spPr>
          <a:xfrm>
            <a:off x="3064723" y="2566193"/>
            <a:ext cx="642342" cy="614835"/>
          </a:xfrm>
          <a:prstGeom prst="ellipse">
            <a:avLst/>
          </a:prstGeom>
          <a:solidFill>
            <a:schemeClr val="accent1"/>
          </a:solidFill>
          <a:ln>
            <a:noFill/>
          </a:ln>
        </p:spPr>
        <p:txBody>
          <a:bodyPr wrap="none" anchor="ctr"/>
          <a:lstStyle/>
          <a:p>
            <a:endParaRPr lang="en-US" sz="2000" dirty="0">
              <a:solidFill>
                <a:schemeClr val="accent1"/>
              </a:solidFill>
              <a:latin typeface="Arial" panose="020B0604020202020204" pitchFamily="34" charset="0"/>
              <a:cs typeface="Arial" panose="020B0604020202020204" pitchFamily="34" charset="0"/>
              <a:sym typeface="+mn-lt"/>
            </a:endParaRPr>
          </a:p>
        </p:txBody>
      </p:sp>
      <p:sp>
        <p:nvSpPr>
          <p:cNvPr id="9" name="PA-AutoShape 13"/>
          <p:cNvSpPr/>
          <p:nvPr>
            <p:custDataLst>
              <p:tags r:id="rId1"/>
            </p:custDataLst>
          </p:nvPr>
        </p:nvSpPr>
        <p:spPr bwMode="auto">
          <a:xfrm>
            <a:off x="3220023" y="2709384"/>
            <a:ext cx="331742" cy="32810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59" y="0"/>
                  <a:pt x="0" y="4859"/>
                  <a:pt x="0" y="10800"/>
                </a:cubicBezTo>
                <a:cubicBezTo>
                  <a:pt x="0" y="16739"/>
                  <a:pt x="4859" y="21600"/>
                  <a:pt x="10800" y="21600"/>
                </a:cubicBezTo>
                <a:cubicBezTo>
                  <a:pt x="16739" y="21600"/>
                  <a:pt x="21600" y="16739"/>
                  <a:pt x="21600" y="10800"/>
                </a:cubicBezTo>
                <a:cubicBezTo>
                  <a:pt x="21600" y="4859"/>
                  <a:pt x="16739" y="0"/>
                  <a:pt x="10800" y="0"/>
                </a:cubicBezTo>
                <a:close/>
                <a:moveTo>
                  <a:pt x="14939" y="4319"/>
                </a:moveTo>
                <a:cubicBezTo>
                  <a:pt x="15659" y="3779"/>
                  <a:pt x="15659" y="3779"/>
                  <a:pt x="15659" y="3779"/>
                </a:cubicBezTo>
                <a:cubicBezTo>
                  <a:pt x="15659" y="3779"/>
                  <a:pt x="15299" y="3059"/>
                  <a:pt x="15479" y="2519"/>
                </a:cubicBezTo>
                <a:cubicBezTo>
                  <a:pt x="15659" y="2519"/>
                  <a:pt x="16379" y="2879"/>
                  <a:pt x="16919" y="3599"/>
                </a:cubicBezTo>
                <a:cubicBezTo>
                  <a:pt x="16559" y="5219"/>
                  <a:pt x="15479" y="5039"/>
                  <a:pt x="15479" y="5039"/>
                </a:cubicBezTo>
                <a:cubicBezTo>
                  <a:pt x="15479" y="5039"/>
                  <a:pt x="14759" y="5039"/>
                  <a:pt x="14939" y="4319"/>
                </a:cubicBezTo>
                <a:close/>
                <a:moveTo>
                  <a:pt x="8459" y="13859"/>
                </a:moveTo>
                <a:cubicBezTo>
                  <a:pt x="8279" y="14039"/>
                  <a:pt x="8099" y="14579"/>
                  <a:pt x="7919" y="15119"/>
                </a:cubicBezTo>
                <a:cubicBezTo>
                  <a:pt x="7739" y="15479"/>
                  <a:pt x="7559" y="15660"/>
                  <a:pt x="7379" y="15839"/>
                </a:cubicBezTo>
                <a:cubicBezTo>
                  <a:pt x="7019" y="16019"/>
                  <a:pt x="7019" y="16379"/>
                  <a:pt x="7019" y="16379"/>
                </a:cubicBezTo>
                <a:cubicBezTo>
                  <a:pt x="6839" y="17099"/>
                  <a:pt x="6839" y="17099"/>
                  <a:pt x="6839" y="17099"/>
                </a:cubicBezTo>
                <a:cubicBezTo>
                  <a:pt x="6839" y="17099"/>
                  <a:pt x="7019" y="17819"/>
                  <a:pt x="7200" y="17999"/>
                </a:cubicBezTo>
                <a:cubicBezTo>
                  <a:pt x="7200" y="18360"/>
                  <a:pt x="6659" y="19799"/>
                  <a:pt x="6659" y="19799"/>
                </a:cubicBezTo>
                <a:cubicBezTo>
                  <a:pt x="6120" y="19620"/>
                  <a:pt x="5940" y="19079"/>
                  <a:pt x="5760" y="18719"/>
                </a:cubicBezTo>
                <a:cubicBezTo>
                  <a:pt x="5760" y="18360"/>
                  <a:pt x="5399" y="18179"/>
                  <a:pt x="5579" y="17819"/>
                </a:cubicBezTo>
                <a:cubicBezTo>
                  <a:pt x="5579" y="17279"/>
                  <a:pt x="5219" y="17099"/>
                  <a:pt x="5039" y="16919"/>
                </a:cubicBezTo>
                <a:cubicBezTo>
                  <a:pt x="4859" y="16559"/>
                  <a:pt x="4679" y="16199"/>
                  <a:pt x="4679" y="16019"/>
                </a:cubicBezTo>
                <a:cubicBezTo>
                  <a:pt x="4679" y="15839"/>
                  <a:pt x="4139" y="15479"/>
                  <a:pt x="4139" y="15479"/>
                </a:cubicBezTo>
                <a:cubicBezTo>
                  <a:pt x="4139" y="15479"/>
                  <a:pt x="3239" y="14940"/>
                  <a:pt x="3060" y="14759"/>
                </a:cubicBezTo>
                <a:cubicBezTo>
                  <a:pt x="2880" y="14579"/>
                  <a:pt x="2699" y="13859"/>
                  <a:pt x="2699" y="13499"/>
                </a:cubicBezTo>
                <a:cubicBezTo>
                  <a:pt x="2699" y="13139"/>
                  <a:pt x="2880" y="12239"/>
                  <a:pt x="2880" y="12239"/>
                </a:cubicBezTo>
                <a:cubicBezTo>
                  <a:pt x="2880" y="12239"/>
                  <a:pt x="3239" y="11879"/>
                  <a:pt x="3060" y="11699"/>
                </a:cubicBezTo>
                <a:cubicBezTo>
                  <a:pt x="2699" y="11519"/>
                  <a:pt x="2699" y="10800"/>
                  <a:pt x="2699" y="10800"/>
                </a:cubicBezTo>
                <a:cubicBezTo>
                  <a:pt x="2339" y="10439"/>
                  <a:pt x="2339" y="10439"/>
                  <a:pt x="2339" y="10439"/>
                </a:cubicBezTo>
                <a:cubicBezTo>
                  <a:pt x="2339" y="10439"/>
                  <a:pt x="1979" y="9899"/>
                  <a:pt x="1800" y="9719"/>
                </a:cubicBezTo>
                <a:cubicBezTo>
                  <a:pt x="1800" y="9359"/>
                  <a:pt x="1800" y="9180"/>
                  <a:pt x="1979" y="8999"/>
                </a:cubicBezTo>
                <a:cubicBezTo>
                  <a:pt x="1979" y="8819"/>
                  <a:pt x="1800" y="8279"/>
                  <a:pt x="1800" y="8099"/>
                </a:cubicBezTo>
                <a:cubicBezTo>
                  <a:pt x="3600" y="3599"/>
                  <a:pt x="6659" y="2699"/>
                  <a:pt x="6659" y="2699"/>
                </a:cubicBezTo>
                <a:cubicBezTo>
                  <a:pt x="6839" y="3599"/>
                  <a:pt x="6839" y="3599"/>
                  <a:pt x="6839" y="3599"/>
                </a:cubicBezTo>
                <a:cubicBezTo>
                  <a:pt x="6839" y="3599"/>
                  <a:pt x="6299" y="3779"/>
                  <a:pt x="6120" y="3779"/>
                </a:cubicBezTo>
                <a:cubicBezTo>
                  <a:pt x="5760" y="3599"/>
                  <a:pt x="5579" y="3599"/>
                  <a:pt x="5579" y="3599"/>
                </a:cubicBezTo>
                <a:cubicBezTo>
                  <a:pt x="5219" y="4139"/>
                  <a:pt x="5219" y="4139"/>
                  <a:pt x="5219" y="4139"/>
                </a:cubicBezTo>
                <a:cubicBezTo>
                  <a:pt x="5219" y="4139"/>
                  <a:pt x="5039" y="4499"/>
                  <a:pt x="5039" y="4679"/>
                </a:cubicBezTo>
                <a:cubicBezTo>
                  <a:pt x="5039" y="4859"/>
                  <a:pt x="5219" y="5219"/>
                  <a:pt x="5219" y="5219"/>
                </a:cubicBezTo>
                <a:cubicBezTo>
                  <a:pt x="5219" y="5219"/>
                  <a:pt x="5760" y="5219"/>
                  <a:pt x="5760" y="5039"/>
                </a:cubicBezTo>
                <a:cubicBezTo>
                  <a:pt x="5760" y="4859"/>
                  <a:pt x="5760" y="4679"/>
                  <a:pt x="5760" y="4679"/>
                </a:cubicBezTo>
                <a:cubicBezTo>
                  <a:pt x="5579" y="4319"/>
                  <a:pt x="5579" y="4319"/>
                  <a:pt x="5579" y="4319"/>
                </a:cubicBezTo>
                <a:cubicBezTo>
                  <a:pt x="5579" y="4319"/>
                  <a:pt x="6120" y="4139"/>
                  <a:pt x="7200" y="4319"/>
                </a:cubicBezTo>
                <a:cubicBezTo>
                  <a:pt x="8459" y="4319"/>
                  <a:pt x="7919" y="5219"/>
                  <a:pt x="8459" y="5399"/>
                </a:cubicBezTo>
                <a:cubicBezTo>
                  <a:pt x="8999" y="5580"/>
                  <a:pt x="8099" y="6299"/>
                  <a:pt x="7919" y="6659"/>
                </a:cubicBezTo>
                <a:cubicBezTo>
                  <a:pt x="7739" y="7019"/>
                  <a:pt x="7379" y="6119"/>
                  <a:pt x="7379" y="6119"/>
                </a:cubicBezTo>
                <a:cubicBezTo>
                  <a:pt x="7379" y="6119"/>
                  <a:pt x="7739" y="5759"/>
                  <a:pt x="7200" y="5759"/>
                </a:cubicBezTo>
                <a:cubicBezTo>
                  <a:pt x="6659" y="5580"/>
                  <a:pt x="6299" y="6479"/>
                  <a:pt x="6659" y="6479"/>
                </a:cubicBezTo>
                <a:cubicBezTo>
                  <a:pt x="6839" y="6479"/>
                  <a:pt x="7200" y="6839"/>
                  <a:pt x="7019" y="7019"/>
                </a:cubicBezTo>
                <a:cubicBezTo>
                  <a:pt x="7019" y="7199"/>
                  <a:pt x="7019" y="7199"/>
                  <a:pt x="6839" y="7739"/>
                </a:cubicBezTo>
                <a:cubicBezTo>
                  <a:pt x="6479" y="8279"/>
                  <a:pt x="6120" y="8639"/>
                  <a:pt x="6120" y="8639"/>
                </a:cubicBezTo>
                <a:cubicBezTo>
                  <a:pt x="6120" y="8639"/>
                  <a:pt x="5760" y="8459"/>
                  <a:pt x="5940" y="8819"/>
                </a:cubicBezTo>
                <a:cubicBezTo>
                  <a:pt x="6120" y="9180"/>
                  <a:pt x="5940" y="9719"/>
                  <a:pt x="5940" y="9899"/>
                </a:cubicBezTo>
                <a:cubicBezTo>
                  <a:pt x="5940" y="10259"/>
                  <a:pt x="5219" y="9719"/>
                  <a:pt x="5219" y="9180"/>
                </a:cubicBezTo>
                <a:cubicBezTo>
                  <a:pt x="5039" y="8639"/>
                  <a:pt x="4499" y="9180"/>
                  <a:pt x="4319" y="9180"/>
                </a:cubicBezTo>
                <a:cubicBezTo>
                  <a:pt x="4139" y="9180"/>
                  <a:pt x="3779" y="8999"/>
                  <a:pt x="3779" y="8819"/>
                </a:cubicBezTo>
                <a:cubicBezTo>
                  <a:pt x="3600" y="8639"/>
                  <a:pt x="2699" y="9359"/>
                  <a:pt x="2519" y="9359"/>
                </a:cubicBezTo>
                <a:cubicBezTo>
                  <a:pt x="2339" y="9539"/>
                  <a:pt x="2339" y="9899"/>
                  <a:pt x="2699" y="9719"/>
                </a:cubicBezTo>
                <a:cubicBezTo>
                  <a:pt x="3060" y="9539"/>
                  <a:pt x="3419" y="9719"/>
                  <a:pt x="3419" y="10079"/>
                </a:cubicBezTo>
                <a:cubicBezTo>
                  <a:pt x="3239" y="10439"/>
                  <a:pt x="2880" y="10259"/>
                  <a:pt x="2880" y="10439"/>
                </a:cubicBezTo>
                <a:cubicBezTo>
                  <a:pt x="3060" y="10800"/>
                  <a:pt x="3419" y="10979"/>
                  <a:pt x="3419" y="11339"/>
                </a:cubicBezTo>
                <a:cubicBezTo>
                  <a:pt x="3600" y="11699"/>
                  <a:pt x="4499" y="11339"/>
                  <a:pt x="4859" y="11160"/>
                </a:cubicBezTo>
                <a:cubicBezTo>
                  <a:pt x="5039" y="11160"/>
                  <a:pt x="5940" y="10979"/>
                  <a:pt x="5940" y="11339"/>
                </a:cubicBezTo>
                <a:cubicBezTo>
                  <a:pt x="6120" y="11699"/>
                  <a:pt x="7019" y="11879"/>
                  <a:pt x="7379" y="11879"/>
                </a:cubicBezTo>
                <a:cubicBezTo>
                  <a:pt x="7739" y="12059"/>
                  <a:pt x="8279" y="12059"/>
                  <a:pt x="8819" y="12419"/>
                </a:cubicBezTo>
                <a:cubicBezTo>
                  <a:pt x="9179" y="12959"/>
                  <a:pt x="8459" y="13679"/>
                  <a:pt x="8459" y="13859"/>
                </a:cubicBezTo>
                <a:close/>
                <a:moveTo>
                  <a:pt x="10619" y="2519"/>
                </a:moveTo>
                <a:cubicBezTo>
                  <a:pt x="10439" y="3059"/>
                  <a:pt x="9719" y="3599"/>
                  <a:pt x="9899" y="3779"/>
                </a:cubicBezTo>
                <a:cubicBezTo>
                  <a:pt x="9899" y="3959"/>
                  <a:pt x="9899" y="4859"/>
                  <a:pt x="9179" y="4139"/>
                </a:cubicBezTo>
                <a:cubicBezTo>
                  <a:pt x="8459" y="3419"/>
                  <a:pt x="7739" y="3239"/>
                  <a:pt x="7919" y="2699"/>
                </a:cubicBezTo>
                <a:cubicBezTo>
                  <a:pt x="7919" y="2519"/>
                  <a:pt x="8639" y="2519"/>
                  <a:pt x="8639" y="2339"/>
                </a:cubicBezTo>
                <a:cubicBezTo>
                  <a:pt x="9540" y="1259"/>
                  <a:pt x="11159" y="1439"/>
                  <a:pt x="11339" y="1799"/>
                </a:cubicBezTo>
                <a:cubicBezTo>
                  <a:pt x="10980" y="2159"/>
                  <a:pt x="10619" y="1979"/>
                  <a:pt x="10619" y="2519"/>
                </a:cubicBezTo>
                <a:close/>
                <a:moveTo>
                  <a:pt x="19259" y="11160"/>
                </a:moveTo>
                <a:cubicBezTo>
                  <a:pt x="19259" y="11160"/>
                  <a:pt x="19619" y="11699"/>
                  <a:pt x="20159" y="11699"/>
                </a:cubicBezTo>
                <a:cubicBezTo>
                  <a:pt x="19799" y="15660"/>
                  <a:pt x="16559" y="18360"/>
                  <a:pt x="16559" y="18360"/>
                </a:cubicBezTo>
                <a:cubicBezTo>
                  <a:pt x="16019" y="17819"/>
                  <a:pt x="16199" y="17279"/>
                  <a:pt x="16199" y="17279"/>
                </a:cubicBezTo>
                <a:cubicBezTo>
                  <a:pt x="16379" y="16559"/>
                  <a:pt x="16379" y="16559"/>
                  <a:pt x="16379" y="16559"/>
                </a:cubicBezTo>
                <a:cubicBezTo>
                  <a:pt x="16379" y="15299"/>
                  <a:pt x="16379" y="15299"/>
                  <a:pt x="16379" y="15299"/>
                </a:cubicBezTo>
                <a:cubicBezTo>
                  <a:pt x="16379" y="15299"/>
                  <a:pt x="16379" y="13859"/>
                  <a:pt x="15119" y="14579"/>
                </a:cubicBezTo>
                <a:cubicBezTo>
                  <a:pt x="13859" y="14940"/>
                  <a:pt x="14400" y="14940"/>
                  <a:pt x="12959" y="14940"/>
                </a:cubicBezTo>
                <a:cubicBezTo>
                  <a:pt x="11520" y="15119"/>
                  <a:pt x="11880" y="12059"/>
                  <a:pt x="11880" y="12059"/>
                </a:cubicBezTo>
                <a:cubicBezTo>
                  <a:pt x="11880" y="7739"/>
                  <a:pt x="15119" y="10979"/>
                  <a:pt x="15119" y="10979"/>
                </a:cubicBezTo>
                <a:cubicBezTo>
                  <a:pt x="17099" y="12419"/>
                  <a:pt x="17459" y="10079"/>
                  <a:pt x="17459" y="10079"/>
                </a:cubicBezTo>
                <a:cubicBezTo>
                  <a:pt x="18719" y="9539"/>
                  <a:pt x="18719" y="9539"/>
                  <a:pt x="18719" y="9539"/>
                </a:cubicBezTo>
                <a:cubicBezTo>
                  <a:pt x="18899" y="8819"/>
                  <a:pt x="18899" y="8819"/>
                  <a:pt x="18899" y="8819"/>
                </a:cubicBezTo>
                <a:cubicBezTo>
                  <a:pt x="18719" y="7919"/>
                  <a:pt x="18719" y="7919"/>
                  <a:pt x="18719" y="7919"/>
                </a:cubicBezTo>
                <a:cubicBezTo>
                  <a:pt x="16739" y="7019"/>
                  <a:pt x="16739" y="7019"/>
                  <a:pt x="16739" y="7019"/>
                </a:cubicBezTo>
                <a:cubicBezTo>
                  <a:pt x="16739" y="7019"/>
                  <a:pt x="16379" y="7739"/>
                  <a:pt x="16919" y="8639"/>
                </a:cubicBezTo>
                <a:cubicBezTo>
                  <a:pt x="16919" y="8639"/>
                  <a:pt x="16739" y="9539"/>
                  <a:pt x="16379" y="9359"/>
                </a:cubicBezTo>
                <a:cubicBezTo>
                  <a:pt x="15119" y="8639"/>
                  <a:pt x="15119" y="8639"/>
                  <a:pt x="15119" y="8639"/>
                </a:cubicBezTo>
                <a:cubicBezTo>
                  <a:pt x="15119" y="8639"/>
                  <a:pt x="14759" y="8459"/>
                  <a:pt x="14220" y="8819"/>
                </a:cubicBezTo>
                <a:cubicBezTo>
                  <a:pt x="13500" y="9359"/>
                  <a:pt x="12419" y="8819"/>
                  <a:pt x="12419" y="8819"/>
                </a:cubicBezTo>
                <a:cubicBezTo>
                  <a:pt x="12419" y="8819"/>
                  <a:pt x="12419" y="8279"/>
                  <a:pt x="13139" y="7919"/>
                </a:cubicBezTo>
                <a:cubicBezTo>
                  <a:pt x="13679" y="7559"/>
                  <a:pt x="13679" y="7559"/>
                  <a:pt x="13679" y="7559"/>
                </a:cubicBezTo>
                <a:cubicBezTo>
                  <a:pt x="13679" y="7559"/>
                  <a:pt x="13500" y="6839"/>
                  <a:pt x="13679" y="6299"/>
                </a:cubicBezTo>
                <a:cubicBezTo>
                  <a:pt x="13859" y="5759"/>
                  <a:pt x="14039" y="6299"/>
                  <a:pt x="14579" y="5939"/>
                </a:cubicBezTo>
                <a:cubicBezTo>
                  <a:pt x="15119" y="5580"/>
                  <a:pt x="15479" y="6659"/>
                  <a:pt x="16199" y="6479"/>
                </a:cubicBezTo>
                <a:cubicBezTo>
                  <a:pt x="16919" y="6479"/>
                  <a:pt x="16559" y="6299"/>
                  <a:pt x="17099" y="5939"/>
                </a:cubicBezTo>
                <a:cubicBezTo>
                  <a:pt x="17639" y="5759"/>
                  <a:pt x="17999" y="6479"/>
                  <a:pt x="17999" y="6479"/>
                </a:cubicBezTo>
                <a:cubicBezTo>
                  <a:pt x="19080" y="6659"/>
                  <a:pt x="19080" y="6659"/>
                  <a:pt x="19080" y="6659"/>
                </a:cubicBezTo>
                <a:cubicBezTo>
                  <a:pt x="19080" y="6659"/>
                  <a:pt x="18899" y="5399"/>
                  <a:pt x="18899" y="5759"/>
                </a:cubicBezTo>
                <a:cubicBezTo>
                  <a:pt x="19619" y="6839"/>
                  <a:pt x="20520" y="9899"/>
                  <a:pt x="20159" y="10439"/>
                </a:cubicBezTo>
                <a:cubicBezTo>
                  <a:pt x="19979" y="10259"/>
                  <a:pt x="19799" y="10259"/>
                  <a:pt x="19799" y="10259"/>
                </a:cubicBezTo>
                <a:cubicBezTo>
                  <a:pt x="18539" y="10259"/>
                  <a:pt x="18539" y="10259"/>
                  <a:pt x="18539" y="10259"/>
                </a:cubicBezTo>
                <a:lnTo>
                  <a:pt x="19259" y="11160"/>
                </a:lnTo>
                <a:close/>
              </a:path>
            </a:pathLst>
          </a:custGeom>
          <a:solidFill>
            <a:srgbClr val="FFFFFF"/>
          </a:solidFill>
          <a:ln>
            <a:noFill/>
          </a:ln>
          <a:effectLst/>
        </p:spPr>
        <p:txBody>
          <a:bodyPr lIns="45719" tIns="45719" rIns="45719" bIns="45719"/>
          <a:lstStyle/>
          <a:p>
            <a:pPr>
              <a:defRPr/>
            </a:pPr>
            <a:endParaRPr lang="es-ES" dirty="0">
              <a:solidFill>
                <a:schemeClr val="bg1"/>
              </a:solidFill>
              <a:latin typeface="Arial" panose="020B0604020202020204" pitchFamily="34" charset="0"/>
              <a:cs typeface="Arial" panose="020B0604020202020204" pitchFamily="34" charset="0"/>
              <a:sym typeface="+mn-lt"/>
            </a:endParaRPr>
          </a:p>
        </p:txBody>
      </p:sp>
      <p:sp>
        <p:nvSpPr>
          <p:cNvPr id="10" name="矩形 9"/>
          <p:cNvSpPr/>
          <p:nvPr/>
        </p:nvSpPr>
        <p:spPr>
          <a:xfrm>
            <a:off x="3760855" y="2654649"/>
            <a:ext cx="2627642" cy="461665"/>
          </a:xfrm>
          <a:prstGeom prst="rect">
            <a:avLst/>
          </a:prstGeom>
        </p:spPr>
        <p:txBody>
          <a:bodyPr wrap="none">
            <a:spAutoFit/>
          </a:bodyPr>
          <a:lstStyle/>
          <a:p>
            <a:r>
              <a:rPr lang="en-US" altLang="zh-TW" sz="2400" b="1" dirty="0">
                <a:solidFill>
                  <a:schemeClr val="accent3">
                    <a:lumMod val="40000"/>
                    <a:lumOff val="60000"/>
                  </a:schemeClr>
                </a:solidFill>
                <a:latin typeface="Arial" panose="020B0604020202020204" pitchFamily="34" charset="0"/>
                <a:ea typeface="Microsoft YaHei UI" panose="020B0503020204020204" pitchFamily="34" charset="-122"/>
                <a:cs typeface="Arial" panose="020B0604020202020204" pitchFamily="34" charset="0"/>
              </a:rPr>
              <a:t>Shift &amp; Schedule</a:t>
            </a:r>
          </a:p>
        </p:txBody>
      </p:sp>
      <p:sp>
        <p:nvSpPr>
          <p:cNvPr id="11" name="PA-矩形 4"/>
          <p:cNvSpPr>
            <a:spLocks noChangeArrowheads="1"/>
          </p:cNvSpPr>
          <p:nvPr>
            <p:custDataLst>
              <p:tags r:id="rId2"/>
            </p:custDataLst>
          </p:nvPr>
        </p:nvSpPr>
        <p:spPr bwMode="auto">
          <a:xfrm>
            <a:off x="3841177" y="3547368"/>
            <a:ext cx="522967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Shift and schedule overview</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Shift and shift pattern definition</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Shift Arrangement </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Employee daily schedule</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Date type exchange</a:t>
            </a:r>
          </a:p>
        </p:txBody>
      </p:sp>
    </p:spTree>
    <p:extLst>
      <p:ext uri="{BB962C8B-B14F-4D97-AF65-F5344CB8AC3E}">
        <p14:creationId xmlns:p14="http://schemas.microsoft.com/office/powerpoint/2010/main" val="365424299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latin typeface="Arial" panose="020B0604020202020204" pitchFamily="34" charset="0"/>
              </a:rPr>
              <a:t>Shift and Schedule </a:t>
            </a:r>
            <a:r>
              <a:rPr lang="en-US" altLang="zh-TW" dirty="0" smtClean="0">
                <a:latin typeface="Arial" panose="020B0604020202020204" pitchFamily="34" charset="0"/>
              </a:rPr>
              <a:t>overview</a:t>
            </a:r>
            <a:endParaRPr lang="zh-TW" altLang="en-US" dirty="0">
              <a:latin typeface="Arial" panose="020B0604020202020204" pitchFamily="34" charset="0"/>
            </a:endParaRPr>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23</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6" name="圓角矩形 5"/>
          <p:cNvSpPr/>
          <p:nvPr/>
        </p:nvSpPr>
        <p:spPr>
          <a:xfrm>
            <a:off x="837159" y="976101"/>
            <a:ext cx="2943375" cy="519989"/>
          </a:xfrm>
          <a:prstGeom prst="roundRect">
            <a:avLst/>
          </a:prstGeom>
          <a:solidFill>
            <a:schemeClr val="accent4">
              <a:lumMod val="20000"/>
              <a:lumOff val="8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sz="1600" dirty="0" smtClean="0">
                <a:latin typeface="Arial" panose="020B0604020202020204" pitchFamily="34" charset="0"/>
                <a:cs typeface="Arial" panose="020B0604020202020204" pitchFamily="34" charset="0"/>
              </a:rPr>
              <a:t>Shift Definition</a:t>
            </a:r>
          </a:p>
          <a:p>
            <a:pPr algn="ctr"/>
            <a:r>
              <a:rPr lang="en-US" altLang="zh-TW" sz="1600" dirty="0" smtClean="0">
                <a:latin typeface="Arial" panose="020B0604020202020204" pitchFamily="34" charset="0"/>
                <a:cs typeface="Arial" panose="020B0604020202020204" pitchFamily="34" charset="0"/>
              </a:rPr>
              <a:t>(A B C D )</a:t>
            </a:r>
            <a:endParaRPr lang="zh-TW" altLang="en-US" sz="1600" dirty="0">
              <a:latin typeface="Arial" panose="020B0604020202020204" pitchFamily="34" charset="0"/>
              <a:cs typeface="Arial" panose="020B0604020202020204" pitchFamily="34" charset="0"/>
            </a:endParaRPr>
          </a:p>
        </p:txBody>
      </p:sp>
      <p:sp>
        <p:nvSpPr>
          <p:cNvPr id="7" name="圓角矩形 6"/>
          <p:cNvSpPr/>
          <p:nvPr/>
        </p:nvSpPr>
        <p:spPr>
          <a:xfrm>
            <a:off x="837820" y="1769209"/>
            <a:ext cx="2942714" cy="599667"/>
          </a:xfrm>
          <a:prstGeom prst="roundRect">
            <a:avLst/>
          </a:prstGeom>
          <a:solidFill>
            <a:schemeClr val="accent4">
              <a:lumMod val="20000"/>
              <a:lumOff val="8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sz="1600" dirty="0">
                <a:latin typeface="Arial" panose="020B0604020202020204" pitchFamily="34" charset="0"/>
                <a:cs typeface="Arial" panose="020B0604020202020204" pitchFamily="34" charset="0"/>
              </a:rPr>
              <a:t>Shift </a:t>
            </a:r>
            <a:r>
              <a:rPr lang="en-US" altLang="zh-CN" sz="1600" dirty="0" smtClean="0">
                <a:latin typeface="Arial" panose="020B0604020202020204" pitchFamily="34" charset="0"/>
                <a:cs typeface="Arial" panose="020B0604020202020204" pitchFamily="34" charset="0"/>
              </a:rPr>
              <a:t>Pattern</a:t>
            </a:r>
            <a:r>
              <a:rPr lang="zh-TW" altLang="en-US" sz="1600" dirty="0" smtClean="0">
                <a:latin typeface="Arial" panose="020B0604020202020204" pitchFamily="34" charset="0"/>
                <a:cs typeface="Arial" panose="020B0604020202020204" pitchFamily="34" charset="0"/>
              </a:rPr>
              <a:t> </a:t>
            </a:r>
            <a:r>
              <a:rPr lang="en-US" altLang="zh-CN" sz="1600" dirty="0">
                <a:latin typeface="Arial" panose="020B0604020202020204" pitchFamily="34" charset="0"/>
                <a:cs typeface="Arial" panose="020B0604020202020204" pitchFamily="34" charset="0"/>
              </a:rPr>
              <a:t>Definition</a:t>
            </a:r>
            <a:endParaRPr lang="en-US" altLang="zh-TW" sz="1600" dirty="0" smtClean="0">
              <a:latin typeface="Arial" panose="020B0604020202020204" pitchFamily="34" charset="0"/>
              <a:cs typeface="Arial" panose="020B0604020202020204" pitchFamily="34" charset="0"/>
            </a:endParaRPr>
          </a:p>
          <a:p>
            <a:pPr algn="ctr"/>
            <a:r>
              <a:rPr lang="en-US" altLang="zh-CN" sz="1400" dirty="0">
                <a:latin typeface="Arial" panose="020B0604020202020204" pitchFamily="34" charset="0"/>
                <a:cs typeface="Arial" panose="020B0604020202020204" pitchFamily="34" charset="0"/>
              </a:rPr>
              <a:t>(Special </a:t>
            </a:r>
            <a:r>
              <a:rPr lang="en-US" altLang="zh-CN" sz="1400" dirty="0" smtClean="0">
                <a:latin typeface="Arial" panose="020B0604020202020204" pitchFamily="34" charset="0"/>
                <a:cs typeface="Arial" panose="020B0604020202020204" pitchFamily="34" charset="0"/>
              </a:rPr>
              <a:t>Examples Rotation)</a:t>
            </a:r>
            <a:endParaRPr lang="zh-TW" altLang="en-US" sz="1400" dirty="0">
              <a:latin typeface="Arial" panose="020B0604020202020204" pitchFamily="34" charset="0"/>
              <a:cs typeface="Arial" panose="020B0604020202020204" pitchFamily="34" charset="0"/>
            </a:endParaRPr>
          </a:p>
        </p:txBody>
      </p:sp>
      <p:sp>
        <p:nvSpPr>
          <p:cNvPr id="8" name="圓角矩形 7"/>
          <p:cNvSpPr/>
          <p:nvPr/>
        </p:nvSpPr>
        <p:spPr>
          <a:xfrm>
            <a:off x="837158" y="2887581"/>
            <a:ext cx="2943375" cy="462089"/>
          </a:xfrm>
          <a:prstGeom prst="roundRect">
            <a:avLst/>
          </a:prstGeom>
          <a:solidFill>
            <a:schemeClr val="accent1">
              <a:lumMod val="50000"/>
            </a:schemeClr>
          </a:solidFill>
          <a:ln>
            <a:solidFill>
              <a:schemeClr val="accent3">
                <a:lumMod val="40000"/>
                <a:lumOff val="6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600" dirty="0" smtClean="0">
                <a:latin typeface="Arial" panose="020B0604020202020204" pitchFamily="34" charset="0"/>
                <a:cs typeface="Arial" panose="020B0604020202020204" pitchFamily="34" charset="0"/>
              </a:rPr>
              <a:t>Shift Arrangement</a:t>
            </a:r>
            <a:endParaRPr lang="zh-TW" altLang="en-US" sz="1600" dirty="0">
              <a:latin typeface="Arial" panose="020B0604020202020204" pitchFamily="34" charset="0"/>
              <a:cs typeface="Arial" panose="020B0604020202020204" pitchFamily="34" charset="0"/>
            </a:endParaRPr>
          </a:p>
        </p:txBody>
      </p:sp>
      <p:sp>
        <p:nvSpPr>
          <p:cNvPr id="9" name="圓角矩形 8"/>
          <p:cNvSpPr/>
          <p:nvPr/>
        </p:nvSpPr>
        <p:spPr>
          <a:xfrm>
            <a:off x="837158" y="4245589"/>
            <a:ext cx="2943375" cy="499586"/>
          </a:xfrm>
          <a:prstGeom prst="roundRect">
            <a:avLst/>
          </a:prstGeom>
          <a:solidFill>
            <a:schemeClr val="accent2">
              <a:lumMod val="5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latin typeface="Arial" panose="020B0604020202020204" pitchFamily="34" charset="0"/>
                <a:cs typeface="Arial" panose="020B0604020202020204" pitchFamily="34" charset="0"/>
              </a:rPr>
              <a:t>Daily Schedule</a:t>
            </a:r>
            <a:endParaRPr lang="zh-TW" altLang="en-US" sz="1600" dirty="0">
              <a:latin typeface="Arial" panose="020B0604020202020204" pitchFamily="34" charset="0"/>
              <a:cs typeface="Arial" panose="020B0604020202020204" pitchFamily="34" charset="0"/>
            </a:endParaRPr>
          </a:p>
        </p:txBody>
      </p:sp>
      <p:sp>
        <p:nvSpPr>
          <p:cNvPr id="10" name="圓角矩形 9"/>
          <p:cNvSpPr/>
          <p:nvPr/>
        </p:nvSpPr>
        <p:spPr>
          <a:xfrm>
            <a:off x="836376" y="5404054"/>
            <a:ext cx="2943375" cy="421751"/>
          </a:xfrm>
          <a:prstGeom prst="roundRect">
            <a:avLst/>
          </a:prstGeom>
          <a:solidFill>
            <a:schemeClr val="accent5">
              <a:lumMod val="50000"/>
            </a:schemeClr>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600" dirty="0" smtClean="0">
                <a:solidFill>
                  <a:schemeClr val="bg1"/>
                </a:solidFill>
                <a:latin typeface="Arial" panose="020B0604020202020204" pitchFamily="34" charset="0"/>
                <a:cs typeface="Arial" panose="020B0604020202020204" pitchFamily="34" charset="0"/>
              </a:rPr>
              <a:t>Date Type Exchange</a:t>
            </a:r>
            <a:endParaRPr lang="zh-TW" altLang="en-US" sz="1600" dirty="0">
              <a:solidFill>
                <a:schemeClr val="bg1"/>
              </a:solidFill>
              <a:latin typeface="Arial" panose="020B0604020202020204" pitchFamily="34" charset="0"/>
              <a:cs typeface="Arial" panose="020B0604020202020204" pitchFamily="34" charset="0"/>
            </a:endParaRPr>
          </a:p>
        </p:txBody>
      </p:sp>
      <p:cxnSp>
        <p:nvCxnSpPr>
          <p:cNvPr id="11" name="直線單箭頭接點 10"/>
          <p:cNvCxnSpPr/>
          <p:nvPr/>
        </p:nvCxnSpPr>
        <p:spPr>
          <a:xfrm>
            <a:off x="2214525" y="1476271"/>
            <a:ext cx="438" cy="292938"/>
          </a:xfrm>
          <a:prstGeom prst="straightConnector1">
            <a:avLst/>
          </a:prstGeom>
          <a:ln>
            <a:solidFill>
              <a:schemeClr val="accent3">
                <a:lumMod val="40000"/>
                <a:lumOff val="60000"/>
              </a:schemeClr>
            </a:solidFill>
            <a:tailEnd type="triangle"/>
          </a:ln>
        </p:spPr>
        <p:style>
          <a:lnRef idx="1">
            <a:schemeClr val="accent4"/>
          </a:lnRef>
          <a:fillRef idx="2">
            <a:schemeClr val="accent4"/>
          </a:fillRef>
          <a:effectRef idx="1">
            <a:schemeClr val="accent4"/>
          </a:effectRef>
          <a:fontRef idx="minor">
            <a:schemeClr val="dk1"/>
          </a:fontRef>
        </p:style>
      </p:cxnSp>
      <p:cxnSp>
        <p:nvCxnSpPr>
          <p:cNvPr id="12" name="直線單箭頭接點 11"/>
          <p:cNvCxnSpPr/>
          <p:nvPr/>
        </p:nvCxnSpPr>
        <p:spPr>
          <a:xfrm flipH="1">
            <a:off x="2208757" y="2376332"/>
            <a:ext cx="438" cy="5313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a:off x="2198097" y="3349670"/>
            <a:ext cx="0" cy="8838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肘形接點 13"/>
          <p:cNvCxnSpPr/>
          <p:nvPr/>
        </p:nvCxnSpPr>
        <p:spPr>
          <a:xfrm rot="16200000" flipV="1">
            <a:off x="1863968" y="5082825"/>
            <a:ext cx="662355" cy="88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圓角矩形 14"/>
          <p:cNvSpPr/>
          <p:nvPr/>
        </p:nvSpPr>
        <p:spPr>
          <a:xfrm>
            <a:off x="6153061" y="5262775"/>
            <a:ext cx="2387768" cy="338186"/>
          </a:xfrm>
          <a:prstGeom prst="roundRect">
            <a:avLst/>
          </a:prstGeom>
          <a:solidFill>
            <a:srgbClr val="7030A0"/>
          </a:solidFill>
          <a:ln>
            <a:solidFill>
              <a:schemeClr val="accent3">
                <a:lumMod val="40000"/>
                <a:lumOff val="6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600" dirty="0" smtClean="0">
                <a:latin typeface="Arial" panose="020B0604020202020204" pitchFamily="34" charset="0"/>
                <a:cs typeface="Arial" panose="020B0604020202020204" pitchFamily="34" charset="0"/>
              </a:rPr>
              <a:t>Background Job</a:t>
            </a:r>
            <a:endParaRPr lang="zh-TW" altLang="en-US" sz="1600" dirty="0">
              <a:latin typeface="Arial" panose="020B0604020202020204" pitchFamily="34" charset="0"/>
              <a:cs typeface="Arial" panose="020B0604020202020204" pitchFamily="34" charset="0"/>
            </a:endParaRPr>
          </a:p>
        </p:txBody>
      </p:sp>
      <p:sp>
        <p:nvSpPr>
          <p:cNvPr id="16" name="矩形 15"/>
          <p:cNvSpPr/>
          <p:nvPr/>
        </p:nvSpPr>
        <p:spPr>
          <a:xfrm>
            <a:off x="6114004" y="5621635"/>
            <a:ext cx="4371710" cy="738664"/>
          </a:xfrm>
          <a:prstGeom prst="rect">
            <a:avLst/>
          </a:prstGeom>
        </p:spPr>
        <p:txBody>
          <a:bodyPr wrap="none">
            <a:spAutoFit/>
          </a:bodyPr>
          <a:lstStyle/>
          <a:p>
            <a:r>
              <a:rPr lang="en-US" altLang="zh-CN" sz="1400" dirty="0" smtClean="0">
                <a:solidFill>
                  <a:schemeClr val="bg1"/>
                </a:solidFill>
                <a:latin typeface="Arial" panose="020B0604020202020204" pitchFamily="34" charset="0"/>
                <a:cs typeface="Arial" panose="020B0604020202020204" pitchFamily="34" charset="0"/>
              </a:rPr>
              <a:t>1</a:t>
            </a:r>
            <a:r>
              <a:rPr lang="en-US" altLang="zh-CN" sz="1400" dirty="0">
                <a:solidFill>
                  <a:schemeClr val="bg1"/>
                </a:solidFill>
                <a:latin typeface="Arial" panose="020B0604020202020204" pitchFamily="34" charset="0"/>
                <a:cs typeface="Arial" panose="020B0604020202020204" pitchFamily="34" charset="0"/>
              </a:rPr>
              <a:t>. Generate </a:t>
            </a:r>
            <a:r>
              <a:rPr lang="en-US" altLang="zh-CN" sz="1400" dirty="0" smtClean="0">
                <a:solidFill>
                  <a:schemeClr val="bg1"/>
                </a:solidFill>
                <a:latin typeface="Arial" panose="020B0604020202020204" pitchFamily="34" charset="0"/>
                <a:cs typeface="Arial" panose="020B0604020202020204" pitchFamily="34" charset="0"/>
              </a:rPr>
              <a:t>schedules by job automatically</a:t>
            </a:r>
            <a:endParaRPr lang="en-US" altLang="zh-CN" sz="1400" dirty="0">
              <a:solidFill>
                <a:schemeClr val="bg1"/>
              </a:solidFill>
              <a:latin typeface="Arial" panose="020B0604020202020204" pitchFamily="34" charset="0"/>
              <a:cs typeface="Arial" panose="020B0604020202020204" pitchFamily="34" charset="0"/>
            </a:endParaRPr>
          </a:p>
          <a:p>
            <a:r>
              <a:rPr lang="en-US" altLang="zh-TW" sz="1400" dirty="0" smtClean="0">
                <a:solidFill>
                  <a:schemeClr val="bg1"/>
                </a:solidFill>
                <a:latin typeface="Arial" panose="020B0604020202020204" pitchFamily="34" charset="0"/>
                <a:cs typeface="Arial" panose="020B0604020202020204" pitchFamily="34" charset="0"/>
              </a:rPr>
              <a:t>2. </a:t>
            </a:r>
            <a:r>
              <a:rPr lang="en-US" altLang="zh-TW" sz="1400" dirty="0">
                <a:solidFill>
                  <a:schemeClr val="bg1"/>
                </a:solidFill>
                <a:latin typeface="Arial" panose="020B0604020202020204" pitchFamily="34" charset="0"/>
                <a:cs typeface="Arial" panose="020B0604020202020204" pitchFamily="34" charset="0"/>
              </a:rPr>
              <a:t>Six months shift schedule </a:t>
            </a:r>
            <a:r>
              <a:rPr lang="en-US" altLang="zh-TW" sz="1400" dirty="0" smtClean="0">
                <a:solidFill>
                  <a:schemeClr val="bg1"/>
                </a:solidFill>
                <a:latin typeface="Arial" panose="020B0604020202020204" pitchFamily="34" charset="0"/>
                <a:cs typeface="Arial" panose="020B0604020202020204" pitchFamily="34" charset="0"/>
              </a:rPr>
              <a:t>for pattern no end date. </a:t>
            </a:r>
            <a:endParaRPr lang="en-US" altLang="zh-CN" sz="1400" dirty="0" smtClean="0">
              <a:solidFill>
                <a:schemeClr val="bg1"/>
              </a:solidFill>
              <a:latin typeface="Arial" panose="020B0604020202020204" pitchFamily="34" charset="0"/>
              <a:cs typeface="Arial" panose="020B0604020202020204" pitchFamily="34" charset="0"/>
            </a:endParaRPr>
          </a:p>
          <a:p>
            <a:r>
              <a:rPr lang="en-US" altLang="zh-TW" sz="1400" dirty="0" smtClean="0">
                <a:solidFill>
                  <a:schemeClr val="bg1"/>
                </a:solidFill>
                <a:latin typeface="Arial" panose="020B0604020202020204" pitchFamily="34" charset="0"/>
                <a:cs typeface="Arial" panose="020B0604020202020204" pitchFamily="34" charset="0"/>
              </a:rPr>
              <a:t>3. Only add data, not overwrite.</a:t>
            </a:r>
          </a:p>
        </p:txBody>
      </p:sp>
      <p:sp>
        <p:nvSpPr>
          <p:cNvPr id="17" name="矩形 16"/>
          <p:cNvSpPr/>
          <p:nvPr/>
        </p:nvSpPr>
        <p:spPr>
          <a:xfrm>
            <a:off x="832875" y="3393289"/>
            <a:ext cx="4603156" cy="738664"/>
          </a:xfrm>
          <a:prstGeom prst="rect">
            <a:avLst/>
          </a:prstGeom>
        </p:spPr>
        <p:txBody>
          <a:bodyPr wrap="square">
            <a:spAutoFit/>
          </a:bodyPr>
          <a:lstStyle/>
          <a:p>
            <a:r>
              <a:rPr lang="en-US" altLang="zh-CN" sz="1400" dirty="0" smtClean="0">
                <a:solidFill>
                  <a:schemeClr val="bg1"/>
                </a:solidFill>
                <a:latin typeface="Arial" panose="020B0604020202020204" pitchFamily="34" charset="0"/>
                <a:cs typeface="Arial" panose="020B0604020202020204" pitchFamily="34" charset="0"/>
              </a:rPr>
              <a:t>1. Arrange schedule by shift pattern</a:t>
            </a:r>
            <a:r>
              <a:rPr lang="zh-CN" altLang="en-US" sz="1400" dirty="0" smtClean="0">
                <a:solidFill>
                  <a:schemeClr val="bg1"/>
                </a:solidFill>
                <a:latin typeface="Arial" panose="020B0604020202020204" pitchFamily="34" charset="0"/>
                <a:cs typeface="Arial" panose="020B0604020202020204" pitchFamily="34" charset="0"/>
              </a:rPr>
              <a:t>，</a:t>
            </a:r>
            <a:r>
              <a:rPr lang="en-US" altLang="zh-CN" sz="1400" dirty="0" smtClean="0">
                <a:solidFill>
                  <a:schemeClr val="bg1"/>
                </a:solidFill>
                <a:latin typeface="Arial" panose="020B0604020202020204" pitchFamily="34" charset="0"/>
                <a:cs typeface="Arial" panose="020B0604020202020204" pitchFamily="34" charset="0"/>
              </a:rPr>
              <a:t>overwrite if exist.</a:t>
            </a:r>
          </a:p>
          <a:p>
            <a:r>
              <a:rPr lang="en-US" altLang="zh-CN" sz="1400" dirty="0" smtClean="0">
                <a:solidFill>
                  <a:schemeClr val="bg1"/>
                </a:solidFill>
                <a:latin typeface="Arial" panose="020B0604020202020204" pitchFamily="34" charset="0"/>
                <a:cs typeface="Arial" panose="020B0604020202020204" pitchFamily="34" charset="0"/>
              </a:rPr>
              <a:t>2. Generate schedules six months while no </a:t>
            </a:r>
            <a:r>
              <a:rPr lang="en-US" altLang="zh-CN" sz="1400" dirty="0">
                <a:solidFill>
                  <a:schemeClr val="bg1"/>
                </a:solidFill>
                <a:latin typeface="Arial" panose="020B0604020202020204" pitchFamily="34" charset="0"/>
                <a:cs typeface="Arial" panose="020B0604020202020204" pitchFamily="34" charset="0"/>
              </a:rPr>
              <a:t>end </a:t>
            </a:r>
            <a:r>
              <a:rPr lang="en-US" altLang="zh-CN" sz="1400" dirty="0" smtClean="0">
                <a:solidFill>
                  <a:schemeClr val="bg1"/>
                </a:solidFill>
                <a:latin typeface="Arial" panose="020B0604020202020204" pitchFamily="34" charset="0"/>
                <a:cs typeface="Arial" panose="020B0604020202020204" pitchFamily="34" charset="0"/>
              </a:rPr>
              <a:t>date</a:t>
            </a:r>
            <a:r>
              <a:rPr lang="en-US" altLang="zh-CN" sz="1400" dirty="0">
                <a:solidFill>
                  <a:schemeClr val="bg1"/>
                </a:solidFill>
                <a:latin typeface="Arial" panose="020B0604020202020204" pitchFamily="34" charset="0"/>
                <a:cs typeface="Arial" panose="020B0604020202020204" pitchFamily="34" charset="0"/>
              </a:rPr>
              <a:t>.</a:t>
            </a:r>
            <a:endParaRPr lang="en-US" altLang="zh-CN" sz="1400" dirty="0" smtClean="0">
              <a:solidFill>
                <a:schemeClr val="bg1"/>
              </a:solidFill>
              <a:latin typeface="Arial" panose="020B0604020202020204" pitchFamily="34" charset="0"/>
              <a:cs typeface="Arial" panose="020B0604020202020204" pitchFamily="34" charset="0"/>
            </a:endParaRPr>
          </a:p>
          <a:p>
            <a:r>
              <a:rPr lang="en-US" altLang="zh-CN" sz="1400" dirty="0" smtClean="0">
                <a:solidFill>
                  <a:schemeClr val="bg1"/>
                </a:solidFill>
                <a:latin typeface="Arial" panose="020B0604020202020204" pitchFamily="34" charset="0"/>
                <a:cs typeface="Arial" panose="020B0604020202020204" pitchFamily="34" charset="0"/>
              </a:rPr>
              <a:t>3. Reduce </a:t>
            </a:r>
            <a:r>
              <a:rPr lang="en-US" altLang="zh-CN" sz="1400" dirty="0">
                <a:solidFill>
                  <a:schemeClr val="bg1"/>
                </a:solidFill>
                <a:latin typeface="Arial" panose="020B0604020202020204" pitchFamily="34" charset="0"/>
                <a:cs typeface="Arial" panose="020B0604020202020204" pitchFamily="34" charset="0"/>
              </a:rPr>
              <a:t>previous </a:t>
            </a:r>
            <a:r>
              <a:rPr lang="en-US" altLang="zh-CN" sz="1400" dirty="0" smtClean="0">
                <a:solidFill>
                  <a:schemeClr val="bg1"/>
                </a:solidFill>
                <a:latin typeface="Arial" panose="020B0604020202020204" pitchFamily="34" charset="0"/>
                <a:cs typeface="Arial" panose="020B0604020202020204" pitchFamily="34" charset="0"/>
              </a:rPr>
              <a:t>continuous duty days automatically.</a:t>
            </a:r>
            <a:endParaRPr lang="zh-TW" altLang="en-US" sz="1400" dirty="0">
              <a:solidFill>
                <a:schemeClr val="bg1"/>
              </a:solidFill>
              <a:latin typeface="Arial" panose="020B0604020202020204" pitchFamily="34" charset="0"/>
              <a:cs typeface="Arial" panose="020B0604020202020204" pitchFamily="34" charset="0"/>
            </a:endParaRPr>
          </a:p>
        </p:txBody>
      </p:sp>
      <p:sp>
        <p:nvSpPr>
          <p:cNvPr id="18" name="矩形 17"/>
          <p:cNvSpPr/>
          <p:nvPr/>
        </p:nvSpPr>
        <p:spPr>
          <a:xfrm>
            <a:off x="848755" y="5855731"/>
            <a:ext cx="3517310" cy="523220"/>
          </a:xfrm>
          <a:prstGeom prst="rect">
            <a:avLst/>
          </a:prstGeom>
        </p:spPr>
        <p:txBody>
          <a:bodyPr wrap="none">
            <a:spAutoFit/>
          </a:bodyPr>
          <a:lstStyle/>
          <a:p>
            <a:r>
              <a:rPr lang="en-US" altLang="zh-CN" sz="1400" dirty="0" smtClean="0">
                <a:solidFill>
                  <a:schemeClr val="bg1"/>
                </a:solidFill>
                <a:latin typeface="Arial" panose="020B0604020202020204" pitchFamily="34" charset="0"/>
                <a:cs typeface="Arial" panose="020B0604020202020204" pitchFamily="34" charset="0"/>
              </a:rPr>
              <a:t>1. Update schedules while data import.</a:t>
            </a:r>
          </a:p>
          <a:p>
            <a:r>
              <a:rPr lang="en-US" altLang="zh-TW" sz="1400" dirty="0" smtClean="0">
                <a:solidFill>
                  <a:schemeClr val="bg1"/>
                </a:solidFill>
                <a:latin typeface="Arial" panose="020B0604020202020204" pitchFamily="34" charset="0"/>
                <a:cs typeface="Arial" panose="020B0604020202020204" pitchFamily="34" charset="0"/>
              </a:rPr>
              <a:t>2. Need to check shift date and Date type.</a:t>
            </a:r>
            <a:endParaRPr lang="zh-TW" altLang="en-US" sz="1400" dirty="0">
              <a:solidFill>
                <a:schemeClr val="bg1"/>
              </a:solidFill>
              <a:latin typeface="Arial" panose="020B0604020202020204" pitchFamily="34" charset="0"/>
              <a:cs typeface="Arial" panose="020B0604020202020204" pitchFamily="34" charset="0"/>
            </a:endParaRPr>
          </a:p>
        </p:txBody>
      </p:sp>
      <p:cxnSp>
        <p:nvCxnSpPr>
          <p:cNvPr id="19" name="直線單箭頭接點 18"/>
          <p:cNvCxnSpPr>
            <a:stCxn id="15" idx="1"/>
          </p:cNvCxnSpPr>
          <p:nvPr/>
        </p:nvCxnSpPr>
        <p:spPr>
          <a:xfrm flipH="1" flipV="1">
            <a:off x="3797682" y="4605682"/>
            <a:ext cx="2355379" cy="826186"/>
          </a:xfrm>
          <a:prstGeom prst="straightConnector1">
            <a:avLst/>
          </a:prstGeom>
          <a:ln>
            <a:solidFill>
              <a:schemeClr val="accent3">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0" name="表格 19"/>
          <p:cNvGraphicFramePr>
            <a:graphicFrameLocks noGrp="1"/>
          </p:cNvGraphicFramePr>
          <p:nvPr>
            <p:extLst>
              <p:ext uri="{D42A27DB-BD31-4B8C-83A1-F6EECF244321}">
                <p14:modId xmlns:p14="http://schemas.microsoft.com/office/powerpoint/2010/main" val="3159596011"/>
              </p:ext>
            </p:extLst>
          </p:nvPr>
        </p:nvGraphicFramePr>
        <p:xfrm>
          <a:off x="6045107" y="3005124"/>
          <a:ext cx="3806171" cy="822960"/>
        </p:xfrm>
        <a:graphic>
          <a:graphicData uri="http://schemas.openxmlformats.org/drawingml/2006/table">
            <a:tbl>
              <a:tblPr firstRow="1" bandRow="1">
                <a:tableStyleId>{073A0DAA-6AF3-43AB-8588-CEC1D06C72B9}</a:tableStyleId>
              </a:tblPr>
              <a:tblGrid>
                <a:gridCol w="1147583">
                  <a:extLst>
                    <a:ext uri="{9D8B030D-6E8A-4147-A177-3AD203B41FA5}">
                      <a16:colId xmlns:a16="http://schemas.microsoft.com/office/drawing/2014/main" val="72394917"/>
                    </a:ext>
                  </a:extLst>
                </a:gridCol>
                <a:gridCol w="721393">
                  <a:extLst>
                    <a:ext uri="{9D8B030D-6E8A-4147-A177-3AD203B41FA5}">
                      <a16:colId xmlns:a16="http://schemas.microsoft.com/office/drawing/2014/main" val="1731623283"/>
                    </a:ext>
                  </a:extLst>
                </a:gridCol>
                <a:gridCol w="957390">
                  <a:extLst>
                    <a:ext uri="{9D8B030D-6E8A-4147-A177-3AD203B41FA5}">
                      <a16:colId xmlns:a16="http://schemas.microsoft.com/office/drawing/2014/main" val="1969814980"/>
                    </a:ext>
                  </a:extLst>
                </a:gridCol>
                <a:gridCol w="979805">
                  <a:extLst>
                    <a:ext uri="{9D8B030D-6E8A-4147-A177-3AD203B41FA5}">
                      <a16:colId xmlns:a16="http://schemas.microsoft.com/office/drawing/2014/main" val="2963844537"/>
                    </a:ext>
                  </a:extLst>
                </a:gridCol>
              </a:tblGrid>
              <a:tr h="176579">
                <a:tc>
                  <a:txBody>
                    <a:bodyPr/>
                    <a:lstStyle/>
                    <a:p>
                      <a:r>
                        <a:rPr lang="en-US" altLang="zh-TW" sz="1200" b="0" dirty="0" smtClean="0">
                          <a:solidFill>
                            <a:schemeClr val="bg1"/>
                          </a:solidFill>
                          <a:latin typeface="+mn-ea"/>
                          <a:ea typeface="+mn-ea"/>
                        </a:rPr>
                        <a:t>Employee ID</a:t>
                      </a:r>
                      <a:endParaRPr lang="zh-TW" altLang="en-US" sz="1200" b="0" dirty="0">
                        <a:solidFill>
                          <a:schemeClr val="bg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US" altLang="zh-TW" sz="1200" b="0" dirty="0" smtClean="0">
                          <a:solidFill>
                            <a:schemeClr val="bg1"/>
                          </a:solidFill>
                          <a:latin typeface="+mn-ea"/>
                          <a:ea typeface="+mn-ea"/>
                        </a:rPr>
                        <a:t>Pattern</a:t>
                      </a:r>
                      <a:endParaRPr lang="zh-TW" altLang="en-US" sz="1200" b="0" dirty="0">
                        <a:solidFill>
                          <a:schemeClr val="bg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US" altLang="zh-TW" sz="1200" b="0" dirty="0" smtClean="0">
                          <a:solidFill>
                            <a:schemeClr val="bg1"/>
                          </a:solidFill>
                          <a:latin typeface="+mn-ea"/>
                          <a:ea typeface="+mn-ea"/>
                        </a:rPr>
                        <a:t>Start Date</a:t>
                      </a:r>
                      <a:endParaRPr lang="zh-TW" altLang="en-US" sz="1200" b="0" dirty="0">
                        <a:solidFill>
                          <a:schemeClr val="bg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US" altLang="zh-TW" sz="1200" b="0" dirty="0" smtClean="0">
                          <a:solidFill>
                            <a:schemeClr val="bg1"/>
                          </a:solidFill>
                          <a:latin typeface="+mn-ea"/>
                          <a:ea typeface="+mn-ea"/>
                        </a:rPr>
                        <a:t>End </a:t>
                      </a:r>
                      <a:r>
                        <a:rPr lang="en-US" altLang="zh-TW" sz="1200" b="0" baseline="0" dirty="0" smtClean="0">
                          <a:solidFill>
                            <a:schemeClr val="bg1"/>
                          </a:solidFill>
                          <a:latin typeface="+mn-ea"/>
                          <a:ea typeface="+mn-ea"/>
                        </a:rPr>
                        <a:t>Date</a:t>
                      </a:r>
                      <a:endParaRPr lang="zh-TW" altLang="en-US" sz="1200" b="0" dirty="0">
                        <a:solidFill>
                          <a:schemeClr val="bg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370762456"/>
                  </a:ext>
                </a:extLst>
              </a:tr>
              <a:tr h="0">
                <a:tc>
                  <a:txBody>
                    <a:bodyPr/>
                    <a:lstStyle/>
                    <a:p>
                      <a:r>
                        <a:rPr lang="en-US" altLang="zh-TW" sz="1200" b="0" dirty="0" smtClean="0">
                          <a:latin typeface="+mn-ea"/>
                          <a:ea typeface="+mn-ea"/>
                        </a:rPr>
                        <a:t>C1XXXXX</a:t>
                      </a:r>
                      <a:endParaRPr lang="zh-TW" altLang="en-US" sz="1200" b="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200" b="0" dirty="0" smtClean="0">
                          <a:latin typeface="+mn-ea"/>
                          <a:ea typeface="+mn-ea"/>
                        </a:rPr>
                        <a:t>P1</a:t>
                      </a:r>
                      <a:endParaRPr lang="zh-TW" altLang="en-US" sz="1200" b="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200" b="0" dirty="0" smtClean="0">
                          <a:latin typeface="+mn-ea"/>
                          <a:ea typeface="+mn-ea"/>
                        </a:rPr>
                        <a:t>2024/12/6</a:t>
                      </a:r>
                      <a:endParaRPr lang="zh-TW" altLang="en-US" sz="1200" b="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sz="1200" b="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510019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smtClean="0">
                          <a:latin typeface="+mn-ea"/>
                          <a:ea typeface="+mn-ea"/>
                        </a:rPr>
                        <a:t>C1XXXXX</a:t>
                      </a:r>
                      <a:endParaRPr lang="zh-TW" altLang="en-US" sz="1200" b="0" dirty="0" smtClean="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200" b="0" dirty="0" smtClean="0">
                          <a:latin typeface="+mn-ea"/>
                          <a:ea typeface="+mn-ea"/>
                        </a:rPr>
                        <a:t>P2</a:t>
                      </a:r>
                      <a:endParaRPr lang="zh-TW" altLang="en-US" sz="1200" b="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smtClean="0">
                          <a:latin typeface="+mn-ea"/>
                          <a:ea typeface="+mn-ea"/>
                        </a:rPr>
                        <a:t>2024/12/6</a:t>
                      </a:r>
                      <a:endParaRPr lang="zh-TW" altLang="en-US" sz="1200" b="0" dirty="0" smtClean="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smtClean="0">
                          <a:latin typeface="+mn-ea"/>
                          <a:ea typeface="+mn-ea"/>
                        </a:rPr>
                        <a:t>2024/12/6</a:t>
                      </a:r>
                      <a:endParaRPr lang="zh-TW" altLang="en-US" sz="1200" b="0" dirty="0" smtClean="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0840620"/>
                  </a:ext>
                </a:extLst>
              </a:tr>
            </a:tbl>
          </a:graphicData>
        </a:graphic>
      </p:graphicFrame>
      <p:cxnSp>
        <p:nvCxnSpPr>
          <p:cNvPr id="21" name="直線單箭頭接點 20"/>
          <p:cNvCxnSpPr>
            <a:endCxn id="8" idx="3"/>
          </p:cNvCxnSpPr>
          <p:nvPr/>
        </p:nvCxnSpPr>
        <p:spPr>
          <a:xfrm flipH="1" flipV="1">
            <a:off x="3780533" y="3118626"/>
            <a:ext cx="2264574" cy="231045"/>
          </a:xfrm>
          <a:prstGeom prst="straightConnector1">
            <a:avLst/>
          </a:prstGeom>
          <a:ln>
            <a:solidFill>
              <a:schemeClr val="accent3">
                <a:lumMod val="40000"/>
                <a:lumOff val="6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aphicFrame>
        <p:nvGraphicFramePr>
          <p:cNvPr id="22" name="表格 21"/>
          <p:cNvGraphicFramePr>
            <a:graphicFrameLocks noGrp="1"/>
          </p:cNvGraphicFramePr>
          <p:nvPr>
            <p:extLst>
              <p:ext uri="{D42A27DB-BD31-4B8C-83A1-F6EECF244321}">
                <p14:modId xmlns:p14="http://schemas.microsoft.com/office/powerpoint/2010/main" val="434276026"/>
              </p:ext>
            </p:extLst>
          </p:nvPr>
        </p:nvGraphicFramePr>
        <p:xfrm>
          <a:off x="6245989" y="4005119"/>
          <a:ext cx="4207941" cy="1097280"/>
        </p:xfrm>
        <a:graphic>
          <a:graphicData uri="http://schemas.openxmlformats.org/drawingml/2006/table">
            <a:tbl>
              <a:tblPr firstRow="1" bandRow="1">
                <a:tableStyleId>{073A0DAA-6AF3-43AB-8588-CEC1D06C72B9}</a:tableStyleId>
              </a:tblPr>
              <a:tblGrid>
                <a:gridCol w="1402507">
                  <a:extLst>
                    <a:ext uri="{9D8B030D-6E8A-4147-A177-3AD203B41FA5}">
                      <a16:colId xmlns:a16="http://schemas.microsoft.com/office/drawing/2014/main" val="72394917"/>
                    </a:ext>
                  </a:extLst>
                </a:gridCol>
                <a:gridCol w="1178853">
                  <a:extLst>
                    <a:ext uri="{9D8B030D-6E8A-4147-A177-3AD203B41FA5}">
                      <a16:colId xmlns:a16="http://schemas.microsoft.com/office/drawing/2014/main" val="1731623283"/>
                    </a:ext>
                  </a:extLst>
                </a:gridCol>
                <a:gridCol w="643235">
                  <a:extLst>
                    <a:ext uri="{9D8B030D-6E8A-4147-A177-3AD203B41FA5}">
                      <a16:colId xmlns:a16="http://schemas.microsoft.com/office/drawing/2014/main" val="1969814980"/>
                    </a:ext>
                  </a:extLst>
                </a:gridCol>
                <a:gridCol w="983346">
                  <a:extLst>
                    <a:ext uri="{9D8B030D-6E8A-4147-A177-3AD203B41FA5}">
                      <a16:colId xmlns:a16="http://schemas.microsoft.com/office/drawing/2014/main" val="2963844537"/>
                    </a:ext>
                  </a:extLst>
                </a:gridCol>
              </a:tblGrid>
              <a:tr h="176579">
                <a:tc>
                  <a:txBody>
                    <a:bodyPr/>
                    <a:lstStyle/>
                    <a:p>
                      <a:r>
                        <a:rPr lang="en-US" altLang="zh-TW" sz="1200" b="0" dirty="0" smtClean="0">
                          <a:solidFill>
                            <a:schemeClr val="bg1"/>
                          </a:solidFill>
                          <a:latin typeface="+mn-ea"/>
                          <a:ea typeface="+mn-ea"/>
                        </a:rPr>
                        <a:t>Employee ID</a:t>
                      </a:r>
                      <a:endParaRPr lang="zh-TW" altLang="en-US" sz="1200" b="0" dirty="0">
                        <a:solidFill>
                          <a:schemeClr val="bg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US" altLang="zh-TW" sz="1200" b="0" dirty="0" smtClean="0">
                          <a:solidFill>
                            <a:schemeClr val="bg1"/>
                          </a:solidFill>
                          <a:latin typeface="+mn-ea"/>
                          <a:ea typeface="+mn-ea"/>
                        </a:rPr>
                        <a:t>Date</a:t>
                      </a:r>
                      <a:endParaRPr lang="zh-TW" altLang="en-US" sz="1200" b="0" dirty="0">
                        <a:solidFill>
                          <a:schemeClr val="bg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US" altLang="zh-TW" sz="1200" b="0" dirty="0" smtClean="0">
                          <a:solidFill>
                            <a:schemeClr val="bg1"/>
                          </a:solidFill>
                          <a:latin typeface="+mn-ea"/>
                          <a:ea typeface="+mn-ea"/>
                        </a:rPr>
                        <a:t>Shift</a:t>
                      </a:r>
                      <a:endParaRPr lang="zh-TW" altLang="en-US" sz="1200" b="0" dirty="0">
                        <a:solidFill>
                          <a:schemeClr val="bg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US" altLang="zh-CN" sz="1200" b="0" dirty="0" smtClean="0">
                          <a:solidFill>
                            <a:schemeClr val="bg1"/>
                          </a:solidFill>
                          <a:latin typeface="+mn-ea"/>
                          <a:ea typeface="+mn-ea"/>
                        </a:rPr>
                        <a:t>Date</a:t>
                      </a:r>
                      <a:r>
                        <a:rPr lang="en-US" altLang="zh-TW" sz="1200" b="0" dirty="0" smtClean="0">
                          <a:solidFill>
                            <a:schemeClr val="bg1"/>
                          </a:solidFill>
                          <a:latin typeface="+mn-ea"/>
                          <a:ea typeface="+mn-ea"/>
                        </a:rPr>
                        <a:t> Type</a:t>
                      </a:r>
                      <a:endParaRPr lang="zh-TW" altLang="en-US" sz="1200" b="0" dirty="0">
                        <a:solidFill>
                          <a:schemeClr val="bg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370762456"/>
                  </a:ext>
                </a:extLst>
              </a:tr>
              <a:tr h="0">
                <a:tc>
                  <a:txBody>
                    <a:bodyPr/>
                    <a:lstStyle/>
                    <a:p>
                      <a:r>
                        <a:rPr lang="en-US" altLang="zh-TW" sz="1200" b="0" dirty="0" smtClean="0">
                          <a:latin typeface="+mn-ea"/>
                          <a:ea typeface="+mn-ea"/>
                        </a:rPr>
                        <a:t>C1XXXXX</a:t>
                      </a:r>
                      <a:endParaRPr lang="zh-TW" altLang="en-US" sz="1200" b="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200" b="0" dirty="0" smtClean="0">
                          <a:latin typeface="+mn-ea"/>
                          <a:ea typeface="+mn-ea"/>
                        </a:rPr>
                        <a:t>2024/12/6</a:t>
                      </a:r>
                      <a:endParaRPr lang="zh-TW" altLang="en-US" sz="1200" b="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200" b="0" dirty="0" smtClean="0">
                          <a:latin typeface="+mn-ea"/>
                          <a:ea typeface="+mn-ea"/>
                        </a:rPr>
                        <a:t>A</a:t>
                      </a:r>
                      <a:endParaRPr lang="zh-TW" altLang="en-US" sz="1200" b="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200" b="0" dirty="0" smtClean="0">
                          <a:latin typeface="+mn-ea"/>
                          <a:ea typeface="+mn-ea"/>
                        </a:rPr>
                        <a:t>G1</a:t>
                      </a:r>
                      <a:endParaRPr lang="zh-TW" altLang="en-US" sz="1200" b="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510019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smtClean="0">
                          <a:latin typeface="+mn-ea"/>
                          <a:ea typeface="+mn-ea"/>
                        </a:rPr>
                        <a:t>C1XXXXX</a:t>
                      </a:r>
                      <a:endParaRPr lang="zh-TW" altLang="en-US" sz="1200" b="0" dirty="0" smtClean="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smtClean="0">
                          <a:latin typeface="+mn-ea"/>
                          <a:ea typeface="+mn-ea"/>
                        </a:rPr>
                        <a:t>2024/12/7</a:t>
                      </a:r>
                      <a:endParaRPr lang="zh-TW" altLang="en-US" sz="1200" b="0" dirty="0" smtClean="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smtClean="0">
                          <a:latin typeface="+mn-ea"/>
                          <a:ea typeface="+mn-ea"/>
                        </a:rPr>
                        <a:t>G</a:t>
                      </a:r>
                      <a:endParaRPr lang="zh-TW" altLang="en-US" sz="1200" b="0" dirty="0" smtClean="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smtClean="0">
                          <a:latin typeface="+mn-ea"/>
                          <a:ea typeface="+mn-ea"/>
                        </a:rPr>
                        <a:t>G2</a:t>
                      </a:r>
                      <a:endParaRPr lang="zh-TW" altLang="en-US" sz="1200" b="0" dirty="0" smtClean="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084062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smtClean="0">
                          <a:latin typeface="+mn-ea"/>
                          <a:ea typeface="+mn-ea"/>
                        </a:rPr>
                        <a:t>C1XXXXX</a:t>
                      </a:r>
                      <a:endParaRPr lang="zh-TW" altLang="en-US" sz="1200" b="0" dirty="0" smtClean="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smtClean="0">
                          <a:latin typeface="+mn-ea"/>
                          <a:ea typeface="+mn-ea"/>
                        </a:rPr>
                        <a:t>2024/12/8</a:t>
                      </a:r>
                      <a:endParaRPr lang="zh-TW" altLang="en-US" sz="1200" b="0" dirty="0" smtClean="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smtClean="0">
                          <a:latin typeface="+mn-ea"/>
                          <a:ea typeface="+mn-ea"/>
                        </a:rPr>
                        <a:t>G</a:t>
                      </a:r>
                      <a:endParaRPr lang="zh-TW" altLang="en-US" sz="1200" b="0" dirty="0" smtClean="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smtClean="0">
                          <a:latin typeface="+mn-ea"/>
                          <a:ea typeface="+mn-ea"/>
                        </a:rPr>
                        <a:t>G2</a:t>
                      </a:r>
                      <a:endParaRPr lang="zh-TW" altLang="en-US" sz="1200" b="0" dirty="0" smtClean="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11842346"/>
                  </a:ext>
                </a:extLst>
              </a:tr>
            </a:tbl>
          </a:graphicData>
        </a:graphic>
      </p:graphicFrame>
      <p:cxnSp>
        <p:nvCxnSpPr>
          <p:cNvPr id="23" name="直線單箭頭接點 22"/>
          <p:cNvCxnSpPr/>
          <p:nvPr/>
        </p:nvCxnSpPr>
        <p:spPr>
          <a:xfrm flipH="1" flipV="1">
            <a:off x="3779751" y="4519283"/>
            <a:ext cx="2466238" cy="62443"/>
          </a:xfrm>
          <a:prstGeom prst="straightConnector1">
            <a:avLst/>
          </a:prstGeom>
          <a:ln>
            <a:solidFill>
              <a:schemeClr val="accent3">
                <a:lumMod val="40000"/>
                <a:lumOff val="6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直線接點 23"/>
          <p:cNvCxnSpPr/>
          <p:nvPr/>
        </p:nvCxnSpPr>
        <p:spPr>
          <a:xfrm flipV="1">
            <a:off x="3779751" y="1769209"/>
            <a:ext cx="716709" cy="311658"/>
          </a:xfrm>
          <a:prstGeom prst="line">
            <a:avLst/>
          </a:prstGeom>
          <a:ln>
            <a:solidFill>
              <a:schemeClr val="accent3">
                <a:lumMod val="40000"/>
                <a:lumOff val="60000"/>
              </a:schemeClr>
            </a:solidFill>
          </a:ln>
        </p:spPr>
        <p:style>
          <a:lnRef idx="1">
            <a:schemeClr val="dk1"/>
          </a:lnRef>
          <a:fillRef idx="0">
            <a:schemeClr val="dk1"/>
          </a:fillRef>
          <a:effectRef idx="0">
            <a:schemeClr val="dk1"/>
          </a:effectRef>
          <a:fontRef idx="minor">
            <a:schemeClr val="tx1"/>
          </a:fontRef>
        </p:style>
      </p:cxnSp>
      <p:sp>
        <p:nvSpPr>
          <p:cNvPr id="25" name="文字方塊 24"/>
          <p:cNvSpPr txBox="1"/>
          <p:nvPr/>
        </p:nvSpPr>
        <p:spPr>
          <a:xfrm>
            <a:off x="848755" y="4815982"/>
            <a:ext cx="4399472" cy="523220"/>
          </a:xfrm>
          <a:prstGeom prst="rect">
            <a:avLst/>
          </a:prstGeom>
          <a:noFill/>
        </p:spPr>
        <p:txBody>
          <a:bodyPr wrap="square" rtlCol="0">
            <a:spAutoFit/>
          </a:bodyPr>
          <a:lstStyle/>
          <a:p>
            <a:r>
              <a:rPr lang="en-US" altLang="zh-TW" sz="1400" dirty="0" smtClean="0">
                <a:solidFill>
                  <a:schemeClr val="bg1"/>
                </a:solidFill>
                <a:latin typeface="Arial" panose="020B0604020202020204" pitchFamily="34" charset="0"/>
                <a:cs typeface="Arial" panose="020B0604020202020204" pitchFamily="34" charset="0"/>
              </a:rPr>
              <a:t>The core base for </a:t>
            </a:r>
            <a:r>
              <a:rPr lang="en-US" altLang="zh-TW" sz="1400" dirty="0">
                <a:solidFill>
                  <a:schemeClr val="bg1"/>
                </a:solidFill>
                <a:latin typeface="Arial" panose="020B0604020202020204" pitchFamily="34" charset="0"/>
                <a:cs typeface="Arial" panose="020B0604020202020204" pitchFamily="34" charset="0"/>
              </a:rPr>
              <a:t>e</a:t>
            </a:r>
            <a:r>
              <a:rPr lang="en-US" altLang="zh-TW" sz="1400" dirty="0" smtClean="0">
                <a:solidFill>
                  <a:schemeClr val="bg1"/>
                </a:solidFill>
                <a:latin typeface="Arial" panose="020B0604020202020204" pitchFamily="34" charset="0"/>
                <a:cs typeface="Arial" panose="020B0604020202020204" pitchFamily="34" charset="0"/>
              </a:rPr>
              <a:t>mployee’s calendar, </a:t>
            </a:r>
          </a:p>
          <a:p>
            <a:r>
              <a:rPr lang="en-US" altLang="zh-TW" sz="1400" dirty="0" smtClean="0">
                <a:solidFill>
                  <a:schemeClr val="bg1"/>
                </a:solidFill>
                <a:latin typeface="Arial" panose="020B0604020202020204" pitchFamily="34" charset="0"/>
                <a:cs typeface="Arial" panose="020B0604020202020204" pitchFamily="34" charset="0"/>
              </a:rPr>
              <a:t>attendance, absent, leave, overtime and others.</a:t>
            </a:r>
            <a:endParaRPr lang="zh-TW" altLang="en-US" sz="1400" dirty="0">
              <a:solidFill>
                <a:schemeClr val="bg1"/>
              </a:solidFill>
              <a:latin typeface="Arial" panose="020B0604020202020204" pitchFamily="34" charset="0"/>
              <a:cs typeface="Arial" panose="020B0604020202020204" pitchFamily="34" charset="0"/>
            </a:endParaRPr>
          </a:p>
        </p:txBody>
      </p:sp>
      <p:sp>
        <p:nvSpPr>
          <p:cNvPr id="26" name="文字方塊 25"/>
          <p:cNvSpPr txBox="1"/>
          <p:nvPr/>
        </p:nvSpPr>
        <p:spPr>
          <a:xfrm>
            <a:off x="1247590" y="2348759"/>
            <a:ext cx="2120945" cy="307777"/>
          </a:xfrm>
          <a:prstGeom prst="rect">
            <a:avLst/>
          </a:prstGeom>
          <a:noFill/>
        </p:spPr>
        <p:txBody>
          <a:bodyPr wrap="square" rtlCol="0">
            <a:spAutoFit/>
          </a:bodyPr>
          <a:lstStyle/>
          <a:p>
            <a:r>
              <a:rPr lang="en-US" altLang="zh-CN" sz="1400" dirty="0" smtClean="0">
                <a:solidFill>
                  <a:schemeClr val="accent3">
                    <a:lumMod val="40000"/>
                    <a:lumOff val="60000"/>
                  </a:schemeClr>
                </a:solidFill>
                <a:latin typeface="Arial" panose="020B0604020202020204" pitchFamily="34" charset="0"/>
                <a:cs typeface="Arial" panose="020B0604020202020204" pitchFamily="34" charset="0"/>
              </a:rPr>
              <a:t>P1  </a:t>
            </a:r>
            <a:r>
              <a:rPr lang="en-US" altLang="zh-TW" sz="1400" dirty="0" smtClean="0">
                <a:solidFill>
                  <a:schemeClr val="accent3">
                    <a:lumMod val="40000"/>
                    <a:lumOff val="60000"/>
                  </a:schemeClr>
                </a:solidFill>
                <a:latin typeface="Arial" panose="020B0604020202020204" pitchFamily="34" charset="0"/>
                <a:cs typeface="Arial" panose="020B0604020202020204" pitchFamily="34" charset="0"/>
              </a:rPr>
              <a:t>P4  P7</a:t>
            </a:r>
            <a:r>
              <a:rPr lang="en-US" altLang="zh-TW" sz="1400" dirty="0">
                <a:solidFill>
                  <a:schemeClr val="accent3">
                    <a:lumMod val="40000"/>
                    <a:lumOff val="60000"/>
                  </a:schemeClr>
                </a:solidFill>
                <a:latin typeface="Arial" panose="020B0604020202020204" pitchFamily="34" charset="0"/>
                <a:cs typeface="Arial" panose="020B0604020202020204" pitchFamily="34" charset="0"/>
              </a:rPr>
              <a:t> </a:t>
            </a:r>
            <a:r>
              <a:rPr lang="en-US" altLang="zh-TW" sz="1400" dirty="0" smtClean="0">
                <a:solidFill>
                  <a:schemeClr val="accent3">
                    <a:lumMod val="40000"/>
                    <a:lumOff val="60000"/>
                  </a:schemeClr>
                </a:solidFill>
                <a:latin typeface="Arial" panose="020B0604020202020204" pitchFamily="34" charset="0"/>
                <a:cs typeface="Arial" panose="020B0604020202020204" pitchFamily="34" charset="0"/>
              </a:rPr>
              <a:t> P9  P15</a:t>
            </a:r>
            <a:endParaRPr lang="zh-TW" altLang="en-US" sz="1400" dirty="0">
              <a:solidFill>
                <a:schemeClr val="accent3">
                  <a:lumMod val="40000"/>
                  <a:lumOff val="60000"/>
                </a:schemeClr>
              </a:solidFill>
              <a:latin typeface="Arial" panose="020B0604020202020204" pitchFamily="34" charset="0"/>
              <a:cs typeface="Arial" panose="020B0604020202020204" pitchFamily="34" charset="0"/>
            </a:endParaRPr>
          </a:p>
        </p:txBody>
      </p:sp>
      <p:graphicFrame>
        <p:nvGraphicFramePr>
          <p:cNvPr id="27" name="表格 26"/>
          <p:cNvGraphicFramePr>
            <a:graphicFrameLocks noGrp="1"/>
          </p:cNvGraphicFramePr>
          <p:nvPr>
            <p:extLst>
              <p:ext uri="{D42A27DB-BD31-4B8C-83A1-F6EECF244321}">
                <p14:modId xmlns:p14="http://schemas.microsoft.com/office/powerpoint/2010/main" val="1225124448"/>
              </p:ext>
            </p:extLst>
          </p:nvPr>
        </p:nvGraphicFramePr>
        <p:xfrm>
          <a:off x="4496458" y="805596"/>
          <a:ext cx="7136740" cy="2016227"/>
        </p:xfrm>
        <a:graphic>
          <a:graphicData uri="http://schemas.openxmlformats.org/drawingml/2006/table">
            <a:tbl>
              <a:tblPr firstRow="1" bandRow="1">
                <a:tableStyleId>{073A0DAA-6AF3-43AB-8588-CEC1D06C72B9}</a:tableStyleId>
              </a:tblPr>
              <a:tblGrid>
                <a:gridCol w="510916">
                  <a:extLst>
                    <a:ext uri="{9D8B030D-6E8A-4147-A177-3AD203B41FA5}">
                      <a16:colId xmlns:a16="http://schemas.microsoft.com/office/drawing/2014/main" val="72394917"/>
                    </a:ext>
                  </a:extLst>
                </a:gridCol>
                <a:gridCol w="327484">
                  <a:extLst>
                    <a:ext uri="{9D8B030D-6E8A-4147-A177-3AD203B41FA5}">
                      <a16:colId xmlns:a16="http://schemas.microsoft.com/office/drawing/2014/main" val="1731623283"/>
                    </a:ext>
                  </a:extLst>
                </a:gridCol>
                <a:gridCol w="328128">
                  <a:extLst>
                    <a:ext uri="{9D8B030D-6E8A-4147-A177-3AD203B41FA5}">
                      <a16:colId xmlns:a16="http://schemas.microsoft.com/office/drawing/2014/main" val="1969814980"/>
                    </a:ext>
                  </a:extLst>
                </a:gridCol>
                <a:gridCol w="306770">
                  <a:extLst>
                    <a:ext uri="{9D8B030D-6E8A-4147-A177-3AD203B41FA5}">
                      <a16:colId xmlns:a16="http://schemas.microsoft.com/office/drawing/2014/main" val="2963844537"/>
                    </a:ext>
                  </a:extLst>
                </a:gridCol>
                <a:gridCol w="599621">
                  <a:extLst>
                    <a:ext uri="{9D8B030D-6E8A-4147-A177-3AD203B41FA5}">
                      <a16:colId xmlns:a16="http://schemas.microsoft.com/office/drawing/2014/main" val="1899860891"/>
                    </a:ext>
                  </a:extLst>
                </a:gridCol>
                <a:gridCol w="625929">
                  <a:extLst>
                    <a:ext uri="{9D8B030D-6E8A-4147-A177-3AD203B41FA5}">
                      <a16:colId xmlns:a16="http://schemas.microsoft.com/office/drawing/2014/main" val="2258529294"/>
                    </a:ext>
                  </a:extLst>
                </a:gridCol>
                <a:gridCol w="691762">
                  <a:extLst>
                    <a:ext uri="{9D8B030D-6E8A-4147-A177-3AD203B41FA5}">
                      <a16:colId xmlns:a16="http://schemas.microsoft.com/office/drawing/2014/main" val="2891553"/>
                    </a:ext>
                  </a:extLst>
                </a:gridCol>
                <a:gridCol w="571374">
                  <a:extLst>
                    <a:ext uri="{9D8B030D-6E8A-4147-A177-3AD203B41FA5}">
                      <a16:colId xmlns:a16="http://schemas.microsoft.com/office/drawing/2014/main" val="2147776150"/>
                    </a:ext>
                  </a:extLst>
                </a:gridCol>
                <a:gridCol w="641010">
                  <a:extLst>
                    <a:ext uri="{9D8B030D-6E8A-4147-A177-3AD203B41FA5}">
                      <a16:colId xmlns:a16="http://schemas.microsoft.com/office/drawing/2014/main" val="4222083003"/>
                    </a:ext>
                  </a:extLst>
                </a:gridCol>
                <a:gridCol w="650798">
                  <a:extLst>
                    <a:ext uri="{9D8B030D-6E8A-4147-A177-3AD203B41FA5}">
                      <a16:colId xmlns:a16="http://schemas.microsoft.com/office/drawing/2014/main" val="2642643055"/>
                    </a:ext>
                  </a:extLst>
                </a:gridCol>
                <a:gridCol w="600695">
                  <a:extLst>
                    <a:ext uri="{9D8B030D-6E8A-4147-A177-3AD203B41FA5}">
                      <a16:colId xmlns:a16="http://schemas.microsoft.com/office/drawing/2014/main" val="1440848448"/>
                    </a:ext>
                  </a:extLst>
                </a:gridCol>
                <a:gridCol w="646902">
                  <a:extLst>
                    <a:ext uri="{9D8B030D-6E8A-4147-A177-3AD203B41FA5}">
                      <a16:colId xmlns:a16="http://schemas.microsoft.com/office/drawing/2014/main" val="1169244039"/>
                    </a:ext>
                  </a:extLst>
                </a:gridCol>
                <a:gridCol w="635351">
                  <a:extLst>
                    <a:ext uri="{9D8B030D-6E8A-4147-A177-3AD203B41FA5}">
                      <a16:colId xmlns:a16="http://schemas.microsoft.com/office/drawing/2014/main" val="675094167"/>
                    </a:ext>
                  </a:extLst>
                </a:gridCol>
              </a:tblGrid>
              <a:tr h="170009">
                <a:tc rowSpan="2">
                  <a:txBody>
                    <a:bodyPr/>
                    <a:lstStyle/>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Pattern</a:t>
                      </a:r>
                      <a:endParaRPr lang="zh-TW" altLang="en-US" sz="700" b="0" dirty="0">
                        <a:solidFill>
                          <a:schemeClr val="bg1"/>
                        </a:solidFill>
                        <a:latin typeface="Microsoft YaHei" panose="020B0503020204020204" pitchFamily="34" charset="-122"/>
                        <a:ea typeface="Microsoft YaHei" panose="020B0503020204020204" pitchFamily="34" charset="-122"/>
                      </a:endParaRPr>
                    </a:p>
                  </a:txBody>
                  <a:tcPr marL="55969" marR="55969" marT="27984" marB="279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gridSpan="3">
                  <a:txBody>
                    <a:bodyPr/>
                    <a:lstStyle/>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Rotation</a:t>
                      </a:r>
                    </a:p>
                  </a:txBody>
                  <a:tcPr marL="55969" marR="55969" marT="27984" marB="279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hMerge="1">
                  <a:txBody>
                    <a:bodyPr/>
                    <a:lstStyle/>
                    <a:p>
                      <a:endParaRPr lang="zh-TW" altLang="en-US" sz="1200" b="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hMerge="1">
                  <a:txBody>
                    <a:bodyPr/>
                    <a:lstStyle/>
                    <a:p>
                      <a:endParaRPr lang="zh-TW" altLang="en-US" sz="1200" b="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rowSpan="2">
                  <a:txBody>
                    <a:bodyPr/>
                    <a:lstStyle/>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Weeks</a:t>
                      </a:r>
                    </a:p>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Rotation1</a:t>
                      </a:r>
                      <a:endParaRPr lang="zh-TW" altLang="en-US" sz="700" b="0" dirty="0">
                        <a:solidFill>
                          <a:schemeClr val="bg1"/>
                        </a:solidFill>
                        <a:latin typeface="Microsoft YaHei" panose="020B0503020204020204" pitchFamily="34" charset="-122"/>
                        <a:ea typeface="Microsoft YaHei" panose="020B0503020204020204" pitchFamily="34" charset="-122"/>
                      </a:endParaRPr>
                    </a:p>
                  </a:txBody>
                  <a:tcPr marL="55969" marR="55969" marT="27984" marB="279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rowSpan="2">
                  <a:txBody>
                    <a:bodyPr/>
                    <a:lstStyle/>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Days per </a:t>
                      </a:r>
                    </a:p>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Week</a:t>
                      </a:r>
                    </a:p>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(Rotation1)</a:t>
                      </a:r>
                      <a:endParaRPr lang="zh-TW" altLang="en-US" sz="700" b="0" dirty="0">
                        <a:solidFill>
                          <a:schemeClr val="bg1"/>
                        </a:solidFill>
                        <a:latin typeface="Microsoft YaHei" panose="020B0503020204020204" pitchFamily="34" charset="-122"/>
                        <a:ea typeface="Microsoft YaHei" panose="020B0503020204020204" pitchFamily="34" charset="-122"/>
                      </a:endParaRPr>
                    </a:p>
                  </a:txBody>
                  <a:tcPr marL="55969" marR="55969" marT="27984" marB="279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rowSpan="2">
                  <a:txBody>
                    <a:bodyPr/>
                    <a:lstStyle/>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Weekend</a:t>
                      </a:r>
                    </a:p>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(Rotation1)</a:t>
                      </a:r>
                      <a:endParaRPr lang="zh-TW" altLang="en-US" sz="700" b="0" dirty="0">
                        <a:solidFill>
                          <a:schemeClr val="bg1"/>
                        </a:solidFill>
                        <a:latin typeface="Microsoft YaHei" panose="020B0503020204020204" pitchFamily="34" charset="-122"/>
                        <a:ea typeface="Microsoft YaHei" panose="020B0503020204020204" pitchFamily="34" charset="-122"/>
                      </a:endParaRPr>
                    </a:p>
                  </a:txBody>
                  <a:tcPr marL="55969" marR="55969" marT="27984" marB="279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rowSpan="2">
                  <a:txBody>
                    <a:bodyPr/>
                    <a:lstStyle/>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Weeks</a:t>
                      </a:r>
                    </a:p>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Rotation2</a:t>
                      </a:r>
                      <a:endParaRPr lang="zh-TW" altLang="en-US" sz="700" b="0" dirty="0" smtClean="0">
                        <a:solidFill>
                          <a:schemeClr val="bg1"/>
                        </a:solidFill>
                        <a:latin typeface="Microsoft YaHei" panose="020B0503020204020204" pitchFamily="34" charset="-122"/>
                        <a:ea typeface="Microsoft YaHei" panose="020B0503020204020204" pitchFamily="34" charset="-122"/>
                      </a:endParaRPr>
                    </a:p>
                  </a:txBody>
                  <a:tcPr marL="55969" marR="55969" marT="27984" marB="279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rowSpan="2">
                  <a:txBody>
                    <a:bodyPr/>
                    <a:lstStyle/>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Days per </a:t>
                      </a:r>
                    </a:p>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Week</a:t>
                      </a:r>
                    </a:p>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(Rotation3)</a:t>
                      </a:r>
                      <a:endParaRPr lang="zh-TW" altLang="en-US" sz="700" b="0" dirty="0" smtClean="0">
                        <a:solidFill>
                          <a:schemeClr val="bg1"/>
                        </a:solidFill>
                        <a:latin typeface="Microsoft YaHei" panose="020B0503020204020204" pitchFamily="34" charset="-122"/>
                        <a:ea typeface="Microsoft YaHei" panose="020B0503020204020204" pitchFamily="34" charset="-122"/>
                      </a:endParaRPr>
                    </a:p>
                  </a:txBody>
                  <a:tcPr marL="55969" marR="55969" marT="27984" marB="279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rowSpan="2">
                  <a:txBody>
                    <a:bodyPr/>
                    <a:lstStyle/>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Weekend</a:t>
                      </a:r>
                    </a:p>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(Rotation2)</a:t>
                      </a:r>
                      <a:endParaRPr lang="zh-TW" altLang="en-US" sz="700" b="0" dirty="0" smtClean="0">
                        <a:solidFill>
                          <a:schemeClr val="bg1"/>
                        </a:solidFill>
                        <a:latin typeface="Microsoft YaHei" panose="020B0503020204020204" pitchFamily="34" charset="-122"/>
                        <a:ea typeface="Microsoft YaHei" panose="020B0503020204020204" pitchFamily="34" charset="-122"/>
                      </a:endParaRPr>
                    </a:p>
                  </a:txBody>
                  <a:tcPr marL="55969" marR="55969" marT="27984" marB="279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rowSpan="2">
                  <a:txBody>
                    <a:bodyPr/>
                    <a:lstStyle/>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Weeks</a:t>
                      </a:r>
                    </a:p>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Rotation3</a:t>
                      </a:r>
                      <a:endParaRPr lang="zh-TW" altLang="en-US" sz="700" b="0" dirty="0" smtClean="0">
                        <a:solidFill>
                          <a:schemeClr val="bg1"/>
                        </a:solidFill>
                        <a:latin typeface="Microsoft YaHei" panose="020B0503020204020204" pitchFamily="34" charset="-122"/>
                        <a:ea typeface="Microsoft YaHei" panose="020B0503020204020204" pitchFamily="34" charset="-122"/>
                      </a:endParaRPr>
                    </a:p>
                  </a:txBody>
                  <a:tcPr marL="55969" marR="55969" marT="27984" marB="279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rowSpan="2">
                  <a:txBody>
                    <a:bodyPr/>
                    <a:lstStyle/>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Days per </a:t>
                      </a:r>
                    </a:p>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Week</a:t>
                      </a:r>
                    </a:p>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(Rotation3)</a:t>
                      </a:r>
                      <a:endParaRPr lang="zh-TW" altLang="en-US" sz="700" b="0" dirty="0" smtClean="0">
                        <a:solidFill>
                          <a:schemeClr val="bg1"/>
                        </a:solidFill>
                        <a:latin typeface="Microsoft YaHei" panose="020B0503020204020204" pitchFamily="34" charset="-122"/>
                        <a:ea typeface="Microsoft YaHei" panose="020B0503020204020204" pitchFamily="34" charset="-122"/>
                      </a:endParaRPr>
                    </a:p>
                  </a:txBody>
                  <a:tcPr marL="55969" marR="55969" marT="27984" marB="279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rowSpan="2">
                  <a:txBody>
                    <a:bodyPr/>
                    <a:lstStyle/>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Weekend</a:t>
                      </a:r>
                    </a:p>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(Rotation3)</a:t>
                      </a:r>
                      <a:endParaRPr lang="zh-TW" altLang="en-US" sz="700" b="0" dirty="0" smtClean="0">
                        <a:solidFill>
                          <a:schemeClr val="bg1"/>
                        </a:solidFill>
                        <a:latin typeface="Microsoft YaHei" panose="020B0503020204020204" pitchFamily="34" charset="-122"/>
                        <a:ea typeface="Microsoft YaHei" panose="020B0503020204020204" pitchFamily="34" charset="-122"/>
                      </a:endParaRPr>
                    </a:p>
                  </a:txBody>
                  <a:tcPr marL="55969" marR="55969" marT="27984" marB="279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071586682"/>
                  </a:ext>
                </a:extLst>
              </a:tr>
              <a:tr h="225258">
                <a:tc vMerge="1">
                  <a:txBody>
                    <a:bodyPr/>
                    <a:lstStyle/>
                    <a:p>
                      <a:pPr algn="ctr"/>
                      <a:endParaRPr lang="zh-TW" altLang="en-US" sz="1200" b="0" dirty="0">
                        <a:solidFill>
                          <a:schemeClr val="bg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a:r>
                        <a:rPr lang="en-US" altLang="zh-TW" sz="700" dirty="0" smtClean="0">
                          <a:solidFill>
                            <a:schemeClr val="bg1"/>
                          </a:solidFill>
                          <a:latin typeface="Microsoft YaHei" panose="020B0503020204020204" pitchFamily="34" charset="-122"/>
                          <a:ea typeface="Microsoft YaHei" panose="020B0503020204020204" pitchFamily="34" charset="-122"/>
                        </a:rPr>
                        <a:t>1</a:t>
                      </a:r>
                      <a:endParaRPr lang="zh-TW" altLang="en-US" sz="700" dirty="0">
                        <a:solidFill>
                          <a:schemeClr val="bg1"/>
                        </a:solidFill>
                        <a:latin typeface="Microsoft YaHei" panose="020B0503020204020204" pitchFamily="34" charset="-122"/>
                        <a:ea typeface="Microsoft YaHei" panose="020B0503020204020204" pitchFamily="34" charset="-122"/>
                      </a:endParaRPr>
                    </a:p>
                  </a:txBody>
                  <a:tcPr marL="55969" marR="55969" marT="27984" marB="279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en-US" altLang="zh-TW" sz="700" dirty="0" smtClean="0">
                          <a:solidFill>
                            <a:schemeClr val="bg1"/>
                          </a:solidFill>
                          <a:latin typeface="Microsoft YaHei" panose="020B0503020204020204" pitchFamily="34" charset="-122"/>
                          <a:ea typeface="Microsoft YaHei" panose="020B0503020204020204" pitchFamily="34" charset="-122"/>
                        </a:rPr>
                        <a:t>2</a:t>
                      </a:r>
                      <a:endParaRPr lang="zh-TW" altLang="en-US" sz="700" dirty="0">
                        <a:solidFill>
                          <a:schemeClr val="bg1"/>
                        </a:solidFill>
                        <a:latin typeface="Microsoft YaHei" panose="020B0503020204020204" pitchFamily="34" charset="-122"/>
                        <a:ea typeface="Microsoft YaHei" panose="020B0503020204020204" pitchFamily="34" charset="-122"/>
                      </a:endParaRPr>
                    </a:p>
                  </a:txBody>
                  <a:tcPr marL="55969" marR="55969" marT="27984" marB="279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en-US" altLang="zh-TW" sz="700" b="0" dirty="0" smtClean="0">
                          <a:solidFill>
                            <a:schemeClr val="bg1"/>
                          </a:solidFill>
                          <a:latin typeface="Microsoft YaHei" panose="020B0503020204020204" pitchFamily="34" charset="-122"/>
                          <a:ea typeface="Microsoft YaHei" panose="020B0503020204020204" pitchFamily="34" charset="-122"/>
                        </a:rPr>
                        <a:t>3</a:t>
                      </a:r>
                      <a:endParaRPr lang="zh-TW" altLang="en-US" sz="700" b="0" dirty="0">
                        <a:solidFill>
                          <a:schemeClr val="bg1"/>
                        </a:solidFill>
                        <a:latin typeface="Microsoft YaHei" panose="020B0503020204020204" pitchFamily="34" charset="-122"/>
                        <a:ea typeface="Microsoft YaHei" panose="020B0503020204020204" pitchFamily="34" charset="-122"/>
                      </a:endParaRPr>
                    </a:p>
                  </a:txBody>
                  <a:tcPr marL="55969" marR="55969" marT="27984" marB="279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vMerge="1">
                  <a:txBody>
                    <a:bodyPr/>
                    <a:lstStyle/>
                    <a:p>
                      <a:pPr algn="ctr"/>
                      <a:endParaRPr lang="zh-TW" altLang="en-US" sz="1200" b="0" dirty="0">
                        <a:solidFill>
                          <a:schemeClr val="bg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pPr algn="ctr"/>
                      <a:endParaRPr lang="zh-TW" altLang="en-US" sz="1200" b="0" dirty="0">
                        <a:solidFill>
                          <a:schemeClr val="bg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1370762456"/>
                  </a:ext>
                </a:extLst>
              </a:tr>
              <a:tr h="282167">
                <a:tc>
                  <a:txBody>
                    <a:bodyPr/>
                    <a:lstStyle/>
                    <a:p>
                      <a:r>
                        <a:rPr lang="en-US" altLang="zh-TW" sz="800" b="0" dirty="0" smtClean="0">
                          <a:latin typeface="Microsoft YaHei" panose="020B0503020204020204" pitchFamily="34" charset="-122"/>
                          <a:ea typeface="Microsoft YaHei" panose="020B0503020204020204" pitchFamily="34" charset="-122"/>
                        </a:rPr>
                        <a:t>P1 – 6W1R </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800" b="0" dirty="0" smtClean="0">
                          <a:latin typeface="Microsoft YaHei" panose="020B0503020204020204" pitchFamily="34" charset="-122"/>
                          <a:ea typeface="Microsoft YaHei" panose="020B0503020204020204" pitchFamily="34" charset="-122"/>
                        </a:rPr>
                        <a:t>C</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800" b="0" dirty="0" smtClean="0">
                          <a:latin typeface="Microsoft YaHei" panose="020B0503020204020204" pitchFamily="34" charset="-122"/>
                          <a:ea typeface="Microsoft YaHei" panose="020B0503020204020204" pitchFamily="34" charset="-122"/>
                        </a:rPr>
                        <a:t>B</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800" b="0" dirty="0" smtClean="0">
                          <a:latin typeface="Microsoft YaHei" panose="020B0503020204020204" pitchFamily="34" charset="-122"/>
                          <a:ea typeface="Microsoft YaHei" panose="020B0503020204020204" pitchFamily="34" charset="-122"/>
                        </a:rPr>
                        <a:t>A</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800" b="0" dirty="0" smtClean="0">
                          <a:latin typeface="Microsoft YaHei" panose="020B0503020204020204" pitchFamily="34" charset="-122"/>
                          <a:ea typeface="Microsoft YaHei" panose="020B0503020204020204" pitchFamily="34" charset="-122"/>
                        </a:rPr>
                        <a:t>1</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800" b="0" dirty="0" smtClean="0">
                          <a:latin typeface="Microsoft YaHei" panose="020B0503020204020204" pitchFamily="34" charset="-122"/>
                          <a:ea typeface="Microsoft YaHei" panose="020B0503020204020204" pitchFamily="34" charset="-122"/>
                        </a:rPr>
                        <a:t>7</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800" b="0" dirty="0" smtClean="0">
                          <a:latin typeface="Microsoft YaHei" panose="020B0503020204020204" pitchFamily="34" charset="-122"/>
                          <a:ea typeface="Microsoft YaHei" panose="020B0503020204020204" pitchFamily="34" charset="-122"/>
                        </a:rPr>
                        <a:t>1</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800" b="0" dirty="0" smtClean="0">
                          <a:latin typeface="Microsoft YaHei" panose="020B0503020204020204" pitchFamily="34" charset="-122"/>
                          <a:ea typeface="Microsoft YaHei" panose="020B0503020204020204" pitchFamily="34" charset="-122"/>
                        </a:rPr>
                        <a:t>1</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800" b="0" dirty="0" smtClean="0">
                          <a:latin typeface="Microsoft YaHei" panose="020B0503020204020204" pitchFamily="34" charset="-122"/>
                          <a:ea typeface="Microsoft YaHei" panose="020B0503020204020204" pitchFamily="34" charset="-122"/>
                        </a:rPr>
                        <a:t>7</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800" b="0" dirty="0" smtClean="0">
                          <a:latin typeface="Microsoft YaHei" panose="020B0503020204020204" pitchFamily="34" charset="-122"/>
                          <a:ea typeface="Microsoft YaHei" panose="020B0503020204020204" pitchFamily="34" charset="-122"/>
                        </a:rPr>
                        <a:t>1</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800" b="0" dirty="0" smtClean="0">
                          <a:latin typeface="Microsoft YaHei" panose="020B0503020204020204" pitchFamily="34" charset="-122"/>
                          <a:ea typeface="Microsoft YaHei" panose="020B0503020204020204" pitchFamily="34" charset="-122"/>
                        </a:rPr>
                        <a:t>1</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800" b="0" dirty="0" smtClean="0">
                          <a:latin typeface="Microsoft YaHei" panose="020B0503020204020204" pitchFamily="34" charset="-122"/>
                          <a:ea typeface="Microsoft YaHei" panose="020B0503020204020204" pitchFamily="34" charset="-122"/>
                        </a:rPr>
                        <a:t>7</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800" b="0" dirty="0" smtClean="0">
                          <a:latin typeface="Microsoft YaHei" panose="020B0503020204020204" pitchFamily="34" charset="-122"/>
                          <a:ea typeface="Microsoft YaHei" panose="020B0503020204020204" pitchFamily="34" charset="-122"/>
                        </a:rPr>
                        <a:t>1</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5100192"/>
                  </a:ext>
                </a:extLst>
              </a:tr>
              <a:tr h="282167">
                <a:tc>
                  <a:txBody>
                    <a:bodyPr/>
                    <a:lstStyle/>
                    <a:p>
                      <a:r>
                        <a:rPr lang="en-US" altLang="zh-TW" sz="800" b="0" dirty="0" smtClean="0">
                          <a:latin typeface="Microsoft YaHei" panose="020B0503020204020204" pitchFamily="34" charset="-122"/>
                          <a:ea typeface="Microsoft YaHei" panose="020B0503020204020204" pitchFamily="34" charset="-122"/>
                        </a:rPr>
                        <a:t>P4 – 6W1R</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800" b="0" dirty="0" smtClean="0">
                          <a:latin typeface="Microsoft YaHei" panose="020B0503020204020204" pitchFamily="34" charset="-122"/>
                          <a:ea typeface="Microsoft YaHei" panose="020B0503020204020204" pitchFamily="34" charset="-122"/>
                        </a:rPr>
                        <a:t>A</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800" b="0" dirty="0" smtClean="0">
                          <a:latin typeface="Microsoft YaHei" panose="020B0503020204020204" pitchFamily="34" charset="-122"/>
                          <a:ea typeface="Microsoft YaHei" panose="020B0503020204020204" pitchFamily="34" charset="-122"/>
                        </a:rPr>
                        <a:t>B</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1</a:t>
                      </a: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7</a:t>
                      </a: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1</a:t>
                      </a: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1</a:t>
                      </a: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7</a:t>
                      </a: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1</a:t>
                      </a: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0840620"/>
                  </a:ext>
                </a:extLst>
              </a:tr>
              <a:tr h="282167">
                <a:tc>
                  <a:txBody>
                    <a:bodyPr/>
                    <a:lstStyle/>
                    <a:p>
                      <a:r>
                        <a:rPr lang="en-US" altLang="zh-TW" sz="800" b="0" dirty="0" smtClean="0">
                          <a:latin typeface="Microsoft YaHei" panose="020B0503020204020204" pitchFamily="34" charset="-122"/>
                          <a:ea typeface="Microsoft YaHei" panose="020B0503020204020204" pitchFamily="34" charset="-122"/>
                        </a:rPr>
                        <a:t>P7- 6W1R</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800" b="0" i="0" dirty="0" smtClean="0">
                          <a:solidFill>
                            <a:srgbClr val="000000"/>
                          </a:solidFill>
                          <a:effectLst/>
                          <a:latin typeface="Microsoft YaHei" panose="020B0503020204020204" pitchFamily="34" charset="-122"/>
                          <a:ea typeface="Microsoft YaHei" panose="020B0503020204020204" pitchFamily="34" charset="-122"/>
                        </a:rPr>
                        <a:t>A</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1</a:t>
                      </a: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7</a:t>
                      </a: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1</a:t>
                      </a: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58970297"/>
                  </a:ext>
                </a:extLst>
              </a:tr>
              <a:tr h="283348">
                <a:tc>
                  <a:txBody>
                    <a:bodyPr/>
                    <a:lstStyle/>
                    <a:p>
                      <a:r>
                        <a:rPr lang="en-US" altLang="zh-TW" sz="800" b="0" dirty="0" smtClean="0">
                          <a:latin typeface="Microsoft YaHei" panose="020B0503020204020204" pitchFamily="34" charset="-122"/>
                          <a:ea typeface="Microsoft YaHei" panose="020B0503020204020204" pitchFamily="34" charset="-122"/>
                        </a:rPr>
                        <a:t>P9- 5W2R</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800" b="0" dirty="0" smtClean="0">
                          <a:latin typeface="Microsoft YaHei" panose="020B0503020204020204" pitchFamily="34" charset="-122"/>
                          <a:ea typeface="Microsoft YaHei" panose="020B0503020204020204" pitchFamily="34" charset="-122"/>
                        </a:rPr>
                        <a:t>G</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1</a:t>
                      </a: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7</a:t>
                      </a: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2</a:t>
                      </a: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30783928"/>
                  </a:ext>
                </a:extLst>
              </a:tr>
              <a:tr h="395267">
                <a:tc>
                  <a:txBody>
                    <a:bodyPr/>
                    <a:lstStyle/>
                    <a:p>
                      <a:r>
                        <a:rPr lang="en-US" altLang="zh-TW" sz="800" b="0" dirty="0" smtClean="0">
                          <a:latin typeface="Microsoft YaHei" panose="020B0503020204020204" pitchFamily="34" charset="-122"/>
                          <a:ea typeface="Microsoft YaHei" panose="020B0503020204020204" pitchFamily="34" charset="-122"/>
                        </a:rPr>
                        <a:t>P15-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6W1R</a:t>
                      </a:r>
                      <a:endParaRPr lang="zh-TW" altLang="en-US" sz="800" b="0" dirty="0" smtClean="0">
                        <a:latin typeface="Microsoft YaHei" panose="020B0503020204020204" pitchFamily="34" charset="-122"/>
                        <a:ea typeface="Microsoft YaHei" panose="020B0503020204020204" pitchFamily="34" charset="-122"/>
                      </a:endParaRPr>
                    </a:p>
                    <a:p>
                      <a:r>
                        <a:rPr lang="en-US" altLang="zh-TW" sz="800" b="0" dirty="0" smtClean="0">
                          <a:latin typeface="Microsoft YaHei" panose="020B0503020204020204" pitchFamily="34" charset="-122"/>
                          <a:ea typeface="Microsoft YaHei" panose="020B0503020204020204" pitchFamily="34" charset="-122"/>
                        </a:rPr>
                        <a:t>5W2R</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800" b="0" dirty="0" smtClean="0">
                          <a:latin typeface="Microsoft YaHei" panose="020B0503020204020204" pitchFamily="34" charset="-122"/>
                          <a:ea typeface="Microsoft YaHei" panose="020B0503020204020204" pitchFamily="34" charset="-122"/>
                        </a:rPr>
                        <a:t>A</a:t>
                      </a:r>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G</a:t>
                      </a: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sz="800" b="0" dirty="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1</a:t>
                      </a: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7</a:t>
                      </a: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1</a:t>
                      </a: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1</a:t>
                      </a: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7</a:t>
                      </a: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0" dirty="0" smtClean="0">
                          <a:latin typeface="Microsoft YaHei" panose="020B0503020204020204" pitchFamily="34" charset="-122"/>
                          <a:ea typeface="Microsoft YaHei" panose="020B0503020204020204" pitchFamily="34" charset="-122"/>
                        </a:rPr>
                        <a:t>2</a:t>
                      </a: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800" b="0" dirty="0" smtClean="0">
                        <a:latin typeface="Microsoft YaHei" panose="020B0503020204020204" pitchFamily="34" charset="-122"/>
                        <a:ea typeface="Microsoft YaHei" panose="020B0503020204020204" pitchFamily="34" charset="-122"/>
                      </a:endParaRPr>
                    </a:p>
                  </a:txBody>
                  <a:tcPr marL="55969" marR="55969" marT="27984" marB="27984"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8177989"/>
                  </a:ext>
                </a:extLst>
              </a:tr>
            </a:tbl>
          </a:graphicData>
        </a:graphic>
      </p:graphicFrame>
    </p:spTree>
    <p:extLst>
      <p:ext uri="{BB962C8B-B14F-4D97-AF65-F5344CB8AC3E}">
        <p14:creationId xmlns:p14="http://schemas.microsoft.com/office/powerpoint/2010/main" val="255258542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latin typeface="Arial" panose="020B0604020202020204" pitchFamily="34" charset="0"/>
              </a:rPr>
              <a:t>Shift </a:t>
            </a:r>
            <a:r>
              <a:rPr lang="en-US" altLang="zh-TW" dirty="0" smtClean="0">
                <a:latin typeface="Arial" panose="020B0604020202020204" pitchFamily="34" charset="0"/>
              </a:rPr>
              <a:t>Definition</a:t>
            </a:r>
            <a:endParaRPr lang="zh-TW" altLang="en-US" dirty="0">
              <a:latin typeface="Arial" panose="020B0604020202020204" pitchFamily="34" charset="0"/>
            </a:endParaRPr>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24</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pic>
        <p:nvPicPr>
          <p:cNvPr id="6" name="圖片 5"/>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89433" y="833147"/>
            <a:ext cx="11138582" cy="4160194"/>
          </a:xfrm>
          <a:prstGeom prst="rect">
            <a:avLst/>
          </a:prstGeom>
        </p:spPr>
      </p:pic>
    </p:spTree>
    <p:extLst>
      <p:ext uri="{BB962C8B-B14F-4D97-AF65-F5344CB8AC3E}">
        <p14:creationId xmlns:p14="http://schemas.microsoft.com/office/powerpoint/2010/main" val="28696989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latin typeface="Arial" panose="020B0604020202020204" pitchFamily="34" charset="0"/>
              </a:rPr>
              <a:t>Shift Pattern </a:t>
            </a:r>
            <a:r>
              <a:rPr lang="en-US" altLang="zh-TW" dirty="0" smtClean="0">
                <a:latin typeface="Arial" panose="020B0604020202020204" pitchFamily="34" charset="0"/>
              </a:rPr>
              <a:t>Definition</a:t>
            </a:r>
            <a:endParaRPr lang="zh-TW" altLang="en-US" dirty="0">
              <a:latin typeface="Arial" panose="020B0604020202020204" pitchFamily="34" charset="0"/>
            </a:endParaRPr>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25</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pic>
        <p:nvPicPr>
          <p:cNvPr id="6" name="圖片 5"/>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26974" y="808285"/>
            <a:ext cx="11206225" cy="5494984"/>
          </a:xfrm>
          <a:prstGeom prst="rect">
            <a:avLst/>
          </a:prstGeom>
        </p:spPr>
      </p:pic>
    </p:spTree>
    <p:extLst>
      <p:ext uri="{BB962C8B-B14F-4D97-AF65-F5344CB8AC3E}">
        <p14:creationId xmlns:p14="http://schemas.microsoft.com/office/powerpoint/2010/main" val="344292296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latin typeface="Arial" panose="020B0604020202020204" pitchFamily="34" charset="0"/>
              </a:rPr>
              <a:t>Shift Arrangement </a:t>
            </a:r>
            <a:endParaRPr lang="zh-TW" altLang="en-US" dirty="0">
              <a:latin typeface="Arial" panose="020B0604020202020204" pitchFamily="34" charset="0"/>
            </a:endParaRPr>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26</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pic>
        <p:nvPicPr>
          <p:cNvPr id="6" name="圖片 5"/>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46514" y="1199709"/>
            <a:ext cx="10785050" cy="3695126"/>
          </a:xfrm>
          <a:prstGeom prst="rect">
            <a:avLst/>
          </a:prstGeom>
          <a:effectLst>
            <a:innerShdw blurRad="63500" dist="50800" dir="13500000">
              <a:prstClr val="black">
                <a:alpha val="50000"/>
              </a:prstClr>
            </a:innerShdw>
          </a:effectLst>
        </p:spPr>
      </p:pic>
      <p:sp>
        <p:nvSpPr>
          <p:cNvPr id="7" name="文字方塊 6"/>
          <p:cNvSpPr txBox="1"/>
          <p:nvPr/>
        </p:nvSpPr>
        <p:spPr>
          <a:xfrm>
            <a:off x="589433" y="861155"/>
            <a:ext cx="4880952" cy="338554"/>
          </a:xfrm>
          <a:prstGeom prst="rect">
            <a:avLst/>
          </a:prstGeom>
          <a:noFill/>
        </p:spPr>
        <p:txBody>
          <a:bodyPr wrap="none" rtlCol="0">
            <a:spAutoFit/>
          </a:bodyPr>
          <a:lstStyle/>
          <a:p>
            <a:r>
              <a:rPr lang="en-US" altLang="zh-TW" sz="1600" dirty="0" smtClean="0">
                <a:solidFill>
                  <a:schemeClr val="accent3">
                    <a:lumMod val="20000"/>
                    <a:lumOff val="80000"/>
                  </a:schemeClr>
                </a:solidFill>
                <a:latin typeface="Arial" panose="020B0604020202020204" pitchFamily="34" charset="0"/>
                <a:cs typeface="Arial" panose="020B0604020202020204" pitchFamily="34" charset="0"/>
              </a:rPr>
              <a:t>Arrange employee’s shift schedules by shift pattern.</a:t>
            </a:r>
            <a:endParaRPr lang="zh-TW" altLang="en-US" sz="1600" dirty="0">
              <a:solidFill>
                <a:schemeClr val="accent3">
                  <a:lumMod val="20000"/>
                  <a:lumOff val="80000"/>
                </a:schemeClr>
              </a:solidFill>
              <a:latin typeface="Arial" panose="020B0604020202020204" pitchFamily="34" charset="0"/>
              <a:cs typeface="Arial" panose="020B0604020202020204" pitchFamily="34" charset="0"/>
            </a:endParaRPr>
          </a:p>
        </p:txBody>
      </p:sp>
      <p:sp>
        <p:nvSpPr>
          <p:cNvPr id="8" name="圓角矩形 7"/>
          <p:cNvSpPr/>
          <p:nvPr/>
        </p:nvSpPr>
        <p:spPr>
          <a:xfrm>
            <a:off x="3085383" y="1954305"/>
            <a:ext cx="787370" cy="2940529"/>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9" name="圓角矩形 8"/>
          <p:cNvSpPr/>
          <p:nvPr/>
        </p:nvSpPr>
        <p:spPr>
          <a:xfrm>
            <a:off x="7089976" y="2093748"/>
            <a:ext cx="1587493" cy="2720848"/>
          </a:xfrm>
          <a:prstGeom prst="roundRect">
            <a:avLst>
              <a:gd name="adj" fmla="val 7436"/>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10" name="文字方塊 9"/>
          <p:cNvSpPr txBox="1"/>
          <p:nvPr/>
        </p:nvSpPr>
        <p:spPr>
          <a:xfrm>
            <a:off x="646514" y="5089609"/>
            <a:ext cx="10692351" cy="738664"/>
          </a:xfrm>
          <a:prstGeom prst="rect">
            <a:avLst/>
          </a:prstGeom>
          <a:solidFill>
            <a:schemeClr val="accent1">
              <a:lumMod val="50000"/>
              <a:alpha val="80000"/>
            </a:schemeClr>
          </a:solidFill>
        </p:spPr>
        <p:txBody>
          <a:bodyPr wrap="none" rtlCol="0">
            <a:spAutoFit/>
          </a:bodyPr>
          <a:lstStyle/>
          <a:p>
            <a:pPr>
              <a:lnSpc>
                <a:spcPct val="150000"/>
              </a:lnSpc>
            </a:pPr>
            <a:r>
              <a:rPr lang="en-US" altLang="zh-CN" sz="1400" dirty="0" smtClean="0">
                <a:solidFill>
                  <a:schemeClr val="accent6">
                    <a:lumMod val="40000"/>
                    <a:lumOff val="60000"/>
                  </a:schemeClr>
                </a:solidFill>
                <a:latin typeface="Arial" panose="020B0604020202020204" pitchFamily="34" charset="0"/>
                <a:cs typeface="Arial" panose="020B0604020202020204" pitchFamily="34" charset="0"/>
              </a:rPr>
              <a:t>1. Schedule </a:t>
            </a:r>
            <a:r>
              <a:rPr lang="en-US" altLang="zh-CN" sz="1400" dirty="0">
                <a:solidFill>
                  <a:schemeClr val="accent6">
                    <a:lumMod val="40000"/>
                    <a:lumOff val="60000"/>
                  </a:schemeClr>
                </a:solidFill>
                <a:latin typeface="Arial" panose="020B0604020202020204" pitchFamily="34" charset="0"/>
                <a:cs typeface="Arial" panose="020B0604020202020204" pitchFamily="34" charset="0"/>
              </a:rPr>
              <a:t>according to a date </a:t>
            </a:r>
            <a:r>
              <a:rPr lang="en-US" altLang="zh-CN" sz="1400" dirty="0" smtClean="0">
                <a:solidFill>
                  <a:schemeClr val="accent6">
                    <a:lumMod val="40000"/>
                    <a:lumOff val="60000"/>
                  </a:schemeClr>
                </a:solidFill>
                <a:latin typeface="Arial" panose="020B0604020202020204" pitchFamily="34" charset="0"/>
                <a:cs typeface="Arial" panose="020B0604020202020204" pitchFamily="34" charset="0"/>
              </a:rPr>
              <a:t>range. If end date is empty, system generate six months automatically, and will extend everyday.</a:t>
            </a:r>
          </a:p>
          <a:p>
            <a:pPr>
              <a:lnSpc>
                <a:spcPct val="150000"/>
              </a:lnSpc>
            </a:pPr>
            <a:r>
              <a:rPr lang="en-US" altLang="zh-CN" sz="1400" dirty="0" smtClean="0">
                <a:solidFill>
                  <a:schemeClr val="accent6">
                    <a:lumMod val="40000"/>
                    <a:lumOff val="60000"/>
                  </a:schemeClr>
                </a:solidFill>
                <a:latin typeface="Arial" panose="020B0604020202020204" pitchFamily="34" charset="0"/>
                <a:cs typeface="Arial" panose="020B0604020202020204" pitchFamily="34" charset="0"/>
              </a:rPr>
              <a:t>2. System </a:t>
            </a:r>
            <a:r>
              <a:rPr lang="en-US" altLang="zh-CN" sz="1400" dirty="0">
                <a:solidFill>
                  <a:schemeClr val="accent6">
                    <a:lumMod val="40000"/>
                    <a:lumOff val="60000"/>
                  </a:schemeClr>
                </a:solidFill>
                <a:latin typeface="Arial" panose="020B0604020202020204" pitchFamily="34" charset="0"/>
                <a:cs typeface="Arial" panose="020B0604020202020204" pitchFamily="34" charset="0"/>
              </a:rPr>
              <a:t>automatically splits </a:t>
            </a:r>
            <a:r>
              <a:rPr lang="en-US" altLang="zh-CN" sz="1400" dirty="0" smtClean="0">
                <a:solidFill>
                  <a:schemeClr val="accent6">
                    <a:lumMod val="40000"/>
                    <a:lumOff val="60000"/>
                  </a:schemeClr>
                </a:solidFill>
                <a:latin typeface="Arial" panose="020B0604020202020204" pitchFamily="34" charset="0"/>
                <a:cs typeface="Arial" panose="020B0604020202020204" pitchFamily="34" charset="0"/>
              </a:rPr>
              <a:t>into </a:t>
            </a:r>
            <a:r>
              <a:rPr lang="en-US" altLang="zh-CN" sz="1400" dirty="0">
                <a:solidFill>
                  <a:schemeClr val="accent6">
                    <a:lumMod val="40000"/>
                    <a:lumOff val="60000"/>
                  </a:schemeClr>
                </a:solidFill>
                <a:latin typeface="Arial" panose="020B0604020202020204" pitchFamily="34" charset="0"/>
                <a:cs typeface="Arial" panose="020B0604020202020204" pitchFamily="34" charset="0"/>
              </a:rPr>
              <a:t>daily schedules. If </a:t>
            </a:r>
            <a:r>
              <a:rPr lang="en-US" altLang="zh-CN" sz="1400" dirty="0" smtClean="0">
                <a:solidFill>
                  <a:schemeClr val="accent6">
                    <a:lumMod val="40000"/>
                    <a:lumOff val="60000"/>
                  </a:schemeClr>
                </a:solidFill>
                <a:latin typeface="Arial" panose="020B0604020202020204" pitchFamily="34" charset="0"/>
                <a:cs typeface="Arial" panose="020B0604020202020204" pitchFamily="34" charset="0"/>
              </a:rPr>
              <a:t>someone </a:t>
            </a:r>
            <a:r>
              <a:rPr lang="en-US" altLang="zh-CN" sz="1400" dirty="0">
                <a:solidFill>
                  <a:schemeClr val="accent6">
                    <a:lumMod val="40000"/>
                    <a:lumOff val="60000"/>
                  </a:schemeClr>
                </a:solidFill>
                <a:latin typeface="Arial" panose="020B0604020202020204" pitchFamily="34" charset="0"/>
                <a:cs typeface="Arial" panose="020B0604020202020204" pitchFamily="34" charset="0"/>
              </a:rPr>
              <a:t>were already at work the day before, it will be automatically deducted.</a:t>
            </a:r>
          </a:p>
        </p:txBody>
      </p:sp>
    </p:spTree>
    <p:extLst>
      <p:ext uri="{BB962C8B-B14F-4D97-AF65-F5344CB8AC3E}">
        <p14:creationId xmlns:p14="http://schemas.microsoft.com/office/powerpoint/2010/main" val="232803164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latin typeface="Arial" panose="020B0604020202020204" pitchFamily="34" charset="0"/>
              </a:rPr>
              <a:t>Shift Arrangement - 2 </a:t>
            </a:r>
            <a:endParaRPr lang="zh-TW" altLang="en-US" dirty="0">
              <a:latin typeface="Arial" panose="020B0604020202020204" pitchFamily="34" charset="0"/>
            </a:endParaRPr>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27</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6" name="矩形 5"/>
          <p:cNvSpPr/>
          <p:nvPr/>
        </p:nvSpPr>
        <p:spPr>
          <a:xfrm>
            <a:off x="975117" y="971967"/>
            <a:ext cx="3134191" cy="369332"/>
          </a:xfrm>
          <a:prstGeom prst="rect">
            <a:avLst/>
          </a:prstGeom>
        </p:spPr>
        <p:txBody>
          <a:bodyPr wrap="none">
            <a:spAutoFit/>
          </a:bodyPr>
          <a:lstStyle/>
          <a:p>
            <a:r>
              <a:rPr lang="en-US" altLang="zh-CN" dirty="0" smtClean="0">
                <a:solidFill>
                  <a:schemeClr val="accent6">
                    <a:lumMod val="40000"/>
                    <a:lumOff val="60000"/>
                  </a:schemeClr>
                </a:solidFill>
                <a:latin typeface="Arial" panose="020B0604020202020204" pitchFamily="34" charset="0"/>
                <a:cs typeface="Arial" panose="020B0604020202020204" pitchFamily="34" charset="0"/>
              </a:rPr>
              <a:t>An example of </a:t>
            </a:r>
            <a:r>
              <a:rPr lang="en-US" altLang="zh-CN" dirty="0">
                <a:solidFill>
                  <a:schemeClr val="accent6">
                    <a:lumMod val="40000"/>
                    <a:lumOff val="60000"/>
                  </a:schemeClr>
                </a:solidFill>
                <a:latin typeface="Arial" panose="020B0604020202020204" pitchFamily="34" charset="0"/>
                <a:cs typeface="Arial" panose="020B0604020202020204" pitchFamily="34" charset="0"/>
              </a:rPr>
              <a:t>check </a:t>
            </a:r>
            <a:r>
              <a:rPr lang="en-US" altLang="zh-CN" dirty="0" smtClean="0">
                <a:solidFill>
                  <a:schemeClr val="accent6">
                    <a:lumMod val="40000"/>
                    <a:lumOff val="60000"/>
                  </a:schemeClr>
                </a:solidFill>
                <a:latin typeface="Arial" panose="020B0604020202020204" pitchFamily="34" charset="0"/>
                <a:cs typeface="Arial" panose="020B0604020202020204" pitchFamily="34" charset="0"/>
              </a:rPr>
              <a:t>results:</a:t>
            </a:r>
            <a:endParaRPr lang="en-US" altLang="zh-CN" dirty="0">
              <a:solidFill>
                <a:schemeClr val="accent6">
                  <a:lumMod val="40000"/>
                  <a:lumOff val="60000"/>
                </a:schemeClr>
              </a:solidFill>
              <a:latin typeface="Arial" panose="020B0604020202020204" pitchFamily="34" charset="0"/>
              <a:cs typeface="Arial" panose="020B0604020202020204" pitchFamily="34" charset="0"/>
            </a:endParaRPr>
          </a:p>
        </p:txBody>
      </p:sp>
      <p:sp>
        <p:nvSpPr>
          <p:cNvPr id="7" name="矩形 6"/>
          <p:cNvSpPr/>
          <p:nvPr/>
        </p:nvSpPr>
        <p:spPr>
          <a:xfrm>
            <a:off x="973690" y="4713955"/>
            <a:ext cx="3890809" cy="369332"/>
          </a:xfrm>
          <a:prstGeom prst="rect">
            <a:avLst/>
          </a:prstGeom>
        </p:spPr>
        <p:txBody>
          <a:bodyPr wrap="none">
            <a:spAutoFit/>
          </a:bodyPr>
          <a:lstStyle/>
          <a:p>
            <a:r>
              <a:rPr lang="en-US" altLang="zh-CN" dirty="0">
                <a:solidFill>
                  <a:schemeClr val="accent1"/>
                </a:solidFill>
                <a:latin typeface="Arial" panose="020B0604020202020204" pitchFamily="34" charset="0"/>
                <a:cs typeface="Arial" panose="020B0604020202020204" pitchFamily="34" charset="0"/>
              </a:rPr>
              <a:t>Detailed </a:t>
            </a:r>
            <a:r>
              <a:rPr lang="en-US" altLang="zh-CN" dirty="0" smtClean="0">
                <a:solidFill>
                  <a:schemeClr val="accent1"/>
                </a:solidFill>
                <a:latin typeface="Arial" panose="020B0604020202020204" pitchFamily="34" charset="0"/>
                <a:cs typeface="Arial" panose="020B0604020202020204" pitchFamily="34" charset="0"/>
              </a:rPr>
              <a:t>explanation of check rules:</a:t>
            </a:r>
            <a:endParaRPr lang="en-US" altLang="zh-CN" dirty="0">
              <a:solidFill>
                <a:schemeClr val="accent1"/>
              </a:solidFill>
              <a:latin typeface="Arial" panose="020B0604020202020204" pitchFamily="34" charset="0"/>
              <a:cs typeface="Arial" panose="020B0604020202020204" pitchFamily="34" charset="0"/>
            </a:endParaRPr>
          </a:p>
        </p:txBody>
      </p:sp>
      <p:pic>
        <p:nvPicPr>
          <p:cNvPr id="8" name="圖片 7"/>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6998" y="1496210"/>
            <a:ext cx="11808664" cy="3488165"/>
          </a:xfrm>
          <a:prstGeom prst="rect">
            <a:avLst/>
          </a:prstGeom>
          <a:ln>
            <a:solidFill>
              <a:schemeClr val="bg1">
                <a:lumMod val="50000"/>
              </a:schemeClr>
            </a:solidFill>
          </a:ln>
          <a:effectLst>
            <a:innerShdw blurRad="63500" dist="50800" dir="13500000">
              <a:prstClr val="black">
                <a:alpha val="50000"/>
              </a:prstClr>
            </a:innerShdw>
          </a:effectLst>
        </p:spPr>
      </p:pic>
      <p:sp>
        <p:nvSpPr>
          <p:cNvPr id="9" name="圓角矩形 8"/>
          <p:cNvSpPr/>
          <p:nvPr/>
        </p:nvSpPr>
        <p:spPr>
          <a:xfrm>
            <a:off x="7100047" y="1885333"/>
            <a:ext cx="4895615" cy="3099042"/>
          </a:xfrm>
          <a:prstGeom prst="roundRect">
            <a:avLst>
              <a:gd name="adj" fmla="val 1776"/>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888923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latin typeface="Arial" panose="020B0604020202020204" pitchFamily="34" charset="0"/>
              </a:rPr>
              <a:t>Employee Daily Schedule - 1 </a:t>
            </a:r>
            <a:endParaRPr lang="zh-TW" altLang="en-US" dirty="0">
              <a:latin typeface="Arial" panose="020B0604020202020204" pitchFamily="34" charset="0"/>
            </a:endParaRPr>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28</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6" name="文字方塊 5"/>
          <p:cNvSpPr txBox="1"/>
          <p:nvPr/>
        </p:nvSpPr>
        <p:spPr>
          <a:xfrm>
            <a:off x="589433" y="889031"/>
            <a:ext cx="5967275" cy="338554"/>
          </a:xfrm>
          <a:prstGeom prst="rect">
            <a:avLst/>
          </a:prstGeom>
          <a:noFill/>
        </p:spPr>
        <p:txBody>
          <a:bodyPr wrap="none" rtlCol="0">
            <a:spAutoFit/>
          </a:bodyPr>
          <a:lstStyle/>
          <a:p>
            <a:r>
              <a:rPr lang="en-US" altLang="zh-TW" sz="1600" dirty="0" smtClean="0">
                <a:solidFill>
                  <a:schemeClr val="bg1"/>
                </a:solidFill>
                <a:latin typeface="Arial" panose="020B0604020202020204" pitchFamily="34" charset="0"/>
                <a:cs typeface="Arial" panose="020B0604020202020204" pitchFamily="34" charset="0"/>
              </a:rPr>
              <a:t>Daily arrange employee’s schedule, including shift and OT type.</a:t>
            </a:r>
            <a:endParaRPr lang="zh-TW" altLang="en-US" sz="1600" dirty="0">
              <a:solidFill>
                <a:schemeClr val="bg1"/>
              </a:solidFill>
              <a:latin typeface="Arial" panose="020B0604020202020204" pitchFamily="34" charset="0"/>
              <a:cs typeface="Arial" panose="020B0604020202020204" pitchFamily="34" charset="0"/>
            </a:endParaRPr>
          </a:p>
        </p:txBody>
      </p:sp>
      <p:sp>
        <p:nvSpPr>
          <p:cNvPr id="7" name="文字方塊 6"/>
          <p:cNvSpPr txBox="1"/>
          <p:nvPr/>
        </p:nvSpPr>
        <p:spPr>
          <a:xfrm>
            <a:off x="655728" y="5580152"/>
            <a:ext cx="10977471" cy="738664"/>
          </a:xfrm>
          <a:prstGeom prst="rect">
            <a:avLst/>
          </a:prstGeom>
          <a:solidFill>
            <a:schemeClr val="accent1">
              <a:lumMod val="50000"/>
            </a:schemeClr>
          </a:solidFill>
        </p:spPr>
        <p:txBody>
          <a:bodyPr wrap="square" rtlCol="0">
            <a:spAutoFit/>
          </a:bodyPr>
          <a:lstStyle/>
          <a:p>
            <a:pPr>
              <a:lnSpc>
                <a:spcPct val="150000"/>
              </a:lnSpc>
            </a:pPr>
            <a:r>
              <a:rPr lang="en-US" altLang="zh-CN" sz="1400" dirty="0" smtClean="0">
                <a:solidFill>
                  <a:schemeClr val="accent6">
                    <a:lumMod val="40000"/>
                    <a:lumOff val="60000"/>
                  </a:schemeClr>
                </a:solidFill>
                <a:latin typeface="Arial" panose="020B0604020202020204" pitchFamily="34" charset="0"/>
                <a:cs typeface="Arial" panose="020B0604020202020204" pitchFamily="34" charset="0"/>
              </a:rPr>
              <a:t>Each </a:t>
            </a:r>
            <a:r>
              <a:rPr lang="en-US" altLang="zh-CN" sz="1400" dirty="0">
                <a:solidFill>
                  <a:schemeClr val="accent6">
                    <a:lumMod val="40000"/>
                    <a:lumOff val="60000"/>
                  </a:schemeClr>
                </a:solidFill>
                <a:latin typeface="Arial" panose="020B0604020202020204" pitchFamily="34" charset="0"/>
                <a:cs typeface="Arial" panose="020B0604020202020204" pitchFamily="34" charset="0"/>
              </a:rPr>
              <a:t>employee must have a corresponding OT Type every day, and all employees need to be </a:t>
            </a:r>
            <a:r>
              <a:rPr lang="en-US" altLang="zh-CN" sz="1400" dirty="0" smtClean="0">
                <a:solidFill>
                  <a:schemeClr val="accent6">
                    <a:lumMod val="40000"/>
                    <a:lumOff val="60000"/>
                  </a:schemeClr>
                </a:solidFill>
                <a:latin typeface="Arial" panose="020B0604020202020204" pitchFamily="34" charset="0"/>
                <a:cs typeface="Arial" panose="020B0604020202020204" pitchFamily="34" charset="0"/>
              </a:rPr>
              <a:t>scheduled </a:t>
            </a:r>
            <a:r>
              <a:rPr lang="en-US" altLang="zh-CN" sz="1400" dirty="0" smtClean="0">
                <a:solidFill>
                  <a:schemeClr val="accent6">
                    <a:lumMod val="40000"/>
                    <a:lumOff val="60000"/>
                  </a:schemeClr>
                </a:solidFill>
                <a:latin typeface="Arial" panose="020B0604020202020204" pitchFamily="34" charset="0"/>
                <a:cs typeface="Arial" panose="020B0604020202020204" pitchFamily="34" charset="0"/>
              </a:rPr>
              <a:t>every day, </a:t>
            </a:r>
            <a:endParaRPr lang="en-US" altLang="zh-CN" sz="1400" dirty="0" smtClean="0">
              <a:solidFill>
                <a:schemeClr val="accent6">
                  <a:lumMod val="40000"/>
                  <a:lumOff val="60000"/>
                </a:schemeClr>
              </a:solidFill>
              <a:latin typeface="Arial" panose="020B0604020202020204" pitchFamily="34" charset="0"/>
              <a:cs typeface="Arial" panose="020B0604020202020204" pitchFamily="34" charset="0"/>
            </a:endParaRPr>
          </a:p>
          <a:p>
            <a:pPr>
              <a:lnSpc>
                <a:spcPct val="150000"/>
              </a:lnSpc>
            </a:pPr>
            <a:r>
              <a:rPr lang="en-US" altLang="zh-CN" sz="1400" dirty="0" smtClean="0">
                <a:solidFill>
                  <a:schemeClr val="accent6">
                    <a:lumMod val="40000"/>
                    <a:lumOff val="60000"/>
                  </a:schemeClr>
                </a:solidFill>
                <a:latin typeface="Arial" panose="020B0604020202020204" pitchFamily="34" charset="0"/>
                <a:cs typeface="Arial" panose="020B0604020202020204" pitchFamily="34" charset="0"/>
              </a:rPr>
              <a:t>otherwise </a:t>
            </a:r>
            <a:r>
              <a:rPr lang="en-US" altLang="zh-CN" sz="1400" dirty="0">
                <a:solidFill>
                  <a:schemeClr val="accent6">
                    <a:lumMod val="40000"/>
                    <a:lumOff val="60000"/>
                  </a:schemeClr>
                </a:solidFill>
                <a:latin typeface="Arial" panose="020B0604020202020204" pitchFamily="34" charset="0"/>
                <a:cs typeface="Arial" panose="020B0604020202020204" pitchFamily="34" charset="0"/>
              </a:rPr>
              <a:t>it will affect operations such as overtime and leave requests.</a:t>
            </a:r>
          </a:p>
        </p:txBody>
      </p:sp>
      <p:pic>
        <p:nvPicPr>
          <p:cNvPr id="8" name="圖片 7"/>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55728" y="1513857"/>
            <a:ext cx="10977471" cy="3851141"/>
          </a:xfrm>
          <a:prstGeom prst="rect">
            <a:avLst/>
          </a:prstGeom>
        </p:spPr>
      </p:pic>
      <p:sp>
        <p:nvSpPr>
          <p:cNvPr id="9" name="圓角矩形 8"/>
          <p:cNvSpPr/>
          <p:nvPr/>
        </p:nvSpPr>
        <p:spPr>
          <a:xfrm>
            <a:off x="10337679" y="2175653"/>
            <a:ext cx="883937" cy="3189345"/>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10" name="文字方塊 9"/>
          <p:cNvSpPr txBox="1"/>
          <p:nvPr/>
        </p:nvSpPr>
        <p:spPr>
          <a:xfrm>
            <a:off x="6868302" y="1206081"/>
            <a:ext cx="4572598" cy="307777"/>
          </a:xfrm>
          <a:prstGeom prst="rect">
            <a:avLst/>
          </a:prstGeom>
          <a:noFill/>
        </p:spPr>
        <p:txBody>
          <a:bodyPr wrap="none" rtlCol="0">
            <a:spAutoFit/>
          </a:bodyPr>
          <a:lstStyle/>
          <a:p>
            <a:r>
              <a:rPr lang="en-US" altLang="zh-TW" sz="1400" dirty="0" smtClean="0">
                <a:solidFill>
                  <a:schemeClr val="accent6">
                    <a:lumMod val="40000"/>
                    <a:lumOff val="60000"/>
                  </a:schemeClr>
                </a:solidFill>
                <a:latin typeface="Arial" panose="020B0604020202020204" pitchFamily="34" charset="0"/>
                <a:cs typeface="Arial" panose="020B0604020202020204" pitchFamily="34" charset="0"/>
              </a:rPr>
              <a:t>G1: normal work day, G2: Weekend, G3: public holiday.</a:t>
            </a:r>
            <a:endParaRPr lang="zh-TW" altLang="en-US" sz="1400" dirty="0">
              <a:solidFill>
                <a:schemeClr val="accent6">
                  <a:lumMod val="40000"/>
                  <a:lumOff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587310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latin typeface="Arial" panose="020B0604020202020204" pitchFamily="34" charset="0"/>
              </a:rPr>
              <a:t>Employee Daily Schedule - 2 </a:t>
            </a:r>
            <a:endParaRPr lang="zh-TW" altLang="en-US" dirty="0">
              <a:latin typeface="Arial" panose="020B0604020202020204" pitchFamily="34" charset="0"/>
            </a:endParaRPr>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29</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6" name="矩形 5"/>
          <p:cNvSpPr/>
          <p:nvPr/>
        </p:nvSpPr>
        <p:spPr>
          <a:xfrm>
            <a:off x="661352" y="971967"/>
            <a:ext cx="3134191" cy="369332"/>
          </a:xfrm>
          <a:prstGeom prst="rect">
            <a:avLst/>
          </a:prstGeom>
        </p:spPr>
        <p:txBody>
          <a:bodyPr wrap="none">
            <a:spAutoFit/>
          </a:bodyPr>
          <a:lstStyle/>
          <a:p>
            <a:r>
              <a:rPr lang="en-US" altLang="zh-CN" dirty="0" smtClean="0">
                <a:solidFill>
                  <a:schemeClr val="bg1">
                    <a:lumMod val="95000"/>
                  </a:schemeClr>
                </a:solidFill>
                <a:latin typeface="Arial" panose="020B0604020202020204" pitchFamily="34" charset="0"/>
                <a:cs typeface="Arial" panose="020B0604020202020204" pitchFamily="34" charset="0"/>
              </a:rPr>
              <a:t>An example of </a:t>
            </a:r>
            <a:r>
              <a:rPr lang="en-US" altLang="zh-CN" dirty="0">
                <a:solidFill>
                  <a:schemeClr val="bg1">
                    <a:lumMod val="95000"/>
                  </a:schemeClr>
                </a:solidFill>
                <a:latin typeface="Arial" panose="020B0604020202020204" pitchFamily="34" charset="0"/>
                <a:cs typeface="Arial" panose="020B0604020202020204" pitchFamily="34" charset="0"/>
              </a:rPr>
              <a:t>check </a:t>
            </a:r>
            <a:r>
              <a:rPr lang="en-US" altLang="zh-CN" dirty="0" smtClean="0">
                <a:solidFill>
                  <a:schemeClr val="bg1">
                    <a:lumMod val="95000"/>
                  </a:schemeClr>
                </a:solidFill>
                <a:latin typeface="Arial" panose="020B0604020202020204" pitchFamily="34" charset="0"/>
                <a:cs typeface="Arial" panose="020B0604020202020204" pitchFamily="34" charset="0"/>
              </a:rPr>
              <a:t>results:</a:t>
            </a:r>
            <a:endParaRPr lang="en-US" altLang="zh-CN" dirty="0">
              <a:solidFill>
                <a:schemeClr val="bg1">
                  <a:lumMod val="95000"/>
                </a:schemeClr>
              </a:solidFill>
              <a:latin typeface="Arial" panose="020B0604020202020204" pitchFamily="34" charset="0"/>
              <a:cs typeface="Arial" panose="020B0604020202020204" pitchFamily="34" charset="0"/>
            </a:endParaRPr>
          </a:p>
        </p:txBody>
      </p:sp>
      <p:sp>
        <p:nvSpPr>
          <p:cNvPr id="7" name="矩形 6"/>
          <p:cNvSpPr/>
          <p:nvPr/>
        </p:nvSpPr>
        <p:spPr>
          <a:xfrm>
            <a:off x="975117" y="5322972"/>
            <a:ext cx="3890809" cy="369332"/>
          </a:xfrm>
          <a:prstGeom prst="rect">
            <a:avLst/>
          </a:prstGeom>
        </p:spPr>
        <p:txBody>
          <a:bodyPr wrap="none">
            <a:spAutoFit/>
          </a:bodyPr>
          <a:lstStyle/>
          <a:p>
            <a:r>
              <a:rPr lang="en-US" altLang="zh-CN" dirty="0">
                <a:solidFill>
                  <a:schemeClr val="accent1"/>
                </a:solidFill>
                <a:latin typeface="Arial" panose="020B0604020202020204" pitchFamily="34" charset="0"/>
                <a:cs typeface="Arial" panose="020B0604020202020204" pitchFamily="34" charset="0"/>
              </a:rPr>
              <a:t>Detailed </a:t>
            </a:r>
            <a:r>
              <a:rPr lang="en-US" altLang="zh-CN" dirty="0" smtClean="0">
                <a:solidFill>
                  <a:schemeClr val="accent1"/>
                </a:solidFill>
                <a:latin typeface="Arial" panose="020B0604020202020204" pitchFamily="34" charset="0"/>
                <a:cs typeface="Arial" panose="020B0604020202020204" pitchFamily="34" charset="0"/>
              </a:rPr>
              <a:t>explanation of check rules:</a:t>
            </a:r>
            <a:endParaRPr lang="en-US" altLang="zh-CN" dirty="0">
              <a:solidFill>
                <a:schemeClr val="accent1"/>
              </a:solidFill>
              <a:latin typeface="Arial" panose="020B0604020202020204" pitchFamily="34" charset="0"/>
              <a:cs typeface="Arial" panose="020B0604020202020204" pitchFamily="34" charset="0"/>
            </a:endParaRPr>
          </a:p>
        </p:txBody>
      </p:sp>
      <p:pic>
        <p:nvPicPr>
          <p:cNvPr id="8" name="圖片 7"/>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62539" y="1341299"/>
            <a:ext cx="11314164" cy="3980830"/>
          </a:xfrm>
          <a:prstGeom prst="rect">
            <a:avLst/>
          </a:prstGeom>
        </p:spPr>
      </p:pic>
      <p:sp>
        <p:nvSpPr>
          <p:cNvPr id="9" name="圓角矩形 8"/>
          <p:cNvSpPr/>
          <p:nvPr/>
        </p:nvSpPr>
        <p:spPr>
          <a:xfrm>
            <a:off x="6559829" y="1704856"/>
            <a:ext cx="5073369" cy="3539497"/>
          </a:xfrm>
          <a:prstGeom prst="roundRect">
            <a:avLst>
              <a:gd name="adj" fmla="val 0"/>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84834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latin typeface="Arial" panose="020B0604020202020204" pitchFamily="34" charset="0"/>
              </a:rPr>
              <a:t>Date Type Exchange - 1 </a:t>
            </a:r>
            <a:endParaRPr lang="zh-TW" altLang="en-US" dirty="0">
              <a:latin typeface="Arial" panose="020B0604020202020204" pitchFamily="34" charset="0"/>
            </a:endParaRPr>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30</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6" name="Rectangle 1"/>
          <p:cNvSpPr>
            <a:spLocks noChangeArrowheads="1"/>
          </p:cNvSpPr>
          <p:nvPr/>
        </p:nvSpPr>
        <p:spPr bwMode="auto">
          <a:xfrm>
            <a:off x="682156" y="806136"/>
            <a:ext cx="10676962" cy="1161069"/>
          </a:xfrm>
          <a:prstGeom prst="rect">
            <a:avLst/>
          </a:prstGeom>
          <a:solidFill>
            <a:schemeClr val="accent1">
              <a:lumMod val="50000"/>
              <a:alpha val="80000"/>
            </a:schemeClr>
          </a:solidFill>
          <a:ln>
            <a:noFill/>
          </a:ln>
          <a:effectLst/>
          <a:extLst/>
        </p:spPr>
        <p:txBody>
          <a:bodyPr vert="horz" wrap="square" lIns="72000" tIns="72000" rIns="72000" bIns="7200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zh-TW" sz="1600" b="0" i="0" u="none" strike="noStrike" cap="none" normalizeH="0" baseline="0" dirty="0" smtClean="0">
                <a:ln>
                  <a:noFill/>
                </a:ln>
                <a:solidFill>
                  <a:schemeClr val="bg1">
                    <a:lumMod val="95000"/>
                  </a:schemeClr>
                </a:solidFill>
                <a:effectLst/>
                <a:latin typeface="Arial" panose="020B0604020202020204" pitchFamily="34" charset="0"/>
                <a:ea typeface="inherit"/>
                <a:cs typeface="Arial" panose="020B0604020202020204" pitchFamily="34" charset="0"/>
              </a:rPr>
              <a:t>  </a:t>
            </a:r>
            <a:r>
              <a:rPr kumimoji="0" lang="zh-TW" altLang="zh-TW" sz="1600" b="0" i="0" u="none" strike="noStrike" cap="none" normalizeH="0" baseline="0" dirty="0" smtClean="0">
                <a:ln>
                  <a:noFill/>
                </a:ln>
                <a:solidFill>
                  <a:schemeClr val="bg1">
                    <a:lumMod val="95000"/>
                  </a:schemeClr>
                </a:solidFill>
                <a:effectLst/>
                <a:latin typeface="Arial" panose="020B0604020202020204" pitchFamily="34" charset="0"/>
                <a:ea typeface="inherit"/>
                <a:cs typeface="Arial" panose="020B0604020202020204" pitchFamily="34" charset="0"/>
              </a:rPr>
              <a:t>This </a:t>
            </a:r>
            <a:r>
              <a:rPr kumimoji="0" lang="zh-TW" altLang="zh-TW" sz="1600" b="0" i="0" u="none" strike="noStrike" cap="none" normalizeH="0" baseline="0" dirty="0" smtClean="0">
                <a:ln>
                  <a:noFill/>
                </a:ln>
                <a:solidFill>
                  <a:schemeClr val="bg1">
                    <a:lumMod val="95000"/>
                  </a:schemeClr>
                </a:solidFill>
                <a:effectLst/>
                <a:latin typeface="Arial" panose="020B0604020202020204" pitchFamily="34" charset="0"/>
                <a:ea typeface="inherit"/>
                <a:cs typeface="Arial" panose="020B0604020202020204" pitchFamily="34" charset="0"/>
              </a:rPr>
              <a:t>function is used to exchange working days and rest days for certain employees</a:t>
            </a:r>
            <a:r>
              <a:rPr lang="en-US" altLang="zh-TW" sz="1600" dirty="0">
                <a:solidFill>
                  <a:schemeClr val="bg1">
                    <a:lumMod val="95000"/>
                  </a:schemeClr>
                </a:solidFill>
                <a:latin typeface="Arial" panose="020B0604020202020204" pitchFamily="34" charset="0"/>
                <a:ea typeface="inherit"/>
                <a:cs typeface="Arial" panose="020B0604020202020204" pitchFamily="34" charset="0"/>
              </a:rPr>
              <a:t>.</a:t>
            </a:r>
            <a:r>
              <a:rPr kumimoji="0" lang="zh-TW" altLang="zh-TW" sz="1600" b="0" i="0" u="none" strike="noStrike" cap="none" normalizeH="0" baseline="0" dirty="0" smtClean="0">
                <a:ln>
                  <a:noFill/>
                </a:ln>
                <a:solidFill>
                  <a:schemeClr val="bg1">
                    <a:lumMod val="95000"/>
                  </a:schemeClr>
                </a:solidFill>
                <a:effectLst/>
                <a:latin typeface="Arial" panose="020B0604020202020204" pitchFamily="34" charset="0"/>
                <a:cs typeface="Arial" panose="020B0604020202020204" pitchFamily="34" charset="0"/>
              </a:rPr>
              <a:t> </a:t>
            </a:r>
            <a:endParaRPr kumimoji="0" lang="en-US" altLang="zh-TW" sz="1600" b="0" i="0" u="none" strike="noStrike" cap="none" normalizeH="0" baseline="0" dirty="0" smtClean="0">
              <a:ln>
                <a:noFill/>
              </a:ln>
              <a:solidFill>
                <a:schemeClr val="bg1">
                  <a:lumMod val="95000"/>
                </a:schemeClr>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en-US" altLang="zh-TW" sz="1400" dirty="0" smtClean="0">
                <a:solidFill>
                  <a:schemeClr val="accent6">
                    <a:lumMod val="40000"/>
                    <a:lumOff val="60000"/>
                  </a:schemeClr>
                </a:solidFill>
                <a:latin typeface="Arial" panose="020B0604020202020204" pitchFamily="34" charset="0"/>
                <a:cs typeface="Arial" panose="020B0604020202020204" pitchFamily="34" charset="0"/>
              </a:rPr>
              <a:t>  For </a:t>
            </a:r>
            <a:r>
              <a:rPr lang="en-US" altLang="zh-TW" sz="1400" dirty="0" smtClean="0">
                <a:solidFill>
                  <a:schemeClr val="accent6">
                    <a:lumMod val="40000"/>
                    <a:lumOff val="60000"/>
                  </a:schemeClr>
                </a:solidFill>
                <a:latin typeface="Arial" panose="020B0604020202020204" pitchFamily="34" charset="0"/>
                <a:cs typeface="Arial" panose="020B0604020202020204" pitchFamily="34" charset="0"/>
              </a:rPr>
              <a:t>example: 2024-11-26 is G1(working day), 2024-11-30 is G2(Weekend).</a:t>
            </a:r>
          </a:p>
          <a:p>
            <a:pPr eaLnBrk="0" fontAlgn="base" hangingPunct="0">
              <a:lnSpc>
                <a:spcPct val="150000"/>
              </a:lnSpc>
              <a:spcBef>
                <a:spcPct val="0"/>
              </a:spcBef>
              <a:spcAft>
                <a:spcPct val="0"/>
              </a:spcAft>
            </a:pPr>
            <a:r>
              <a:rPr lang="en-US" altLang="zh-TW" sz="1400" dirty="0" smtClean="0">
                <a:solidFill>
                  <a:schemeClr val="accent6">
                    <a:lumMod val="40000"/>
                    <a:lumOff val="60000"/>
                  </a:schemeClr>
                </a:solidFill>
                <a:latin typeface="Arial" panose="020B0604020202020204" pitchFamily="34" charset="0"/>
                <a:cs typeface="Arial" panose="020B0604020202020204" pitchFamily="34" charset="0"/>
              </a:rPr>
              <a:t>  Then </a:t>
            </a:r>
            <a:r>
              <a:rPr lang="en-US" altLang="zh-TW" sz="1400" dirty="0" smtClean="0">
                <a:solidFill>
                  <a:schemeClr val="accent6">
                    <a:lumMod val="40000"/>
                    <a:lumOff val="60000"/>
                  </a:schemeClr>
                </a:solidFill>
                <a:latin typeface="Arial" panose="020B0604020202020204" pitchFamily="34" charset="0"/>
                <a:cs typeface="Arial" panose="020B0604020202020204" pitchFamily="34" charset="0"/>
              </a:rPr>
              <a:t>can import data to exchange 2024-11-26 to G2(Weekend), and </a:t>
            </a:r>
            <a:r>
              <a:rPr lang="en-US" altLang="zh-TW" sz="1400" dirty="0">
                <a:solidFill>
                  <a:schemeClr val="accent6">
                    <a:lumMod val="40000"/>
                    <a:lumOff val="60000"/>
                  </a:schemeClr>
                </a:solidFill>
                <a:latin typeface="Arial" panose="020B0604020202020204" pitchFamily="34" charset="0"/>
                <a:cs typeface="Arial" panose="020B0604020202020204" pitchFamily="34" charset="0"/>
              </a:rPr>
              <a:t>2024-11-30 </a:t>
            </a:r>
            <a:r>
              <a:rPr lang="en-US" altLang="zh-TW" sz="1400" dirty="0" smtClean="0">
                <a:solidFill>
                  <a:schemeClr val="accent6">
                    <a:lumMod val="40000"/>
                    <a:lumOff val="60000"/>
                  </a:schemeClr>
                </a:solidFill>
                <a:latin typeface="Arial" panose="020B0604020202020204" pitchFamily="34" charset="0"/>
                <a:cs typeface="Arial" panose="020B0604020202020204" pitchFamily="34" charset="0"/>
              </a:rPr>
              <a:t>to G1(</a:t>
            </a:r>
            <a:r>
              <a:rPr lang="en-US" altLang="zh-TW" sz="1400" dirty="0">
                <a:solidFill>
                  <a:schemeClr val="accent6">
                    <a:lumMod val="40000"/>
                    <a:lumOff val="60000"/>
                  </a:schemeClr>
                </a:solidFill>
                <a:latin typeface="Arial" panose="020B0604020202020204" pitchFamily="34" charset="0"/>
                <a:cs typeface="Arial" panose="020B0604020202020204" pitchFamily="34" charset="0"/>
              </a:rPr>
              <a:t>working day</a:t>
            </a:r>
            <a:r>
              <a:rPr lang="en-US" altLang="zh-TW" sz="1400" dirty="0" smtClean="0">
                <a:solidFill>
                  <a:schemeClr val="accent6">
                    <a:lumMod val="40000"/>
                    <a:lumOff val="60000"/>
                  </a:schemeClr>
                </a:solidFill>
                <a:latin typeface="Arial" panose="020B0604020202020204" pitchFamily="34" charset="0"/>
                <a:cs typeface="Arial" panose="020B0604020202020204" pitchFamily="34" charset="0"/>
              </a:rPr>
              <a:t>).</a:t>
            </a:r>
            <a:endParaRPr kumimoji="0" lang="zh-TW" altLang="zh-TW" sz="1400" b="0" i="0" u="none" strike="noStrike" cap="none" normalizeH="0" baseline="0" dirty="0" smtClean="0">
              <a:ln>
                <a:noFill/>
              </a:ln>
              <a:solidFill>
                <a:schemeClr val="accent6">
                  <a:lumMod val="40000"/>
                  <a:lumOff val="60000"/>
                </a:schemeClr>
              </a:solidFill>
              <a:effectLst/>
              <a:latin typeface="Arial" panose="020B0604020202020204" pitchFamily="34" charset="0"/>
              <a:cs typeface="Arial" panose="020B0604020202020204" pitchFamily="34" charset="0"/>
            </a:endParaRPr>
          </a:p>
        </p:txBody>
      </p:sp>
      <p:pic>
        <p:nvPicPr>
          <p:cNvPr id="7" name="圖片 6"/>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77333" y="2125495"/>
            <a:ext cx="10681785" cy="3870432"/>
          </a:xfrm>
          <a:prstGeom prst="rect">
            <a:avLst/>
          </a:prstGeom>
        </p:spPr>
      </p:pic>
      <p:sp>
        <p:nvSpPr>
          <p:cNvPr id="8" name="圓角矩形 7"/>
          <p:cNvSpPr/>
          <p:nvPr/>
        </p:nvSpPr>
        <p:spPr>
          <a:xfrm>
            <a:off x="5818108" y="2571591"/>
            <a:ext cx="799900" cy="3331029"/>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a:latin typeface="Arial" panose="020B0604020202020204" pitchFamily="34" charset="0"/>
              <a:cs typeface="Arial" panose="020B0604020202020204" pitchFamily="34" charset="0"/>
            </a:endParaRPr>
          </a:p>
        </p:txBody>
      </p:sp>
      <p:sp>
        <p:nvSpPr>
          <p:cNvPr id="9" name="圓角矩形 8"/>
          <p:cNvSpPr/>
          <p:nvPr/>
        </p:nvSpPr>
        <p:spPr>
          <a:xfrm>
            <a:off x="7703648" y="2571591"/>
            <a:ext cx="761045" cy="3331029"/>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269033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Date type exchange - 2 </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31</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矩形 5"/>
          <p:cNvSpPr/>
          <p:nvPr/>
        </p:nvSpPr>
        <p:spPr>
          <a:xfrm>
            <a:off x="652388" y="776287"/>
            <a:ext cx="3134191" cy="369332"/>
          </a:xfrm>
          <a:prstGeom prst="rect">
            <a:avLst/>
          </a:prstGeom>
        </p:spPr>
        <p:txBody>
          <a:bodyPr wrap="none">
            <a:spAutoFit/>
          </a:bodyPr>
          <a:lstStyle/>
          <a:p>
            <a:r>
              <a:rPr lang="en-US" altLang="zh-CN" dirty="0" smtClean="0">
                <a:solidFill>
                  <a:schemeClr val="bg1"/>
                </a:solidFill>
              </a:rPr>
              <a:t>An example of </a:t>
            </a:r>
            <a:r>
              <a:rPr lang="en-US" altLang="zh-CN" dirty="0">
                <a:solidFill>
                  <a:schemeClr val="bg1"/>
                </a:solidFill>
              </a:rPr>
              <a:t>check </a:t>
            </a:r>
            <a:r>
              <a:rPr lang="en-US" altLang="zh-CN" dirty="0" smtClean="0">
                <a:solidFill>
                  <a:schemeClr val="bg1"/>
                </a:solidFill>
              </a:rPr>
              <a:t>results:</a:t>
            </a:r>
            <a:endParaRPr lang="en-US" altLang="zh-CN" dirty="0">
              <a:solidFill>
                <a:schemeClr val="bg1"/>
              </a:solidFill>
            </a:endParaRPr>
          </a:p>
        </p:txBody>
      </p:sp>
      <p:sp>
        <p:nvSpPr>
          <p:cNvPr id="7" name="內容版面配置區 3"/>
          <p:cNvSpPr txBox="1">
            <a:spLocks/>
          </p:cNvSpPr>
          <p:nvPr/>
        </p:nvSpPr>
        <p:spPr>
          <a:xfrm>
            <a:off x="652388" y="5074175"/>
            <a:ext cx="10593330" cy="1361711"/>
          </a:xfrm>
          <a:prstGeom prst="rect">
            <a:avLst/>
          </a:prstGeom>
          <a:solidFill>
            <a:schemeClr val="accent1">
              <a:lumMod val="50000"/>
              <a:alpha val="80000"/>
            </a:schemeClr>
          </a:solidFill>
        </p:spPr>
        <p:txBody>
          <a:bodyPr vert="horz" lIns="91440" tIns="45720" rIns="91440" bIns="4572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altLang="zh-CN" sz="1400" dirty="0" smtClean="0">
                <a:solidFill>
                  <a:schemeClr val="accent6"/>
                </a:solidFill>
              </a:rPr>
              <a:t>E004</a:t>
            </a:r>
            <a:r>
              <a:rPr lang="en-US" altLang="zh-TW" sz="1400" dirty="0" smtClean="0">
                <a:solidFill>
                  <a:schemeClr val="bg1"/>
                </a:solidFill>
              </a:rPr>
              <a:t>: User does not have department or site permissions.</a:t>
            </a:r>
          </a:p>
          <a:p>
            <a:pPr algn="l">
              <a:lnSpc>
                <a:spcPct val="150000"/>
              </a:lnSpc>
            </a:pPr>
            <a:r>
              <a:rPr lang="en-US" altLang="zh-TW" sz="1400" dirty="0" smtClean="0">
                <a:solidFill>
                  <a:schemeClr val="accent6"/>
                </a:solidFill>
              </a:rPr>
              <a:t>E009</a:t>
            </a:r>
            <a:r>
              <a:rPr lang="en-US" altLang="zh-TW" sz="1400" dirty="0" smtClean="0">
                <a:solidFill>
                  <a:schemeClr val="bg1"/>
                </a:solidFill>
              </a:rPr>
              <a:t>: Date </a:t>
            </a:r>
            <a:r>
              <a:rPr lang="en-US" altLang="zh-TW" sz="1400" dirty="0">
                <a:solidFill>
                  <a:schemeClr val="bg1"/>
                </a:solidFill>
              </a:rPr>
              <a:t>types are G1, G2, and G3.</a:t>
            </a:r>
            <a:endParaRPr lang="en-US" altLang="zh-TW" sz="1400" dirty="0" smtClean="0">
              <a:solidFill>
                <a:schemeClr val="bg1"/>
              </a:solidFill>
            </a:endParaRPr>
          </a:p>
          <a:p>
            <a:pPr algn="l">
              <a:lnSpc>
                <a:spcPct val="150000"/>
              </a:lnSpc>
            </a:pPr>
            <a:r>
              <a:rPr lang="en-US" altLang="zh-TW" sz="1400" dirty="0" smtClean="0">
                <a:solidFill>
                  <a:schemeClr val="accent6"/>
                </a:solidFill>
              </a:rPr>
              <a:t>E014</a:t>
            </a:r>
            <a:r>
              <a:rPr lang="en-US" altLang="zh-TW" sz="1400" dirty="0" smtClean="0">
                <a:solidFill>
                  <a:schemeClr val="bg1"/>
                </a:solidFill>
              </a:rPr>
              <a:t>: </a:t>
            </a:r>
            <a:r>
              <a:rPr lang="en-US" altLang="zh-TW" sz="1400" dirty="0">
                <a:solidFill>
                  <a:schemeClr val="bg1"/>
                </a:solidFill>
              </a:rPr>
              <a:t>The </a:t>
            </a:r>
            <a:r>
              <a:rPr lang="en-US" altLang="zh-TW" sz="1400" dirty="0" smtClean="0">
                <a:solidFill>
                  <a:schemeClr val="bg1"/>
                </a:solidFill>
              </a:rPr>
              <a:t>date </a:t>
            </a:r>
            <a:r>
              <a:rPr lang="en-US" altLang="zh-TW" sz="1400" dirty="0">
                <a:solidFill>
                  <a:schemeClr val="bg1"/>
                </a:solidFill>
              </a:rPr>
              <a:t>type of exchange date 1 and the </a:t>
            </a:r>
            <a:r>
              <a:rPr lang="en-US" altLang="zh-TW" sz="1400" dirty="0" smtClean="0">
                <a:solidFill>
                  <a:schemeClr val="bg1"/>
                </a:solidFill>
              </a:rPr>
              <a:t>date </a:t>
            </a:r>
            <a:r>
              <a:rPr lang="en-US" altLang="zh-TW" sz="1400" dirty="0">
                <a:solidFill>
                  <a:schemeClr val="bg1"/>
                </a:solidFill>
              </a:rPr>
              <a:t>type of exchange date 2 must be inconsistent with the scheduling type</a:t>
            </a:r>
            <a:r>
              <a:rPr lang="en-US" altLang="zh-TW" sz="1400" dirty="0" smtClean="0">
                <a:solidFill>
                  <a:schemeClr val="bg1"/>
                </a:solidFill>
              </a:rPr>
              <a:t>.</a:t>
            </a:r>
            <a:endParaRPr lang="zh-TW" altLang="en-US" sz="1400" dirty="0">
              <a:solidFill>
                <a:schemeClr val="bg1"/>
              </a:solidFill>
            </a:endParaRPr>
          </a:p>
        </p:txBody>
      </p:sp>
      <p:sp>
        <p:nvSpPr>
          <p:cNvPr id="8" name="矩形 7"/>
          <p:cNvSpPr/>
          <p:nvPr/>
        </p:nvSpPr>
        <p:spPr>
          <a:xfrm>
            <a:off x="652388" y="4677330"/>
            <a:ext cx="3907567" cy="36933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solidFill>
                  <a:schemeClr val="accent3">
                    <a:lumMod val="20000"/>
                    <a:lumOff val="80000"/>
                  </a:schemeClr>
                </a:solidFill>
              </a:rPr>
              <a:t>Detailed </a:t>
            </a:r>
            <a:r>
              <a:rPr lang="en-US" altLang="zh-CN" dirty="0" smtClean="0">
                <a:solidFill>
                  <a:schemeClr val="accent3">
                    <a:lumMod val="20000"/>
                    <a:lumOff val="80000"/>
                  </a:schemeClr>
                </a:solidFill>
              </a:rPr>
              <a:t>explanation of check rules:</a:t>
            </a:r>
            <a:endParaRPr lang="en-US" altLang="zh-CN" dirty="0">
              <a:solidFill>
                <a:schemeClr val="accent3">
                  <a:lumMod val="20000"/>
                  <a:lumOff val="80000"/>
                </a:schemeClr>
              </a:solidFill>
            </a:endParaRPr>
          </a:p>
        </p:txBody>
      </p:sp>
      <p:pic>
        <p:nvPicPr>
          <p:cNvPr id="9" name="圖片 8"/>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52388" y="1131598"/>
            <a:ext cx="10593329" cy="3492561"/>
          </a:xfrm>
          <a:prstGeom prst="rect">
            <a:avLst/>
          </a:prstGeom>
        </p:spPr>
      </p:pic>
      <p:sp>
        <p:nvSpPr>
          <p:cNvPr id="10" name="圓角矩形 9"/>
          <p:cNvSpPr/>
          <p:nvPr/>
        </p:nvSpPr>
        <p:spPr>
          <a:xfrm>
            <a:off x="6257366" y="1497104"/>
            <a:ext cx="4988352" cy="3050195"/>
          </a:xfrm>
          <a:prstGeom prst="roundRect">
            <a:avLst>
              <a:gd name="adj" fmla="val 1776"/>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a:p>
        </p:txBody>
      </p:sp>
    </p:spTree>
    <p:extLst>
      <p:ext uri="{BB962C8B-B14F-4D97-AF65-F5344CB8AC3E}">
        <p14:creationId xmlns:p14="http://schemas.microsoft.com/office/powerpoint/2010/main" val="65037563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32</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7" name="圓角矩形 6"/>
          <p:cNvSpPr/>
          <p:nvPr/>
        </p:nvSpPr>
        <p:spPr>
          <a:xfrm>
            <a:off x="2951590" y="2452858"/>
            <a:ext cx="6326880" cy="819510"/>
          </a:xfrm>
          <a:prstGeom prst="roundRect">
            <a:avLst>
              <a:gd name="adj" fmla="val 50000"/>
            </a:avLst>
          </a:prstGeom>
          <a:solidFill>
            <a:schemeClr val="accent5">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8" name="Oval 146"/>
          <p:cNvSpPr/>
          <p:nvPr/>
        </p:nvSpPr>
        <p:spPr>
          <a:xfrm>
            <a:off x="3064723" y="2566193"/>
            <a:ext cx="642342" cy="614835"/>
          </a:xfrm>
          <a:prstGeom prst="ellipse">
            <a:avLst/>
          </a:prstGeom>
          <a:solidFill>
            <a:schemeClr val="accent1"/>
          </a:solidFill>
          <a:ln>
            <a:noFill/>
          </a:ln>
        </p:spPr>
        <p:txBody>
          <a:bodyPr wrap="none" anchor="ctr"/>
          <a:lstStyle/>
          <a:p>
            <a:endParaRPr lang="en-US" sz="2000" dirty="0">
              <a:solidFill>
                <a:schemeClr val="accent1"/>
              </a:solidFill>
              <a:latin typeface="Arial" panose="020B0604020202020204" pitchFamily="34" charset="0"/>
              <a:cs typeface="Arial" panose="020B0604020202020204" pitchFamily="34" charset="0"/>
              <a:sym typeface="+mn-lt"/>
            </a:endParaRPr>
          </a:p>
        </p:txBody>
      </p:sp>
      <p:sp>
        <p:nvSpPr>
          <p:cNvPr id="9" name="PA-AutoShape 13"/>
          <p:cNvSpPr/>
          <p:nvPr>
            <p:custDataLst>
              <p:tags r:id="rId1"/>
            </p:custDataLst>
          </p:nvPr>
        </p:nvSpPr>
        <p:spPr bwMode="auto">
          <a:xfrm>
            <a:off x="3220023" y="2709384"/>
            <a:ext cx="331742" cy="32810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59" y="0"/>
                  <a:pt x="0" y="4859"/>
                  <a:pt x="0" y="10800"/>
                </a:cubicBezTo>
                <a:cubicBezTo>
                  <a:pt x="0" y="16739"/>
                  <a:pt x="4859" y="21600"/>
                  <a:pt x="10800" y="21600"/>
                </a:cubicBezTo>
                <a:cubicBezTo>
                  <a:pt x="16739" y="21600"/>
                  <a:pt x="21600" y="16739"/>
                  <a:pt x="21600" y="10800"/>
                </a:cubicBezTo>
                <a:cubicBezTo>
                  <a:pt x="21600" y="4859"/>
                  <a:pt x="16739" y="0"/>
                  <a:pt x="10800" y="0"/>
                </a:cubicBezTo>
                <a:close/>
                <a:moveTo>
                  <a:pt x="14939" y="4319"/>
                </a:moveTo>
                <a:cubicBezTo>
                  <a:pt x="15659" y="3779"/>
                  <a:pt x="15659" y="3779"/>
                  <a:pt x="15659" y="3779"/>
                </a:cubicBezTo>
                <a:cubicBezTo>
                  <a:pt x="15659" y="3779"/>
                  <a:pt x="15299" y="3059"/>
                  <a:pt x="15479" y="2519"/>
                </a:cubicBezTo>
                <a:cubicBezTo>
                  <a:pt x="15659" y="2519"/>
                  <a:pt x="16379" y="2879"/>
                  <a:pt x="16919" y="3599"/>
                </a:cubicBezTo>
                <a:cubicBezTo>
                  <a:pt x="16559" y="5219"/>
                  <a:pt x="15479" y="5039"/>
                  <a:pt x="15479" y="5039"/>
                </a:cubicBezTo>
                <a:cubicBezTo>
                  <a:pt x="15479" y="5039"/>
                  <a:pt x="14759" y="5039"/>
                  <a:pt x="14939" y="4319"/>
                </a:cubicBezTo>
                <a:close/>
                <a:moveTo>
                  <a:pt x="8459" y="13859"/>
                </a:moveTo>
                <a:cubicBezTo>
                  <a:pt x="8279" y="14039"/>
                  <a:pt x="8099" y="14579"/>
                  <a:pt x="7919" y="15119"/>
                </a:cubicBezTo>
                <a:cubicBezTo>
                  <a:pt x="7739" y="15479"/>
                  <a:pt x="7559" y="15660"/>
                  <a:pt x="7379" y="15839"/>
                </a:cubicBezTo>
                <a:cubicBezTo>
                  <a:pt x="7019" y="16019"/>
                  <a:pt x="7019" y="16379"/>
                  <a:pt x="7019" y="16379"/>
                </a:cubicBezTo>
                <a:cubicBezTo>
                  <a:pt x="6839" y="17099"/>
                  <a:pt x="6839" y="17099"/>
                  <a:pt x="6839" y="17099"/>
                </a:cubicBezTo>
                <a:cubicBezTo>
                  <a:pt x="6839" y="17099"/>
                  <a:pt x="7019" y="17819"/>
                  <a:pt x="7200" y="17999"/>
                </a:cubicBezTo>
                <a:cubicBezTo>
                  <a:pt x="7200" y="18360"/>
                  <a:pt x="6659" y="19799"/>
                  <a:pt x="6659" y="19799"/>
                </a:cubicBezTo>
                <a:cubicBezTo>
                  <a:pt x="6120" y="19620"/>
                  <a:pt x="5940" y="19079"/>
                  <a:pt x="5760" y="18719"/>
                </a:cubicBezTo>
                <a:cubicBezTo>
                  <a:pt x="5760" y="18360"/>
                  <a:pt x="5399" y="18179"/>
                  <a:pt x="5579" y="17819"/>
                </a:cubicBezTo>
                <a:cubicBezTo>
                  <a:pt x="5579" y="17279"/>
                  <a:pt x="5219" y="17099"/>
                  <a:pt x="5039" y="16919"/>
                </a:cubicBezTo>
                <a:cubicBezTo>
                  <a:pt x="4859" y="16559"/>
                  <a:pt x="4679" y="16199"/>
                  <a:pt x="4679" y="16019"/>
                </a:cubicBezTo>
                <a:cubicBezTo>
                  <a:pt x="4679" y="15839"/>
                  <a:pt x="4139" y="15479"/>
                  <a:pt x="4139" y="15479"/>
                </a:cubicBezTo>
                <a:cubicBezTo>
                  <a:pt x="4139" y="15479"/>
                  <a:pt x="3239" y="14940"/>
                  <a:pt x="3060" y="14759"/>
                </a:cubicBezTo>
                <a:cubicBezTo>
                  <a:pt x="2880" y="14579"/>
                  <a:pt x="2699" y="13859"/>
                  <a:pt x="2699" y="13499"/>
                </a:cubicBezTo>
                <a:cubicBezTo>
                  <a:pt x="2699" y="13139"/>
                  <a:pt x="2880" y="12239"/>
                  <a:pt x="2880" y="12239"/>
                </a:cubicBezTo>
                <a:cubicBezTo>
                  <a:pt x="2880" y="12239"/>
                  <a:pt x="3239" y="11879"/>
                  <a:pt x="3060" y="11699"/>
                </a:cubicBezTo>
                <a:cubicBezTo>
                  <a:pt x="2699" y="11519"/>
                  <a:pt x="2699" y="10800"/>
                  <a:pt x="2699" y="10800"/>
                </a:cubicBezTo>
                <a:cubicBezTo>
                  <a:pt x="2339" y="10439"/>
                  <a:pt x="2339" y="10439"/>
                  <a:pt x="2339" y="10439"/>
                </a:cubicBezTo>
                <a:cubicBezTo>
                  <a:pt x="2339" y="10439"/>
                  <a:pt x="1979" y="9899"/>
                  <a:pt x="1800" y="9719"/>
                </a:cubicBezTo>
                <a:cubicBezTo>
                  <a:pt x="1800" y="9359"/>
                  <a:pt x="1800" y="9180"/>
                  <a:pt x="1979" y="8999"/>
                </a:cubicBezTo>
                <a:cubicBezTo>
                  <a:pt x="1979" y="8819"/>
                  <a:pt x="1800" y="8279"/>
                  <a:pt x="1800" y="8099"/>
                </a:cubicBezTo>
                <a:cubicBezTo>
                  <a:pt x="3600" y="3599"/>
                  <a:pt x="6659" y="2699"/>
                  <a:pt x="6659" y="2699"/>
                </a:cubicBezTo>
                <a:cubicBezTo>
                  <a:pt x="6839" y="3599"/>
                  <a:pt x="6839" y="3599"/>
                  <a:pt x="6839" y="3599"/>
                </a:cubicBezTo>
                <a:cubicBezTo>
                  <a:pt x="6839" y="3599"/>
                  <a:pt x="6299" y="3779"/>
                  <a:pt x="6120" y="3779"/>
                </a:cubicBezTo>
                <a:cubicBezTo>
                  <a:pt x="5760" y="3599"/>
                  <a:pt x="5579" y="3599"/>
                  <a:pt x="5579" y="3599"/>
                </a:cubicBezTo>
                <a:cubicBezTo>
                  <a:pt x="5219" y="4139"/>
                  <a:pt x="5219" y="4139"/>
                  <a:pt x="5219" y="4139"/>
                </a:cubicBezTo>
                <a:cubicBezTo>
                  <a:pt x="5219" y="4139"/>
                  <a:pt x="5039" y="4499"/>
                  <a:pt x="5039" y="4679"/>
                </a:cubicBezTo>
                <a:cubicBezTo>
                  <a:pt x="5039" y="4859"/>
                  <a:pt x="5219" y="5219"/>
                  <a:pt x="5219" y="5219"/>
                </a:cubicBezTo>
                <a:cubicBezTo>
                  <a:pt x="5219" y="5219"/>
                  <a:pt x="5760" y="5219"/>
                  <a:pt x="5760" y="5039"/>
                </a:cubicBezTo>
                <a:cubicBezTo>
                  <a:pt x="5760" y="4859"/>
                  <a:pt x="5760" y="4679"/>
                  <a:pt x="5760" y="4679"/>
                </a:cubicBezTo>
                <a:cubicBezTo>
                  <a:pt x="5579" y="4319"/>
                  <a:pt x="5579" y="4319"/>
                  <a:pt x="5579" y="4319"/>
                </a:cubicBezTo>
                <a:cubicBezTo>
                  <a:pt x="5579" y="4319"/>
                  <a:pt x="6120" y="4139"/>
                  <a:pt x="7200" y="4319"/>
                </a:cubicBezTo>
                <a:cubicBezTo>
                  <a:pt x="8459" y="4319"/>
                  <a:pt x="7919" y="5219"/>
                  <a:pt x="8459" y="5399"/>
                </a:cubicBezTo>
                <a:cubicBezTo>
                  <a:pt x="8999" y="5580"/>
                  <a:pt x="8099" y="6299"/>
                  <a:pt x="7919" y="6659"/>
                </a:cubicBezTo>
                <a:cubicBezTo>
                  <a:pt x="7739" y="7019"/>
                  <a:pt x="7379" y="6119"/>
                  <a:pt x="7379" y="6119"/>
                </a:cubicBezTo>
                <a:cubicBezTo>
                  <a:pt x="7379" y="6119"/>
                  <a:pt x="7739" y="5759"/>
                  <a:pt x="7200" y="5759"/>
                </a:cubicBezTo>
                <a:cubicBezTo>
                  <a:pt x="6659" y="5580"/>
                  <a:pt x="6299" y="6479"/>
                  <a:pt x="6659" y="6479"/>
                </a:cubicBezTo>
                <a:cubicBezTo>
                  <a:pt x="6839" y="6479"/>
                  <a:pt x="7200" y="6839"/>
                  <a:pt x="7019" y="7019"/>
                </a:cubicBezTo>
                <a:cubicBezTo>
                  <a:pt x="7019" y="7199"/>
                  <a:pt x="7019" y="7199"/>
                  <a:pt x="6839" y="7739"/>
                </a:cubicBezTo>
                <a:cubicBezTo>
                  <a:pt x="6479" y="8279"/>
                  <a:pt x="6120" y="8639"/>
                  <a:pt x="6120" y="8639"/>
                </a:cubicBezTo>
                <a:cubicBezTo>
                  <a:pt x="6120" y="8639"/>
                  <a:pt x="5760" y="8459"/>
                  <a:pt x="5940" y="8819"/>
                </a:cubicBezTo>
                <a:cubicBezTo>
                  <a:pt x="6120" y="9180"/>
                  <a:pt x="5940" y="9719"/>
                  <a:pt x="5940" y="9899"/>
                </a:cubicBezTo>
                <a:cubicBezTo>
                  <a:pt x="5940" y="10259"/>
                  <a:pt x="5219" y="9719"/>
                  <a:pt x="5219" y="9180"/>
                </a:cubicBezTo>
                <a:cubicBezTo>
                  <a:pt x="5039" y="8639"/>
                  <a:pt x="4499" y="9180"/>
                  <a:pt x="4319" y="9180"/>
                </a:cubicBezTo>
                <a:cubicBezTo>
                  <a:pt x="4139" y="9180"/>
                  <a:pt x="3779" y="8999"/>
                  <a:pt x="3779" y="8819"/>
                </a:cubicBezTo>
                <a:cubicBezTo>
                  <a:pt x="3600" y="8639"/>
                  <a:pt x="2699" y="9359"/>
                  <a:pt x="2519" y="9359"/>
                </a:cubicBezTo>
                <a:cubicBezTo>
                  <a:pt x="2339" y="9539"/>
                  <a:pt x="2339" y="9899"/>
                  <a:pt x="2699" y="9719"/>
                </a:cubicBezTo>
                <a:cubicBezTo>
                  <a:pt x="3060" y="9539"/>
                  <a:pt x="3419" y="9719"/>
                  <a:pt x="3419" y="10079"/>
                </a:cubicBezTo>
                <a:cubicBezTo>
                  <a:pt x="3239" y="10439"/>
                  <a:pt x="2880" y="10259"/>
                  <a:pt x="2880" y="10439"/>
                </a:cubicBezTo>
                <a:cubicBezTo>
                  <a:pt x="3060" y="10800"/>
                  <a:pt x="3419" y="10979"/>
                  <a:pt x="3419" y="11339"/>
                </a:cubicBezTo>
                <a:cubicBezTo>
                  <a:pt x="3600" y="11699"/>
                  <a:pt x="4499" y="11339"/>
                  <a:pt x="4859" y="11160"/>
                </a:cubicBezTo>
                <a:cubicBezTo>
                  <a:pt x="5039" y="11160"/>
                  <a:pt x="5940" y="10979"/>
                  <a:pt x="5940" y="11339"/>
                </a:cubicBezTo>
                <a:cubicBezTo>
                  <a:pt x="6120" y="11699"/>
                  <a:pt x="7019" y="11879"/>
                  <a:pt x="7379" y="11879"/>
                </a:cubicBezTo>
                <a:cubicBezTo>
                  <a:pt x="7739" y="12059"/>
                  <a:pt x="8279" y="12059"/>
                  <a:pt x="8819" y="12419"/>
                </a:cubicBezTo>
                <a:cubicBezTo>
                  <a:pt x="9179" y="12959"/>
                  <a:pt x="8459" y="13679"/>
                  <a:pt x="8459" y="13859"/>
                </a:cubicBezTo>
                <a:close/>
                <a:moveTo>
                  <a:pt x="10619" y="2519"/>
                </a:moveTo>
                <a:cubicBezTo>
                  <a:pt x="10439" y="3059"/>
                  <a:pt x="9719" y="3599"/>
                  <a:pt x="9899" y="3779"/>
                </a:cubicBezTo>
                <a:cubicBezTo>
                  <a:pt x="9899" y="3959"/>
                  <a:pt x="9899" y="4859"/>
                  <a:pt x="9179" y="4139"/>
                </a:cubicBezTo>
                <a:cubicBezTo>
                  <a:pt x="8459" y="3419"/>
                  <a:pt x="7739" y="3239"/>
                  <a:pt x="7919" y="2699"/>
                </a:cubicBezTo>
                <a:cubicBezTo>
                  <a:pt x="7919" y="2519"/>
                  <a:pt x="8639" y="2519"/>
                  <a:pt x="8639" y="2339"/>
                </a:cubicBezTo>
                <a:cubicBezTo>
                  <a:pt x="9540" y="1259"/>
                  <a:pt x="11159" y="1439"/>
                  <a:pt x="11339" y="1799"/>
                </a:cubicBezTo>
                <a:cubicBezTo>
                  <a:pt x="10980" y="2159"/>
                  <a:pt x="10619" y="1979"/>
                  <a:pt x="10619" y="2519"/>
                </a:cubicBezTo>
                <a:close/>
                <a:moveTo>
                  <a:pt x="19259" y="11160"/>
                </a:moveTo>
                <a:cubicBezTo>
                  <a:pt x="19259" y="11160"/>
                  <a:pt x="19619" y="11699"/>
                  <a:pt x="20159" y="11699"/>
                </a:cubicBezTo>
                <a:cubicBezTo>
                  <a:pt x="19799" y="15660"/>
                  <a:pt x="16559" y="18360"/>
                  <a:pt x="16559" y="18360"/>
                </a:cubicBezTo>
                <a:cubicBezTo>
                  <a:pt x="16019" y="17819"/>
                  <a:pt x="16199" y="17279"/>
                  <a:pt x="16199" y="17279"/>
                </a:cubicBezTo>
                <a:cubicBezTo>
                  <a:pt x="16379" y="16559"/>
                  <a:pt x="16379" y="16559"/>
                  <a:pt x="16379" y="16559"/>
                </a:cubicBezTo>
                <a:cubicBezTo>
                  <a:pt x="16379" y="15299"/>
                  <a:pt x="16379" y="15299"/>
                  <a:pt x="16379" y="15299"/>
                </a:cubicBezTo>
                <a:cubicBezTo>
                  <a:pt x="16379" y="15299"/>
                  <a:pt x="16379" y="13859"/>
                  <a:pt x="15119" y="14579"/>
                </a:cubicBezTo>
                <a:cubicBezTo>
                  <a:pt x="13859" y="14940"/>
                  <a:pt x="14400" y="14940"/>
                  <a:pt x="12959" y="14940"/>
                </a:cubicBezTo>
                <a:cubicBezTo>
                  <a:pt x="11520" y="15119"/>
                  <a:pt x="11880" y="12059"/>
                  <a:pt x="11880" y="12059"/>
                </a:cubicBezTo>
                <a:cubicBezTo>
                  <a:pt x="11880" y="7739"/>
                  <a:pt x="15119" y="10979"/>
                  <a:pt x="15119" y="10979"/>
                </a:cubicBezTo>
                <a:cubicBezTo>
                  <a:pt x="17099" y="12419"/>
                  <a:pt x="17459" y="10079"/>
                  <a:pt x="17459" y="10079"/>
                </a:cubicBezTo>
                <a:cubicBezTo>
                  <a:pt x="18719" y="9539"/>
                  <a:pt x="18719" y="9539"/>
                  <a:pt x="18719" y="9539"/>
                </a:cubicBezTo>
                <a:cubicBezTo>
                  <a:pt x="18899" y="8819"/>
                  <a:pt x="18899" y="8819"/>
                  <a:pt x="18899" y="8819"/>
                </a:cubicBezTo>
                <a:cubicBezTo>
                  <a:pt x="18719" y="7919"/>
                  <a:pt x="18719" y="7919"/>
                  <a:pt x="18719" y="7919"/>
                </a:cubicBezTo>
                <a:cubicBezTo>
                  <a:pt x="16739" y="7019"/>
                  <a:pt x="16739" y="7019"/>
                  <a:pt x="16739" y="7019"/>
                </a:cubicBezTo>
                <a:cubicBezTo>
                  <a:pt x="16739" y="7019"/>
                  <a:pt x="16379" y="7739"/>
                  <a:pt x="16919" y="8639"/>
                </a:cubicBezTo>
                <a:cubicBezTo>
                  <a:pt x="16919" y="8639"/>
                  <a:pt x="16739" y="9539"/>
                  <a:pt x="16379" y="9359"/>
                </a:cubicBezTo>
                <a:cubicBezTo>
                  <a:pt x="15119" y="8639"/>
                  <a:pt x="15119" y="8639"/>
                  <a:pt x="15119" y="8639"/>
                </a:cubicBezTo>
                <a:cubicBezTo>
                  <a:pt x="15119" y="8639"/>
                  <a:pt x="14759" y="8459"/>
                  <a:pt x="14220" y="8819"/>
                </a:cubicBezTo>
                <a:cubicBezTo>
                  <a:pt x="13500" y="9359"/>
                  <a:pt x="12419" y="8819"/>
                  <a:pt x="12419" y="8819"/>
                </a:cubicBezTo>
                <a:cubicBezTo>
                  <a:pt x="12419" y="8819"/>
                  <a:pt x="12419" y="8279"/>
                  <a:pt x="13139" y="7919"/>
                </a:cubicBezTo>
                <a:cubicBezTo>
                  <a:pt x="13679" y="7559"/>
                  <a:pt x="13679" y="7559"/>
                  <a:pt x="13679" y="7559"/>
                </a:cubicBezTo>
                <a:cubicBezTo>
                  <a:pt x="13679" y="7559"/>
                  <a:pt x="13500" y="6839"/>
                  <a:pt x="13679" y="6299"/>
                </a:cubicBezTo>
                <a:cubicBezTo>
                  <a:pt x="13859" y="5759"/>
                  <a:pt x="14039" y="6299"/>
                  <a:pt x="14579" y="5939"/>
                </a:cubicBezTo>
                <a:cubicBezTo>
                  <a:pt x="15119" y="5580"/>
                  <a:pt x="15479" y="6659"/>
                  <a:pt x="16199" y="6479"/>
                </a:cubicBezTo>
                <a:cubicBezTo>
                  <a:pt x="16919" y="6479"/>
                  <a:pt x="16559" y="6299"/>
                  <a:pt x="17099" y="5939"/>
                </a:cubicBezTo>
                <a:cubicBezTo>
                  <a:pt x="17639" y="5759"/>
                  <a:pt x="17999" y="6479"/>
                  <a:pt x="17999" y="6479"/>
                </a:cubicBezTo>
                <a:cubicBezTo>
                  <a:pt x="19080" y="6659"/>
                  <a:pt x="19080" y="6659"/>
                  <a:pt x="19080" y="6659"/>
                </a:cubicBezTo>
                <a:cubicBezTo>
                  <a:pt x="19080" y="6659"/>
                  <a:pt x="18899" y="5399"/>
                  <a:pt x="18899" y="5759"/>
                </a:cubicBezTo>
                <a:cubicBezTo>
                  <a:pt x="19619" y="6839"/>
                  <a:pt x="20520" y="9899"/>
                  <a:pt x="20159" y="10439"/>
                </a:cubicBezTo>
                <a:cubicBezTo>
                  <a:pt x="19979" y="10259"/>
                  <a:pt x="19799" y="10259"/>
                  <a:pt x="19799" y="10259"/>
                </a:cubicBezTo>
                <a:cubicBezTo>
                  <a:pt x="18539" y="10259"/>
                  <a:pt x="18539" y="10259"/>
                  <a:pt x="18539" y="10259"/>
                </a:cubicBezTo>
                <a:lnTo>
                  <a:pt x="19259" y="11160"/>
                </a:lnTo>
                <a:close/>
              </a:path>
            </a:pathLst>
          </a:custGeom>
          <a:solidFill>
            <a:srgbClr val="FFFFFF"/>
          </a:solidFill>
          <a:ln>
            <a:noFill/>
          </a:ln>
          <a:effectLst/>
        </p:spPr>
        <p:txBody>
          <a:bodyPr lIns="45719" tIns="45719" rIns="45719" bIns="45719"/>
          <a:lstStyle/>
          <a:p>
            <a:pPr>
              <a:defRPr/>
            </a:pPr>
            <a:endParaRPr lang="es-ES" dirty="0">
              <a:solidFill>
                <a:schemeClr val="bg1"/>
              </a:solidFill>
              <a:latin typeface="Arial" panose="020B0604020202020204" pitchFamily="34" charset="0"/>
              <a:cs typeface="Arial" panose="020B0604020202020204" pitchFamily="34" charset="0"/>
              <a:sym typeface="+mn-lt"/>
            </a:endParaRPr>
          </a:p>
        </p:txBody>
      </p:sp>
      <p:sp>
        <p:nvSpPr>
          <p:cNvPr id="10" name="矩形 9"/>
          <p:cNvSpPr/>
          <p:nvPr/>
        </p:nvSpPr>
        <p:spPr>
          <a:xfrm>
            <a:off x="3760855" y="2654649"/>
            <a:ext cx="2350067" cy="461665"/>
          </a:xfrm>
          <a:prstGeom prst="rect">
            <a:avLst/>
          </a:prstGeom>
        </p:spPr>
        <p:txBody>
          <a:bodyPr wrap="none">
            <a:spAutoFit/>
          </a:bodyPr>
          <a:lstStyle/>
          <a:p>
            <a:r>
              <a:rPr lang="en-US" altLang="zh-TW" sz="2400" b="1" dirty="0">
                <a:solidFill>
                  <a:schemeClr val="accent3">
                    <a:lumMod val="40000"/>
                    <a:lumOff val="60000"/>
                  </a:schemeClr>
                </a:solidFill>
                <a:latin typeface="Arial" panose="020B0604020202020204" pitchFamily="34" charset="0"/>
                <a:ea typeface="Microsoft YaHei UI" panose="020B0503020204020204" pitchFamily="34" charset="-122"/>
                <a:cs typeface="Arial" panose="020B0604020202020204" pitchFamily="34" charset="0"/>
              </a:rPr>
              <a:t>Clock Records</a:t>
            </a:r>
          </a:p>
        </p:txBody>
      </p:sp>
      <p:sp>
        <p:nvSpPr>
          <p:cNvPr id="11" name="PA-矩形 4"/>
          <p:cNvSpPr>
            <a:spLocks noChangeArrowheads="1"/>
          </p:cNvSpPr>
          <p:nvPr>
            <p:custDataLst>
              <p:tags r:id="rId2"/>
            </p:custDataLst>
          </p:nvPr>
        </p:nvSpPr>
        <p:spPr bwMode="auto">
          <a:xfrm>
            <a:off x="3841177" y="3547368"/>
            <a:ext cx="5229674"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Clock records data source</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Clock records rules</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Clock records import manually</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Clock in/out workflow approval</a:t>
            </a:r>
          </a:p>
        </p:txBody>
      </p:sp>
    </p:spTree>
    <p:extLst>
      <p:ext uri="{BB962C8B-B14F-4D97-AF65-F5344CB8AC3E}">
        <p14:creationId xmlns:p14="http://schemas.microsoft.com/office/powerpoint/2010/main" val="13703967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Clock Records Data </a:t>
            </a:r>
            <a:r>
              <a:rPr lang="en-US" altLang="zh-TW" dirty="0" smtClean="0"/>
              <a:t>Source</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33</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圓角矩形 5"/>
          <p:cNvSpPr/>
          <p:nvPr/>
        </p:nvSpPr>
        <p:spPr>
          <a:xfrm>
            <a:off x="1536408" y="3808949"/>
            <a:ext cx="1929468" cy="251670"/>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10010</a:t>
            </a:r>
            <a:endParaRPr lang="zh-CN" altLang="en-US" dirty="0"/>
          </a:p>
        </p:txBody>
      </p:sp>
      <p:sp>
        <p:nvSpPr>
          <p:cNvPr id="7" name="圓角矩形 6"/>
          <p:cNvSpPr/>
          <p:nvPr/>
        </p:nvSpPr>
        <p:spPr>
          <a:xfrm>
            <a:off x="1536408" y="4371303"/>
            <a:ext cx="1929468" cy="251670"/>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10015</a:t>
            </a:r>
            <a:endParaRPr lang="zh-CN" altLang="en-US" dirty="0"/>
          </a:p>
        </p:txBody>
      </p:sp>
      <p:sp>
        <p:nvSpPr>
          <p:cNvPr id="8" name="矩形 7"/>
          <p:cNvSpPr/>
          <p:nvPr/>
        </p:nvSpPr>
        <p:spPr>
          <a:xfrm>
            <a:off x="1360239" y="3574332"/>
            <a:ext cx="2416029" cy="1150067"/>
          </a:xfrm>
          <a:prstGeom prst="rect">
            <a:avLst/>
          </a:prstGeom>
          <a:no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字方塊 8"/>
          <p:cNvSpPr txBox="1"/>
          <p:nvPr/>
        </p:nvSpPr>
        <p:spPr>
          <a:xfrm>
            <a:off x="2177976" y="3991273"/>
            <a:ext cx="646331" cy="369332"/>
          </a:xfrm>
          <a:prstGeom prst="rect">
            <a:avLst/>
          </a:prstGeom>
          <a:noFill/>
        </p:spPr>
        <p:txBody>
          <a:bodyPr wrap="none" rtlCol="0">
            <a:spAutoFit/>
          </a:bodyPr>
          <a:lstStyle/>
          <a:p>
            <a:r>
              <a:rPr lang="en-US" altLang="zh-CN" dirty="0" smtClean="0"/>
              <a:t>……</a:t>
            </a:r>
            <a:endParaRPr lang="zh-CN" altLang="en-US" dirty="0"/>
          </a:p>
        </p:txBody>
      </p:sp>
      <p:sp>
        <p:nvSpPr>
          <p:cNvPr id="10" name="圓角矩形 9"/>
          <p:cNvSpPr/>
          <p:nvPr/>
        </p:nvSpPr>
        <p:spPr>
          <a:xfrm>
            <a:off x="1360238" y="3022957"/>
            <a:ext cx="2416029" cy="630328"/>
          </a:xfrm>
          <a:prstGeom prst="roundRect">
            <a:avLst/>
          </a:prstGeom>
          <a:solidFill>
            <a:schemeClr val="accent1">
              <a:lumMod val="5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Biometric Devices</a:t>
            </a:r>
            <a:endParaRPr lang="zh-CN" altLang="en-US" dirty="0"/>
          </a:p>
        </p:txBody>
      </p:sp>
      <p:sp>
        <p:nvSpPr>
          <p:cNvPr id="16" name="圓角矩形 15"/>
          <p:cNvSpPr/>
          <p:nvPr/>
        </p:nvSpPr>
        <p:spPr>
          <a:xfrm>
            <a:off x="8229599" y="2730491"/>
            <a:ext cx="2156112" cy="1225955"/>
          </a:xfrm>
          <a:prstGeom prst="roundRect">
            <a:avLst/>
          </a:prstGeom>
          <a:solidFill>
            <a:schemeClr val="accent1">
              <a:lumMod val="75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Time Attendance </a:t>
            </a:r>
            <a:endParaRPr lang="en-US" altLang="zh-CN" dirty="0" smtClean="0"/>
          </a:p>
          <a:p>
            <a:pPr algn="ctr"/>
            <a:r>
              <a:rPr lang="en-US" altLang="zh-CN" dirty="0" smtClean="0"/>
              <a:t>Database</a:t>
            </a:r>
            <a:endParaRPr lang="zh-CN" altLang="en-US" dirty="0"/>
          </a:p>
        </p:txBody>
      </p:sp>
      <p:sp>
        <p:nvSpPr>
          <p:cNvPr id="17" name="文字方塊 16"/>
          <p:cNvSpPr txBox="1"/>
          <p:nvPr/>
        </p:nvSpPr>
        <p:spPr>
          <a:xfrm>
            <a:off x="1126545" y="1169308"/>
            <a:ext cx="9163086" cy="338554"/>
          </a:xfrm>
          <a:prstGeom prst="rect">
            <a:avLst/>
          </a:prstGeom>
          <a:noFill/>
        </p:spPr>
        <p:txBody>
          <a:bodyPr wrap="none" rtlCol="0">
            <a:spAutoFit/>
          </a:bodyPr>
          <a:lstStyle/>
          <a:p>
            <a:r>
              <a:rPr lang="en-US" altLang="zh-TW" sz="1600" dirty="0" smtClean="0">
                <a:solidFill>
                  <a:schemeClr val="bg1"/>
                </a:solidFill>
              </a:rPr>
              <a:t>1.Data of Clock in/out comes from </a:t>
            </a:r>
            <a:r>
              <a:rPr lang="en-US" altLang="zh-TW" sz="1600" dirty="0" smtClean="0">
                <a:solidFill>
                  <a:schemeClr val="bg1"/>
                </a:solidFill>
              </a:rPr>
              <a:t>Fingerprint </a:t>
            </a:r>
            <a:r>
              <a:rPr lang="en-US" altLang="zh-TW" sz="1600" dirty="0" smtClean="0">
                <a:solidFill>
                  <a:schemeClr val="bg1"/>
                </a:solidFill>
              </a:rPr>
              <a:t>machine and new Face recognition machine (future).</a:t>
            </a:r>
            <a:endParaRPr lang="zh-TW" altLang="en-US" sz="1600" dirty="0">
              <a:solidFill>
                <a:schemeClr val="bg1"/>
              </a:solidFill>
            </a:endParaRPr>
          </a:p>
        </p:txBody>
      </p:sp>
      <p:sp>
        <p:nvSpPr>
          <p:cNvPr id="18" name="文字方塊 17"/>
          <p:cNvSpPr txBox="1"/>
          <p:nvPr/>
        </p:nvSpPr>
        <p:spPr>
          <a:xfrm>
            <a:off x="1126545" y="1548390"/>
            <a:ext cx="8405634" cy="338554"/>
          </a:xfrm>
          <a:prstGeom prst="rect">
            <a:avLst/>
          </a:prstGeom>
          <a:noFill/>
        </p:spPr>
        <p:txBody>
          <a:bodyPr wrap="none" rtlCol="0">
            <a:spAutoFit/>
          </a:bodyPr>
          <a:lstStyle/>
          <a:p>
            <a:r>
              <a:rPr lang="en-US" altLang="zh-TW" sz="1600" dirty="0" smtClean="0">
                <a:solidFill>
                  <a:schemeClr val="bg1"/>
                </a:solidFill>
              </a:rPr>
              <a:t>2.Each Machine is used for both clock in and clock out , system will identify automatically.  </a:t>
            </a:r>
            <a:endParaRPr lang="zh-TW" altLang="en-US" sz="1600" dirty="0">
              <a:solidFill>
                <a:schemeClr val="bg1"/>
              </a:solidFill>
            </a:endParaRPr>
          </a:p>
        </p:txBody>
      </p:sp>
      <p:sp>
        <p:nvSpPr>
          <p:cNvPr id="19" name="文字方塊 18"/>
          <p:cNvSpPr txBox="1"/>
          <p:nvPr/>
        </p:nvSpPr>
        <p:spPr>
          <a:xfrm>
            <a:off x="1126545" y="1935570"/>
            <a:ext cx="4118435" cy="338554"/>
          </a:xfrm>
          <a:prstGeom prst="rect">
            <a:avLst/>
          </a:prstGeom>
          <a:noFill/>
        </p:spPr>
        <p:txBody>
          <a:bodyPr wrap="none" rtlCol="0">
            <a:spAutoFit/>
          </a:bodyPr>
          <a:lstStyle/>
          <a:p>
            <a:r>
              <a:rPr lang="en-US" altLang="zh-TW" sz="1600" dirty="0" smtClean="0">
                <a:solidFill>
                  <a:schemeClr val="bg1"/>
                </a:solidFill>
              </a:rPr>
              <a:t>3.System sync data every </a:t>
            </a:r>
            <a:r>
              <a:rPr lang="en-US" altLang="zh-TW" sz="1600" dirty="0" smtClean="0">
                <a:solidFill>
                  <a:schemeClr val="bg1"/>
                </a:solidFill>
              </a:rPr>
              <a:t>3~10 </a:t>
            </a:r>
            <a:r>
              <a:rPr lang="en-US" altLang="zh-TW" sz="1600" dirty="0" smtClean="0">
                <a:solidFill>
                  <a:schemeClr val="bg1"/>
                </a:solidFill>
              </a:rPr>
              <a:t>minutes.  </a:t>
            </a:r>
            <a:endParaRPr lang="zh-TW" altLang="en-US" sz="1600" dirty="0">
              <a:solidFill>
                <a:schemeClr val="bg1"/>
              </a:solidFill>
            </a:endParaRPr>
          </a:p>
        </p:txBody>
      </p:sp>
      <p:sp>
        <p:nvSpPr>
          <p:cNvPr id="20" name="圓角矩形 19"/>
          <p:cNvSpPr/>
          <p:nvPr/>
        </p:nvSpPr>
        <p:spPr>
          <a:xfrm>
            <a:off x="4910896" y="3022956"/>
            <a:ext cx="1539638" cy="641027"/>
          </a:xfrm>
          <a:prstGeom prst="roundRect">
            <a:avLst/>
          </a:prstGeom>
          <a:solidFill>
            <a:schemeClr val="accent1">
              <a:lumMod val="5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Biometric </a:t>
            </a:r>
            <a:r>
              <a:rPr lang="en-US" altLang="zh-CN" dirty="0" smtClean="0"/>
              <a:t>Database</a:t>
            </a:r>
            <a:endParaRPr lang="zh-CN" altLang="en-US" dirty="0"/>
          </a:p>
        </p:txBody>
      </p:sp>
      <p:cxnSp>
        <p:nvCxnSpPr>
          <p:cNvPr id="21" name="直線單箭頭接點 20"/>
          <p:cNvCxnSpPr>
            <a:stCxn id="8" idx="3"/>
            <a:endCxn id="20" idx="1"/>
          </p:cNvCxnSpPr>
          <p:nvPr/>
        </p:nvCxnSpPr>
        <p:spPr>
          <a:xfrm flipV="1">
            <a:off x="3776268" y="3343470"/>
            <a:ext cx="1134628" cy="8058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6122467" y="3532260"/>
            <a:ext cx="1973617" cy="646331"/>
          </a:xfrm>
          <a:prstGeom prst="rect">
            <a:avLst/>
          </a:prstGeom>
        </p:spPr>
        <p:txBody>
          <a:bodyPr wrap="none">
            <a:spAutoFit/>
          </a:bodyPr>
          <a:lstStyle/>
          <a:p>
            <a:pPr algn="ctr"/>
            <a:r>
              <a:rPr lang="en-US" altLang="zh-TW" dirty="0" smtClean="0">
                <a:solidFill>
                  <a:schemeClr val="accent3">
                    <a:lumMod val="20000"/>
                    <a:lumOff val="80000"/>
                  </a:schemeClr>
                </a:solidFill>
              </a:rPr>
              <a:t>Sync </a:t>
            </a:r>
          </a:p>
          <a:p>
            <a:pPr algn="ctr"/>
            <a:r>
              <a:rPr lang="en-US" altLang="zh-TW" dirty="0" smtClean="0">
                <a:solidFill>
                  <a:schemeClr val="accent3">
                    <a:lumMod val="20000"/>
                    <a:lumOff val="80000"/>
                  </a:schemeClr>
                </a:solidFill>
              </a:rPr>
              <a:t>per </a:t>
            </a:r>
            <a:r>
              <a:rPr lang="en-US" altLang="zh-TW" dirty="0" smtClean="0">
                <a:solidFill>
                  <a:schemeClr val="accent3">
                    <a:lumMod val="20000"/>
                    <a:lumOff val="80000"/>
                  </a:schemeClr>
                </a:solidFill>
              </a:rPr>
              <a:t>3~10 </a:t>
            </a:r>
            <a:r>
              <a:rPr lang="en-US" altLang="zh-TW" dirty="0">
                <a:solidFill>
                  <a:schemeClr val="accent3">
                    <a:lumMod val="20000"/>
                    <a:lumOff val="80000"/>
                  </a:schemeClr>
                </a:solidFill>
              </a:rPr>
              <a:t>minutes</a:t>
            </a:r>
            <a:endParaRPr lang="zh-TW" altLang="en-US" dirty="0">
              <a:solidFill>
                <a:schemeClr val="accent3">
                  <a:lumMod val="20000"/>
                  <a:lumOff val="80000"/>
                </a:schemeClr>
              </a:solidFill>
            </a:endParaRPr>
          </a:p>
        </p:txBody>
      </p:sp>
      <p:sp>
        <p:nvSpPr>
          <p:cNvPr id="28" name="向右箭號 27"/>
          <p:cNvSpPr/>
          <p:nvPr/>
        </p:nvSpPr>
        <p:spPr>
          <a:xfrm>
            <a:off x="4023597" y="3155576"/>
            <a:ext cx="663388" cy="421342"/>
          </a:xfrm>
          <a:prstGeom prst="rightArrow">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向右箭號 28"/>
          <p:cNvSpPr/>
          <p:nvPr/>
        </p:nvSpPr>
        <p:spPr>
          <a:xfrm>
            <a:off x="6596467" y="3110918"/>
            <a:ext cx="1443317" cy="421342"/>
          </a:xfrm>
          <a:prstGeom prst="rightArrow">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34969300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Google Shape;230;p5">
            <a:extLst>
              <a:ext uri="{FF2B5EF4-FFF2-40B4-BE49-F238E27FC236}">
                <a16:creationId xmlns:a16="http://schemas.microsoft.com/office/drawing/2014/main" id="{5E717F12-CBFD-A09B-12DA-3D2EC1D9AB24}"/>
              </a:ext>
            </a:extLst>
          </p:cNvPr>
          <p:cNvSpPr/>
          <p:nvPr/>
        </p:nvSpPr>
        <p:spPr>
          <a:xfrm>
            <a:off x="1219200" y="1783976"/>
            <a:ext cx="8668871" cy="3693458"/>
          </a:xfrm>
          <a:prstGeom prst="roundRect">
            <a:avLst>
              <a:gd name="adj" fmla="val 4729"/>
            </a:avLst>
          </a:prstGeom>
          <a:gradFill>
            <a:gsLst>
              <a:gs pos="0">
                <a:schemeClr val="accent5">
                  <a:lumMod val="50000"/>
                  <a:alpha val="10000"/>
                </a:schemeClr>
              </a:gs>
              <a:gs pos="100000">
                <a:schemeClr val="accent5">
                  <a:lumMod val="50000"/>
                  <a:alpha val="3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1" algn="ctr" defTabSz="488950">
              <a:spcBef>
                <a:spcPts val="600"/>
              </a:spcBef>
              <a:spcAft>
                <a:spcPct val="15000"/>
              </a:spcAft>
            </a:pPr>
            <a:endParaRPr lang="en-US" altLang="zh-TW" sz="3200">
              <a:solidFill>
                <a:schemeClr val="bg1"/>
              </a:solidFill>
            </a:endParaRPr>
          </a:p>
        </p:txBody>
      </p:sp>
      <p:sp>
        <p:nvSpPr>
          <p:cNvPr id="2" name="標題 1"/>
          <p:cNvSpPr>
            <a:spLocks noGrp="1"/>
          </p:cNvSpPr>
          <p:nvPr>
            <p:ph type="title"/>
          </p:nvPr>
        </p:nvSpPr>
        <p:spPr/>
        <p:txBody>
          <a:bodyPr>
            <a:normAutofit fontScale="90000"/>
          </a:bodyPr>
          <a:lstStyle/>
          <a:p>
            <a:r>
              <a:rPr lang="en-US" altLang="zh-TW" dirty="0"/>
              <a:t>Clock Records </a:t>
            </a:r>
            <a:r>
              <a:rPr lang="en-US" altLang="zh-TW" dirty="0" smtClean="0"/>
              <a:t>Rules</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34</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文字方塊 5"/>
          <p:cNvSpPr txBox="1"/>
          <p:nvPr/>
        </p:nvSpPr>
        <p:spPr>
          <a:xfrm>
            <a:off x="1515587" y="1969480"/>
            <a:ext cx="4600940" cy="338554"/>
          </a:xfrm>
          <a:prstGeom prst="rect">
            <a:avLst/>
          </a:prstGeom>
          <a:noFill/>
        </p:spPr>
        <p:txBody>
          <a:bodyPr wrap="none" rtlCol="0">
            <a:spAutoFit/>
          </a:bodyPr>
          <a:lstStyle/>
          <a:p>
            <a:r>
              <a:rPr lang="en-US" altLang="zh-CN" sz="1600" b="1" dirty="0" smtClean="0">
                <a:solidFill>
                  <a:schemeClr val="bg1"/>
                </a:solidFill>
              </a:rPr>
              <a:t>There </a:t>
            </a:r>
            <a:r>
              <a:rPr lang="en-US" altLang="zh-CN" sz="1600" b="1" dirty="0" smtClean="0">
                <a:solidFill>
                  <a:schemeClr val="bg1"/>
                </a:solidFill>
              </a:rPr>
              <a:t>are there ways to import Clock records</a:t>
            </a:r>
            <a:endParaRPr lang="zh-TW" altLang="en-US" sz="1600" b="1" dirty="0">
              <a:solidFill>
                <a:schemeClr val="bg1"/>
              </a:solidFill>
            </a:endParaRPr>
          </a:p>
        </p:txBody>
      </p:sp>
      <p:sp>
        <p:nvSpPr>
          <p:cNvPr id="7" name="文字方塊 6"/>
          <p:cNvSpPr txBox="1"/>
          <p:nvPr/>
        </p:nvSpPr>
        <p:spPr>
          <a:xfrm>
            <a:off x="1847182" y="2466964"/>
            <a:ext cx="6724277" cy="338554"/>
          </a:xfrm>
          <a:prstGeom prst="rect">
            <a:avLst/>
          </a:prstGeom>
          <a:noFill/>
        </p:spPr>
        <p:txBody>
          <a:bodyPr wrap="none" rtlCol="0">
            <a:spAutoFit/>
          </a:bodyPr>
          <a:lstStyle/>
          <a:p>
            <a:r>
              <a:rPr lang="en-US" altLang="zh-CN" sz="1600" dirty="0" smtClean="0">
                <a:solidFill>
                  <a:schemeClr val="bg1"/>
                </a:solidFill>
              </a:rPr>
              <a:t>1.Employee apply Clock records by themselves with Workflow </a:t>
            </a:r>
            <a:r>
              <a:rPr lang="en-US" altLang="zh-CN" sz="1600" dirty="0">
                <a:solidFill>
                  <a:schemeClr val="bg1"/>
                </a:solidFill>
                <a:cs typeface="+mn-ea"/>
                <a:sym typeface="+mn-lt"/>
              </a:rPr>
              <a:t>Approval</a:t>
            </a:r>
            <a:r>
              <a:rPr lang="en-US" altLang="zh-CN" sz="1600" dirty="0" smtClean="0">
                <a:solidFill>
                  <a:schemeClr val="bg1"/>
                </a:solidFill>
              </a:rPr>
              <a:t>.</a:t>
            </a:r>
            <a:endParaRPr lang="zh-TW" altLang="en-US" sz="1600" dirty="0">
              <a:solidFill>
                <a:schemeClr val="bg1"/>
              </a:solidFill>
            </a:endParaRPr>
          </a:p>
        </p:txBody>
      </p:sp>
      <p:sp>
        <p:nvSpPr>
          <p:cNvPr id="8" name="文字方塊 7"/>
          <p:cNvSpPr txBox="1"/>
          <p:nvPr/>
        </p:nvSpPr>
        <p:spPr>
          <a:xfrm>
            <a:off x="1847182" y="3251780"/>
            <a:ext cx="6975949" cy="338554"/>
          </a:xfrm>
          <a:prstGeom prst="rect">
            <a:avLst/>
          </a:prstGeom>
          <a:noFill/>
        </p:spPr>
        <p:txBody>
          <a:bodyPr wrap="none" rtlCol="0">
            <a:spAutoFit/>
          </a:bodyPr>
          <a:lstStyle/>
          <a:p>
            <a:r>
              <a:rPr lang="en-US" altLang="zh-CN" sz="1600" dirty="0" smtClean="0">
                <a:solidFill>
                  <a:schemeClr val="bg1"/>
                </a:solidFill>
              </a:rPr>
              <a:t>2.Department Window help to apply Clock records with Workflow </a:t>
            </a:r>
            <a:r>
              <a:rPr lang="en-US" altLang="zh-CN" sz="1600" dirty="0">
                <a:solidFill>
                  <a:schemeClr val="bg1"/>
                </a:solidFill>
                <a:cs typeface="+mn-ea"/>
                <a:sym typeface="+mn-lt"/>
              </a:rPr>
              <a:t>Approval</a:t>
            </a:r>
            <a:r>
              <a:rPr lang="en-US" altLang="zh-CN" sz="1600" dirty="0" smtClean="0">
                <a:solidFill>
                  <a:schemeClr val="bg1"/>
                </a:solidFill>
              </a:rPr>
              <a:t>.</a:t>
            </a:r>
            <a:endParaRPr lang="zh-TW" altLang="en-US" sz="1600" dirty="0">
              <a:solidFill>
                <a:schemeClr val="bg1"/>
              </a:solidFill>
            </a:endParaRPr>
          </a:p>
        </p:txBody>
      </p:sp>
      <p:sp>
        <p:nvSpPr>
          <p:cNvPr id="9" name="文字方塊 8"/>
          <p:cNvSpPr txBox="1"/>
          <p:nvPr/>
        </p:nvSpPr>
        <p:spPr>
          <a:xfrm>
            <a:off x="1829547" y="4087818"/>
            <a:ext cx="6940683" cy="584775"/>
          </a:xfrm>
          <a:prstGeom prst="rect">
            <a:avLst/>
          </a:prstGeom>
          <a:noFill/>
        </p:spPr>
        <p:txBody>
          <a:bodyPr wrap="none" rtlCol="0">
            <a:spAutoFit/>
          </a:bodyPr>
          <a:lstStyle/>
          <a:p>
            <a:r>
              <a:rPr lang="en-US" altLang="zh-CN" sz="1600" dirty="0" smtClean="0">
                <a:solidFill>
                  <a:schemeClr val="bg1"/>
                </a:solidFill>
              </a:rPr>
              <a:t>3.HR Window help to add Clock records directly without Workflow </a:t>
            </a:r>
            <a:r>
              <a:rPr lang="en-US" altLang="zh-CN" sz="1600" dirty="0" smtClean="0">
                <a:solidFill>
                  <a:schemeClr val="bg1"/>
                </a:solidFill>
                <a:cs typeface="+mn-ea"/>
                <a:sym typeface="+mn-lt"/>
              </a:rPr>
              <a:t>Approval</a:t>
            </a:r>
            <a:endParaRPr lang="en-US" altLang="zh-CN" sz="1600" dirty="0">
              <a:solidFill>
                <a:schemeClr val="bg1"/>
              </a:solidFill>
              <a:cs typeface="+mn-ea"/>
              <a:sym typeface="+mn-lt"/>
            </a:endParaRPr>
          </a:p>
          <a:p>
            <a:endParaRPr lang="zh-TW" altLang="en-US" sz="1600" dirty="0">
              <a:solidFill>
                <a:schemeClr val="bg1"/>
              </a:solidFill>
            </a:endParaRPr>
          </a:p>
        </p:txBody>
      </p:sp>
      <p:sp>
        <p:nvSpPr>
          <p:cNvPr id="10" name="文字方塊 9"/>
          <p:cNvSpPr txBox="1"/>
          <p:nvPr/>
        </p:nvSpPr>
        <p:spPr>
          <a:xfrm>
            <a:off x="2048518" y="2815445"/>
            <a:ext cx="5050806" cy="307777"/>
          </a:xfrm>
          <a:prstGeom prst="rect">
            <a:avLst/>
          </a:prstGeom>
          <a:noFill/>
        </p:spPr>
        <p:txBody>
          <a:bodyPr wrap="none" rtlCol="0">
            <a:spAutoFit/>
          </a:bodyPr>
          <a:lstStyle/>
          <a:p>
            <a:r>
              <a:rPr lang="en-US" altLang="zh-CN" sz="1400" dirty="0" smtClean="0">
                <a:solidFill>
                  <a:schemeClr val="accent3">
                    <a:lumMod val="40000"/>
                    <a:lumOff val="60000"/>
                  </a:schemeClr>
                </a:solidFill>
                <a:cs typeface="Times New Roman" panose="02020603050405020304" pitchFamily="18" charset="0"/>
              </a:rPr>
              <a:t>Workflow &gt;&gt; Clock Record Application&gt;&gt;Personal Application</a:t>
            </a:r>
            <a:endParaRPr lang="zh-TW" altLang="en-US" sz="1400" dirty="0">
              <a:solidFill>
                <a:schemeClr val="accent3">
                  <a:lumMod val="40000"/>
                  <a:lumOff val="60000"/>
                </a:schemeClr>
              </a:solidFill>
              <a:cs typeface="Times New Roman" panose="02020603050405020304" pitchFamily="18" charset="0"/>
            </a:endParaRPr>
          </a:p>
        </p:txBody>
      </p:sp>
      <p:sp>
        <p:nvSpPr>
          <p:cNvPr id="11" name="矩形 10"/>
          <p:cNvSpPr/>
          <p:nvPr/>
        </p:nvSpPr>
        <p:spPr>
          <a:xfrm>
            <a:off x="2066153" y="3584456"/>
            <a:ext cx="4441922" cy="307777"/>
          </a:xfrm>
          <a:prstGeom prst="rect">
            <a:avLst/>
          </a:prstGeom>
        </p:spPr>
        <p:txBody>
          <a:bodyPr wrap="none">
            <a:spAutoFit/>
          </a:bodyPr>
          <a:lstStyle/>
          <a:p>
            <a:r>
              <a:rPr lang="en-US" altLang="zh-CN" sz="1400" dirty="0">
                <a:solidFill>
                  <a:schemeClr val="accent3">
                    <a:lumMod val="40000"/>
                    <a:lumOff val="60000"/>
                  </a:schemeClr>
                </a:solidFill>
                <a:cs typeface="Times New Roman" panose="02020603050405020304" pitchFamily="18" charset="0"/>
              </a:rPr>
              <a:t>Workflow &gt;&gt; Clock Record Application&gt;&gt;Batch Import</a:t>
            </a:r>
            <a:endParaRPr lang="zh-CN" altLang="en-US" sz="1400" dirty="0">
              <a:solidFill>
                <a:schemeClr val="accent3">
                  <a:lumMod val="40000"/>
                  <a:lumOff val="60000"/>
                </a:schemeClr>
              </a:solidFill>
              <a:cs typeface="Times New Roman" panose="02020603050405020304" pitchFamily="18" charset="0"/>
            </a:endParaRPr>
          </a:p>
        </p:txBody>
      </p:sp>
      <p:sp>
        <p:nvSpPr>
          <p:cNvPr id="12" name="矩形 11"/>
          <p:cNvSpPr/>
          <p:nvPr/>
        </p:nvSpPr>
        <p:spPr>
          <a:xfrm>
            <a:off x="2030884" y="4397982"/>
            <a:ext cx="3530134" cy="307777"/>
          </a:xfrm>
          <a:prstGeom prst="rect">
            <a:avLst/>
          </a:prstGeom>
        </p:spPr>
        <p:txBody>
          <a:bodyPr wrap="none">
            <a:spAutoFit/>
          </a:bodyPr>
          <a:lstStyle/>
          <a:p>
            <a:r>
              <a:rPr lang="en-US" altLang="zh-CN" sz="1400" dirty="0">
                <a:solidFill>
                  <a:schemeClr val="accent3">
                    <a:lumMod val="40000"/>
                    <a:lumOff val="60000"/>
                  </a:schemeClr>
                </a:solidFill>
                <a:cs typeface="Times New Roman" panose="02020603050405020304" pitchFamily="18" charset="0"/>
              </a:rPr>
              <a:t>Basic Data&gt;&gt;Attendance – Clock Records</a:t>
            </a:r>
            <a:endParaRPr lang="zh-CN" altLang="en-US" sz="1400" dirty="0">
              <a:solidFill>
                <a:schemeClr val="accent3">
                  <a:lumMod val="40000"/>
                  <a:lumOff val="60000"/>
                </a:schemeClr>
              </a:solidFill>
              <a:cs typeface="Times New Roman" panose="02020603050405020304" pitchFamily="18" charset="0"/>
            </a:endParaRPr>
          </a:p>
        </p:txBody>
      </p:sp>
    </p:spTree>
    <p:extLst>
      <p:ext uri="{BB962C8B-B14F-4D97-AF65-F5344CB8AC3E}">
        <p14:creationId xmlns:p14="http://schemas.microsoft.com/office/powerpoint/2010/main" val="104317512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Clock record import </a:t>
            </a:r>
            <a:r>
              <a:rPr lang="en-US" altLang="zh-TW" dirty="0" smtClean="0"/>
              <a:t>manually</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35</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矩形 5"/>
          <p:cNvSpPr/>
          <p:nvPr/>
        </p:nvSpPr>
        <p:spPr>
          <a:xfrm>
            <a:off x="975117" y="1125736"/>
            <a:ext cx="9493176" cy="338554"/>
          </a:xfrm>
          <a:prstGeom prst="rect">
            <a:avLst/>
          </a:prstGeom>
        </p:spPr>
        <p:txBody>
          <a:bodyPr wrap="none">
            <a:spAutoFit/>
          </a:bodyPr>
          <a:lstStyle/>
          <a:p>
            <a:r>
              <a:rPr lang="en-US" altLang="zh-CN" sz="1600" dirty="0">
                <a:solidFill>
                  <a:schemeClr val="bg1"/>
                </a:solidFill>
              </a:rPr>
              <a:t>HR </a:t>
            </a:r>
            <a:r>
              <a:rPr lang="en-US" altLang="zh-CN" sz="1600" dirty="0" smtClean="0">
                <a:solidFill>
                  <a:schemeClr val="bg1"/>
                </a:solidFill>
              </a:rPr>
              <a:t>/Department Administrator can import Clock record for Employee who can not apply by themselves</a:t>
            </a:r>
            <a:endParaRPr lang="en-US" altLang="zh-CN" dirty="0">
              <a:solidFill>
                <a:schemeClr val="bg1"/>
              </a:solidFill>
            </a:endParaRPr>
          </a:p>
        </p:txBody>
      </p:sp>
      <p:pic>
        <p:nvPicPr>
          <p:cNvPr id="7" name="圖片 6"/>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07842" y="1613411"/>
            <a:ext cx="10235405" cy="3213442"/>
          </a:xfrm>
          <a:prstGeom prst="rect">
            <a:avLst/>
          </a:prstGeom>
        </p:spPr>
      </p:pic>
      <p:sp>
        <p:nvSpPr>
          <p:cNvPr id="8" name="矩形 7"/>
          <p:cNvSpPr/>
          <p:nvPr/>
        </p:nvSpPr>
        <p:spPr>
          <a:xfrm>
            <a:off x="1007842" y="4975974"/>
            <a:ext cx="5934638" cy="1754326"/>
          </a:xfrm>
          <a:prstGeom prst="rect">
            <a:avLst/>
          </a:prstGeom>
        </p:spPr>
        <p:txBody>
          <a:bodyPr wrap="none">
            <a:spAutoFit/>
          </a:bodyPr>
          <a:lstStyle/>
          <a:p>
            <a:pPr>
              <a:lnSpc>
                <a:spcPct val="150000"/>
              </a:lnSpc>
            </a:pPr>
            <a:r>
              <a:rPr lang="en-US" altLang="zh-CN" sz="1600" dirty="0" smtClean="0">
                <a:solidFill>
                  <a:schemeClr val="accent6">
                    <a:lumMod val="40000"/>
                    <a:lumOff val="60000"/>
                  </a:schemeClr>
                </a:solidFill>
              </a:rPr>
              <a:t>1.Department Administrator import need workflow approval</a:t>
            </a:r>
          </a:p>
          <a:p>
            <a:pPr>
              <a:lnSpc>
                <a:spcPct val="150000"/>
              </a:lnSpc>
            </a:pPr>
            <a:r>
              <a:rPr lang="en-US" altLang="zh-CN" sz="1600" dirty="0">
                <a:solidFill>
                  <a:schemeClr val="accent6">
                    <a:lumMod val="40000"/>
                    <a:lumOff val="60000"/>
                  </a:schemeClr>
                </a:solidFill>
              </a:rPr>
              <a:t>2.HR Administrator import no need </a:t>
            </a:r>
            <a:r>
              <a:rPr lang="en-US" altLang="zh-CN" sz="1600" dirty="0" smtClean="0">
                <a:solidFill>
                  <a:schemeClr val="accent6">
                    <a:lumMod val="40000"/>
                    <a:lumOff val="60000"/>
                  </a:schemeClr>
                </a:solidFill>
              </a:rPr>
              <a:t>workflow approval</a:t>
            </a:r>
          </a:p>
          <a:p>
            <a:pPr>
              <a:lnSpc>
                <a:spcPct val="150000"/>
              </a:lnSpc>
            </a:pPr>
            <a:r>
              <a:rPr lang="en-US" altLang="zh-CN" sz="1600" dirty="0">
                <a:solidFill>
                  <a:schemeClr val="accent6">
                    <a:lumMod val="40000"/>
                    <a:lumOff val="60000"/>
                  </a:schemeClr>
                </a:solidFill>
              </a:rPr>
              <a:t>3.If the record is the out record of night shift ,it will show (+24H)</a:t>
            </a:r>
          </a:p>
          <a:p>
            <a:endParaRPr lang="en-US" altLang="zh-CN" dirty="0">
              <a:solidFill>
                <a:schemeClr val="accent6">
                  <a:lumMod val="40000"/>
                  <a:lumOff val="60000"/>
                </a:schemeClr>
              </a:solidFill>
            </a:endParaRPr>
          </a:p>
          <a:p>
            <a:endParaRPr lang="en-US" altLang="zh-CN" dirty="0">
              <a:solidFill>
                <a:schemeClr val="accent6">
                  <a:lumMod val="40000"/>
                  <a:lumOff val="60000"/>
                </a:schemeClr>
              </a:solidFill>
            </a:endParaRPr>
          </a:p>
        </p:txBody>
      </p:sp>
    </p:spTree>
    <p:extLst>
      <p:ext uri="{BB962C8B-B14F-4D97-AF65-F5344CB8AC3E}">
        <p14:creationId xmlns:p14="http://schemas.microsoft.com/office/powerpoint/2010/main" val="368746049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 Shape;230;p5">
            <a:extLst>
              <a:ext uri="{FF2B5EF4-FFF2-40B4-BE49-F238E27FC236}">
                <a16:creationId xmlns:a16="http://schemas.microsoft.com/office/drawing/2014/main" id="{5E717F12-CBFD-A09B-12DA-3D2EC1D9AB24}"/>
              </a:ext>
            </a:extLst>
          </p:cNvPr>
          <p:cNvSpPr/>
          <p:nvPr/>
        </p:nvSpPr>
        <p:spPr>
          <a:xfrm>
            <a:off x="726141" y="3451636"/>
            <a:ext cx="10705423" cy="2635399"/>
          </a:xfrm>
          <a:prstGeom prst="roundRect">
            <a:avLst>
              <a:gd name="adj" fmla="val 4729"/>
            </a:avLst>
          </a:prstGeom>
          <a:gradFill>
            <a:gsLst>
              <a:gs pos="0">
                <a:schemeClr val="accent5">
                  <a:lumMod val="50000"/>
                  <a:alpha val="10000"/>
                </a:schemeClr>
              </a:gs>
              <a:gs pos="100000">
                <a:schemeClr val="accent5">
                  <a:lumMod val="50000"/>
                  <a:alpha val="3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1" algn="ctr" defTabSz="488950">
              <a:spcBef>
                <a:spcPts val="600"/>
              </a:spcBef>
              <a:spcAft>
                <a:spcPct val="15000"/>
              </a:spcAft>
            </a:pPr>
            <a:endParaRPr lang="en-US" altLang="zh-TW" sz="3200">
              <a:solidFill>
                <a:schemeClr val="bg1"/>
              </a:solidFill>
            </a:endParaRPr>
          </a:p>
        </p:txBody>
      </p:sp>
      <p:sp>
        <p:nvSpPr>
          <p:cNvPr id="2" name="標題 1"/>
          <p:cNvSpPr>
            <a:spLocks noGrp="1"/>
          </p:cNvSpPr>
          <p:nvPr>
            <p:ph type="title"/>
          </p:nvPr>
        </p:nvSpPr>
        <p:spPr/>
        <p:txBody>
          <a:bodyPr>
            <a:normAutofit fontScale="90000"/>
          </a:bodyPr>
          <a:lstStyle/>
          <a:p>
            <a:r>
              <a:rPr lang="en-US" altLang="zh-TW" dirty="0"/>
              <a:t>Clock record import </a:t>
            </a:r>
            <a:r>
              <a:rPr lang="en-US" altLang="zh-TW" dirty="0" smtClean="0"/>
              <a:t>manually</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36</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矩形 5"/>
          <p:cNvSpPr/>
          <p:nvPr/>
        </p:nvSpPr>
        <p:spPr>
          <a:xfrm>
            <a:off x="975117" y="971967"/>
            <a:ext cx="3134191" cy="369332"/>
          </a:xfrm>
          <a:prstGeom prst="rect">
            <a:avLst/>
          </a:prstGeom>
        </p:spPr>
        <p:txBody>
          <a:bodyPr wrap="none">
            <a:spAutoFit/>
          </a:bodyPr>
          <a:lstStyle/>
          <a:p>
            <a:r>
              <a:rPr lang="en-US" altLang="zh-CN" dirty="0" smtClean="0">
                <a:solidFill>
                  <a:schemeClr val="bg1"/>
                </a:solidFill>
              </a:rPr>
              <a:t>An example of </a:t>
            </a:r>
            <a:r>
              <a:rPr lang="en-US" altLang="zh-CN" dirty="0">
                <a:solidFill>
                  <a:schemeClr val="bg1"/>
                </a:solidFill>
              </a:rPr>
              <a:t>check </a:t>
            </a:r>
            <a:r>
              <a:rPr lang="en-US" altLang="zh-CN" dirty="0" smtClean="0">
                <a:solidFill>
                  <a:schemeClr val="bg1"/>
                </a:solidFill>
              </a:rPr>
              <a:t>results:</a:t>
            </a:r>
            <a:endParaRPr lang="en-US" altLang="zh-CN" dirty="0">
              <a:solidFill>
                <a:schemeClr val="bg1"/>
              </a:solidFill>
            </a:endParaRPr>
          </a:p>
        </p:txBody>
      </p:sp>
      <p:pic>
        <p:nvPicPr>
          <p:cNvPr id="7" name="圖片 6"/>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15050" y="1406728"/>
            <a:ext cx="10624281" cy="1555857"/>
          </a:xfrm>
          <a:prstGeom prst="rect">
            <a:avLst/>
          </a:prstGeom>
        </p:spPr>
      </p:pic>
      <p:sp>
        <p:nvSpPr>
          <p:cNvPr id="8" name="圓角矩形 7"/>
          <p:cNvSpPr/>
          <p:nvPr/>
        </p:nvSpPr>
        <p:spPr>
          <a:xfrm>
            <a:off x="6815572" y="1820420"/>
            <a:ext cx="4623759" cy="1095693"/>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15050" y="3082304"/>
            <a:ext cx="3826689" cy="369332"/>
          </a:xfrm>
          <a:prstGeom prst="rect">
            <a:avLst/>
          </a:prstGeom>
        </p:spPr>
        <p:txBody>
          <a:bodyPr wrap="none">
            <a:spAutoFit/>
          </a:bodyPr>
          <a:lstStyle/>
          <a:p>
            <a:r>
              <a:rPr lang="en-US" altLang="zh-CN" dirty="0">
                <a:solidFill>
                  <a:schemeClr val="bg1"/>
                </a:solidFill>
              </a:rPr>
              <a:t>Detailed explanation of check rules:</a:t>
            </a:r>
          </a:p>
        </p:txBody>
      </p:sp>
      <p:sp>
        <p:nvSpPr>
          <p:cNvPr id="10" name="內容版面配置區 3"/>
          <p:cNvSpPr txBox="1">
            <a:spLocks/>
          </p:cNvSpPr>
          <p:nvPr/>
        </p:nvSpPr>
        <p:spPr>
          <a:xfrm>
            <a:off x="815050" y="3514390"/>
            <a:ext cx="10543232" cy="2473682"/>
          </a:xfrm>
          <a:prstGeom prst="rect">
            <a:avLst/>
          </a:prstGeom>
        </p:spPr>
        <p:txBody>
          <a:bodyPr vert="horz" lIns="91440" tIns="45720" rIns="91440" bIns="45720" rtlCol="0" anchor="ctr">
            <a:noAutofit/>
          </a:bodyPr>
          <a:lstStyle>
            <a:defPPr>
              <a:defRPr lang="zh-CN"/>
            </a:defPPr>
            <a:lvl1pPr marL="0" algn="r"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altLang="zh-CN" dirty="0">
                <a:solidFill>
                  <a:schemeClr val="accent6">
                    <a:lumMod val="40000"/>
                    <a:lumOff val="60000"/>
                  </a:schemeClr>
                </a:solidFill>
              </a:rPr>
              <a:t>E001</a:t>
            </a:r>
            <a:r>
              <a:rPr lang="en-US" altLang="zh-CN" dirty="0" smtClean="0">
                <a:solidFill>
                  <a:schemeClr val="accent6">
                    <a:lumMod val="40000"/>
                    <a:lumOff val="60000"/>
                  </a:schemeClr>
                </a:solidFill>
              </a:rPr>
              <a:t>: The </a:t>
            </a:r>
            <a:r>
              <a:rPr lang="en-US" altLang="zh-CN" dirty="0">
                <a:solidFill>
                  <a:schemeClr val="accent6">
                    <a:lumMod val="40000"/>
                    <a:lumOff val="60000"/>
                  </a:schemeClr>
                </a:solidFill>
              </a:rPr>
              <a:t>Employee ID cannot be empty </a:t>
            </a:r>
            <a:endParaRPr lang="en-US" altLang="zh-CN" dirty="0" smtClean="0">
              <a:solidFill>
                <a:schemeClr val="accent6">
                  <a:lumMod val="40000"/>
                  <a:lumOff val="60000"/>
                </a:schemeClr>
              </a:solidFill>
            </a:endParaRPr>
          </a:p>
          <a:p>
            <a:pPr algn="l">
              <a:lnSpc>
                <a:spcPct val="150000"/>
              </a:lnSpc>
            </a:pPr>
            <a:r>
              <a:rPr lang="en-US" altLang="zh-CN" dirty="0">
                <a:solidFill>
                  <a:schemeClr val="accent6">
                    <a:lumMod val="40000"/>
                    <a:lumOff val="60000"/>
                  </a:schemeClr>
                </a:solidFill>
              </a:rPr>
              <a:t>E002</a:t>
            </a:r>
            <a:r>
              <a:rPr lang="en-US" altLang="zh-CN" dirty="0" smtClean="0">
                <a:solidFill>
                  <a:schemeClr val="accent6">
                    <a:lumMod val="40000"/>
                    <a:lumOff val="60000"/>
                  </a:schemeClr>
                </a:solidFill>
              </a:rPr>
              <a:t>: Date </a:t>
            </a:r>
            <a:r>
              <a:rPr lang="en-US" altLang="zh-CN" dirty="0">
                <a:solidFill>
                  <a:schemeClr val="accent6">
                    <a:lumMod val="40000"/>
                    <a:lumOff val="60000"/>
                  </a:schemeClr>
                </a:solidFill>
              </a:rPr>
              <a:t>cannot be empty </a:t>
            </a:r>
            <a:endParaRPr lang="en-US" altLang="zh-CN" dirty="0" smtClean="0">
              <a:solidFill>
                <a:schemeClr val="accent6">
                  <a:lumMod val="40000"/>
                  <a:lumOff val="60000"/>
                </a:schemeClr>
              </a:solidFill>
            </a:endParaRPr>
          </a:p>
          <a:p>
            <a:pPr algn="l">
              <a:lnSpc>
                <a:spcPct val="150000"/>
              </a:lnSpc>
            </a:pPr>
            <a:r>
              <a:rPr lang="en-US" altLang="zh-CN" dirty="0">
                <a:solidFill>
                  <a:schemeClr val="accent6">
                    <a:lumMod val="40000"/>
                    <a:lumOff val="60000"/>
                  </a:schemeClr>
                </a:solidFill>
              </a:rPr>
              <a:t>E003</a:t>
            </a:r>
            <a:r>
              <a:rPr lang="en-US" altLang="zh-CN" dirty="0" smtClean="0">
                <a:solidFill>
                  <a:schemeClr val="accent6">
                    <a:lumMod val="40000"/>
                    <a:lumOff val="60000"/>
                  </a:schemeClr>
                </a:solidFill>
              </a:rPr>
              <a:t>: Manual </a:t>
            </a:r>
            <a:r>
              <a:rPr lang="en-US" altLang="zh-CN" dirty="0">
                <a:solidFill>
                  <a:schemeClr val="accent6">
                    <a:lumMod val="40000"/>
                    <a:lumOff val="60000"/>
                  </a:schemeClr>
                </a:solidFill>
              </a:rPr>
              <a:t>signature card type error </a:t>
            </a:r>
            <a:endParaRPr lang="en-US" altLang="zh-CN" dirty="0" smtClean="0">
              <a:solidFill>
                <a:schemeClr val="accent6">
                  <a:lumMod val="40000"/>
                  <a:lumOff val="60000"/>
                </a:schemeClr>
              </a:solidFill>
            </a:endParaRPr>
          </a:p>
          <a:p>
            <a:pPr algn="l">
              <a:lnSpc>
                <a:spcPct val="150000"/>
              </a:lnSpc>
            </a:pPr>
            <a:r>
              <a:rPr lang="en-US" altLang="zh-CN" dirty="0">
                <a:solidFill>
                  <a:schemeClr val="accent6">
                    <a:lumMod val="40000"/>
                    <a:lumOff val="60000"/>
                  </a:schemeClr>
                </a:solidFill>
              </a:rPr>
              <a:t>E004</a:t>
            </a:r>
            <a:r>
              <a:rPr lang="en-US" altLang="zh-CN" dirty="0" smtClean="0">
                <a:solidFill>
                  <a:schemeClr val="accent6">
                    <a:lumMod val="40000"/>
                    <a:lumOff val="60000"/>
                  </a:schemeClr>
                </a:solidFill>
              </a:rPr>
              <a:t>: The </a:t>
            </a:r>
            <a:r>
              <a:rPr lang="en-US" altLang="zh-CN" dirty="0">
                <a:solidFill>
                  <a:schemeClr val="accent6">
                    <a:lumMod val="40000"/>
                    <a:lumOff val="60000"/>
                  </a:schemeClr>
                </a:solidFill>
              </a:rPr>
              <a:t>Clock Record has not been completed on this day, please do not apply again </a:t>
            </a:r>
            <a:endParaRPr lang="en-US" altLang="zh-CN" dirty="0" smtClean="0">
              <a:solidFill>
                <a:schemeClr val="accent6">
                  <a:lumMod val="40000"/>
                  <a:lumOff val="60000"/>
                </a:schemeClr>
              </a:solidFill>
            </a:endParaRPr>
          </a:p>
          <a:p>
            <a:pPr algn="l">
              <a:lnSpc>
                <a:spcPct val="150000"/>
              </a:lnSpc>
            </a:pPr>
            <a:r>
              <a:rPr lang="en-US" altLang="zh-CN" dirty="0">
                <a:solidFill>
                  <a:schemeClr val="accent6">
                    <a:lumMod val="40000"/>
                    <a:lumOff val="60000"/>
                  </a:schemeClr>
                </a:solidFill>
              </a:rPr>
              <a:t>E005</a:t>
            </a:r>
            <a:r>
              <a:rPr lang="en-US" altLang="zh-CN" dirty="0" smtClean="0">
                <a:solidFill>
                  <a:schemeClr val="accent6">
                    <a:lumMod val="40000"/>
                    <a:lumOff val="60000"/>
                  </a:schemeClr>
                </a:solidFill>
              </a:rPr>
              <a:t>: Cannot </a:t>
            </a:r>
            <a:r>
              <a:rPr lang="en-US" altLang="zh-CN" dirty="0">
                <a:solidFill>
                  <a:schemeClr val="accent6">
                    <a:lumMod val="40000"/>
                    <a:lumOff val="60000"/>
                  </a:schemeClr>
                </a:solidFill>
              </a:rPr>
              <a:t>import today and after And the subsequent manual signature card </a:t>
            </a:r>
            <a:endParaRPr lang="en-US" altLang="zh-CN" dirty="0" smtClean="0">
              <a:solidFill>
                <a:schemeClr val="accent6">
                  <a:lumMod val="40000"/>
                  <a:lumOff val="60000"/>
                </a:schemeClr>
              </a:solidFill>
            </a:endParaRPr>
          </a:p>
          <a:p>
            <a:pPr algn="l">
              <a:lnSpc>
                <a:spcPct val="150000"/>
              </a:lnSpc>
            </a:pPr>
            <a:r>
              <a:rPr lang="en-US" altLang="zh-CN" dirty="0">
                <a:solidFill>
                  <a:schemeClr val="accent6">
                    <a:lumMod val="40000"/>
                    <a:lumOff val="60000"/>
                  </a:schemeClr>
                </a:solidFill>
              </a:rPr>
              <a:t>E006</a:t>
            </a:r>
            <a:r>
              <a:rPr lang="en-US" altLang="zh-CN" dirty="0" smtClean="0">
                <a:solidFill>
                  <a:schemeClr val="accent6">
                    <a:lumMod val="40000"/>
                    <a:lumOff val="60000"/>
                  </a:schemeClr>
                </a:solidFill>
              </a:rPr>
              <a:t>: Clock </a:t>
            </a:r>
            <a:r>
              <a:rPr lang="en-US" altLang="zh-CN" dirty="0">
                <a:solidFill>
                  <a:schemeClr val="accent6">
                    <a:lumMod val="40000"/>
                    <a:lumOff val="60000"/>
                  </a:schemeClr>
                </a:solidFill>
              </a:rPr>
              <a:t>in crosses the day error </a:t>
            </a:r>
            <a:endParaRPr lang="en-US" altLang="zh-CN" dirty="0" smtClean="0">
              <a:solidFill>
                <a:schemeClr val="accent6">
                  <a:lumMod val="40000"/>
                  <a:lumOff val="60000"/>
                </a:schemeClr>
              </a:solidFill>
            </a:endParaRPr>
          </a:p>
          <a:p>
            <a:pPr algn="l">
              <a:lnSpc>
                <a:spcPct val="150000"/>
              </a:lnSpc>
            </a:pPr>
            <a:r>
              <a:rPr lang="en-US" altLang="zh-CN" dirty="0">
                <a:solidFill>
                  <a:schemeClr val="accent6">
                    <a:lumMod val="40000"/>
                    <a:lumOff val="60000"/>
                  </a:schemeClr>
                </a:solidFill>
              </a:rPr>
              <a:t>E007</a:t>
            </a:r>
            <a:r>
              <a:rPr lang="en-US" altLang="zh-CN" dirty="0" smtClean="0">
                <a:solidFill>
                  <a:schemeClr val="accent6">
                    <a:lumMod val="40000"/>
                    <a:lumOff val="60000"/>
                  </a:schemeClr>
                </a:solidFill>
              </a:rPr>
              <a:t>: Clock </a:t>
            </a:r>
            <a:r>
              <a:rPr lang="en-US" altLang="zh-CN" dirty="0">
                <a:solidFill>
                  <a:schemeClr val="accent6">
                    <a:lumMod val="40000"/>
                    <a:lumOff val="60000"/>
                  </a:schemeClr>
                </a:solidFill>
              </a:rPr>
              <a:t>out crosses the day error </a:t>
            </a:r>
            <a:r>
              <a:rPr lang="en-US" altLang="zh-CN" dirty="0" smtClean="0">
                <a:solidFill>
                  <a:schemeClr val="accent6">
                    <a:lumMod val="40000"/>
                    <a:lumOff val="60000"/>
                  </a:schemeClr>
                </a:solidFill>
              </a:rPr>
              <a:t>	</a:t>
            </a:r>
          </a:p>
          <a:p>
            <a:pPr algn="l">
              <a:lnSpc>
                <a:spcPct val="150000"/>
              </a:lnSpc>
            </a:pPr>
            <a:r>
              <a:rPr lang="en-US" altLang="zh-CN" dirty="0">
                <a:solidFill>
                  <a:schemeClr val="accent6">
                    <a:lumMod val="40000"/>
                    <a:lumOff val="60000"/>
                  </a:schemeClr>
                </a:solidFill>
              </a:rPr>
              <a:t>E008</a:t>
            </a:r>
            <a:r>
              <a:rPr lang="en-US" altLang="zh-CN" dirty="0" smtClean="0">
                <a:solidFill>
                  <a:schemeClr val="accent6">
                    <a:lumMod val="40000"/>
                    <a:lumOff val="60000"/>
                  </a:schemeClr>
                </a:solidFill>
              </a:rPr>
              <a:t>: Card </a:t>
            </a:r>
            <a:r>
              <a:rPr lang="en-US" altLang="zh-CN" dirty="0">
                <a:solidFill>
                  <a:schemeClr val="accent6">
                    <a:lumMod val="40000"/>
                    <a:lumOff val="60000"/>
                  </a:schemeClr>
                </a:solidFill>
              </a:rPr>
              <a:t>signing time cannot be empty </a:t>
            </a:r>
            <a:endParaRPr lang="en-US" altLang="zh-CN" dirty="0" smtClean="0">
              <a:solidFill>
                <a:schemeClr val="accent6">
                  <a:lumMod val="40000"/>
                  <a:lumOff val="60000"/>
                </a:schemeClr>
              </a:solidFill>
            </a:endParaRPr>
          </a:p>
          <a:p>
            <a:pPr algn="l">
              <a:lnSpc>
                <a:spcPct val="150000"/>
              </a:lnSpc>
            </a:pPr>
            <a:r>
              <a:rPr lang="en-US" altLang="zh-CN" dirty="0">
                <a:solidFill>
                  <a:schemeClr val="accent6">
                    <a:lumMod val="40000"/>
                    <a:lumOff val="60000"/>
                  </a:schemeClr>
                </a:solidFill>
              </a:rPr>
              <a:t>E009</a:t>
            </a:r>
            <a:r>
              <a:rPr lang="en-US" altLang="zh-CN" dirty="0" smtClean="0">
                <a:solidFill>
                  <a:schemeClr val="accent6">
                    <a:lumMod val="40000"/>
                    <a:lumOff val="60000"/>
                  </a:schemeClr>
                </a:solidFill>
              </a:rPr>
              <a:t>: Individuals </a:t>
            </a:r>
            <a:r>
              <a:rPr lang="en-US" altLang="zh-CN" dirty="0">
                <a:solidFill>
                  <a:schemeClr val="accent6">
                    <a:lumMod val="40000"/>
                    <a:lumOff val="60000"/>
                  </a:schemeClr>
                </a:solidFill>
              </a:rPr>
              <a:t>are not allowed to enter forgotten card swipes throughout the day. Please contact the attendance window for operation. </a:t>
            </a:r>
            <a:endParaRPr lang="zh-TW" altLang="en-US" dirty="0">
              <a:solidFill>
                <a:schemeClr val="accent6">
                  <a:lumMod val="40000"/>
                  <a:lumOff val="60000"/>
                </a:schemeClr>
              </a:solidFill>
            </a:endParaRPr>
          </a:p>
        </p:txBody>
      </p:sp>
    </p:spTree>
    <p:extLst>
      <p:ext uri="{BB962C8B-B14F-4D97-AF65-F5344CB8AC3E}">
        <p14:creationId xmlns:p14="http://schemas.microsoft.com/office/powerpoint/2010/main" val="265299843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230;p5">
            <a:extLst>
              <a:ext uri="{FF2B5EF4-FFF2-40B4-BE49-F238E27FC236}">
                <a16:creationId xmlns:a16="http://schemas.microsoft.com/office/drawing/2014/main" id="{5E717F12-CBFD-A09B-12DA-3D2EC1D9AB24}"/>
              </a:ext>
            </a:extLst>
          </p:cNvPr>
          <p:cNvSpPr/>
          <p:nvPr/>
        </p:nvSpPr>
        <p:spPr>
          <a:xfrm>
            <a:off x="519953" y="1371600"/>
            <a:ext cx="11113246" cy="4105835"/>
          </a:xfrm>
          <a:prstGeom prst="roundRect">
            <a:avLst>
              <a:gd name="adj" fmla="val 4729"/>
            </a:avLst>
          </a:prstGeom>
          <a:gradFill>
            <a:gsLst>
              <a:gs pos="0">
                <a:schemeClr val="accent5">
                  <a:lumMod val="50000"/>
                  <a:alpha val="10000"/>
                </a:schemeClr>
              </a:gs>
              <a:gs pos="100000">
                <a:schemeClr val="accent5">
                  <a:lumMod val="50000"/>
                  <a:alpha val="3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1" algn="ctr" defTabSz="488950">
              <a:spcBef>
                <a:spcPts val="600"/>
              </a:spcBef>
              <a:spcAft>
                <a:spcPct val="15000"/>
              </a:spcAft>
            </a:pPr>
            <a:endParaRPr lang="en-US" altLang="zh-TW" sz="3200">
              <a:solidFill>
                <a:schemeClr val="bg1"/>
              </a:solidFill>
            </a:endParaRPr>
          </a:p>
        </p:txBody>
      </p:sp>
      <p:sp>
        <p:nvSpPr>
          <p:cNvPr id="2" name="標題 1"/>
          <p:cNvSpPr>
            <a:spLocks noGrp="1"/>
          </p:cNvSpPr>
          <p:nvPr>
            <p:ph type="title"/>
          </p:nvPr>
        </p:nvSpPr>
        <p:spPr/>
        <p:txBody>
          <a:bodyPr>
            <a:normAutofit fontScale="90000"/>
          </a:bodyPr>
          <a:lstStyle/>
          <a:p>
            <a:r>
              <a:rPr lang="en-US" altLang="zh-TW" dirty="0"/>
              <a:t>Clock record import </a:t>
            </a:r>
            <a:r>
              <a:rPr lang="en-US" altLang="zh-TW" dirty="0" smtClean="0"/>
              <a:t>manually</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37</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矩形 5"/>
          <p:cNvSpPr/>
          <p:nvPr/>
        </p:nvSpPr>
        <p:spPr>
          <a:xfrm>
            <a:off x="589433" y="919424"/>
            <a:ext cx="3826689" cy="369332"/>
          </a:xfrm>
          <a:prstGeom prst="rect">
            <a:avLst/>
          </a:prstGeom>
        </p:spPr>
        <p:txBody>
          <a:bodyPr wrap="none">
            <a:spAutoFit/>
          </a:bodyPr>
          <a:lstStyle/>
          <a:p>
            <a:r>
              <a:rPr lang="en-US" altLang="zh-CN" dirty="0">
                <a:solidFill>
                  <a:schemeClr val="bg1"/>
                </a:solidFill>
              </a:rPr>
              <a:t>Detailed explanation of check rules:</a:t>
            </a:r>
          </a:p>
        </p:txBody>
      </p:sp>
      <p:sp>
        <p:nvSpPr>
          <p:cNvPr id="7" name="內容版面配置區 3"/>
          <p:cNvSpPr txBox="1">
            <a:spLocks/>
          </p:cNvSpPr>
          <p:nvPr/>
        </p:nvSpPr>
        <p:spPr>
          <a:xfrm>
            <a:off x="589433" y="1445146"/>
            <a:ext cx="10982891" cy="3933779"/>
          </a:xfrm>
          <a:prstGeom prst="rect">
            <a:avLst/>
          </a:prstGeom>
        </p:spPr>
        <p:txBody>
          <a:bodyPr vert="horz" lIns="91440" tIns="45720" rIns="91440" bIns="45720" rtlCol="0" anchor="ctr">
            <a:noAutofit/>
          </a:bodyPr>
          <a:lstStyle>
            <a:defPPr>
              <a:defRPr lang="zh-CN"/>
            </a:defPPr>
            <a:lvl1pPr marL="0" algn="r"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altLang="zh-CN" dirty="0">
                <a:solidFill>
                  <a:schemeClr val="accent6"/>
                </a:solidFill>
              </a:rPr>
              <a:t>E010:The Employee ID does not exist </a:t>
            </a:r>
          </a:p>
          <a:p>
            <a:pPr algn="l">
              <a:lnSpc>
                <a:spcPct val="150000"/>
              </a:lnSpc>
            </a:pPr>
            <a:r>
              <a:rPr lang="en-US" altLang="zh-CN" dirty="0">
                <a:solidFill>
                  <a:schemeClr val="accent6"/>
                </a:solidFill>
              </a:rPr>
              <a:t>E011:There is no record of Clock Record application. </a:t>
            </a:r>
          </a:p>
          <a:p>
            <a:pPr algn="l">
              <a:lnSpc>
                <a:spcPct val="150000"/>
              </a:lnSpc>
            </a:pPr>
            <a:r>
              <a:rPr lang="en-US" altLang="zh-CN" dirty="0">
                <a:solidFill>
                  <a:schemeClr val="accent6"/>
                </a:solidFill>
              </a:rPr>
              <a:t>E012:Incorrect card type </a:t>
            </a:r>
          </a:p>
          <a:p>
            <a:pPr algn="l">
              <a:lnSpc>
                <a:spcPct val="150000"/>
              </a:lnSpc>
            </a:pPr>
            <a:r>
              <a:rPr lang="en-US" altLang="zh-CN" dirty="0">
                <a:solidFill>
                  <a:schemeClr val="accent6"/>
                </a:solidFill>
              </a:rPr>
              <a:t>E013:Employee ID and Name do not match </a:t>
            </a:r>
          </a:p>
          <a:p>
            <a:pPr algn="l">
              <a:lnSpc>
                <a:spcPct val="150000"/>
              </a:lnSpc>
            </a:pPr>
            <a:r>
              <a:rPr lang="en-US" altLang="zh-CN" dirty="0">
                <a:solidFill>
                  <a:schemeClr val="accent6"/>
                </a:solidFill>
              </a:rPr>
              <a:t>E014:No authority or the card signing date is not within the employee support period </a:t>
            </a:r>
          </a:p>
          <a:p>
            <a:pPr algn="l">
              <a:lnSpc>
                <a:spcPct val="150000"/>
              </a:lnSpc>
            </a:pPr>
            <a:r>
              <a:rPr lang="en-US" altLang="zh-CN" dirty="0">
                <a:solidFill>
                  <a:schemeClr val="accent6"/>
                </a:solidFill>
              </a:rPr>
              <a:t>E015:During the employee support period, the original unit is not allowed to import </a:t>
            </a:r>
          </a:p>
          <a:p>
            <a:pPr algn="l">
              <a:lnSpc>
                <a:spcPct val="150000"/>
              </a:lnSpc>
            </a:pPr>
            <a:r>
              <a:rPr lang="en-US" altLang="zh-CN" dirty="0">
                <a:solidFill>
                  <a:schemeClr val="accent6"/>
                </a:solidFill>
              </a:rPr>
              <a:t>E016:Shift data before </a:t>
            </a:r>
            <a:r>
              <a:rPr lang="en-US" altLang="zh-CN" dirty="0" smtClean="0">
                <a:solidFill>
                  <a:schemeClr val="accent6"/>
                </a:solidFill>
              </a:rPr>
              <a:t> </a:t>
            </a:r>
            <a:r>
              <a:rPr lang="en-US" altLang="zh-CN" dirty="0">
                <a:solidFill>
                  <a:schemeClr val="accent6"/>
                </a:solidFill>
              </a:rPr>
              <a:t>this day cannot be imported </a:t>
            </a:r>
          </a:p>
          <a:p>
            <a:pPr algn="l">
              <a:lnSpc>
                <a:spcPct val="150000"/>
              </a:lnSpc>
            </a:pPr>
            <a:r>
              <a:rPr lang="en-US" altLang="zh-CN" dirty="0">
                <a:solidFill>
                  <a:schemeClr val="accent6"/>
                </a:solidFill>
              </a:rPr>
              <a:t>E017:This Clock Record conflicts with the leave application that has not yet been approved. Please do not perform both operations at the same time. </a:t>
            </a:r>
          </a:p>
          <a:p>
            <a:pPr algn="l">
              <a:lnSpc>
                <a:spcPct val="150000"/>
              </a:lnSpc>
            </a:pPr>
            <a:r>
              <a:rPr lang="en-US" altLang="zh-CN" dirty="0">
                <a:solidFill>
                  <a:schemeClr val="accent6"/>
                </a:solidFill>
              </a:rPr>
              <a:t>E018:The employee did not work overtime on that day </a:t>
            </a:r>
          </a:p>
          <a:p>
            <a:pPr algn="l">
              <a:lnSpc>
                <a:spcPct val="150000"/>
              </a:lnSpc>
            </a:pPr>
            <a:r>
              <a:rPr lang="en-US" altLang="zh-CN" dirty="0">
                <a:solidFill>
                  <a:schemeClr val="accent6"/>
                </a:solidFill>
              </a:rPr>
              <a:t>E019:Clock Record is not allowed during holidays </a:t>
            </a:r>
          </a:p>
          <a:p>
            <a:pPr algn="l">
              <a:lnSpc>
                <a:spcPct val="150000"/>
              </a:lnSpc>
            </a:pPr>
            <a:r>
              <a:rPr lang="en-US" altLang="zh-CN" dirty="0">
                <a:solidFill>
                  <a:schemeClr val="accent6"/>
                </a:solidFill>
              </a:rPr>
              <a:t>E020:The employee did not absence work that day </a:t>
            </a:r>
          </a:p>
          <a:p>
            <a:pPr algn="l">
              <a:lnSpc>
                <a:spcPct val="150000"/>
              </a:lnSpc>
            </a:pPr>
            <a:r>
              <a:rPr lang="en-US" altLang="zh-CN" dirty="0">
                <a:solidFill>
                  <a:schemeClr val="accent6"/>
                </a:solidFill>
              </a:rPr>
              <a:t>E021:There is a problem with the scheduling data </a:t>
            </a:r>
          </a:p>
          <a:p>
            <a:pPr algn="l">
              <a:lnSpc>
                <a:spcPct val="150000"/>
              </a:lnSpc>
            </a:pPr>
            <a:r>
              <a:rPr lang="en-US" altLang="zh-CN" dirty="0">
                <a:solidFill>
                  <a:schemeClr val="accent6"/>
                </a:solidFill>
              </a:rPr>
              <a:t>E022:Clock out time is longer than the shift schedule </a:t>
            </a:r>
          </a:p>
          <a:p>
            <a:pPr algn="l">
              <a:lnSpc>
                <a:spcPct val="150000"/>
              </a:lnSpc>
            </a:pPr>
            <a:r>
              <a:rPr lang="en-US" altLang="zh-CN" dirty="0">
                <a:solidFill>
                  <a:schemeClr val="accent6"/>
                </a:solidFill>
              </a:rPr>
              <a:t>E023:The record is repeated, please confirm </a:t>
            </a:r>
          </a:p>
        </p:txBody>
      </p:sp>
    </p:spTree>
    <p:extLst>
      <p:ext uri="{BB962C8B-B14F-4D97-AF65-F5344CB8AC3E}">
        <p14:creationId xmlns:p14="http://schemas.microsoft.com/office/powerpoint/2010/main" val="272456829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38</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7" name="圓角矩形 6"/>
          <p:cNvSpPr/>
          <p:nvPr/>
        </p:nvSpPr>
        <p:spPr>
          <a:xfrm>
            <a:off x="2951590" y="2452858"/>
            <a:ext cx="6326880" cy="819510"/>
          </a:xfrm>
          <a:prstGeom prst="roundRect">
            <a:avLst>
              <a:gd name="adj" fmla="val 50000"/>
            </a:avLst>
          </a:prstGeom>
          <a:solidFill>
            <a:schemeClr val="accent5">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8" name="Oval 146"/>
          <p:cNvSpPr/>
          <p:nvPr/>
        </p:nvSpPr>
        <p:spPr>
          <a:xfrm>
            <a:off x="3064723" y="2566193"/>
            <a:ext cx="642342" cy="614835"/>
          </a:xfrm>
          <a:prstGeom prst="ellipse">
            <a:avLst/>
          </a:prstGeom>
          <a:solidFill>
            <a:schemeClr val="accent1"/>
          </a:solidFill>
          <a:ln>
            <a:noFill/>
          </a:ln>
        </p:spPr>
        <p:txBody>
          <a:bodyPr wrap="none" anchor="ctr"/>
          <a:lstStyle/>
          <a:p>
            <a:endParaRPr lang="en-US" sz="2000" dirty="0">
              <a:solidFill>
                <a:schemeClr val="accent1"/>
              </a:solidFill>
              <a:latin typeface="Arial" panose="020B0604020202020204" pitchFamily="34" charset="0"/>
              <a:cs typeface="Arial" panose="020B0604020202020204" pitchFamily="34" charset="0"/>
              <a:sym typeface="+mn-lt"/>
            </a:endParaRPr>
          </a:p>
        </p:txBody>
      </p:sp>
      <p:sp>
        <p:nvSpPr>
          <p:cNvPr id="9" name="PA-AutoShape 13"/>
          <p:cNvSpPr/>
          <p:nvPr>
            <p:custDataLst>
              <p:tags r:id="rId1"/>
            </p:custDataLst>
          </p:nvPr>
        </p:nvSpPr>
        <p:spPr bwMode="auto">
          <a:xfrm>
            <a:off x="3220023" y="2709384"/>
            <a:ext cx="331742" cy="32810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59" y="0"/>
                  <a:pt x="0" y="4859"/>
                  <a:pt x="0" y="10800"/>
                </a:cubicBezTo>
                <a:cubicBezTo>
                  <a:pt x="0" y="16739"/>
                  <a:pt x="4859" y="21600"/>
                  <a:pt x="10800" y="21600"/>
                </a:cubicBezTo>
                <a:cubicBezTo>
                  <a:pt x="16739" y="21600"/>
                  <a:pt x="21600" y="16739"/>
                  <a:pt x="21600" y="10800"/>
                </a:cubicBezTo>
                <a:cubicBezTo>
                  <a:pt x="21600" y="4859"/>
                  <a:pt x="16739" y="0"/>
                  <a:pt x="10800" y="0"/>
                </a:cubicBezTo>
                <a:close/>
                <a:moveTo>
                  <a:pt x="14939" y="4319"/>
                </a:moveTo>
                <a:cubicBezTo>
                  <a:pt x="15659" y="3779"/>
                  <a:pt x="15659" y="3779"/>
                  <a:pt x="15659" y="3779"/>
                </a:cubicBezTo>
                <a:cubicBezTo>
                  <a:pt x="15659" y="3779"/>
                  <a:pt x="15299" y="3059"/>
                  <a:pt x="15479" y="2519"/>
                </a:cubicBezTo>
                <a:cubicBezTo>
                  <a:pt x="15659" y="2519"/>
                  <a:pt x="16379" y="2879"/>
                  <a:pt x="16919" y="3599"/>
                </a:cubicBezTo>
                <a:cubicBezTo>
                  <a:pt x="16559" y="5219"/>
                  <a:pt x="15479" y="5039"/>
                  <a:pt x="15479" y="5039"/>
                </a:cubicBezTo>
                <a:cubicBezTo>
                  <a:pt x="15479" y="5039"/>
                  <a:pt x="14759" y="5039"/>
                  <a:pt x="14939" y="4319"/>
                </a:cubicBezTo>
                <a:close/>
                <a:moveTo>
                  <a:pt x="8459" y="13859"/>
                </a:moveTo>
                <a:cubicBezTo>
                  <a:pt x="8279" y="14039"/>
                  <a:pt x="8099" y="14579"/>
                  <a:pt x="7919" y="15119"/>
                </a:cubicBezTo>
                <a:cubicBezTo>
                  <a:pt x="7739" y="15479"/>
                  <a:pt x="7559" y="15660"/>
                  <a:pt x="7379" y="15839"/>
                </a:cubicBezTo>
                <a:cubicBezTo>
                  <a:pt x="7019" y="16019"/>
                  <a:pt x="7019" y="16379"/>
                  <a:pt x="7019" y="16379"/>
                </a:cubicBezTo>
                <a:cubicBezTo>
                  <a:pt x="6839" y="17099"/>
                  <a:pt x="6839" y="17099"/>
                  <a:pt x="6839" y="17099"/>
                </a:cubicBezTo>
                <a:cubicBezTo>
                  <a:pt x="6839" y="17099"/>
                  <a:pt x="7019" y="17819"/>
                  <a:pt x="7200" y="17999"/>
                </a:cubicBezTo>
                <a:cubicBezTo>
                  <a:pt x="7200" y="18360"/>
                  <a:pt x="6659" y="19799"/>
                  <a:pt x="6659" y="19799"/>
                </a:cubicBezTo>
                <a:cubicBezTo>
                  <a:pt x="6120" y="19620"/>
                  <a:pt x="5940" y="19079"/>
                  <a:pt x="5760" y="18719"/>
                </a:cubicBezTo>
                <a:cubicBezTo>
                  <a:pt x="5760" y="18360"/>
                  <a:pt x="5399" y="18179"/>
                  <a:pt x="5579" y="17819"/>
                </a:cubicBezTo>
                <a:cubicBezTo>
                  <a:pt x="5579" y="17279"/>
                  <a:pt x="5219" y="17099"/>
                  <a:pt x="5039" y="16919"/>
                </a:cubicBezTo>
                <a:cubicBezTo>
                  <a:pt x="4859" y="16559"/>
                  <a:pt x="4679" y="16199"/>
                  <a:pt x="4679" y="16019"/>
                </a:cubicBezTo>
                <a:cubicBezTo>
                  <a:pt x="4679" y="15839"/>
                  <a:pt x="4139" y="15479"/>
                  <a:pt x="4139" y="15479"/>
                </a:cubicBezTo>
                <a:cubicBezTo>
                  <a:pt x="4139" y="15479"/>
                  <a:pt x="3239" y="14940"/>
                  <a:pt x="3060" y="14759"/>
                </a:cubicBezTo>
                <a:cubicBezTo>
                  <a:pt x="2880" y="14579"/>
                  <a:pt x="2699" y="13859"/>
                  <a:pt x="2699" y="13499"/>
                </a:cubicBezTo>
                <a:cubicBezTo>
                  <a:pt x="2699" y="13139"/>
                  <a:pt x="2880" y="12239"/>
                  <a:pt x="2880" y="12239"/>
                </a:cubicBezTo>
                <a:cubicBezTo>
                  <a:pt x="2880" y="12239"/>
                  <a:pt x="3239" y="11879"/>
                  <a:pt x="3060" y="11699"/>
                </a:cubicBezTo>
                <a:cubicBezTo>
                  <a:pt x="2699" y="11519"/>
                  <a:pt x="2699" y="10800"/>
                  <a:pt x="2699" y="10800"/>
                </a:cubicBezTo>
                <a:cubicBezTo>
                  <a:pt x="2339" y="10439"/>
                  <a:pt x="2339" y="10439"/>
                  <a:pt x="2339" y="10439"/>
                </a:cubicBezTo>
                <a:cubicBezTo>
                  <a:pt x="2339" y="10439"/>
                  <a:pt x="1979" y="9899"/>
                  <a:pt x="1800" y="9719"/>
                </a:cubicBezTo>
                <a:cubicBezTo>
                  <a:pt x="1800" y="9359"/>
                  <a:pt x="1800" y="9180"/>
                  <a:pt x="1979" y="8999"/>
                </a:cubicBezTo>
                <a:cubicBezTo>
                  <a:pt x="1979" y="8819"/>
                  <a:pt x="1800" y="8279"/>
                  <a:pt x="1800" y="8099"/>
                </a:cubicBezTo>
                <a:cubicBezTo>
                  <a:pt x="3600" y="3599"/>
                  <a:pt x="6659" y="2699"/>
                  <a:pt x="6659" y="2699"/>
                </a:cubicBezTo>
                <a:cubicBezTo>
                  <a:pt x="6839" y="3599"/>
                  <a:pt x="6839" y="3599"/>
                  <a:pt x="6839" y="3599"/>
                </a:cubicBezTo>
                <a:cubicBezTo>
                  <a:pt x="6839" y="3599"/>
                  <a:pt x="6299" y="3779"/>
                  <a:pt x="6120" y="3779"/>
                </a:cubicBezTo>
                <a:cubicBezTo>
                  <a:pt x="5760" y="3599"/>
                  <a:pt x="5579" y="3599"/>
                  <a:pt x="5579" y="3599"/>
                </a:cubicBezTo>
                <a:cubicBezTo>
                  <a:pt x="5219" y="4139"/>
                  <a:pt x="5219" y="4139"/>
                  <a:pt x="5219" y="4139"/>
                </a:cubicBezTo>
                <a:cubicBezTo>
                  <a:pt x="5219" y="4139"/>
                  <a:pt x="5039" y="4499"/>
                  <a:pt x="5039" y="4679"/>
                </a:cubicBezTo>
                <a:cubicBezTo>
                  <a:pt x="5039" y="4859"/>
                  <a:pt x="5219" y="5219"/>
                  <a:pt x="5219" y="5219"/>
                </a:cubicBezTo>
                <a:cubicBezTo>
                  <a:pt x="5219" y="5219"/>
                  <a:pt x="5760" y="5219"/>
                  <a:pt x="5760" y="5039"/>
                </a:cubicBezTo>
                <a:cubicBezTo>
                  <a:pt x="5760" y="4859"/>
                  <a:pt x="5760" y="4679"/>
                  <a:pt x="5760" y="4679"/>
                </a:cubicBezTo>
                <a:cubicBezTo>
                  <a:pt x="5579" y="4319"/>
                  <a:pt x="5579" y="4319"/>
                  <a:pt x="5579" y="4319"/>
                </a:cubicBezTo>
                <a:cubicBezTo>
                  <a:pt x="5579" y="4319"/>
                  <a:pt x="6120" y="4139"/>
                  <a:pt x="7200" y="4319"/>
                </a:cubicBezTo>
                <a:cubicBezTo>
                  <a:pt x="8459" y="4319"/>
                  <a:pt x="7919" y="5219"/>
                  <a:pt x="8459" y="5399"/>
                </a:cubicBezTo>
                <a:cubicBezTo>
                  <a:pt x="8999" y="5580"/>
                  <a:pt x="8099" y="6299"/>
                  <a:pt x="7919" y="6659"/>
                </a:cubicBezTo>
                <a:cubicBezTo>
                  <a:pt x="7739" y="7019"/>
                  <a:pt x="7379" y="6119"/>
                  <a:pt x="7379" y="6119"/>
                </a:cubicBezTo>
                <a:cubicBezTo>
                  <a:pt x="7379" y="6119"/>
                  <a:pt x="7739" y="5759"/>
                  <a:pt x="7200" y="5759"/>
                </a:cubicBezTo>
                <a:cubicBezTo>
                  <a:pt x="6659" y="5580"/>
                  <a:pt x="6299" y="6479"/>
                  <a:pt x="6659" y="6479"/>
                </a:cubicBezTo>
                <a:cubicBezTo>
                  <a:pt x="6839" y="6479"/>
                  <a:pt x="7200" y="6839"/>
                  <a:pt x="7019" y="7019"/>
                </a:cubicBezTo>
                <a:cubicBezTo>
                  <a:pt x="7019" y="7199"/>
                  <a:pt x="7019" y="7199"/>
                  <a:pt x="6839" y="7739"/>
                </a:cubicBezTo>
                <a:cubicBezTo>
                  <a:pt x="6479" y="8279"/>
                  <a:pt x="6120" y="8639"/>
                  <a:pt x="6120" y="8639"/>
                </a:cubicBezTo>
                <a:cubicBezTo>
                  <a:pt x="6120" y="8639"/>
                  <a:pt x="5760" y="8459"/>
                  <a:pt x="5940" y="8819"/>
                </a:cubicBezTo>
                <a:cubicBezTo>
                  <a:pt x="6120" y="9180"/>
                  <a:pt x="5940" y="9719"/>
                  <a:pt x="5940" y="9899"/>
                </a:cubicBezTo>
                <a:cubicBezTo>
                  <a:pt x="5940" y="10259"/>
                  <a:pt x="5219" y="9719"/>
                  <a:pt x="5219" y="9180"/>
                </a:cubicBezTo>
                <a:cubicBezTo>
                  <a:pt x="5039" y="8639"/>
                  <a:pt x="4499" y="9180"/>
                  <a:pt x="4319" y="9180"/>
                </a:cubicBezTo>
                <a:cubicBezTo>
                  <a:pt x="4139" y="9180"/>
                  <a:pt x="3779" y="8999"/>
                  <a:pt x="3779" y="8819"/>
                </a:cubicBezTo>
                <a:cubicBezTo>
                  <a:pt x="3600" y="8639"/>
                  <a:pt x="2699" y="9359"/>
                  <a:pt x="2519" y="9359"/>
                </a:cubicBezTo>
                <a:cubicBezTo>
                  <a:pt x="2339" y="9539"/>
                  <a:pt x="2339" y="9899"/>
                  <a:pt x="2699" y="9719"/>
                </a:cubicBezTo>
                <a:cubicBezTo>
                  <a:pt x="3060" y="9539"/>
                  <a:pt x="3419" y="9719"/>
                  <a:pt x="3419" y="10079"/>
                </a:cubicBezTo>
                <a:cubicBezTo>
                  <a:pt x="3239" y="10439"/>
                  <a:pt x="2880" y="10259"/>
                  <a:pt x="2880" y="10439"/>
                </a:cubicBezTo>
                <a:cubicBezTo>
                  <a:pt x="3060" y="10800"/>
                  <a:pt x="3419" y="10979"/>
                  <a:pt x="3419" y="11339"/>
                </a:cubicBezTo>
                <a:cubicBezTo>
                  <a:pt x="3600" y="11699"/>
                  <a:pt x="4499" y="11339"/>
                  <a:pt x="4859" y="11160"/>
                </a:cubicBezTo>
                <a:cubicBezTo>
                  <a:pt x="5039" y="11160"/>
                  <a:pt x="5940" y="10979"/>
                  <a:pt x="5940" y="11339"/>
                </a:cubicBezTo>
                <a:cubicBezTo>
                  <a:pt x="6120" y="11699"/>
                  <a:pt x="7019" y="11879"/>
                  <a:pt x="7379" y="11879"/>
                </a:cubicBezTo>
                <a:cubicBezTo>
                  <a:pt x="7739" y="12059"/>
                  <a:pt x="8279" y="12059"/>
                  <a:pt x="8819" y="12419"/>
                </a:cubicBezTo>
                <a:cubicBezTo>
                  <a:pt x="9179" y="12959"/>
                  <a:pt x="8459" y="13679"/>
                  <a:pt x="8459" y="13859"/>
                </a:cubicBezTo>
                <a:close/>
                <a:moveTo>
                  <a:pt x="10619" y="2519"/>
                </a:moveTo>
                <a:cubicBezTo>
                  <a:pt x="10439" y="3059"/>
                  <a:pt x="9719" y="3599"/>
                  <a:pt x="9899" y="3779"/>
                </a:cubicBezTo>
                <a:cubicBezTo>
                  <a:pt x="9899" y="3959"/>
                  <a:pt x="9899" y="4859"/>
                  <a:pt x="9179" y="4139"/>
                </a:cubicBezTo>
                <a:cubicBezTo>
                  <a:pt x="8459" y="3419"/>
                  <a:pt x="7739" y="3239"/>
                  <a:pt x="7919" y="2699"/>
                </a:cubicBezTo>
                <a:cubicBezTo>
                  <a:pt x="7919" y="2519"/>
                  <a:pt x="8639" y="2519"/>
                  <a:pt x="8639" y="2339"/>
                </a:cubicBezTo>
                <a:cubicBezTo>
                  <a:pt x="9540" y="1259"/>
                  <a:pt x="11159" y="1439"/>
                  <a:pt x="11339" y="1799"/>
                </a:cubicBezTo>
                <a:cubicBezTo>
                  <a:pt x="10980" y="2159"/>
                  <a:pt x="10619" y="1979"/>
                  <a:pt x="10619" y="2519"/>
                </a:cubicBezTo>
                <a:close/>
                <a:moveTo>
                  <a:pt x="19259" y="11160"/>
                </a:moveTo>
                <a:cubicBezTo>
                  <a:pt x="19259" y="11160"/>
                  <a:pt x="19619" y="11699"/>
                  <a:pt x="20159" y="11699"/>
                </a:cubicBezTo>
                <a:cubicBezTo>
                  <a:pt x="19799" y="15660"/>
                  <a:pt x="16559" y="18360"/>
                  <a:pt x="16559" y="18360"/>
                </a:cubicBezTo>
                <a:cubicBezTo>
                  <a:pt x="16019" y="17819"/>
                  <a:pt x="16199" y="17279"/>
                  <a:pt x="16199" y="17279"/>
                </a:cubicBezTo>
                <a:cubicBezTo>
                  <a:pt x="16379" y="16559"/>
                  <a:pt x="16379" y="16559"/>
                  <a:pt x="16379" y="16559"/>
                </a:cubicBezTo>
                <a:cubicBezTo>
                  <a:pt x="16379" y="15299"/>
                  <a:pt x="16379" y="15299"/>
                  <a:pt x="16379" y="15299"/>
                </a:cubicBezTo>
                <a:cubicBezTo>
                  <a:pt x="16379" y="15299"/>
                  <a:pt x="16379" y="13859"/>
                  <a:pt x="15119" y="14579"/>
                </a:cubicBezTo>
                <a:cubicBezTo>
                  <a:pt x="13859" y="14940"/>
                  <a:pt x="14400" y="14940"/>
                  <a:pt x="12959" y="14940"/>
                </a:cubicBezTo>
                <a:cubicBezTo>
                  <a:pt x="11520" y="15119"/>
                  <a:pt x="11880" y="12059"/>
                  <a:pt x="11880" y="12059"/>
                </a:cubicBezTo>
                <a:cubicBezTo>
                  <a:pt x="11880" y="7739"/>
                  <a:pt x="15119" y="10979"/>
                  <a:pt x="15119" y="10979"/>
                </a:cubicBezTo>
                <a:cubicBezTo>
                  <a:pt x="17099" y="12419"/>
                  <a:pt x="17459" y="10079"/>
                  <a:pt x="17459" y="10079"/>
                </a:cubicBezTo>
                <a:cubicBezTo>
                  <a:pt x="18719" y="9539"/>
                  <a:pt x="18719" y="9539"/>
                  <a:pt x="18719" y="9539"/>
                </a:cubicBezTo>
                <a:cubicBezTo>
                  <a:pt x="18899" y="8819"/>
                  <a:pt x="18899" y="8819"/>
                  <a:pt x="18899" y="8819"/>
                </a:cubicBezTo>
                <a:cubicBezTo>
                  <a:pt x="18719" y="7919"/>
                  <a:pt x="18719" y="7919"/>
                  <a:pt x="18719" y="7919"/>
                </a:cubicBezTo>
                <a:cubicBezTo>
                  <a:pt x="16739" y="7019"/>
                  <a:pt x="16739" y="7019"/>
                  <a:pt x="16739" y="7019"/>
                </a:cubicBezTo>
                <a:cubicBezTo>
                  <a:pt x="16739" y="7019"/>
                  <a:pt x="16379" y="7739"/>
                  <a:pt x="16919" y="8639"/>
                </a:cubicBezTo>
                <a:cubicBezTo>
                  <a:pt x="16919" y="8639"/>
                  <a:pt x="16739" y="9539"/>
                  <a:pt x="16379" y="9359"/>
                </a:cubicBezTo>
                <a:cubicBezTo>
                  <a:pt x="15119" y="8639"/>
                  <a:pt x="15119" y="8639"/>
                  <a:pt x="15119" y="8639"/>
                </a:cubicBezTo>
                <a:cubicBezTo>
                  <a:pt x="15119" y="8639"/>
                  <a:pt x="14759" y="8459"/>
                  <a:pt x="14220" y="8819"/>
                </a:cubicBezTo>
                <a:cubicBezTo>
                  <a:pt x="13500" y="9359"/>
                  <a:pt x="12419" y="8819"/>
                  <a:pt x="12419" y="8819"/>
                </a:cubicBezTo>
                <a:cubicBezTo>
                  <a:pt x="12419" y="8819"/>
                  <a:pt x="12419" y="8279"/>
                  <a:pt x="13139" y="7919"/>
                </a:cubicBezTo>
                <a:cubicBezTo>
                  <a:pt x="13679" y="7559"/>
                  <a:pt x="13679" y="7559"/>
                  <a:pt x="13679" y="7559"/>
                </a:cubicBezTo>
                <a:cubicBezTo>
                  <a:pt x="13679" y="7559"/>
                  <a:pt x="13500" y="6839"/>
                  <a:pt x="13679" y="6299"/>
                </a:cubicBezTo>
                <a:cubicBezTo>
                  <a:pt x="13859" y="5759"/>
                  <a:pt x="14039" y="6299"/>
                  <a:pt x="14579" y="5939"/>
                </a:cubicBezTo>
                <a:cubicBezTo>
                  <a:pt x="15119" y="5580"/>
                  <a:pt x="15479" y="6659"/>
                  <a:pt x="16199" y="6479"/>
                </a:cubicBezTo>
                <a:cubicBezTo>
                  <a:pt x="16919" y="6479"/>
                  <a:pt x="16559" y="6299"/>
                  <a:pt x="17099" y="5939"/>
                </a:cubicBezTo>
                <a:cubicBezTo>
                  <a:pt x="17639" y="5759"/>
                  <a:pt x="17999" y="6479"/>
                  <a:pt x="17999" y="6479"/>
                </a:cubicBezTo>
                <a:cubicBezTo>
                  <a:pt x="19080" y="6659"/>
                  <a:pt x="19080" y="6659"/>
                  <a:pt x="19080" y="6659"/>
                </a:cubicBezTo>
                <a:cubicBezTo>
                  <a:pt x="19080" y="6659"/>
                  <a:pt x="18899" y="5399"/>
                  <a:pt x="18899" y="5759"/>
                </a:cubicBezTo>
                <a:cubicBezTo>
                  <a:pt x="19619" y="6839"/>
                  <a:pt x="20520" y="9899"/>
                  <a:pt x="20159" y="10439"/>
                </a:cubicBezTo>
                <a:cubicBezTo>
                  <a:pt x="19979" y="10259"/>
                  <a:pt x="19799" y="10259"/>
                  <a:pt x="19799" y="10259"/>
                </a:cubicBezTo>
                <a:cubicBezTo>
                  <a:pt x="18539" y="10259"/>
                  <a:pt x="18539" y="10259"/>
                  <a:pt x="18539" y="10259"/>
                </a:cubicBezTo>
                <a:lnTo>
                  <a:pt x="19259" y="11160"/>
                </a:lnTo>
                <a:close/>
              </a:path>
            </a:pathLst>
          </a:custGeom>
          <a:solidFill>
            <a:srgbClr val="FFFFFF"/>
          </a:solidFill>
          <a:ln>
            <a:noFill/>
          </a:ln>
          <a:effectLst/>
        </p:spPr>
        <p:txBody>
          <a:bodyPr lIns="45719" tIns="45719" rIns="45719" bIns="45719"/>
          <a:lstStyle/>
          <a:p>
            <a:pPr>
              <a:defRPr/>
            </a:pPr>
            <a:endParaRPr lang="es-ES" dirty="0">
              <a:solidFill>
                <a:schemeClr val="bg1"/>
              </a:solidFill>
              <a:latin typeface="Arial" panose="020B0604020202020204" pitchFamily="34" charset="0"/>
              <a:cs typeface="Arial" panose="020B0604020202020204" pitchFamily="34" charset="0"/>
              <a:sym typeface="+mn-lt"/>
            </a:endParaRPr>
          </a:p>
        </p:txBody>
      </p:sp>
      <p:sp>
        <p:nvSpPr>
          <p:cNvPr id="10" name="矩形 9"/>
          <p:cNvSpPr/>
          <p:nvPr/>
        </p:nvSpPr>
        <p:spPr>
          <a:xfrm>
            <a:off x="3760855" y="2654649"/>
            <a:ext cx="1228221" cy="461665"/>
          </a:xfrm>
          <a:prstGeom prst="rect">
            <a:avLst/>
          </a:prstGeom>
        </p:spPr>
        <p:txBody>
          <a:bodyPr wrap="none">
            <a:spAutoFit/>
          </a:bodyPr>
          <a:lstStyle/>
          <a:p>
            <a:r>
              <a:rPr lang="en-US" altLang="zh-TW" sz="2400" b="1" dirty="0">
                <a:solidFill>
                  <a:schemeClr val="accent3">
                    <a:lumMod val="40000"/>
                    <a:lumOff val="60000"/>
                  </a:schemeClr>
                </a:solidFill>
                <a:latin typeface="Arial" panose="020B0604020202020204" pitchFamily="34" charset="0"/>
                <a:ea typeface="Microsoft YaHei UI" panose="020B0503020204020204" pitchFamily="34" charset="-122"/>
                <a:cs typeface="Arial" panose="020B0604020202020204" pitchFamily="34" charset="0"/>
              </a:rPr>
              <a:t>Absent</a:t>
            </a:r>
          </a:p>
        </p:txBody>
      </p:sp>
      <p:sp>
        <p:nvSpPr>
          <p:cNvPr id="11" name="PA-矩形 4"/>
          <p:cNvSpPr>
            <a:spLocks noChangeArrowheads="1"/>
          </p:cNvSpPr>
          <p:nvPr>
            <p:custDataLst>
              <p:tags r:id="rId2"/>
            </p:custDataLst>
          </p:nvPr>
        </p:nvSpPr>
        <p:spPr bwMode="auto">
          <a:xfrm>
            <a:off x="3841177" y="3547368"/>
            <a:ext cx="522967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Type of Abnormal Attendance</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Logic of absence</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Special Treatment</a:t>
            </a:r>
          </a:p>
        </p:txBody>
      </p:sp>
    </p:spTree>
    <p:extLst>
      <p:ext uri="{BB962C8B-B14F-4D97-AF65-F5344CB8AC3E}">
        <p14:creationId xmlns:p14="http://schemas.microsoft.com/office/powerpoint/2010/main" val="340498158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fontScale="90000"/>
          </a:bodyPr>
          <a:lstStyle/>
          <a:p>
            <a:r>
              <a:rPr lang="en-US" altLang="zh-TW" dirty="0"/>
              <a:t>Type Of Abnormal </a:t>
            </a:r>
            <a:r>
              <a:rPr lang="en-US" altLang="zh-TW" dirty="0" smtClean="0"/>
              <a:t>Attendance</a:t>
            </a:r>
            <a:endParaRPr lang="zh-TW" altLang="en-US" dirty="0"/>
          </a:p>
        </p:txBody>
      </p:sp>
      <p:sp>
        <p:nvSpPr>
          <p:cNvPr id="3" name="投影片編號版面配置區 2"/>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39</a:t>
            </a:fld>
            <a:r>
              <a:rPr lang="en-US" altLang="zh-TW" smtClean="0"/>
              <a:t> /</a:t>
            </a:r>
            <a:endParaRPr lang="en-US" altLang="zh-TW" dirty="0"/>
          </a:p>
        </p:txBody>
      </p:sp>
      <p:sp>
        <p:nvSpPr>
          <p:cNvPr id="4" name="頁尾版面配置區 3"/>
          <p:cNvSpPr>
            <a:spLocks noGrp="1"/>
          </p:cNvSpPr>
          <p:nvPr>
            <p:ph type="ftr" sz="quarter" idx="3"/>
          </p:nvPr>
        </p:nvSpPr>
        <p:spPr/>
        <p:txBody>
          <a:bodyPr/>
          <a:lstStyle/>
          <a:p>
            <a:r>
              <a:rPr lang="en-US" altLang="zh-TW" smtClean="0"/>
              <a:t>79</a:t>
            </a:r>
            <a:endParaRPr lang="zh-TW" altLang="en-US" dirty="0"/>
          </a:p>
        </p:txBody>
      </p:sp>
      <p:sp>
        <p:nvSpPr>
          <p:cNvPr id="7" name="圓角矩形 6"/>
          <p:cNvSpPr/>
          <p:nvPr/>
        </p:nvSpPr>
        <p:spPr>
          <a:xfrm>
            <a:off x="1050859" y="2227799"/>
            <a:ext cx="1420804" cy="83239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smtClean="0"/>
              <a:t>Abnormal</a:t>
            </a:r>
            <a:br>
              <a:rPr lang="en-US" altLang="zh-CN" sz="1600" dirty="0" smtClean="0"/>
            </a:br>
            <a:r>
              <a:rPr lang="en-US" altLang="zh-CN" sz="1600" dirty="0" smtClean="0"/>
              <a:t>Attendance</a:t>
            </a:r>
            <a:endParaRPr lang="zh-CN" altLang="en-US" sz="1600" dirty="0"/>
          </a:p>
        </p:txBody>
      </p:sp>
      <p:sp>
        <p:nvSpPr>
          <p:cNvPr id="8" name="圓角矩形 7"/>
          <p:cNvSpPr/>
          <p:nvPr/>
        </p:nvSpPr>
        <p:spPr>
          <a:xfrm>
            <a:off x="2834589" y="1063796"/>
            <a:ext cx="1583463" cy="657772"/>
          </a:xfrm>
          <a:prstGeom prst="round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sz="1400" dirty="0" smtClean="0"/>
              <a:t>Late To Work</a:t>
            </a:r>
          </a:p>
          <a:p>
            <a:pPr algn="ctr"/>
            <a:r>
              <a:rPr lang="en-US" altLang="zh-CN" sz="1400" dirty="0" smtClean="0"/>
              <a:t>Off Work Early</a:t>
            </a:r>
            <a:endParaRPr lang="zh-CN" altLang="en-US" sz="1400" dirty="0"/>
          </a:p>
        </p:txBody>
      </p:sp>
      <p:sp>
        <p:nvSpPr>
          <p:cNvPr id="9" name="圓角矩形 8"/>
          <p:cNvSpPr/>
          <p:nvPr/>
        </p:nvSpPr>
        <p:spPr>
          <a:xfrm>
            <a:off x="2834588" y="2040206"/>
            <a:ext cx="1583464" cy="646553"/>
          </a:xfrm>
          <a:prstGeom prst="roundRect">
            <a:avLst/>
          </a:prstGeom>
          <a:solidFill>
            <a:schemeClr val="accent1">
              <a:lumMod val="75000"/>
            </a:schemeClr>
          </a:solidFill>
          <a:ln>
            <a:solidFill>
              <a:schemeClr val="accent3">
                <a:lumMod val="40000"/>
                <a:lumOff val="6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dirty="0" smtClean="0"/>
              <a:t>Leave</a:t>
            </a:r>
            <a:endParaRPr lang="zh-CN" altLang="en-US" sz="1400" dirty="0"/>
          </a:p>
        </p:txBody>
      </p:sp>
      <p:sp>
        <p:nvSpPr>
          <p:cNvPr id="10" name="圓角矩形 9"/>
          <p:cNvSpPr/>
          <p:nvPr/>
        </p:nvSpPr>
        <p:spPr>
          <a:xfrm>
            <a:off x="2817334" y="3549518"/>
            <a:ext cx="1583463" cy="677427"/>
          </a:xfrm>
          <a:prstGeom prst="roundRect">
            <a:avLst/>
          </a:prstGeom>
          <a:solidFill>
            <a:schemeClr val="accent1">
              <a:lumMod val="75000"/>
            </a:schemeClr>
          </a:solidFill>
          <a:ln>
            <a:solidFill>
              <a:schemeClr val="accent3">
                <a:lumMod val="40000"/>
                <a:lumOff val="6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400" dirty="0" smtClean="0">
                <a:solidFill>
                  <a:schemeClr val="bg1"/>
                </a:solidFill>
              </a:rPr>
              <a:t>Absent</a:t>
            </a:r>
            <a:endParaRPr lang="zh-CN" altLang="en-US" sz="1400" dirty="0">
              <a:solidFill>
                <a:schemeClr val="bg1"/>
              </a:solidFill>
            </a:endParaRPr>
          </a:p>
        </p:txBody>
      </p:sp>
      <p:sp>
        <p:nvSpPr>
          <p:cNvPr id="11" name="圓角矩形 10"/>
          <p:cNvSpPr/>
          <p:nvPr/>
        </p:nvSpPr>
        <p:spPr>
          <a:xfrm>
            <a:off x="4657701" y="1948325"/>
            <a:ext cx="3692674" cy="1288177"/>
          </a:xfrm>
          <a:prstGeom prst="roundRect">
            <a:avLst/>
          </a:prstGeom>
          <a:solidFill>
            <a:schemeClr val="accent1">
              <a:lumMod val="7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r>
              <a:rPr lang="en-US" altLang="zh-CN" sz="1400" dirty="0" smtClean="0">
                <a:solidFill>
                  <a:schemeClr val="bg1"/>
                </a:solidFill>
              </a:rPr>
              <a:t>Casual </a:t>
            </a:r>
            <a:r>
              <a:rPr lang="en-US" altLang="zh-CN" sz="1400" dirty="0">
                <a:solidFill>
                  <a:schemeClr val="bg1"/>
                </a:solidFill>
              </a:rPr>
              <a:t>Leave</a:t>
            </a:r>
          </a:p>
          <a:p>
            <a:r>
              <a:rPr lang="en-US" altLang="zh-CN" sz="1400" dirty="0">
                <a:solidFill>
                  <a:schemeClr val="bg1"/>
                </a:solidFill>
              </a:rPr>
              <a:t>Sick </a:t>
            </a:r>
            <a:r>
              <a:rPr lang="en-US" altLang="zh-CN" sz="1400" dirty="0" smtClean="0">
                <a:solidFill>
                  <a:schemeClr val="bg1"/>
                </a:solidFill>
              </a:rPr>
              <a:t>Leave</a:t>
            </a:r>
          </a:p>
          <a:p>
            <a:r>
              <a:rPr lang="en-US" altLang="zh-CN" sz="1400" dirty="0" smtClean="0">
                <a:solidFill>
                  <a:schemeClr val="bg1"/>
                </a:solidFill>
              </a:rPr>
              <a:t>Earned Leave</a:t>
            </a:r>
          </a:p>
          <a:p>
            <a:r>
              <a:rPr lang="en-US" altLang="zh-CN" sz="1400" dirty="0" smtClean="0">
                <a:solidFill>
                  <a:schemeClr val="bg1"/>
                </a:solidFill>
              </a:rPr>
              <a:t>……</a:t>
            </a:r>
            <a:endParaRPr lang="en-US" altLang="zh-CN" sz="1400" dirty="0">
              <a:solidFill>
                <a:schemeClr val="bg1"/>
              </a:solidFill>
            </a:endParaRPr>
          </a:p>
          <a:p>
            <a:r>
              <a:rPr lang="en-US" altLang="zh-CN" sz="1400" dirty="0">
                <a:solidFill>
                  <a:schemeClr val="bg1"/>
                </a:solidFill>
              </a:rPr>
              <a:t>Compensation Off</a:t>
            </a:r>
            <a:endParaRPr lang="zh-CN" altLang="en-US" sz="1400" dirty="0">
              <a:solidFill>
                <a:schemeClr val="bg1"/>
              </a:solidFill>
            </a:endParaRPr>
          </a:p>
        </p:txBody>
      </p:sp>
      <p:cxnSp>
        <p:nvCxnSpPr>
          <p:cNvPr id="12" name="直線接點 11"/>
          <p:cNvCxnSpPr/>
          <p:nvPr/>
        </p:nvCxnSpPr>
        <p:spPr>
          <a:xfrm>
            <a:off x="2867858" y="3363634"/>
            <a:ext cx="656081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823645" y="1842603"/>
            <a:ext cx="6605025" cy="114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 name="左大括弧 13"/>
          <p:cNvSpPr/>
          <p:nvPr/>
        </p:nvSpPr>
        <p:spPr>
          <a:xfrm>
            <a:off x="2511597" y="1406106"/>
            <a:ext cx="290449" cy="2475781"/>
          </a:xfrm>
          <a:prstGeom prst="leftBrace">
            <a:avLst>
              <a:gd name="adj1" fmla="val 8333"/>
              <a:gd name="adj2" fmla="val 50000"/>
            </a:avLst>
          </a:prstGeom>
          <a:ln>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p>
        </p:txBody>
      </p:sp>
      <p:graphicFrame>
        <p:nvGraphicFramePr>
          <p:cNvPr id="15" name="表格 14"/>
          <p:cNvGraphicFramePr>
            <a:graphicFrameLocks noGrp="1"/>
          </p:cNvGraphicFramePr>
          <p:nvPr>
            <p:extLst>
              <p:ext uri="{D42A27DB-BD31-4B8C-83A1-F6EECF244321}">
                <p14:modId xmlns:p14="http://schemas.microsoft.com/office/powerpoint/2010/main" val="2737552028"/>
              </p:ext>
            </p:extLst>
          </p:nvPr>
        </p:nvGraphicFramePr>
        <p:xfrm>
          <a:off x="4573143" y="3571656"/>
          <a:ext cx="6827838" cy="2261848"/>
        </p:xfrm>
        <a:graphic>
          <a:graphicData uri="http://schemas.openxmlformats.org/drawingml/2006/table">
            <a:tbl>
              <a:tblPr firstRow="1" bandRow="1">
                <a:tableStyleId>{5C22544A-7EE6-4342-B048-85BDC9FD1C3A}</a:tableStyleId>
              </a:tblPr>
              <a:tblGrid>
                <a:gridCol w="2205355">
                  <a:extLst>
                    <a:ext uri="{9D8B030D-6E8A-4147-A177-3AD203B41FA5}">
                      <a16:colId xmlns:a16="http://schemas.microsoft.com/office/drawing/2014/main" val="3033521739"/>
                    </a:ext>
                  </a:extLst>
                </a:gridCol>
                <a:gridCol w="4622483">
                  <a:extLst>
                    <a:ext uri="{9D8B030D-6E8A-4147-A177-3AD203B41FA5}">
                      <a16:colId xmlns:a16="http://schemas.microsoft.com/office/drawing/2014/main" val="1673030002"/>
                    </a:ext>
                  </a:extLst>
                </a:gridCol>
              </a:tblGrid>
              <a:tr h="370840">
                <a:tc>
                  <a:txBody>
                    <a:bodyPr/>
                    <a:lstStyle/>
                    <a:p>
                      <a:r>
                        <a:rPr lang="en-US" altLang="zh-CN" sz="1400" dirty="0" smtClean="0"/>
                        <a:t>Absence Type</a:t>
                      </a:r>
                      <a:endParaRPr lang="zh-CN" altLang="en-US" sz="1400" dirty="0"/>
                    </a:p>
                  </a:txBody>
                  <a:tcPr>
                    <a:solidFill>
                      <a:schemeClr val="accent1">
                        <a:lumMod val="75000"/>
                      </a:schemeClr>
                    </a:solidFill>
                  </a:tcPr>
                </a:tc>
                <a:tc>
                  <a:txBody>
                    <a:bodyPr/>
                    <a:lstStyle/>
                    <a:p>
                      <a:r>
                        <a:rPr lang="en-US" altLang="zh-CN" sz="1400" dirty="0" smtClean="0"/>
                        <a:t>Logic</a:t>
                      </a:r>
                      <a:endParaRPr lang="zh-CN" altLang="en-US" sz="1400" dirty="0"/>
                    </a:p>
                  </a:txBody>
                  <a:tcPr>
                    <a:solidFill>
                      <a:schemeClr val="accent1">
                        <a:lumMod val="75000"/>
                      </a:schemeClr>
                    </a:solidFill>
                  </a:tcPr>
                </a:tc>
                <a:extLst>
                  <a:ext uri="{0D108BD9-81ED-4DB2-BD59-A6C34878D82A}">
                    <a16:rowId xmlns:a16="http://schemas.microsoft.com/office/drawing/2014/main" val="112951868"/>
                  </a:ext>
                </a:extLst>
              </a:tr>
              <a:tr h="370840">
                <a:tc>
                  <a:txBody>
                    <a:bodyPr/>
                    <a:lstStyle/>
                    <a:p>
                      <a:r>
                        <a:rPr lang="en-US" altLang="zh-CN" sz="1400" dirty="0" smtClean="0">
                          <a:solidFill>
                            <a:schemeClr val="dk1"/>
                          </a:solidFill>
                        </a:rPr>
                        <a:t>Absent Full Day</a:t>
                      </a:r>
                      <a:endParaRPr lang="zh-CN" altLang="en-US" sz="1400" dirty="0"/>
                    </a:p>
                  </a:txBody>
                  <a:tcPr>
                    <a:solidFill>
                      <a:schemeClr val="bg1">
                        <a:lumMod val="95000"/>
                      </a:schemeClr>
                    </a:solidFill>
                  </a:tcPr>
                </a:tc>
                <a:tc>
                  <a:txBody>
                    <a:bodyPr/>
                    <a:lstStyle/>
                    <a:p>
                      <a:r>
                        <a:rPr lang="en-US" altLang="zh-CN" sz="1400" dirty="0" smtClean="0"/>
                        <a:t>1.No leave</a:t>
                      </a:r>
                      <a:r>
                        <a:rPr lang="en-US" altLang="zh-CN" sz="1400" baseline="0" dirty="0" smtClean="0"/>
                        <a:t> request. 2.No clock record all day</a:t>
                      </a:r>
                      <a:endParaRPr lang="zh-CN" altLang="en-US" sz="1400" dirty="0"/>
                    </a:p>
                  </a:txBody>
                  <a:tcPr>
                    <a:solidFill>
                      <a:schemeClr val="bg1">
                        <a:lumMod val="95000"/>
                      </a:schemeClr>
                    </a:solidFill>
                  </a:tcPr>
                </a:tc>
                <a:extLst>
                  <a:ext uri="{0D108BD9-81ED-4DB2-BD59-A6C34878D82A}">
                    <a16:rowId xmlns:a16="http://schemas.microsoft.com/office/drawing/2014/main" val="3724025322"/>
                  </a:ext>
                </a:extLst>
              </a:tr>
              <a:tr h="4076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solidFill>
                            <a:schemeClr val="dk1"/>
                          </a:solidFill>
                        </a:rPr>
                        <a:t>Absent First Half Shift</a:t>
                      </a:r>
                    </a:p>
                  </a:txBody>
                  <a:tcPr>
                    <a:solidFill>
                      <a:schemeClr val="bg1">
                        <a:lumMod val="95000"/>
                      </a:schemeClr>
                    </a:solidFill>
                  </a:tcPr>
                </a:tc>
                <a:tc>
                  <a:txBody>
                    <a:bodyPr/>
                    <a:lstStyle/>
                    <a:p>
                      <a:r>
                        <a:rPr lang="en-US" altLang="zh-CN" sz="1400" dirty="0" smtClean="0"/>
                        <a:t>1.No Leave request</a:t>
                      </a:r>
                      <a:r>
                        <a:rPr lang="en-US" altLang="zh-CN" sz="1400" baseline="0" dirty="0" smtClean="0"/>
                        <a:t> 2.Only clock out record</a:t>
                      </a:r>
                      <a:endParaRPr lang="zh-CN" altLang="en-US" sz="1400" dirty="0"/>
                    </a:p>
                  </a:txBody>
                  <a:tcPr>
                    <a:solidFill>
                      <a:schemeClr val="bg1">
                        <a:lumMod val="95000"/>
                      </a:schemeClr>
                    </a:solidFill>
                  </a:tcPr>
                </a:tc>
                <a:extLst>
                  <a:ext uri="{0D108BD9-81ED-4DB2-BD59-A6C34878D82A}">
                    <a16:rowId xmlns:a16="http://schemas.microsoft.com/office/drawing/2014/main" val="156876039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solidFill>
                            <a:schemeClr val="dk1"/>
                          </a:solidFill>
                        </a:rPr>
                        <a:t>Absent Second Half Shift</a:t>
                      </a:r>
                    </a:p>
                  </a:txBody>
                  <a:tcPr>
                    <a:solidFill>
                      <a:schemeClr val="bg1">
                        <a:lumMod val="95000"/>
                      </a:schemeClr>
                    </a:solidFill>
                  </a:tcPr>
                </a:tc>
                <a:tc>
                  <a:txBody>
                    <a:bodyPr/>
                    <a:lstStyle/>
                    <a:p>
                      <a:r>
                        <a:rPr lang="en-US" altLang="zh-CN" sz="1400" dirty="0" smtClean="0"/>
                        <a:t>1.No Leave request</a:t>
                      </a:r>
                      <a:r>
                        <a:rPr lang="en-US" altLang="zh-CN" sz="1400" baseline="0" dirty="0" smtClean="0"/>
                        <a:t> 2.Only clock in record</a:t>
                      </a:r>
                      <a:endParaRPr lang="zh-CN" altLang="en-US" sz="1400" dirty="0"/>
                    </a:p>
                  </a:txBody>
                  <a:tcPr>
                    <a:solidFill>
                      <a:schemeClr val="bg1">
                        <a:lumMod val="95000"/>
                      </a:schemeClr>
                    </a:solidFill>
                  </a:tcPr>
                </a:tc>
                <a:extLst>
                  <a:ext uri="{0D108BD9-81ED-4DB2-BD59-A6C34878D82A}">
                    <a16:rowId xmlns:a16="http://schemas.microsoft.com/office/drawing/2014/main" val="1601273817"/>
                  </a:ext>
                </a:extLst>
              </a:tr>
              <a:tr h="370840">
                <a:tc>
                  <a:txBody>
                    <a:bodyPr/>
                    <a:lstStyle/>
                    <a:p>
                      <a:r>
                        <a:rPr lang="en-US" altLang="zh-CN" sz="1400" dirty="0" smtClean="0"/>
                        <a:t>No Date Type</a:t>
                      </a:r>
                      <a:endParaRPr lang="zh-CN" altLang="en-US" sz="1400" dirty="0"/>
                    </a:p>
                  </a:txBody>
                  <a:tcPr>
                    <a:solidFill>
                      <a:schemeClr val="bg1">
                        <a:lumMod val="95000"/>
                      </a:schemeClr>
                    </a:solidFill>
                  </a:tcPr>
                </a:tc>
                <a:tc>
                  <a:txBody>
                    <a:bodyPr/>
                    <a:lstStyle/>
                    <a:p>
                      <a:r>
                        <a:rPr lang="en-US" altLang="zh-CN" sz="1400" dirty="0" smtClean="0"/>
                        <a:t>Haven’t modified</a:t>
                      </a:r>
                      <a:r>
                        <a:rPr lang="en-US" altLang="zh-CN" sz="1400" baseline="0" dirty="0" smtClean="0"/>
                        <a:t> date type for employee that day</a:t>
                      </a:r>
                      <a:endParaRPr lang="zh-CN" altLang="en-US" sz="1400" dirty="0"/>
                    </a:p>
                  </a:txBody>
                  <a:tcPr>
                    <a:solidFill>
                      <a:schemeClr val="bg1">
                        <a:lumMod val="95000"/>
                      </a:schemeClr>
                    </a:solidFill>
                  </a:tcPr>
                </a:tc>
                <a:extLst>
                  <a:ext uri="{0D108BD9-81ED-4DB2-BD59-A6C34878D82A}">
                    <a16:rowId xmlns:a16="http://schemas.microsoft.com/office/drawing/2014/main" val="3661868134"/>
                  </a:ext>
                </a:extLst>
              </a:tr>
              <a:tr h="370840">
                <a:tc>
                  <a:txBody>
                    <a:bodyPr/>
                    <a:lstStyle/>
                    <a:p>
                      <a:r>
                        <a:rPr lang="en-US" altLang="zh-CN" sz="1400" dirty="0" smtClean="0"/>
                        <a:t>No Shift Arrangement</a:t>
                      </a:r>
                      <a:endParaRPr lang="zh-CN" altLang="en-US" sz="1400" dirty="0"/>
                    </a:p>
                  </a:txBody>
                  <a:tcPr>
                    <a:solidFill>
                      <a:schemeClr val="bg1">
                        <a:lumMod val="95000"/>
                      </a:schemeClr>
                    </a:solidFill>
                  </a:tcPr>
                </a:tc>
                <a:tc>
                  <a:txBody>
                    <a:bodyPr/>
                    <a:lstStyle/>
                    <a:p>
                      <a:r>
                        <a:rPr lang="en-US" altLang="zh-CN" sz="1400" dirty="0" smtClean="0"/>
                        <a:t>Haven’t arranged</a:t>
                      </a:r>
                      <a:r>
                        <a:rPr lang="en-US" altLang="zh-CN" sz="1400" baseline="0" dirty="0" smtClean="0"/>
                        <a:t> shift for employee that day</a:t>
                      </a:r>
                      <a:endParaRPr lang="zh-CN" altLang="en-US" sz="1400" dirty="0"/>
                    </a:p>
                  </a:txBody>
                  <a:tcPr>
                    <a:solidFill>
                      <a:schemeClr val="bg1">
                        <a:lumMod val="95000"/>
                      </a:schemeClr>
                    </a:solidFill>
                  </a:tcPr>
                </a:tc>
                <a:extLst>
                  <a:ext uri="{0D108BD9-81ED-4DB2-BD59-A6C34878D82A}">
                    <a16:rowId xmlns:a16="http://schemas.microsoft.com/office/drawing/2014/main" val="740115181"/>
                  </a:ext>
                </a:extLst>
              </a:tr>
            </a:tbl>
          </a:graphicData>
        </a:graphic>
      </p:graphicFrame>
    </p:spTree>
    <p:extLst>
      <p:ext uri="{BB962C8B-B14F-4D97-AF65-F5344CB8AC3E}">
        <p14:creationId xmlns:p14="http://schemas.microsoft.com/office/powerpoint/2010/main" val="6014790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fontScale="90000"/>
          </a:bodyPr>
          <a:lstStyle/>
          <a:p>
            <a:r>
              <a:rPr lang="en-US" altLang="zh-TW" dirty="0"/>
              <a:t>Attendance - Special </a:t>
            </a:r>
            <a:r>
              <a:rPr lang="en-US" altLang="zh-TW" dirty="0" smtClean="0"/>
              <a:t>Treatment</a:t>
            </a:r>
            <a:endParaRPr lang="zh-TW" altLang="en-US" dirty="0"/>
          </a:p>
        </p:txBody>
      </p:sp>
      <p:sp>
        <p:nvSpPr>
          <p:cNvPr id="3" name="投影片編號版面配置區 2"/>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40</a:t>
            </a:fld>
            <a:r>
              <a:rPr lang="en-US" altLang="zh-TW" smtClean="0"/>
              <a:t> /</a:t>
            </a:r>
            <a:endParaRPr lang="en-US" altLang="zh-TW" dirty="0"/>
          </a:p>
        </p:txBody>
      </p:sp>
      <p:sp>
        <p:nvSpPr>
          <p:cNvPr id="4" name="頁尾版面配置區 3"/>
          <p:cNvSpPr>
            <a:spLocks noGrp="1"/>
          </p:cNvSpPr>
          <p:nvPr>
            <p:ph type="ftr" sz="quarter" idx="3"/>
          </p:nvPr>
        </p:nvSpPr>
        <p:spPr/>
        <p:txBody>
          <a:bodyPr/>
          <a:lstStyle/>
          <a:p>
            <a:r>
              <a:rPr lang="en-US" altLang="zh-TW" smtClean="0"/>
              <a:t>79</a:t>
            </a:r>
            <a:endParaRPr lang="zh-TW" altLang="en-US" dirty="0"/>
          </a:p>
        </p:txBody>
      </p:sp>
      <p:sp>
        <p:nvSpPr>
          <p:cNvPr id="7" name="文字方塊 6"/>
          <p:cNvSpPr txBox="1"/>
          <p:nvPr/>
        </p:nvSpPr>
        <p:spPr>
          <a:xfrm>
            <a:off x="853656" y="847157"/>
            <a:ext cx="3651834" cy="338554"/>
          </a:xfrm>
          <a:prstGeom prst="rect">
            <a:avLst/>
          </a:prstGeom>
          <a:noFill/>
        </p:spPr>
        <p:txBody>
          <a:bodyPr wrap="none" rtlCol="0">
            <a:spAutoFit/>
          </a:bodyPr>
          <a:lstStyle/>
          <a:p>
            <a:r>
              <a:rPr lang="en-US" altLang="zh-TW" sz="1600" dirty="0">
                <a:solidFill>
                  <a:schemeClr val="bg1"/>
                </a:solidFill>
              </a:rPr>
              <a:t>Special Treatment related information.</a:t>
            </a:r>
            <a:endParaRPr lang="zh-TW" altLang="en-US" sz="1600" dirty="0">
              <a:solidFill>
                <a:schemeClr val="bg1"/>
              </a:solidFill>
            </a:endParaRPr>
          </a:p>
        </p:txBody>
      </p:sp>
      <p:sp>
        <p:nvSpPr>
          <p:cNvPr id="8" name="文字方塊 7"/>
          <p:cNvSpPr txBox="1"/>
          <p:nvPr/>
        </p:nvSpPr>
        <p:spPr>
          <a:xfrm>
            <a:off x="853656" y="4378331"/>
            <a:ext cx="10577908" cy="2031325"/>
          </a:xfrm>
          <a:prstGeom prst="rect">
            <a:avLst/>
          </a:prstGeom>
          <a:solidFill>
            <a:schemeClr val="accent1">
              <a:lumMod val="75000"/>
            </a:schemeClr>
          </a:solidFill>
        </p:spPr>
        <p:txBody>
          <a:bodyPr wrap="square" rtlCol="0">
            <a:spAutoFit/>
          </a:bodyPr>
          <a:lstStyle/>
          <a:p>
            <a:pPr>
              <a:lnSpc>
                <a:spcPct val="150000"/>
              </a:lnSpc>
            </a:pPr>
            <a:r>
              <a:rPr lang="en-US" altLang="zh-CN" sz="1400" dirty="0" smtClean="0">
                <a:solidFill>
                  <a:schemeClr val="accent6">
                    <a:lumMod val="40000"/>
                    <a:lumOff val="60000"/>
                  </a:schemeClr>
                </a:solidFill>
              </a:rPr>
              <a:t>1. Special </a:t>
            </a:r>
            <a:r>
              <a:rPr lang="en-US" altLang="zh-CN" sz="1400" dirty="0">
                <a:solidFill>
                  <a:schemeClr val="accent6">
                    <a:lumMod val="40000"/>
                    <a:lumOff val="60000"/>
                  </a:schemeClr>
                </a:solidFill>
              </a:rPr>
              <a:t>attendance types are divided into: lateness, early departure, leave, absence from work, and public holidays. </a:t>
            </a:r>
            <a:endParaRPr lang="en-US" altLang="zh-CN" sz="1400" dirty="0" smtClean="0">
              <a:solidFill>
                <a:schemeClr val="accent6">
                  <a:lumMod val="40000"/>
                  <a:lumOff val="60000"/>
                </a:schemeClr>
              </a:solidFill>
            </a:endParaRPr>
          </a:p>
          <a:p>
            <a:pPr>
              <a:lnSpc>
                <a:spcPct val="150000"/>
              </a:lnSpc>
            </a:pPr>
            <a:r>
              <a:rPr lang="en-US" altLang="zh-CN" sz="1400" dirty="0">
                <a:solidFill>
                  <a:schemeClr val="accent6">
                    <a:lumMod val="40000"/>
                    <a:lumOff val="60000"/>
                  </a:schemeClr>
                </a:solidFill>
              </a:rPr>
              <a:t>2. Special attendance can meet multiple leave requests in one day.</a:t>
            </a:r>
          </a:p>
          <a:p>
            <a:pPr>
              <a:lnSpc>
                <a:spcPct val="150000"/>
              </a:lnSpc>
            </a:pPr>
            <a:r>
              <a:rPr lang="en-US" altLang="zh-CN" sz="1400" dirty="0" smtClean="0">
                <a:solidFill>
                  <a:schemeClr val="accent6">
                    <a:lumMod val="40000"/>
                    <a:lumOff val="60000"/>
                  </a:schemeClr>
                </a:solidFill>
              </a:rPr>
              <a:t>3</a:t>
            </a:r>
            <a:r>
              <a:rPr lang="en-US" altLang="zh-CN" sz="1400" dirty="0">
                <a:solidFill>
                  <a:schemeClr val="accent6">
                    <a:lumMod val="40000"/>
                    <a:lumOff val="60000"/>
                  </a:schemeClr>
                </a:solidFill>
              </a:rPr>
              <a:t>. Special attendance is used to force correction of the results of data analysis</a:t>
            </a:r>
            <a:r>
              <a:rPr lang="en-US" altLang="zh-CN" sz="1400" dirty="0" smtClean="0">
                <a:solidFill>
                  <a:schemeClr val="accent6">
                    <a:lumMod val="40000"/>
                    <a:lumOff val="60000"/>
                  </a:schemeClr>
                </a:solidFill>
              </a:rPr>
              <a:t>.</a:t>
            </a:r>
          </a:p>
          <a:p>
            <a:pPr>
              <a:lnSpc>
                <a:spcPct val="150000"/>
              </a:lnSpc>
            </a:pPr>
            <a:r>
              <a:rPr lang="en-US" altLang="zh-CN" sz="1400" dirty="0">
                <a:solidFill>
                  <a:schemeClr val="accent6">
                    <a:lumMod val="40000"/>
                    <a:lumOff val="60000"/>
                  </a:schemeClr>
                </a:solidFill>
              </a:rPr>
              <a:t>    </a:t>
            </a:r>
            <a:r>
              <a:rPr lang="en-US" altLang="zh-CN" sz="1400" dirty="0" smtClean="0">
                <a:solidFill>
                  <a:schemeClr val="accent6">
                    <a:lumMod val="40000"/>
                    <a:lumOff val="60000"/>
                  </a:schemeClr>
                </a:solidFill>
              </a:rPr>
              <a:t>① </a:t>
            </a:r>
            <a:r>
              <a:rPr lang="en-US" altLang="zh-CN" sz="1400" dirty="0">
                <a:solidFill>
                  <a:schemeClr val="accent6">
                    <a:lumMod val="40000"/>
                    <a:lumOff val="60000"/>
                  </a:schemeClr>
                </a:solidFill>
              </a:rPr>
              <a:t>One is that the employee has a normal clock-in record, but did not come to work, and needs to be forcibly corrected </a:t>
            </a:r>
            <a:endParaRPr lang="en-US" altLang="zh-CN" sz="1400" dirty="0" smtClean="0">
              <a:solidFill>
                <a:schemeClr val="accent6">
                  <a:lumMod val="40000"/>
                  <a:lumOff val="60000"/>
                </a:schemeClr>
              </a:solidFill>
            </a:endParaRPr>
          </a:p>
          <a:p>
            <a:pPr>
              <a:lnSpc>
                <a:spcPct val="150000"/>
              </a:lnSpc>
            </a:pPr>
            <a:r>
              <a:rPr lang="en-US" altLang="zh-CN" sz="1400" dirty="0">
                <a:solidFill>
                  <a:schemeClr val="accent6">
                    <a:lumMod val="40000"/>
                    <a:lumOff val="60000"/>
                  </a:schemeClr>
                </a:solidFill>
              </a:rPr>
              <a:t> </a:t>
            </a:r>
            <a:r>
              <a:rPr lang="en-US" altLang="zh-CN" sz="1400" dirty="0" smtClean="0">
                <a:solidFill>
                  <a:schemeClr val="accent6">
                    <a:lumMod val="40000"/>
                    <a:lumOff val="60000"/>
                  </a:schemeClr>
                </a:solidFill>
              </a:rPr>
              <a:t>        as absenteeism</a:t>
            </a:r>
          </a:p>
          <a:p>
            <a:pPr>
              <a:lnSpc>
                <a:spcPct val="150000"/>
              </a:lnSpc>
            </a:pPr>
            <a:r>
              <a:rPr lang="en-US" altLang="zh-CN" sz="1400" dirty="0">
                <a:solidFill>
                  <a:schemeClr val="accent6">
                    <a:lumMod val="40000"/>
                    <a:lumOff val="60000"/>
                  </a:schemeClr>
                </a:solidFill>
              </a:rPr>
              <a:t> </a:t>
            </a:r>
            <a:r>
              <a:rPr lang="en-US" altLang="zh-CN" sz="1400" dirty="0" smtClean="0">
                <a:solidFill>
                  <a:schemeClr val="accent6">
                    <a:lumMod val="40000"/>
                    <a:lumOff val="60000"/>
                  </a:schemeClr>
                </a:solidFill>
              </a:rPr>
              <a:t>   ② </a:t>
            </a:r>
            <a:r>
              <a:rPr lang="en-US" altLang="zh-CN" sz="1400" dirty="0">
                <a:solidFill>
                  <a:schemeClr val="accent6">
                    <a:lumMod val="40000"/>
                    <a:lumOff val="60000"/>
                  </a:schemeClr>
                </a:solidFill>
              </a:rPr>
              <a:t>The employee took paid leave and was forced to change it to unpaid personal leave.</a:t>
            </a:r>
          </a:p>
        </p:txBody>
      </p:sp>
      <p:pic>
        <p:nvPicPr>
          <p:cNvPr id="9" name="圖片 8"/>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53656" y="1205215"/>
            <a:ext cx="10576344" cy="3114791"/>
          </a:xfrm>
          <a:prstGeom prst="rect">
            <a:avLst/>
          </a:prstGeom>
        </p:spPr>
      </p:pic>
      <p:sp>
        <p:nvSpPr>
          <p:cNvPr id="10" name="圓角矩形 9"/>
          <p:cNvSpPr/>
          <p:nvPr/>
        </p:nvSpPr>
        <p:spPr>
          <a:xfrm>
            <a:off x="4796104" y="1973514"/>
            <a:ext cx="1800639" cy="231626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30075529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41</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7" name="圓角矩形 6"/>
          <p:cNvSpPr/>
          <p:nvPr/>
        </p:nvSpPr>
        <p:spPr>
          <a:xfrm>
            <a:off x="2951590" y="2452858"/>
            <a:ext cx="6326880" cy="819510"/>
          </a:xfrm>
          <a:prstGeom prst="roundRect">
            <a:avLst>
              <a:gd name="adj" fmla="val 50000"/>
            </a:avLst>
          </a:prstGeom>
          <a:solidFill>
            <a:schemeClr val="accent5">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8" name="Oval 146"/>
          <p:cNvSpPr/>
          <p:nvPr/>
        </p:nvSpPr>
        <p:spPr>
          <a:xfrm>
            <a:off x="3064723" y="2566193"/>
            <a:ext cx="642342" cy="614835"/>
          </a:xfrm>
          <a:prstGeom prst="ellipse">
            <a:avLst/>
          </a:prstGeom>
          <a:solidFill>
            <a:schemeClr val="accent1"/>
          </a:solidFill>
          <a:ln>
            <a:noFill/>
          </a:ln>
        </p:spPr>
        <p:txBody>
          <a:bodyPr wrap="none" anchor="ctr"/>
          <a:lstStyle/>
          <a:p>
            <a:endParaRPr lang="en-US" sz="2000" dirty="0">
              <a:solidFill>
                <a:schemeClr val="accent1"/>
              </a:solidFill>
              <a:latin typeface="Arial" panose="020B0604020202020204" pitchFamily="34" charset="0"/>
              <a:cs typeface="Arial" panose="020B0604020202020204" pitchFamily="34" charset="0"/>
              <a:sym typeface="+mn-lt"/>
            </a:endParaRPr>
          </a:p>
        </p:txBody>
      </p:sp>
      <p:sp>
        <p:nvSpPr>
          <p:cNvPr id="9" name="PA-AutoShape 13"/>
          <p:cNvSpPr/>
          <p:nvPr>
            <p:custDataLst>
              <p:tags r:id="rId1"/>
            </p:custDataLst>
          </p:nvPr>
        </p:nvSpPr>
        <p:spPr bwMode="auto">
          <a:xfrm>
            <a:off x="3220023" y="2709384"/>
            <a:ext cx="331742" cy="32810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59" y="0"/>
                  <a:pt x="0" y="4859"/>
                  <a:pt x="0" y="10800"/>
                </a:cubicBezTo>
                <a:cubicBezTo>
                  <a:pt x="0" y="16739"/>
                  <a:pt x="4859" y="21600"/>
                  <a:pt x="10800" y="21600"/>
                </a:cubicBezTo>
                <a:cubicBezTo>
                  <a:pt x="16739" y="21600"/>
                  <a:pt x="21600" y="16739"/>
                  <a:pt x="21600" y="10800"/>
                </a:cubicBezTo>
                <a:cubicBezTo>
                  <a:pt x="21600" y="4859"/>
                  <a:pt x="16739" y="0"/>
                  <a:pt x="10800" y="0"/>
                </a:cubicBezTo>
                <a:close/>
                <a:moveTo>
                  <a:pt x="14939" y="4319"/>
                </a:moveTo>
                <a:cubicBezTo>
                  <a:pt x="15659" y="3779"/>
                  <a:pt x="15659" y="3779"/>
                  <a:pt x="15659" y="3779"/>
                </a:cubicBezTo>
                <a:cubicBezTo>
                  <a:pt x="15659" y="3779"/>
                  <a:pt x="15299" y="3059"/>
                  <a:pt x="15479" y="2519"/>
                </a:cubicBezTo>
                <a:cubicBezTo>
                  <a:pt x="15659" y="2519"/>
                  <a:pt x="16379" y="2879"/>
                  <a:pt x="16919" y="3599"/>
                </a:cubicBezTo>
                <a:cubicBezTo>
                  <a:pt x="16559" y="5219"/>
                  <a:pt x="15479" y="5039"/>
                  <a:pt x="15479" y="5039"/>
                </a:cubicBezTo>
                <a:cubicBezTo>
                  <a:pt x="15479" y="5039"/>
                  <a:pt x="14759" y="5039"/>
                  <a:pt x="14939" y="4319"/>
                </a:cubicBezTo>
                <a:close/>
                <a:moveTo>
                  <a:pt x="8459" y="13859"/>
                </a:moveTo>
                <a:cubicBezTo>
                  <a:pt x="8279" y="14039"/>
                  <a:pt x="8099" y="14579"/>
                  <a:pt x="7919" y="15119"/>
                </a:cubicBezTo>
                <a:cubicBezTo>
                  <a:pt x="7739" y="15479"/>
                  <a:pt x="7559" y="15660"/>
                  <a:pt x="7379" y="15839"/>
                </a:cubicBezTo>
                <a:cubicBezTo>
                  <a:pt x="7019" y="16019"/>
                  <a:pt x="7019" y="16379"/>
                  <a:pt x="7019" y="16379"/>
                </a:cubicBezTo>
                <a:cubicBezTo>
                  <a:pt x="6839" y="17099"/>
                  <a:pt x="6839" y="17099"/>
                  <a:pt x="6839" y="17099"/>
                </a:cubicBezTo>
                <a:cubicBezTo>
                  <a:pt x="6839" y="17099"/>
                  <a:pt x="7019" y="17819"/>
                  <a:pt x="7200" y="17999"/>
                </a:cubicBezTo>
                <a:cubicBezTo>
                  <a:pt x="7200" y="18360"/>
                  <a:pt x="6659" y="19799"/>
                  <a:pt x="6659" y="19799"/>
                </a:cubicBezTo>
                <a:cubicBezTo>
                  <a:pt x="6120" y="19620"/>
                  <a:pt x="5940" y="19079"/>
                  <a:pt x="5760" y="18719"/>
                </a:cubicBezTo>
                <a:cubicBezTo>
                  <a:pt x="5760" y="18360"/>
                  <a:pt x="5399" y="18179"/>
                  <a:pt x="5579" y="17819"/>
                </a:cubicBezTo>
                <a:cubicBezTo>
                  <a:pt x="5579" y="17279"/>
                  <a:pt x="5219" y="17099"/>
                  <a:pt x="5039" y="16919"/>
                </a:cubicBezTo>
                <a:cubicBezTo>
                  <a:pt x="4859" y="16559"/>
                  <a:pt x="4679" y="16199"/>
                  <a:pt x="4679" y="16019"/>
                </a:cubicBezTo>
                <a:cubicBezTo>
                  <a:pt x="4679" y="15839"/>
                  <a:pt x="4139" y="15479"/>
                  <a:pt x="4139" y="15479"/>
                </a:cubicBezTo>
                <a:cubicBezTo>
                  <a:pt x="4139" y="15479"/>
                  <a:pt x="3239" y="14940"/>
                  <a:pt x="3060" y="14759"/>
                </a:cubicBezTo>
                <a:cubicBezTo>
                  <a:pt x="2880" y="14579"/>
                  <a:pt x="2699" y="13859"/>
                  <a:pt x="2699" y="13499"/>
                </a:cubicBezTo>
                <a:cubicBezTo>
                  <a:pt x="2699" y="13139"/>
                  <a:pt x="2880" y="12239"/>
                  <a:pt x="2880" y="12239"/>
                </a:cubicBezTo>
                <a:cubicBezTo>
                  <a:pt x="2880" y="12239"/>
                  <a:pt x="3239" y="11879"/>
                  <a:pt x="3060" y="11699"/>
                </a:cubicBezTo>
                <a:cubicBezTo>
                  <a:pt x="2699" y="11519"/>
                  <a:pt x="2699" y="10800"/>
                  <a:pt x="2699" y="10800"/>
                </a:cubicBezTo>
                <a:cubicBezTo>
                  <a:pt x="2339" y="10439"/>
                  <a:pt x="2339" y="10439"/>
                  <a:pt x="2339" y="10439"/>
                </a:cubicBezTo>
                <a:cubicBezTo>
                  <a:pt x="2339" y="10439"/>
                  <a:pt x="1979" y="9899"/>
                  <a:pt x="1800" y="9719"/>
                </a:cubicBezTo>
                <a:cubicBezTo>
                  <a:pt x="1800" y="9359"/>
                  <a:pt x="1800" y="9180"/>
                  <a:pt x="1979" y="8999"/>
                </a:cubicBezTo>
                <a:cubicBezTo>
                  <a:pt x="1979" y="8819"/>
                  <a:pt x="1800" y="8279"/>
                  <a:pt x="1800" y="8099"/>
                </a:cubicBezTo>
                <a:cubicBezTo>
                  <a:pt x="3600" y="3599"/>
                  <a:pt x="6659" y="2699"/>
                  <a:pt x="6659" y="2699"/>
                </a:cubicBezTo>
                <a:cubicBezTo>
                  <a:pt x="6839" y="3599"/>
                  <a:pt x="6839" y="3599"/>
                  <a:pt x="6839" y="3599"/>
                </a:cubicBezTo>
                <a:cubicBezTo>
                  <a:pt x="6839" y="3599"/>
                  <a:pt x="6299" y="3779"/>
                  <a:pt x="6120" y="3779"/>
                </a:cubicBezTo>
                <a:cubicBezTo>
                  <a:pt x="5760" y="3599"/>
                  <a:pt x="5579" y="3599"/>
                  <a:pt x="5579" y="3599"/>
                </a:cubicBezTo>
                <a:cubicBezTo>
                  <a:pt x="5219" y="4139"/>
                  <a:pt x="5219" y="4139"/>
                  <a:pt x="5219" y="4139"/>
                </a:cubicBezTo>
                <a:cubicBezTo>
                  <a:pt x="5219" y="4139"/>
                  <a:pt x="5039" y="4499"/>
                  <a:pt x="5039" y="4679"/>
                </a:cubicBezTo>
                <a:cubicBezTo>
                  <a:pt x="5039" y="4859"/>
                  <a:pt x="5219" y="5219"/>
                  <a:pt x="5219" y="5219"/>
                </a:cubicBezTo>
                <a:cubicBezTo>
                  <a:pt x="5219" y="5219"/>
                  <a:pt x="5760" y="5219"/>
                  <a:pt x="5760" y="5039"/>
                </a:cubicBezTo>
                <a:cubicBezTo>
                  <a:pt x="5760" y="4859"/>
                  <a:pt x="5760" y="4679"/>
                  <a:pt x="5760" y="4679"/>
                </a:cubicBezTo>
                <a:cubicBezTo>
                  <a:pt x="5579" y="4319"/>
                  <a:pt x="5579" y="4319"/>
                  <a:pt x="5579" y="4319"/>
                </a:cubicBezTo>
                <a:cubicBezTo>
                  <a:pt x="5579" y="4319"/>
                  <a:pt x="6120" y="4139"/>
                  <a:pt x="7200" y="4319"/>
                </a:cubicBezTo>
                <a:cubicBezTo>
                  <a:pt x="8459" y="4319"/>
                  <a:pt x="7919" y="5219"/>
                  <a:pt x="8459" y="5399"/>
                </a:cubicBezTo>
                <a:cubicBezTo>
                  <a:pt x="8999" y="5580"/>
                  <a:pt x="8099" y="6299"/>
                  <a:pt x="7919" y="6659"/>
                </a:cubicBezTo>
                <a:cubicBezTo>
                  <a:pt x="7739" y="7019"/>
                  <a:pt x="7379" y="6119"/>
                  <a:pt x="7379" y="6119"/>
                </a:cubicBezTo>
                <a:cubicBezTo>
                  <a:pt x="7379" y="6119"/>
                  <a:pt x="7739" y="5759"/>
                  <a:pt x="7200" y="5759"/>
                </a:cubicBezTo>
                <a:cubicBezTo>
                  <a:pt x="6659" y="5580"/>
                  <a:pt x="6299" y="6479"/>
                  <a:pt x="6659" y="6479"/>
                </a:cubicBezTo>
                <a:cubicBezTo>
                  <a:pt x="6839" y="6479"/>
                  <a:pt x="7200" y="6839"/>
                  <a:pt x="7019" y="7019"/>
                </a:cubicBezTo>
                <a:cubicBezTo>
                  <a:pt x="7019" y="7199"/>
                  <a:pt x="7019" y="7199"/>
                  <a:pt x="6839" y="7739"/>
                </a:cubicBezTo>
                <a:cubicBezTo>
                  <a:pt x="6479" y="8279"/>
                  <a:pt x="6120" y="8639"/>
                  <a:pt x="6120" y="8639"/>
                </a:cubicBezTo>
                <a:cubicBezTo>
                  <a:pt x="6120" y="8639"/>
                  <a:pt x="5760" y="8459"/>
                  <a:pt x="5940" y="8819"/>
                </a:cubicBezTo>
                <a:cubicBezTo>
                  <a:pt x="6120" y="9180"/>
                  <a:pt x="5940" y="9719"/>
                  <a:pt x="5940" y="9899"/>
                </a:cubicBezTo>
                <a:cubicBezTo>
                  <a:pt x="5940" y="10259"/>
                  <a:pt x="5219" y="9719"/>
                  <a:pt x="5219" y="9180"/>
                </a:cubicBezTo>
                <a:cubicBezTo>
                  <a:pt x="5039" y="8639"/>
                  <a:pt x="4499" y="9180"/>
                  <a:pt x="4319" y="9180"/>
                </a:cubicBezTo>
                <a:cubicBezTo>
                  <a:pt x="4139" y="9180"/>
                  <a:pt x="3779" y="8999"/>
                  <a:pt x="3779" y="8819"/>
                </a:cubicBezTo>
                <a:cubicBezTo>
                  <a:pt x="3600" y="8639"/>
                  <a:pt x="2699" y="9359"/>
                  <a:pt x="2519" y="9359"/>
                </a:cubicBezTo>
                <a:cubicBezTo>
                  <a:pt x="2339" y="9539"/>
                  <a:pt x="2339" y="9899"/>
                  <a:pt x="2699" y="9719"/>
                </a:cubicBezTo>
                <a:cubicBezTo>
                  <a:pt x="3060" y="9539"/>
                  <a:pt x="3419" y="9719"/>
                  <a:pt x="3419" y="10079"/>
                </a:cubicBezTo>
                <a:cubicBezTo>
                  <a:pt x="3239" y="10439"/>
                  <a:pt x="2880" y="10259"/>
                  <a:pt x="2880" y="10439"/>
                </a:cubicBezTo>
                <a:cubicBezTo>
                  <a:pt x="3060" y="10800"/>
                  <a:pt x="3419" y="10979"/>
                  <a:pt x="3419" y="11339"/>
                </a:cubicBezTo>
                <a:cubicBezTo>
                  <a:pt x="3600" y="11699"/>
                  <a:pt x="4499" y="11339"/>
                  <a:pt x="4859" y="11160"/>
                </a:cubicBezTo>
                <a:cubicBezTo>
                  <a:pt x="5039" y="11160"/>
                  <a:pt x="5940" y="10979"/>
                  <a:pt x="5940" y="11339"/>
                </a:cubicBezTo>
                <a:cubicBezTo>
                  <a:pt x="6120" y="11699"/>
                  <a:pt x="7019" y="11879"/>
                  <a:pt x="7379" y="11879"/>
                </a:cubicBezTo>
                <a:cubicBezTo>
                  <a:pt x="7739" y="12059"/>
                  <a:pt x="8279" y="12059"/>
                  <a:pt x="8819" y="12419"/>
                </a:cubicBezTo>
                <a:cubicBezTo>
                  <a:pt x="9179" y="12959"/>
                  <a:pt x="8459" y="13679"/>
                  <a:pt x="8459" y="13859"/>
                </a:cubicBezTo>
                <a:close/>
                <a:moveTo>
                  <a:pt x="10619" y="2519"/>
                </a:moveTo>
                <a:cubicBezTo>
                  <a:pt x="10439" y="3059"/>
                  <a:pt x="9719" y="3599"/>
                  <a:pt x="9899" y="3779"/>
                </a:cubicBezTo>
                <a:cubicBezTo>
                  <a:pt x="9899" y="3959"/>
                  <a:pt x="9899" y="4859"/>
                  <a:pt x="9179" y="4139"/>
                </a:cubicBezTo>
                <a:cubicBezTo>
                  <a:pt x="8459" y="3419"/>
                  <a:pt x="7739" y="3239"/>
                  <a:pt x="7919" y="2699"/>
                </a:cubicBezTo>
                <a:cubicBezTo>
                  <a:pt x="7919" y="2519"/>
                  <a:pt x="8639" y="2519"/>
                  <a:pt x="8639" y="2339"/>
                </a:cubicBezTo>
                <a:cubicBezTo>
                  <a:pt x="9540" y="1259"/>
                  <a:pt x="11159" y="1439"/>
                  <a:pt x="11339" y="1799"/>
                </a:cubicBezTo>
                <a:cubicBezTo>
                  <a:pt x="10980" y="2159"/>
                  <a:pt x="10619" y="1979"/>
                  <a:pt x="10619" y="2519"/>
                </a:cubicBezTo>
                <a:close/>
                <a:moveTo>
                  <a:pt x="19259" y="11160"/>
                </a:moveTo>
                <a:cubicBezTo>
                  <a:pt x="19259" y="11160"/>
                  <a:pt x="19619" y="11699"/>
                  <a:pt x="20159" y="11699"/>
                </a:cubicBezTo>
                <a:cubicBezTo>
                  <a:pt x="19799" y="15660"/>
                  <a:pt x="16559" y="18360"/>
                  <a:pt x="16559" y="18360"/>
                </a:cubicBezTo>
                <a:cubicBezTo>
                  <a:pt x="16019" y="17819"/>
                  <a:pt x="16199" y="17279"/>
                  <a:pt x="16199" y="17279"/>
                </a:cubicBezTo>
                <a:cubicBezTo>
                  <a:pt x="16379" y="16559"/>
                  <a:pt x="16379" y="16559"/>
                  <a:pt x="16379" y="16559"/>
                </a:cubicBezTo>
                <a:cubicBezTo>
                  <a:pt x="16379" y="15299"/>
                  <a:pt x="16379" y="15299"/>
                  <a:pt x="16379" y="15299"/>
                </a:cubicBezTo>
                <a:cubicBezTo>
                  <a:pt x="16379" y="15299"/>
                  <a:pt x="16379" y="13859"/>
                  <a:pt x="15119" y="14579"/>
                </a:cubicBezTo>
                <a:cubicBezTo>
                  <a:pt x="13859" y="14940"/>
                  <a:pt x="14400" y="14940"/>
                  <a:pt x="12959" y="14940"/>
                </a:cubicBezTo>
                <a:cubicBezTo>
                  <a:pt x="11520" y="15119"/>
                  <a:pt x="11880" y="12059"/>
                  <a:pt x="11880" y="12059"/>
                </a:cubicBezTo>
                <a:cubicBezTo>
                  <a:pt x="11880" y="7739"/>
                  <a:pt x="15119" y="10979"/>
                  <a:pt x="15119" y="10979"/>
                </a:cubicBezTo>
                <a:cubicBezTo>
                  <a:pt x="17099" y="12419"/>
                  <a:pt x="17459" y="10079"/>
                  <a:pt x="17459" y="10079"/>
                </a:cubicBezTo>
                <a:cubicBezTo>
                  <a:pt x="18719" y="9539"/>
                  <a:pt x="18719" y="9539"/>
                  <a:pt x="18719" y="9539"/>
                </a:cubicBezTo>
                <a:cubicBezTo>
                  <a:pt x="18899" y="8819"/>
                  <a:pt x="18899" y="8819"/>
                  <a:pt x="18899" y="8819"/>
                </a:cubicBezTo>
                <a:cubicBezTo>
                  <a:pt x="18719" y="7919"/>
                  <a:pt x="18719" y="7919"/>
                  <a:pt x="18719" y="7919"/>
                </a:cubicBezTo>
                <a:cubicBezTo>
                  <a:pt x="16739" y="7019"/>
                  <a:pt x="16739" y="7019"/>
                  <a:pt x="16739" y="7019"/>
                </a:cubicBezTo>
                <a:cubicBezTo>
                  <a:pt x="16739" y="7019"/>
                  <a:pt x="16379" y="7739"/>
                  <a:pt x="16919" y="8639"/>
                </a:cubicBezTo>
                <a:cubicBezTo>
                  <a:pt x="16919" y="8639"/>
                  <a:pt x="16739" y="9539"/>
                  <a:pt x="16379" y="9359"/>
                </a:cubicBezTo>
                <a:cubicBezTo>
                  <a:pt x="15119" y="8639"/>
                  <a:pt x="15119" y="8639"/>
                  <a:pt x="15119" y="8639"/>
                </a:cubicBezTo>
                <a:cubicBezTo>
                  <a:pt x="15119" y="8639"/>
                  <a:pt x="14759" y="8459"/>
                  <a:pt x="14220" y="8819"/>
                </a:cubicBezTo>
                <a:cubicBezTo>
                  <a:pt x="13500" y="9359"/>
                  <a:pt x="12419" y="8819"/>
                  <a:pt x="12419" y="8819"/>
                </a:cubicBezTo>
                <a:cubicBezTo>
                  <a:pt x="12419" y="8819"/>
                  <a:pt x="12419" y="8279"/>
                  <a:pt x="13139" y="7919"/>
                </a:cubicBezTo>
                <a:cubicBezTo>
                  <a:pt x="13679" y="7559"/>
                  <a:pt x="13679" y="7559"/>
                  <a:pt x="13679" y="7559"/>
                </a:cubicBezTo>
                <a:cubicBezTo>
                  <a:pt x="13679" y="7559"/>
                  <a:pt x="13500" y="6839"/>
                  <a:pt x="13679" y="6299"/>
                </a:cubicBezTo>
                <a:cubicBezTo>
                  <a:pt x="13859" y="5759"/>
                  <a:pt x="14039" y="6299"/>
                  <a:pt x="14579" y="5939"/>
                </a:cubicBezTo>
                <a:cubicBezTo>
                  <a:pt x="15119" y="5580"/>
                  <a:pt x="15479" y="6659"/>
                  <a:pt x="16199" y="6479"/>
                </a:cubicBezTo>
                <a:cubicBezTo>
                  <a:pt x="16919" y="6479"/>
                  <a:pt x="16559" y="6299"/>
                  <a:pt x="17099" y="5939"/>
                </a:cubicBezTo>
                <a:cubicBezTo>
                  <a:pt x="17639" y="5759"/>
                  <a:pt x="17999" y="6479"/>
                  <a:pt x="17999" y="6479"/>
                </a:cubicBezTo>
                <a:cubicBezTo>
                  <a:pt x="19080" y="6659"/>
                  <a:pt x="19080" y="6659"/>
                  <a:pt x="19080" y="6659"/>
                </a:cubicBezTo>
                <a:cubicBezTo>
                  <a:pt x="19080" y="6659"/>
                  <a:pt x="18899" y="5399"/>
                  <a:pt x="18899" y="5759"/>
                </a:cubicBezTo>
                <a:cubicBezTo>
                  <a:pt x="19619" y="6839"/>
                  <a:pt x="20520" y="9899"/>
                  <a:pt x="20159" y="10439"/>
                </a:cubicBezTo>
                <a:cubicBezTo>
                  <a:pt x="19979" y="10259"/>
                  <a:pt x="19799" y="10259"/>
                  <a:pt x="19799" y="10259"/>
                </a:cubicBezTo>
                <a:cubicBezTo>
                  <a:pt x="18539" y="10259"/>
                  <a:pt x="18539" y="10259"/>
                  <a:pt x="18539" y="10259"/>
                </a:cubicBezTo>
                <a:lnTo>
                  <a:pt x="19259" y="11160"/>
                </a:lnTo>
                <a:close/>
              </a:path>
            </a:pathLst>
          </a:custGeom>
          <a:solidFill>
            <a:srgbClr val="FFFFFF"/>
          </a:solidFill>
          <a:ln>
            <a:noFill/>
          </a:ln>
          <a:effectLst/>
        </p:spPr>
        <p:txBody>
          <a:bodyPr lIns="45719" tIns="45719" rIns="45719" bIns="45719"/>
          <a:lstStyle/>
          <a:p>
            <a:pPr>
              <a:defRPr/>
            </a:pPr>
            <a:endParaRPr lang="es-ES" dirty="0">
              <a:solidFill>
                <a:schemeClr val="bg1"/>
              </a:solidFill>
              <a:latin typeface="Arial" panose="020B0604020202020204" pitchFamily="34" charset="0"/>
              <a:cs typeface="Arial" panose="020B0604020202020204" pitchFamily="34" charset="0"/>
              <a:sym typeface="+mn-lt"/>
            </a:endParaRPr>
          </a:p>
        </p:txBody>
      </p:sp>
      <p:sp>
        <p:nvSpPr>
          <p:cNvPr id="10" name="矩形 9"/>
          <p:cNvSpPr/>
          <p:nvPr/>
        </p:nvSpPr>
        <p:spPr>
          <a:xfrm>
            <a:off x="3760855" y="2654649"/>
            <a:ext cx="1064587" cy="461665"/>
          </a:xfrm>
          <a:prstGeom prst="rect">
            <a:avLst/>
          </a:prstGeom>
        </p:spPr>
        <p:txBody>
          <a:bodyPr wrap="none">
            <a:spAutoFit/>
          </a:bodyPr>
          <a:lstStyle/>
          <a:p>
            <a:r>
              <a:rPr lang="en-US" altLang="zh-TW" sz="2400" b="1" dirty="0" smtClean="0">
                <a:solidFill>
                  <a:schemeClr val="accent3">
                    <a:lumMod val="40000"/>
                    <a:lumOff val="60000"/>
                  </a:schemeClr>
                </a:solidFill>
                <a:latin typeface="Arial" panose="020B0604020202020204" pitchFamily="34" charset="0"/>
                <a:ea typeface="Microsoft YaHei UI" panose="020B0503020204020204" pitchFamily="34" charset="-122"/>
                <a:cs typeface="Arial" panose="020B0604020202020204" pitchFamily="34" charset="0"/>
              </a:rPr>
              <a:t>Leave</a:t>
            </a:r>
            <a:endParaRPr lang="en-US" altLang="zh-TW" sz="2400" b="1" dirty="0">
              <a:solidFill>
                <a:schemeClr val="accent3">
                  <a:lumMod val="40000"/>
                  <a:lumOff val="60000"/>
                </a:schemeClr>
              </a:solidFill>
              <a:latin typeface="Arial" panose="020B0604020202020204" pitchFamily="34" charset="0"/>
              <a:ea typeface="Microsoft YaHei UI" panose="020B0503020204020204" pitchFamily="34" charset="-122"/>
              <a:cs typeface="Arial" panose="020B0604020202020204" pitchFamily="34" charset="0"/>
            </a:endParaRPr>
          </a:p>
        </p:txBody>
      </p:sp>
      <p:sp>
        <p:nvSpPr>
          <p:cNvPr id="11" name="PA-矩形 4"/>
          <p:cNvSpPr>
            <a:spLocks noChangeArrowheads="1"/>
          </p:cNvSpPr>
          <p:nvPr>
            <p:custDataLst>
              <p:tags r:id="rId2"/>
            </p:custDataLst>
          </p:nvPr>
        </p:nvSpPr>
        <p:spPr bwMode="auto">
          <a:xfrm>
            <a:off x="3841177" y="3547368"/>
            <a:ext cx="522967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Leave Type</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Leave Data Import</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Approval process for leave application</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Paid Leave Rules</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Annual Leave Rules</a:t>
            </a:r>
          </a:p>
        </p:txBody>
      </p:sp>
    </p:spTree>
    <p:extLst>
      <p:ext uri="{BB962C8B-B14F-4D97-AF65-F5344CB8AC3E}">
        <p14:creationId xmlns:p14="http://schemas.microsoft.com/office/powerpoint/2010/main" val="413127280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Leave Type</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42</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graphicFrame>
        <p:nvGraphicFramePr>
          <p:cNvPr id="6" name="表格 5"/>
          <p:cNvGraphicFramePr>
            <a:graphicFrameLocks noGrp="1"/>
          </p:cNvGraphicFramePr>
          <p:nvPr>
            <p:extLst>
              <p:ext uri="{D42A27DB-BD31-4B8C-83A1-F6EECF244321}">
                <p14:modId xmlns:p14="http://schemas.microsoft.com/office/powerpoint/2010/main" val="322461295"/>
              </p:ext>
            </p:extLst>
          </p:nvPr>
        </p:nvGraphicFramePr>
        <p:xfrm>
          <a:off x="657224" y="1052477"/>
          <a:ext cx="10982325" cy="4206240"/>
        </p:xfrm>
        <a:graphic>
          <a:graphicData uri="http://schemas.openxmlformats.org/drawingml/2006/table">
            <a:tbl>
              <a:tblPr firstRow="1" bandRow="1">
                <a:tableStyleId>{5C22544A-7EE6-4342-B048-85BDC9FD1C3A}</a:tableStyleId>
              </a:tblPr>
              <a:tblGrid>
                <a:gridCol w="3111035">
                  <a:extLst>
                    <a:ext uri="{9D8B030D-6E8A-4147-A177-3AD203B41FA5}">
                      <a16:colId xmlns:a16="http://schemas.microsoft.com/office/drawing/2014/main" val="2623506742"/>
                    </a:ext>
                  </a:extLst>
                </a:gridCol>
                <a:gridCol w="7871290">
                  <a:extLst>
                    <a:ext uri="{9D8B030D-6E8A-4147-A177-3AD203B41FA5}">
                      <a16:colId xmlns:a16="http://schemas.microsoft.com/office/drawing/2014/main" val="36100411"/>
                    </a:ext>
                  </a:extLst>
                </a:gridCol>
              </a:tblGrid>
              <a:tr h="400010">
                <a:tc>
                  <a:txBody>
                    <a:bodyPr/>
                    <a:lstStyle/>
                    <a:p>
                      <a:pPr>
                        <a:lnSpc>
                          <a:spcPct val="150000"/>
                        </a:lnSpc>
                      </a:pPr>
                      <a:r>
                        <a:rPr lang="en-US" altLang="zh-TW" sz="1600" dirty="0" smtClean="0">
                          <a:latin typeface="+mn-lt"/>
                        </a:rPr>
                        <a:t>Leave Type</a:t>
                      </a:r>
                      <a:endParaRPr lang="zh-TW" altLang="en-US" sz="1600" dirty="0">
                        <a:latin typeface="+mn-lt"/>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tcPr>
                </a:tc>
                <a:tc>
                  <a:txBody>
                    <a:bodyPr/>
                    <a:lstStyle/>
                    <a:p>
                      <a:pPr marL="0" algn="l" defTabSz="914400" rtl="0" eaLnBrk="1" latinLnBrk="0" hangingPunct="1">
                        <a:lnSpc>
                          <a:spcPct val="150000"/>
                        </a:lnSpc>
                      </a:pPr>
                      <a:r>
                        <a:rPr lang="en-US" altLang="zh-TW" sz="1800" b="1" kern="1200" dirty="0" smtClean="0">
                          <a:solidFill>
                            <a:schemeClr val="lt1"/>
                          </a:solidFill>
                          <a:latin typeface="+mn-lt"/>
                          <a:ea typeface="+mn-ea"/>
                          <a:cs typeface="+mn-cs"/>
                        </a:rPr>
                        <a:t>Rules</a:t>
                      </a:r>
                      <a:endParaRPr lang="zh-TW" altLang="en-US" sz="1800" b="1" kern="1200" dirty="0">
                        <a:solidFill>
                          <a:schemeClr val="lt1"/>
                        </a:solidFill>
                        <a:latin typeface="+mn-lt"/>
                        <a:ea typeface="+mn-ea"/>
                        <a:cs typeface="+mn-cs"/>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84044575"/>
                  </a:ext>
                </a:extLst>
              </a:tr>
              <a:tr h="329054">
                <a:tc>
                  <a:txBody>
                    <a:bodyPr/>
                    <a:lstStyle/>
                    <a:p>
                      <a:pPr>
                        <a:lnSpc>
                          <a:spcPct val="150000"/>
                        </a:lnSpc>
                      </a:pPr>
                      <a:r>
                        <a:rPr lang="en-US" altLang="zh-TW" sz="1400" dirty="0" smtClean="0">
                          <a:latin typeface="+mn-lt"/>
                        </a:rPr>
                        <a:t>Casual Leave</a:t>
                      </a: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nSpc>
                          <a:spcPct val="150000"/>
                        </a:lnSpc>
                      </a:pPr>
                      <a:r>
                        <a:rPr lang="en-US" altLang="zh-TW" sz="1400" dirty="0" smtClean="0">
                          <a:latin typeface="+mn-lt"/>
                        </a:rPr>
                        <a:t>At least 0.5 days off per month and at most 3 days off per month</a:t>
                      </a: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3283857"/>
                  </a:ext>
                </a:extLst>
              </a:tr>
              <a:tr h="329054">
                <a:tc>
                  <a:txBody>
                    <a:bodyPr/>
                    <a:lstStyle/>
                    <a:p>
                      <a:pPr>
                        <a:lnSpc>
                          <a:spcPct val="150000"/>
                        </a:lnSpc>
                      </a:pPr>
                      <a:r>
                        <a:rPr lang="en-US" altLang="zh-TW" sz="1400" dirty="0" smtClean="0">
                          <a:latin typeface="+mn-lt"/>
                        </a:rPr>
                        <a:t>Sick Leave</a:t>
                      </a: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nSpc>
                          <a:spcPct val="150000"/>
                        </a:lnSpc>
                      </a:pPr>
                      <a:r>
                        <a:rPr lang="en-US" altLang="zh-TW" sz="1400" dirty="0" smtClean="0">
                          <a:latin typeface="+mn-lt"/>
                        </a:rPr>
                        <a:t>A maximum of 12 days off per year</a:t>
                      </a: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70032707"/>
                  </a:ext>
                </a:extLst>
              </a:tr>
              <a:tr h="329054">
                <a:tc>
                  <a:txBody>
                    <a:bodyPr/>
                    <a:lstStyle/>
                    <a:p>
                      <a:pPr>
                        <a:lnSpc>
                          <a:spcPct val="150000"/>
                        </a:lnSpc>
                      </a:pPr>
                      <a:r>
                        <a:rPr lang="en-US" altLang="zh-TW" sz="1400" dirty="0" smtClean="0">
                          <a:latin typeface="+mn-lt"/>
                        </a:rPr>
                        <a:t>Earned Leave</a:t>
                      </a: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nSpc>
                          <a:spcPct val="150000"/>
                        </a:lnSpc>
                      </a:pPr>
                      <a:r>
                        <a:rPr lang="en-US" altLang="zh-TW" sz="1400" dirty="0" smtClean="0">
                          <a:latin typeface="+mn-lt"/>
                        </a:rPr>
                        <a:t>EL Leave Balance present days / 20</a:t>
                      </a: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61328669"/>
                  </a:ext>
                </a:extLst>
              </a:tr>
              <a:tr h="329054">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TW" sz="1400" dirty="0" smtClean="0">
                          <a:latin typeface="+mn-lt"/>
                        </a:rPr>
                        <a:t>Earned Leave Advance</a:t>
                      </a: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TW" sz="1400" dirty="0" smtClean="0">
                          <a:latin typeface="+mn-lt"/>
                        </a:rPr>
                        <a:t>Maximum of 30 days off</a:t>
                      </a: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93176532"/>
                  </a:ext>
                </a:extLst>
              </a:tr>
              <a:tr h="329054">
                <a:tc>
                  <a:txBody>
                    <a:bodyPr/>
                    <a:lstStyle/>
                    <a:p>
                      <a:pPr>
                        <a:lnSpc>
                          <a:spcPct val="150000"/>
                        </a:lnSpc>
                      </a:pPr>
                      <a:r>
                        <a:rPr lang="en-US" altLang="zh-TW" sz="1400" dirty="0" smtClean="0">
                          <a:latin typeface="+mn-lt"/>
                        </a:rPr>
                        <a:t>Marriage Leave</a:t>
                      </a: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TW" sz="1400" u="none" strike="noStrike" dirty="0" smtClean="0">
                          <a:effectLst/>
                        </a:rPr>
                        <a:t>Apply</a:t>
                      </a:r>
                      <a:r>
                        <a:rPr lang="en-US" altLang="zh-TW" sz="1400" u="none" strike="noStrike" baseline="0" dirty="0" smtClean="0">
                          <a:effectLst/>
                        </a:rPr>
                        <a:t> only </a:t>
                      </a:r>
                      <a:r>
                        <a:rPr lang="en-US" altLang="zh-TW" sz="1400" u="none" strike="noStrike" dirty="0" smtClean="0">
                          <a:effectLst/>
                        </a:rPr>
                        <a:t>3 consecutive</a:t>
                      </a:r>
                      <a:r>
                        <a:rPr lang="en-US" altLang="zh-TW" sz="1400" u="none" strike="noStrike" baseline="0" dirty="0" smtClean="0">
                          <a:effectLst/>
                        </a:rPr>
                        <a:t> </a:t>
                      </a:r>
                      <a:r>
                        <a:rPr lang="en-US" altLang="zh-TW" sz="1400" u="none" strike="noStrike" dirty="0" smtClean="0">
                          <a:effectLst/>
                        </a:rPr>
                        <a:t>working days. OFF or holiday doesn't count. </a:t>
                      </a:r>
                      <a:endParaRPr lang="en-US" altLang="zh-TW" sz="1400" b="0" i="0" u="none" strike="noStrike" dirty="0" smtClean="0">
                        <a:solidFill>
                          <a:srgbClr val="000000"/>
                        </a:solidFill>
                        <a:effectLst/>
                        <a:latin typeface="Nokia Sans Wide" panose="020B0604020204030204" pitchFamily="34" charset="0"/>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34100708"/>
                  </a:ext>
                </a:extLst>
              </a:tr>
              <a:tr h="329054">
                <a:tc>
                  <a:txBody>
                    <a:bodyPr/>
                    <a:lstStyle/>
                    <a:p>
                      <a:pPr>
                        <a:lnSpc>
                          <a:spcPct val="150000"/>
                        </a:lnSpc>
                      </a:pPr>
                      <a:r>
                        <a:rPr lang="en-US" altLang="zh-TW" sz="1400" dirty="0" smtClean="0">
                          <a:latin typeface="+mn-lt"/>
                        </a:rPr>
                        <a:t>Bereavement Leave</a:t>
                      </a: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rtl="0" fontAlgn="b"/>
                      <a:r>
                        <a:rPr lang="en-US" altLang="zh-TW" sz="1400" u="none" strike="noStrike" dirty="0" smtClean="0">
                          <a:effectLst/>
                        </a:rPr>
                        <a:t>Apply</a:t>
                      </a:r>
                      <a:r>
                        <a:rPr lang="en-US" altLang="zh-TW" sz="1400" u="none" strike="noStrike" baseline="0" dirty="0" smtClean="0">
                          <a:effectLst/>
                        </a:rPr>
                        <a:t> only </a:t>
                      </a:r>
                      <a:r>
                        <a:rPr lang="en-US" altLang="zh-TW" sz="1400" u="none" strike="noStrike" dirty="0" smtClean="0">
                          <a:effectLst/>
                        </a:rPr>
                        <a:t>3 consecutive</a:t>
                      </a:r>
                      <a:r>
                        <a:rPr lang="en-US" altLang="zh-TW" sz="1400" u="none" strike="noStrike" baseline="0" dirty="0" smtClean="0">
                          <a:effectLst/>
                        </a:rPr>
                        <a:t> </a:t>
                      </a:r>
                      <a:r>
                        <a:rPr lang="en-US" altLang="zh-TW" sz="1400" u="none" strike="noStrike" dirty="0" smtClean="0">
                          <a:effectLst/>
                        </a:rPr>
                        <a:t>working days. OFF or holiday doesn't count. </a:t>
                      </a:r>
                      <a:endParaRPr lang="en-US" altLang="zh-TW" sz="1400" b="0" i="0" u="none" strike="noStrike" dirty="0">
                        <a:solidFill>
                          <a:srgbClr val="000000"/>
                        </a:solidFill>
                        <a:effectLst/>
                        <a:latin typeface="Nokia Sans Wide" panose="020B0604020204030204" pitchFamily="34" charset="0"/>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53796632"/>
                  </a:ext>
                </a:extLst>
              </a:tr>
              <a:tr h="329054">
                <a:tc>
                  <a:txBody>
                    <a:bodyPr/>
                    <a:lstStyle/>
                    <a:p>
                      <a:pPr>
                        <a:lnSpc>
                          <a:spcPct val="150000"/>
                        </a:lnSpc>
                      </a:pPr>
                      <a:r>
                        <a:rPr lang="en-US" altLang="zh-TW" sz="1400" dirty="0" smtClean="0">
                          <a:latin typeface="+mn-lt"/>
                        </a:rPr>
                        <a:t>UnPaid Leave</a:t>
                      </a: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rtl="0" fontAlgn="b"/>
                      <a:r>
                        <a:rPr lang="en-US" altLang="zh-TW" sz="1400" b="0" i="0" u="none" strike="noStrike" dirty="0" smtClean="0">
                          <a:solidFill>
                            <a:srgbClr val="000000"/>
                          </a:solidFill>
                          <a:effectLst/>
                          <a:latin typeface="Nokia Sans Wide" panose="020B0604020204030204" pitchFamily="34" charset="0"/>
                        </a:rPr>
                        <a:t>A maximum of 6 days of leave per year</a:t>
                      </a:r>
                      <a:endParaRPr lang="en-US" altLang="zh-TW" sz="1400" b="0" i="0" u="none" strike="noStrike" dirty="0">
                        <a:solidFill>
                          <a:srgbClr val="000000"/>
                        </a:solidFill>
                        <a:effectLst/>
                        <a:latin typeface="Nokia Sans Wide" panose="020B0604020204030204" pitchFamily="34" charset="0"/>
                      </a:endParaRP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65296505"/>
                  </a:ext>
                </a:extLst>
              </a:tr>
              <a:tr h="329054">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TW" sz="1400" dirty="0" smtClean="0">
                          <a:latin typeface="+mn-lt"/>
                        </a:rPr>
                        <a:t>Non ESI Maternity Leave</a:t>
                      </a: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TW" sz="1400" dirty="0" smtClean="0">
                          <a:latin typeface="+mn-lt"/>
                        </a:rPr>
                        <a:t>120 days</a:t>
                      </a: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9232155"/>
                  </a:ext>
                </a:extLst>
              </a:tr>
              <a:tr h="329054">
                <a:tc>
                  <a:txBody>
                    <a:bodyPr/>
                    <a:lstStyle/>
                    <a:p>
                      <a:pPr>
                        <a:lnSpc>
                          <a:spcPct val="150000"/>
                        </a:lnSpc>
                      </a:pPr>
                      <a:r>
                        <a:rPr lang="en-US" altLang="zh-TW" sz="1400" dirty="0" smtClean="0">
                          <a:latin typeface="+mn-lt"/>
                        </a:rPr>
                        <a:t>ESI Maternity Leave</a:t>
                      </a: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nSpc>
                          <a:spcPct val="150000"/>
                        </a:lnSpc>
                      </a:pPr>
                      <a:r>
                        <a:rPr lang="en-US" altLang="zh-TW" sz="1400" dirty="0" smtClean="0">
                          <a:latin typeface="+mn-lt"/>
                        </a:rPr>
                        <a:t>120 days</a:t>
                      </a:r>
                    </a:p>
                  </a:txBody>
                  <a:tcP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99786374"/>
                  </a:ext>
                </a:extLst>
              </a:tr>
            </a:tbl>
          </a:graphicData>
        </a:graphic>
      </p:graphicFrame>
      <p:sp>
        <p:nvSpPr>
          <p:cNvPr id="7" name="內容版面配置區 3"/>
          <p:cNvSpPr txBox="1">
            <a:spLocks/>
          </p:cNvSpPr>
          <p:nvPr/>
        </p:nvSpPr>
        <p:spPr>
          <a:xfrm>
            <a:off x="657224" y="5279994"/>
            <a:ext cx="9188570" cy="714928"/>
          </a:xfrm>
          <a:prstGeom prst="rect">
            <a:avLst/>
          </a:prstGeom>
        </p:spPr>
        <p:txBody>
          <a:bodyPr vert="horz" lIns="91440" tIns="45720" rIns="91440" bIns="45720" rtlCol="0" anchor="ctr">
            <a:normAutofit/>
          </a:bodyPr>
          <a:lstStyle>
            <a:defPPr>
              <a:defRPr lang="zh-CN"/>
            </a:defPPr>
            <a:lvl1pPr marL="0" algn="r"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altLang="zh-TW" sz="1400" dirty="0">
                <a:solidFill>
                  <a:schemeClr val="accent6">
                    <a:lumMod val="40000"/>
                    <a:lumOff val="60000"/>
                  </a:schemeClr>
                </a:solidFill>
              </a:rPr>
              <a:t>For details on other </a:t>
            </a:r>
            <a:r>
              <a:rPr lang="en-US" altLang="zh-TW" sz="1400" dirty="0" smtClean="0">
                <a:solidFill>
                  <a:schemeClr val="accent6">
                    <a:lumMod val="40000"/>
                    <a:lumOff val="60000"/>
                  </a:schemeClr>
                </a:solidFill>
              </a:rPr>
              <a:t>leave </a:t>
            </a:r>
            <a:r>
              <a:rPr lang="en-US" altLang="zh-TW" sz="1400" dirty="0">
                <a:solidFill>
                  <a:schemeClr val="accent6">
                    <a:lumMod val="40000"/>
                    <a:lumOff val="60000"/>
                  </a:schemeClr>
                </a:solidFill>
              </a:rPr>
              <a:t>types, please consult </a:t>
            </a:r>
            <a:r>
              <a:rPr lang="en-US" altLang="zh-TW" sz="1400" dirty="0" smtClean="0">
                <a:solidFill>
                  <a:schemeClr val="accent6">
                    <a:lumMod val="40000"/>
                    <a:lumOff val="60000"/>
                  </a:schemeClr>
                </a:solidFill>
              </a:rPr>
              <a:t>HR</a:t>
            </a:r>
            <a:endParaRPr lang="zh-TW" altLang="en-US" sz="1400" dirty="0">
              <a:solidFill>
                <a:schemeClr val="accent6">
                  <a:lumMod val="40000"/>
                  <a:lumOff val="60000"/>
                </a:schemeClr>
              </a:solidFill>
            </a:endParaRPr>
          </a:p>
        </p:txBody>
      </p:sp>
    </p:spTree>
    <p:extLst>
      <p:ext uri="{BB962C8B-B14F-4D97-AF65-F5344CB8AC3E}">
        <p14:creationId xmlns:p14="http://schemas.microsoft.com/office/powerpoint/2010/main" val="100810675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Leave Data Import - 1 </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43</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pic>
        <p:nvPicPr>
          <p:cNvPr id="6" name="圖片 5"/>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92291" y="1156703"/>
            <a:ext cx="10098074" cy="5181344"/>
          </a:xfrm>
          <a:prstGeom prst="rect">
            <a:avLst/>
          </a:prstGeom>
        </p:spPr>
      </p:pic>
      <p:sp>
        <p:nvSpPr>
          <p:cNvPr id="7" name="文字方塊 6"/>
          <p:cNvSpPr txBox="1"/>
          <p:nvPr/>
        </p:nvSpPr>
        <p:spPr>
          <a:xfrm>
            <a:off x="589433" y="781627"/>
            <a:ext cx="3064750" cy="338554"/>
          </a:xfrm>
          <a:prstGeom prst="rect">
            <a:avLst/>
          </a:prstGeom>
          <a:noFill/>
        </p:spPr>
        <p:txBody>
          <a:bodyPr wrap="none" rtlCol="0">
            <a:spAutoFit/>
          </a:bodyPr>
          <a:lstStyle/>
          <a:p>
            <a:r>
              <a:rPr lang="en-US" altLang="zh-TW" sz="1600" dirty="0" smtClean="0">
                <a:solidFill>
                  <a:schemeClr val="bg1"/>
                </a:solidFill>
              </a:rPr>
              <a:t>Arrange employee’s leave data.</a:t>
            </a:r>
            <a:endParaRPr lang="zh-TW" altLang="en-US" sz="1600" dirty="0">
              <a:solidFill>
                <a:schemeClr val="bg1"/>
              </a:solidFill>
            </a:endParaRPr>
          </a:p>
        </p:txBody>
      </p:sp>
      <p:sp>
        <p:nvSpPr>
          <p:cNvPr id="8" name="圓角矩形 7"/>
          <p:cNvSpPr/>
          <p:nvPr/>
        </p:nvSpPr>
        <p:spPr>
          <a:xfrm>
            <a:off x="4879922" y="2211548"/>
            <a:ext cx="2906392" cy="4015467"/>
          </a:xfrm>
          <a:prstGeom prst="roundRect">
            <a:avLst>
              <a:gd name="adj" fmla="val 7436"/>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11703372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Leave Data Import - </a:t>
            </a:r>
            <a:r>
              <a:rPr lang="en-US" altLang="zh-TW" dirty="0" smtClean="0"/>
              <a:t>2</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44</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pic>
        <p:nvPicPr>
          <p:cNvPr id="6" name="圖片 5"/>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20851" y="1215183"/>
            <a:ext cx="10439999" cy="4966250"/>
          </a:xfrm>
          <a:prstGeom prst="rect">
            <a:avLst/>
          </a:prstGeom>
        </p:spPr>
      </p:pic>
      <p:sp>
        <p:nvSpPr>
          <p:cNvPr id="7" name="圓角矩形 6"/>
          <p:cNvSpPr/>
          <p:nvPr/>
        </p:nvSpPr>
        <p:spPr>
          <a:xfrm>
            <a:off x="7114008" y="1684564"/>
            <a:ext cx="4073396" cy="4496869"/>
          </a:xfrm>
          <a:prstGeom prst="roundRect">
            <a:avLst>
              <a:gd name="adj" fmla="val 1776"/>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820851" y="845851"/>
            <a:ext cx="3134191" cy="369332"/>
          </a:xfrm>
          <a:prstGeom prst="rect">
            <a:avLst/>
          </a:prstGeom>
        </p:spPr>
        <p:txBody>
          <a:bodyPr wrap="none">
            <a:spAutoFit/>
          </a:bodyPr>
          <a:lstStyle/>
          <a:p>
            <a:r>
              <a:rPr lang="en-US" altLang="zh-CN" dirty="0" smtClean="0">
                <a:solidFill>
                  <a:schemeClr val="bg1"/>
                </a:solidFill>
              </a:rPr>
              <a:t>An example of </a:t>
            </a:r>
            <a:r>
              <a:rPr lang="en-US" altLang="zh-CN" dirty="0">
                <a:solidFill>
                  <a:schemeClr val="bg1"/>
                </a:solidFill>
              </a:rPr>
              <a:t>check </a:t>
            </a:r>
            <a:r>
              <a:rPr lang="en-US" altLang="zh-CN" dirty="0" smtClean="0">
                <a:solidFill>
                  <a:schemeClr val="bg1"/>
                </a:solidFill>
              </a:rPr>
              <a:t>results:</a:t>
            </a:r>
            <a:endParaRPr lang="en-US" altLang="zh-CN" dirty="0">
              <a:solidFill>
                <a:schemeClr val="bg1"/>
              </a:solidFill>
            </a:endParaRPr>
          </a:p>
        </p:txBody>
      </p:sp>
    </p:spTree>
    <p:extLst>
      <p:ext uri="{BB962C8B-B14F-4D97-AF65-F5344CB8AC3E}">
        <p14:creationId xmlns:p14="http://schemas.microsoft.com/office/powerpoint/2010/main" val="155916773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230;p5">
            <a:extLst>
              <a:ext uri="{FF2B5EF4-FFF2-40B4-BE49-F238E27FC236}">
                <a16:creationId xmlns:a16="http://schemas.microsoft.com/office/drawing/2014/main" id="{5E717F12-CBFD-A09B-12DA-3D2EC1D9AB24}"/>
              </a:ext>
            </a:extLst>
          </p:cNvPr>
          <p:cNvSpPr/>
          <p:nvPr/>
        </p:nvSpPr>
        <p:spPr>
          <a:xfrm>
            <a:off x="726141" y="1388958"/>
            <a:ext cx="10705423" cy="4698078"/>
          </a:xfrm>
          <a:prstGeom prst="roundRect">
            <a:avLst>
              <a:gd name="adj" fmla="val 4729"/>
            </a:avLst>
          </a:prstGeom>
          <a:gradFill>
            <a:gsLst>
              <a:gs pos="0">
                <a:schemeClr val="accent5">
                  <a:lumMod val="50000"/>
                  <a:alpha val="10000"/>
                </a:schemeClr>
              </a:gs>
              <a:gs pos="100000">
                <a:schemeClr val="accent5">
                  <a:lumMod val="50000"/>
                  <a:alpha val="3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1" algn="ctr" defTabSz="488950">
              <a:spcBef>
                <a:spcPts val="600"/>
              </a:spcBef>
              <a:spcAft>
                <a:spcPct val="15000"/>
              </a:spcAft>
            </a:pPr>
            <a:endParaRPr lang="en-US" altLang="zh-TW" sz="3200">
              <a:solidFill>
                <a:schemeClr val="bg1"/>
              </a:solidFill>
            </a:endParaRPr>
          </a:p>
        </p:txBody>
      </p:sp>
      <p:sp>
        <p:nvSpPr>
          <p:cNvPr id="2" name="標題 1"/>
          <p:cNvSpPr>
            <a:spLocks noGrp="1"/>
          </p:cNvSpPr>
          <p:nvPr>
            <p:ph type="title"/>
          </p:nvPr>
        </p:nvSpPr>
        <p:spPr/>
        <p:txBody>
          <a:bodyPr>
            <a:normAutofit fontScale="90000"/>
          </a:bodyPr>
          <a:lstStyle/>
          <a:p>
            <a:r>
              <a:rPr lang="en-US" altLang="zh-TW" dirty="0"/>
              <a:t>Leave Data Import - 3 </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45</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矩形 5"/>
          <p:cNvSpPr/>
          <p:nvPr/>
        </p:nvSpPr>
        <p:spPr>
          <a:xfrm>
            <a:off x="1022183" y="1019625"/>
            <a:ext cx="3890809" cy="369332"/>
          </a:xfrm>
          <a:prstGeom prst="rect">
            <a:avLst/>
          </a:prstGeom>
        </p:spPr>
        <p:txBody>
          <a:bodyPr wrap="none">
            <a:spAutoFit/>
          </a:bodyPr>
          <a:lstStyle/>
          <a:p>
            <a:r>
              <a:rPr lang="en-US" altLang="zh-CN" dirty="0">
                <a:solidFill>
                  <a:schemeClr val="bg1"/>
                </a:solidFill>
              </a:rPr>
              <a:t>Detailed </a:t>
            </a:r>
            <a:r>
              <a:rPr lang="en-US" altLang="zh-CN" dirty="0" smtClean="0">
                <a:solidFill>
                  <a:schemeClr val="bg1"/>
                </a:solidFill>
              </a:rPr>
              <a:t>explanation of check rules:</a:t>
            </a:r>
            <a:endParaRPr lang="en-US" altLang="zh-CN" dirty="0">
              <a:solidFill>
                <a:schemeClr val="bg1"/>
              </a:solidFill>
            </a:endParaRPr>
          </a:p>
        </p:txBody>
      </p:sp>
      <p:sp>
        <p:nvSpPr>
          <p:cNvPr id="7" name="內容版面配置區 3"/>
          <p:cNvSpPr txBox="1">
            <a:spLocks/>
          </p:cNvSpPr>
          <p:nvPr/>
        </p:nvSpPr>
        <p:spPr>
          <a:xfrm>
            <a:off x="1022183" y="1204291"/>
            <a:ext cx="9188570" cy="5049165"/>
          </a:xfrm>
          <a:prstGeom prst="rect">
            <a:avLst/>
          </a:prstGeom>
        </p:spPr>
        <p:txBody>
          <a:bodyPr vert="horz" lIns="91440" tIns="45720" rIns="91440" bIns="45720" rtlCol="0" anchor="ctr">
            <a:normAutofit/>
          </a:bodyPr>
          <a:lstStyle>
            <a:defPPr>
              <a:defRPr lang="zh-CN"/>
            </a:defPPr>
            <a:lvl1pPr marL="0" algn="r"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altLang="zh-CN" sz="1400" dirty="0" smtClean="0">
                <a:solidFill>
                  <a:schemeClr val="accent6"/>
                </a:solidFill>
              </a:rPr>
              <a:t>E004</a:t>
            </a:r>
            <a:r>
              <a:rPr lang="en-US" altLang="zh-TW" sz="1400" dirty="0" smtClean="0">
                <a:solidFill>
                  <a:schemeClr val="bg1"/>
                </a:solidFill>
              </a:rPr>
              <a:t>: User does not have department or site permissions.</a:t>
            </a:r>
          </a:p>
          <a:p>
            <a:pPr algn="l">
              <a:lnSpc>
                <a:spcPct val="150000"/>
              </a:lnSpc>
            </a:pPr>
            <a:r>
              <a:rPr lang="en-US" altLang="zh-TW" sz="1400" dirty="0" smtClean="0">
                <a:solidFill>
                  <a:schemeClr val="accent6"/>
                </a:solidFill>
              </a:rPr>
              <a:t>E014</a:t>
            </a:r>
            <a:r>
              <a:rPr lang="en-US" altLang="zh-TW" sz="1400" dirty="0" smtClean="0">
                <a:solidFill>
                  <a:schemeClr val="bg1"/>
                </a:solidFill>
              </a:rPr>
              <a:t>: </a:t>
            </a:r>
            <a:r>
              <a:rPr lang="en-US" altLang="zh-TW" sz="1400" dirty="0">
                <a:solidFill>
                  <a:schemeClr val="bg1"/>
                </a:solidFill>
              </a:rPr>
              <a:t>Operators can only import leave request data within the permissions allowed. Importing data that exceeds the time limit is not allowed</a:t>
            </a:r>
            <a:r>
              <a:rPr lang="en-US" altLang="zh-TW" sz="1400" dirty="0" smtClean="0">
                <a:solidFill>
                  <a:schemeClr val="bg1"/>
                </a:solidFill>
              </a:rPr>
              <a:t>.</a:t>
            </a:r>
          </a:p>
          <a:p>
            <a:pPr algn="l">
              <a:lnSpc>
                <a:spcPct val="150000"/>
              </a:lnSpc>
            </a:pPr>
            <a:r>
              <a:rPr lang="en-US" altLang="zh-TW" sz="1400" dirty="0" smtClean="0">
                <a:solidFill>
                  <a:schemeClr val="accent6"/>
                </a:solidFill>
              </a:rPr>
              <a:t>E044</a:t>
            </a:r>
            <a:r>
              <a:rPr lang="en-US" altLang="zh-TW" sz="1400" dirty="0">
                <a:solidFill>
                  <a:schemeClr val="bg1"/>
                </a:solidFill>
              </a:rPr>
              <a:t>: Annual Leave/Child Sick Leave(SI)/Military Service Leave/Sick Leave Paid By Company/Total Stoppage leave/Travel Leave/Unauthorized absence </a:t>
            </a:r>
            <a:r>
              <a:rPr lang="en-US" altLang="zh-TW" sz="1400" dirty="0" smtClean="0">
                <a:solidFill>
                  <a:schemeClr val="bg1"/>
                </a:solidFill>
              </a:rPr>
              <a:t>Leave only can apply for </a:t>
            </a:r>
            <a:r>
              <a:rPr lang="en-US" altLang="zh-CN" sz="1400" dirty="0">
                <a:solidFill>
                  <a:schemeClr val="bg1"/>
                </a:solidFill>
              </a:rPr>
              <a:t>First Shift/Second Shift/Full </a:t>
            </a:r>
            <a:r>
              <a:rPr lang="en-US" altLang="zh-CN" sz="1400" dirty="0" smtClean="0">
                <a:solidFill>
                  <a:schemeClr val="bg1"/>
                </a:solidFill>
              </a:rPr>
              <a:t>Shift</a:t>
            </a:r>
          </a:p>
          <a:p>
            <a:pPr algn="l">
              <a:lnSpc>
                <a:spcPct val="150000"/>
              </a:lnSpc>
            </a:pPr>
            <a:r>
              <a:rPr lang="en-US" altLang="zh-TW" sz="1400" dirty="0" smtClean="0">
                <a:solidFill>
                  <a:schemeClr val="accent6"/>
                </a:solidFill>
              </a:rPr>
              <a:t>E058</a:t>
            </a:r>
            <a:r>
              <a:rPr lang="zh-TW" altLang="en-US" sz="1400" dirty="0" smtClean="0">
                <a:solidFill>
                  <a:schemeClr val="bg1"/>
                </a:solidFill>
              </a:rPr>
              <a:t>：</a:t>
            </a:r>
            <a:r>
              <a:rPr lang="en-US" altLang="zh-TW" sz="1400" dirty="0">
                <a:solidFill>
                  <a:schemeClr val="bg1"/>
                </a:solidFill>
              </a:rPr>
              <a:t> These leaves must be taken consecutively </a:t>
            </a:r>
            <a:r>
              <a:rPr lang="zh-CN" altLang="en-US" sz="1400" dirty="0" smtClean="0">
                <a:solidFill>
                  <a:schemeClr val="bg1"/>
                </a:solidFill>
              </a:rPr>
              <a:t>：</a:t>
            </a:r>
            <a:r>
              <a:rPr lang="en-US" altLang="zh-TW" sz="1400" dirty="0" smtClean="0">
                <a:solidFill>
                  <a:schemeClr val="bg1"/>
                </a:solidFill>
              </a:rPr>
              <a:t>Mariage </a:t>
            </a:r>
            <a:r>
              <a:rPr lang="en-US" altLang="zh-TW" sz="1400" dirty="0">
                <a:solidFill>
                  <a:schemeClr val="bg1"/>
                </a:solidFill>
              </a:rPr>
              <a:t>Leave</a:t>
            </a:r>
            <a:r>
              <a:rPr lang="zh-TW" altLang="en-US" sz="1400" dirty="0">
                <a:solidFill>
                  <a:schemeClr val="bg1"/>
                </a:solidFill>
              </a:rPr>
              <a:t>、</a:t>
            </a:r>
            <a:r>
              <a:rPr lang="en-US" altLang="zh-TW" sz="1400" dirty="0">
                <a:solidFill>
                  <a:schemeClr val="bg1"/>
                </a:solidFill>
              </a:rPr>
              <a:t>Bereavement </a:t>
            </a:r>
            <a:r>
              <a:rPr lang="en-US" altLang="zh-TW" sz="1400" dirty="0" smtClean="0">
                <a:solidFill>
                  <a:schemeClr val="bg1"/>
                </a:solidFill>
              </a:rPr>
              <a:t>Leave</a:t>
            </a:r>
            <a:r>
              <a:rPr lang="zh-TW" altLang="en-US" sz="1400" dirty="0" smtClean="0">
                <a:solidFill>
                  <a:schemeClr val="bg1"/>
                </a:solidFill>
              </a:rPr>
              <a:t>、</a:t>
            </a:r>
            <a:r>
              <a:rPr lang="en-US" altLang="zh-TW" sz="1400" dirty="0">
                <a:solidFill>
                  <a:schemeClr val="bg1"/>
                </a:solidFill>
              </a:rPr>
              <a:t>Non ESI Maternity Leave</a:t>
            </a:r>
            <a:r>
              <a:rPr lang="zh-TW" altLang="en-US" sz="1400" dirty="0">
                <a:solidFill>
                  <a:schemeClr val="bg1"/>
                </a:solidFill>
              </a:rPr>
              <a:t>、</a:t>
            </a:r>
            <a:r>
              <a:rPr lang="en-US" altLang="zh-TW" sz="1400" dirty="0">
                <a:solidFill>
                  <a:schemeClr val="bg1"/>
                </a:solidFill>
              </a:rPr>
              <a:t>ESI Maternity Leave </a:t>
            </a:r>
            <a:r>
              <a:rPr lang="en-US" altLang="zh-TW" sz="1400" dirty="0" smtClean="0">
                <a:solidFill>
                  <a:schemeClr val="bg1"/>
                </a:solidFill>
              </a:rPr>
              <a:t>ESI</a:t>
            </a:r>
          </a:p>
          <a:p>
            <a:pPr algn="l">
              <a:lnSpc>
                <a:spcPct val="150000"/>
              </a:lnSpc>
            </a:pPr>
            <a:r>
              <a:rPr lang="en-US" altLang="zh-TW" sz="1400" dirty="0">
                <a:solidFill>
                  <a:schemeClr val="accent6"/>
                </a:solidFill>
              </a:rPr>
              <a:t>E062</a:t>
            </a:r>
            <a:r>
              <a:rPr lang="en-US" altLang="zh-TW" sz="1400" dirty="0">
                <a:solidFill>
                  <a:schemeClr val="bg1"/>
                </a:solidFill>
              </a:rPr>
              <a:t>: Maximum of 3 days of paid leave per month</a:t>
            </a:r>
          </a:p>
          <a:p>
            <a:pPr algn="l">
              <a:lnSpc>
                <a:spcPct val="150000"/>
              </a:lnSpc>
            </a:pPr>
            <a:r>
              <a:rPr lang="en-US" altLang="zh-TW" sz="1400" dirty="0" smtClean="0">
                <a:solidFill>
                  <a:schemeClr val="accent6"/>
                </a:solidFill>
              </a:rPr>
              <a:t>E068</a:t>
            </a:r>
            <a:r>
              <a:rPr lang="zh-TW" altLang="en-US" sz="1400" dirty="0" smtClean="0">
                <a:solidFill>
                  <a:schemeClr val="bg1"/>
                </a:solidFill>
              </a:rPr>
              <a:t>：</a:t>
            </a:r>
            <a:r>
              <a:rPr lang="en-US" altLang="zh-TW" sz="1400" dirty="0">
                <a:solidFill>
                  <a:schemeClr val="bg1"/>
                </a:solidFill>
              </a:rPr>
              <a:t>Marriage leave cannot more than 3 days</a:t>
            </a:r>
          </a:p>
          <a:p>
            <a:pPr algn="l">
              <a:lnSpc>
                <a:spcPct val="150000"/>
              </a:lnSpc>
            </a:pPr>
            <a:r>
              <a:rPr lang="en-US" altLang="zh-TW" sz="1400" dirty="0" smtClean="0">
                <a:solidFill>
                  <a:schemeClr val="accent6"/>
                </a:solidFill>
              </a:rPr>
              <a:t>E074</a:t>
            </a:r>
            <a:r>
              <a:rPr lang="zh-TW" altLang="en-US" sz="1400" dirty="0" smtClean="0">
                <a:solidFill>
                  <a:schemeClr val="bg1"/>
                </a:solidFill>
              </a:rPr>
              <a:t>：</a:t>
            </a:r>
            <a:r>
              <a:rPr lang="en-US" altLang="zh-TW" sz="1400" dirty="0">
                <a:solidFill>
                  <a:schemeClr val="bg1"/>
                </a:solidFill>
              </a:rPr>
              <a:t> Bereavement Leave </a:t>
            </a:r>
            <a:r>
              <a:rPr lang="en-US" altLang="zh-TW" sz="1400" dirty="0" smtClean="0">
                <a:solidFill>
                  <a:schemeClr val="bg1"/>
                </a:solidFill>
              </a:rPr>
              <a:t>cannot more than 3 danys</a:t>
            </a:r>
          </a:p>
          <a:p>
            <a:pPr algn="l">
              <a:lnSpc>
                <a:spcPct val="150000"/>
              </a:lnSpc>
            </a:pPr>
            <a:r>
              <a:rPr lang="en-US" altLang="zh-TW" sz="1400" dirty="0" smtClean="0">
                <a:solidFill>
                  <a:schemeClr val="accent6"/>
                </a:solidFill>
              </a:rPr>
              <a:t>E075</a:t>
            </a:r>
            <a:r>
              <a:rPr lang="zh-TW" altLang="en-US" sz="1400" dirty="0" smtClean="0">
                <a:solidFill>
                  <a:schemeClr val="bg1"/>
                </a:solidFill>
              </a:rPr>
              <a:t>：</a:t>
            </a:r>
            <a:r>
              <a:rPr lang="en-US" altLang="zh-TW" sz="1400" dirty="0">
                <a:solidFill>
                  <a:schemeClr val="bg1"/>
                </a:solidFill>
              </a:rPr>
              <a:t> Non-ESI maternity leave 182 days </a:t>
            </a:r>
            <a:endParaRPr lang="en-US" altLang="zh-TW" sz="1400" dirty="0" smtClean="0">
              <a:solidFill>
                <a:schemeClr val="bg1"/>
              </a:solidFill>
            </a:endParaRPr>
          </a:p>
          <a:p>
            <a:pPr algn="l">
              <a:lnSpc>
                <a:spcPct val="150000"/>
              </a:lnSpc>
            </a:pPr>
            <a:r>
              <a:rPr lang="en-US" altLang="zh-TW" sz="1400" dirty="0" smtClean="0">
                <a:solidFill>
                  <a:schemeClr val="accent6"/>
                </a:solidFill>
              </a:rPr>
              <a:t>E076</a:t>
            </a:r>
            <a:r>
              <a:rPr lang="zh-TW" altLang="en-US" sz="1400" dirty="0" smtClean="0">
                <a:solidFill>
                  <a:schemeClr val="bg1"/>
                </a:solidFill>
              </a:rPr>
              <a:t>：</a:t>
            </a:r>
            <a:r>
              <a:rPr lang="en-US" altLang="zh-TW" sz="1400" dirty="0">
                <a:solidFill>
                  <a:schemeClr val="bg1"/>
                </a:solidFill>
              </a:rPr>
              <a:t> ESI maternity leave 182 days </a:t>
            </a:r>
            <a:endParaRPr lang="en-US" altLang="zh-TW" sz="1400" dirty="0" smtClean="0">
              <a:solidFill>
                <a:schemeClr val="bg1"/>
              </a:solidFill>
            </a:endParaRPr>
          </a:p>
          <a:p>
            <a:pPr algn="l">
              <a:lnSpc>
                <a:spcPct val="150000"/>
              </a:lnSpc>
            </a:pPr>
            <a:r>
              <a:rPr lang="en-US" altLang="zh-TW" sz="1400" dirty="0" smtClean="0">
                <a:solidFill>
                  <a:schemeClr val="bg1"/>
                </a:solidFill>
              </a:rPr>
              <a:t>Others </a:t>
            </a:r>
            <a:r>
              <a:rPr lang="en-US" altLang="zh-TW" sz="1400" dirty="0">
                <a:solidFill>
                  <a:schemeClr val="bg1"/>
                </a:solidFill>
              </a:rPr>
              <a:t>based on company rules and regulations</a:t>
            </a:r>
            <a:endParaRPr lang="zh-TW" altLang="en-US" sz="1400" dirty="0">
              <a:solidFill>
                <a:schemeClr val="bg1"/>
              </a:solidFill>
            </a:endParaRPr>
          </a:p>
        </p:txBody>
      </p:sp>
    </p:spTree>
    <p:extLst>
      <p:ext uri="{BB962C8B-B14F-4D97-AF65-F5344CB8AC3E}">
        <p14:creationId xmlns:p14="http://schemas.microsoft.com/office/powerpoint/2010/main" val="368147162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Leave Approval </a:t>
            </a:r>
            <a:r>
              <a:rPr lang="en-US" altLang="zh-TW" dirty="0" smtClean="0"/>
              <a:t>Process</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46</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pic>
        <p:nvPicPr>
          <p:cNvPr id="6" name="圖片 5"/>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12386" y="4395078"/>
            <a:ext cx="10947550" cy="1095549"/>
          </a:xfrm>
          <a:prstGeom prst="rect">
            <a:avLst/>
          </a:prstGeom>
        </p:spPr>
      </p:pic>
      <p:sp>
        <p:nvSpPr>
          <p:cNvPr id="7" name="圓角矩形圖說文字 6"/>
          <p:cNvSpPr/>
          <p:nvPr/>
        </p:nvSpPr>
        <p:spPr>
          <a:xfrm>
            <a:off x="794729" y="5510094"/>
            <a:ext cx="2527964" cy="364344"/>
          </a:xfrm>
          <a:prstGeom prst="wedgeRoundRectCallout">
            <a:avLst>
              <a:gd name="adj1" fmla="val -31636"/>
              <a:gd name="adj2" fmla="val -284240"/>
              <a:gd name="adj3" fmla="val 16667"/>
            </a:avLst>
          </a:prstGeom>
          <a:noFill/>
          <a:ln w="222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bg1"/>
              </a:solidFill>
            </a:endParaRPr>
          </a:p>
        </p:txBody>
      </p:sp>
      <p:sp>
        <p:nvSpPr>
          <p:cNvPr id="8" name="文字方塊 7"/>
          <p:cNvSpPr txBox="1"/>
          <p:nvPr/>
        </p:nvSpPr>
        <p:spPr>
          <a:xfrm>
            <a:off x="794729" y="5519425"/>
            <a:ext cx="2816218" cy="307777"/>
          </a:xfrm>
          <a:prstGeom prst="rect">
            <a:avLst/>
          </a:prstGeom>
          <a:noFill/>
          <a:ln>
            <a:noFill/>
          </a:ln>
        </p:spPr>
        <p:txBody>
          <a:bodyPr wrap="square" rtlCol="0">
            <a:spAutoFit/>
          </a:bodyPr>
          <a:lstStyle/>
          <a:p>
            <a:r>
              <a:rPr lang="en-US" altLang="zh-TW" sz="1400" dirty="0" smtClean="0">
                <a:solidFill>
                  <a:schemeClr val="bg1"/>
                </a:solidFill>
              </a:rPr>
              <a:t>Click here to import leave data</a:t>
            </a:r>
            <a:endParaRPr lang="zh-TW" altLang="en-US" sz="1400" dirty="0">
              <a:solidFill>
                <a:schemeClr val="bg1"/>
              </a:solidFill>
            </a:endParaRPr>
          </a:p>
        </p:txBody>
      </p:sp>
      <p:sp>
        <p:nvSpPr>
          <p:cNvPr id="9" name="文字方塊 8"/>
          <p:cNvSpPr txBox="1"/>
          <p:nvPr/>
        </p:nvSpPr>
        <p:spPr>
          <a:xfrm>
            <a:off x="5989515" y="5651693"/>
            <a:ext cx="3607723" cy="738664"/>
          </a:xfrm>
          <a:prstGeom prst="rect">
            <a:avLst/>
          </a:prstGeom>
          <a:noFill/>
        </p:spPr>
        <p:txBody>
          <a:bodyPr wrap="square" rtlCol="0">
            <a:spAutoFit/>
          </a:bodyPr>
          <a:lstStyle/>
          <a:p>
            <a:r>
              <a:rPr lang="en-US" altLang="zh-TW" sz="1400" dirty="0">
                <a:solidFill>
                  <a:schemeClr val="bg1"/>
                </a:solidFill>
              </a:rPr>
              <a:t>After successfully importing and saving the data, click the Submit button to submit the </a:t>
            </a:r>
            <a:r>
              <a:rPr lang="en-US" altLang="zh-CN" sz="1400" dirty="0">
                <a:solidFill>
                  <a:schemeClr val="bg1"/>
                </a:solidFill>
              </a:rPr>
              <a:t>leave</a:t>
            </a:r>
            <a:r>
              <a:rPr lang="en-US" altLang="zh-TW" sz="1400" dirty="0" smtClean="0">
                <a:solidFill>
                  <a:schemeClr val="bg1"/>
                </a:solidFill>
              </a:rPr>
              <a:t> </a:t>
            </a:r>
            <a:r>
              <a:rPr lang="en-US" altLang="zh-TW" sz="1400" dirty="0">
                <a:solidFill>
                  <a:schemeClr val="bg1"/>
                </a:solidFill>
              </a:rPr>
              <a:t>application form for review.</a:t>
            </a:r>
            <a:endParaRPr lang="zh-TW" altLang="en-US" sz="1400" dirty="0">
              <a:solidFill>
                <a:schemeClr val="bg1"/>
              </a:solidFill>
            </a:endParaRPr>
          </a:p>
        </p:txBody>
      </p:sp>
      <p:sp>
        <p:nvSpPr>
          <p:cNvPr id="10" name="圓角矩形圖說文字 9"/>
          <p:cNvSpPr/>
          <p:nvPr/>
        </p:nvSpPr>
        <p:spPr>
          <a:xfrm rot="10800000">
            <a:off x="5989515" y="5651693"/>
            <a:ext cx="3607722" cy="799881"/>
          </a:xfrm>
          <a:prstGeom prst="wedgeRoundRectCallout">
            <a:avLst>
              <a:gd name="adj1" fmla="val -19129"/>
              <a:gd name="adj2" fmla="val 102747"/>
              <a:gd name="adj3" fmla="val 16667"/>
            </a:avLst>
          </a:prstGeom>
          <a:noFill/>
          <a:ln w="222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1" name="圖片 10"/>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552564" y="986118"/>
            <a:ext cx="5936967" cy="2980852"/>
          </a:xfrm>
          <a:prstGeom prst="rect">
            <a:avLst/>
          </a:prstGeom>
        </p:spPr>
      </p:pic>
      <p:sp>
        <p:nvSpPr>
          <p:cNvPr id="12" name="圓角矩形圖說文字 11"/>
          <p:cNvSpPr/>
          <p:nvPr/>
        </p:nvSpPr>
        <p:spPr>
          <a:xfrm>
            <a:off x="1782147" y="4330676"/>
            <a:ext cx="1352939" cy="419256"/>
          </a:xfrm>
          <a:prstGeom prst="wedgeRoundRectCallout">
            <a:avLst>
              <a:gd name="adj1" fmla="val -34047"/>
              <a:gd name="adj2" fmla="val -198971"/>
              <a:gd name="adj3" fmla="val 16667"/>
            </a:avLst>
          </a:prstGeom>
          <a:noFill/>
          <a:ln w="22225">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圓角矩形圖說文字 12"/>
          <p:cNvSpPr/>
          <p:nvPr/>
        </p:nvSpPr>
        <p:spPr>
          <a:xfrm>
            <a:off x="6514310" y="1376857"/>
            <a:ext cx="2040456" cy="1632673"/>
          </a:xfrm>
          <a:prstGeom prst="wedgeRoundRectCallout">
            <a:avLst>
              <a:gd name="adj1" fmla="val -57763"/>
              <a:gd name="adj2" fmla="val 62867"/>
              <a:gd name="adj3" fmla="val 16667"/>
            </a:avLst>
          </a:prstGeom>
          <a:noFill/>
          <a:ln w="22225">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p:cNvSpPr/>
          <p:nvPr/>
        </p:nvSpPr>
        <p:spPr>
          <a:xfrm>
            <a:off x="6518208" y="1467584"/>
            <a:ext cx="2061337" cy="1446550"/>
          </a:xfrm>
          <a:prstGeom prst="rect">
            <a:avLst/>
          </a:prstGeom>
        </p:spPr>
        <p:txBody>
          <a:bodyPr wrap="square">
            <a:spAutoFit/>
          </a:bodyPr>
          <a:lstStyle/>
          <a:p>
            <a:r>
              <a:rPr lang="zh-TW" altLang="en-US" sz="1400" dirty="0">
                <a:solidFill>
                  <a:schemeClr val="bg1"/>
                </a:solidFill>
              </a:rPr>
              <a:t>If you apply for multiple types of leave on the same day, you need to import multiple entries at once, otherwise they will be overwritten</a:t>
            </a:r>
            <a:r>
              <a:rPr lang="zh-TW" altLang="en-US" dirty="0">
                <a:solidFill>
                  <a:schemeClr val="bg1"/>
                </a:solidFill>
              </a:rPr>
              <a:t>.</a:t>
            </a:r>
          </a:p>
        </p:txBody>
      </p:sp>
      <p:pic>
        <p:nvPicPr>
          <p:cNvPr id="15" name="圖片 14"/>
          <p:cNvPicPr>
            <a:picLocks noChangeAspect="1"/>
          </p:cNvPicPr>
          <p:nvPr/>
        </p:nvPicPr>
        <p:blipFill>
          <a:blip r:embed="rId4"/>
          <a:stretch>
            <a:fillRect/>
          </a:stretch>
        </p:blipFill>
        <p:spPr>
          <a:xfrm>
            <a:off x="8682596" y="834024"/>
            <a:ext cx="2780880" cy="3601084"/>
          </a:xfrm>
          <a:prstGeom prst="rect">
            <a:avLst/>
          </a:prstGeom>
        </p:spPr>
      </p:pic>
    </p:spTree>
    <p:extLst>
      <p:ext uri="{BB962C8B-B14F-4D97-AF65-F5344CB8AC3E}">
        <p14:creationId xmlns:p14="http://schemas.microsoft.com/office/powerpoint/2010/main" val="208815531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Leave Approval </a:t>
            </a:r>
            <a:r>
              <a:rPr lang="en-US" altLang="zh-TW" dirty="0" smtClean="0"/>
              <a:t>(UI)</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47</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pic>
        <p:nvPicPr>
          <p:cNvPr id="6" name="圖片 5"/>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73708" y="1339406"/>
            <a:ext cx="8612905" cy="4763968"/>
          </a:xfrm>
          <a:prstGeom prst="rect">
            <a:avLst/>
          </a:prstGeom>
        </p:spPr>
      </p:pic>
      <p:sp>
        <p:nvSpPr>
          <p:cNvPr id="7" name="矩形 6"/>
          <p:cNvSpPr/>
          <p:nvPr/>
        </p:nvSpPr>
        <p:spPr>
          <a:xfrm>
            <a:off x="864229" y="874054"/>
            <a:ext cx="7563779" cy="369332"/>
          </a:xfrm>
          <a:prstGeom prst="rect">
            <a:avLst/>
          </a:prstGeom>
        </p:spPr>
        <p:txBody>
          <a:bodyPr wrap="square">
            <a:spAutoFit/>
          </a:bodyPr>
          <a:lstStyle/>
          <a:p>
            <a:r>
              <a:rPr lang="en-US" altLang="zh-CN" dirty="0" smtClean="0">
                <a:solidFill>
                  <a:schemeClr val="accent6"/>
                </a:solidFill>
              </a:rPr>
              <a:t>Supervisors login </a:t>
            </a:r>
            <a:r>
              <a:rPr lang="en-US" altLang="zh-CN" dirty="0">
                <a:solidFill>
                  <a:schemeClr val="accent6"/>
                </a:solidFill>
              </a:rPr>
              <a:t>workflow account for </a:t>
            </a:r>
            <a:r>
              <a:rPr lang="en-US" altLang="zh-CN" dirty="0" smtClean="0">
                <a:solidFill>
                  <a:schemeClr val="accent6"/>
                </a:solidFill>
              </a:rPr>
              <a:t>approval</a:t>
            </a:r>
            <a:endParaRPr lang="en-US" altLang="zh-CN" dirty="0">
              <a:solidFill>
                <a:schemeClr val="accent6"/>
              </a:solidFill>
            </a:endParaRPr>
          </a:p>
        </p:txBody>
      </p:sp>
      <p:sp>
        <p:nvSpPr>
          <p:cNvPr id="8" name="圓角矩形 7"/>
          <p:cNvSpPr/>
          <p:nvPr/>
        </p:nvSpPr>
        <p:spPr>
          <a:xfrm>
            <a:off x="3444231" y="1339362"/>
            <a:ext cx="4488024" cy="456178"/>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圓角矩形 8"/>
          <p:cNvSpPr/>
          <p:nvPr/>
        </p:nvSpPr>
        <p:spPr>
          <a:xfrm>
            <a:off x="1187314" y="1910858"/>
            <a:ext cx="5101520" cy="823011"/>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圓角矩形 9"/>
          <p:cNvSpPr/>
          <p:nvPr/>
        </p:nvSpPr>
        <p:spPr>
          <a:xfrm>
            <a:off x="1187314" y="2811045"/>
            <a:ext cx="8227274" cy="1490367"/>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圓角矩形 10"/>
          <p:cNvSpPr/>
          <p:nvPr/>
        </p:nvSpPr>
        <p:spPr>
          <a:xfrm>
            <a:off x="1187314" y="4926564"/>
            <a:ext cx="8227274" cy="1176810"/>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p:cNvSpPr txBox="1"/>
          <p:nvPr/>
        </p:nvSpPr>
        <p:spPr>
          <a:xfrm>
            <a:off x="9725147" y="1406036"/>
            <a:ext cx="1234633" cy="338554"/>
          </a:xfrm>
          <a:prstGeom prst="rect">
            <a:avLst/>
          </a:prstGeom>
          <a:noFill/>
        </p:spPr>
        <p:txBody>
          <a:bodyPr wrap="none" rtlCol="0">
            <a:spAutoFit/>
          </a:bodyPr>
          <a:lstStyle/>
          <a:p>
            <a:r>
              <a:rPr lang="en-US" altLang="zh-TW" sz="1600" dirty="0" smtClean="0">
                <a:solidFill>
                  <a:schemeClr val="bg1"/>
                </a:solidFill>
              </a:rPr>
              <a:t>Comments </a:t>
            </a:r>
            <a:endParaRPr lang="zh-TW" altLang="en-US" sz="1600" dirty="0">
              <a:solidFill>
                <a:schemeClr val="bg1"/>
              </a:solidFill>
            </a:endParaRPr>
          </a:p>
        </p:txBody>
      </p:sp>
      <p:sp>
        <p:nvSpPr>
          <p:cNvPr id="13" name="文字方塊 12"/>
          <p:cNvSpPr txBox="1"/>
          <p:nvPr/>
        </p:nvSpPr>
        <p:spPr>
          <a:xfrm>
            <a:off x="9703209" y="2183769"/>
            <a:ext cx="1789144" cy="338554"/>
          </a:xfrm>
          <a:prstGeom prst="rect">
            <a:avLst/>
          </a:prstGeom>
          <a:noFill/>
        </p:spPr>
        <p:txBody>
          <a:bodyPr wrap="none" rtlCol="0">
            <a:spAutoFit/>
          </a:bodyPr>
          <a:lstStyle/>
          <a:p>
            <a:r>
              <a:rPr lang="en-US" altLang="zh-CN" sz="1600" dirty="0" smtClean="0">
                <a:solidFill>
                  <a:schemeClr val="bg1"/>
                </a:solidFill>
              </a:rPr>
              <a:t>Leave Application</a:t>
            </a:r>
            <a:endParaRPr lang="zh-TW" altLang="en-US" sz="1600" dirty="0">
              <a:solidFill>
                <a:schemeClr val="bg1"/>
              </a:solidFill>
            </a:endParaRPr>
          </a:p>
        </p:txBody>
      </p:sp>
      <p:sp>
        <p:nvSpPr>
          <p:cNvPr id="14" name="文字方塊 13"/>
          <p:cNvSpPr txBox="1"/>
          <p:nvPr/>
        </p:nvSpPr>
        <p:spPr>
          <a:xfrm>
            <a:off x="9727796" y="3275036"/>
            <a:ext cx="1303562" cy="338554"/>
          </a:xfrm>
          <a:prstGeom prst="rect">
            <a:avLst/>
          </a:prstGeom>
          <a:noFill/>
        </p:spPr>
        <p:txBody>
          <a:bodyPr wrap="none" rtlCol="0">
            <a:spAutoFit/>
          </a:bodyPr>
          <a:lstStyle/>
          <a:p>
            <a:r>
              <a:rPr lang="en-US" altLang="zh-CN" sz="1600" dirty="0" smtClean="0">
                <a:solidFill>
                  <a:schemeClr val="bg1"/>
                </a:solidFill>
              </a:rPr>
              <a:t>Leave Items</a:t>
            </a:r>
            <a:endParaRPr lang="zh-TW" altLang="en-US" sz="1600" dirty="0">
              <a:solidFill>
                <a:schemeClr val="bg1"/>
              </a:solidFill>
            </a:endParaRPr>
          </a:p>
        </p:txBody>
      </p:sp>
      <p:sp>
        <p:nvSpPr>
          <p:cNvPr id="15" name="文字方塊 14"/>
          <p:cNvSpPr txBox="1"/>
          <p:nvPr/>
        </p:nvSpPr>
        <p:spPr>
          <a:xfrm>
            <a:off x="9802011" y="5272716"/>
            <a:ext cx="1688283" cy="338554"/>
          </a:xfrm>
          <a:prstGeom prst="rect">
            <a:avLst/>
          </a:prstGeom>
          <a:noFill/>
        </p:spPr>
        <p:txBody>
          <a:bodyPr wrap="none" rtlCol="0">
            <a:spAutoFit/>
          </a:bodyPr>
          <a:lstStyle/>
          <a:p>
            <a:r>
              <a:rPr lang="en-US" altLang="zh-CN" sz="1600" dirty="0" smtClean="0">
                <a:solidFill>
                  <a:schemeClr val="bg1"/>
                </a:solidFill>
              </a:rPr>
              <a:t>Approval History</a:t>
            </a:r>
            <a:endParaRPr lang="zh-TW" altLang="en-US" sz="1600" dirty="0">
              <a:solidFill>
                <a:schemeClr val="bg1"/>
              </a:solidFill>
            </a:endParaRPr>
          </a:p>
        </p:txBody>
      </p:sp>
    </p:spTree>
    <p:extLst>
      <p:ext uri="{BB962C8B-B14F-4D97-AF65-F5344CB8AC3E}">
        <p14:creationId xmlns:p14="http://schemas.microsoft.com/office/powerpoint/2010/main" val="109725620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48</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7" name="圓角矩形 6"/>
          <p:cNvSpPr/>
          <p:nvPr/>
        </p:nvSpPr>
        <p:spPr>
          <a:xfrm>
            <a:off x="2951590" y="2452858"/>
            <a:ext cx="6326880" cy="819510"/>
          </a:xfrm>
          <a:prstGeom prst="roundRect">
            <a:avLst>
              <a:gd name="adj" fmla="val 50000"/>
            </a:avLst>
          </a:prstGeom>
          <a:solidFill>
            <a:schemeClr val="accent5">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8" name="Oval 146"/>
          <p:cNvSpPr/>
          <p:nvPr/>
        </p:nvSpPr>
        <p:spPr>
          <a:xfrm>
            <a:off x="3064723" y="2566193"/>
            <a:ext cx="642342" cy="614835"/>
          </a:xfrm>
          <a:prstGeom prst="ellipse">
            <a:avLst/>
          </a:prstGeom>
          <a:solidFill>
            <a:schemeClr val="accent1"/>
          </a:solidFill>
          <a:ln>
            <a:noFill/>
          </a:ln>
        </p:spPr>
        <p:txBody>
          <a:bodyPr wrap="none" anchor="ctr"/>
          <a:lstStyle/>
          <a:p>
            <a:endParaRPr lang="en-US" sz="2000" dirty="0">
              <a:solidFill>
                <a:schemeClr val="accent1"/>
              </a:solidFill>
              <a:latin typeface="Arial" panose="020B0604020202020204" pitchFamily="34" charset="0"/>
              <a:cs typeface="Arial" panose="020B0604020202020204" pitchFamily="34" charset="0"/>
              <a:sym typeface="+mn-lt"/>
            </a:endParaRPr>
          </a:p>
        </p:txBody>
      </p:sp>
      <p:sp>
        <p:nvSpPr>
          <p:cNvPr id="9" name="PA-AutoShape 13"/>
          <p:cNvSpPr/>
          <p:nvPr>
            <p:custDataLst>
              <p:tags r:id="rId1"/>
            </p:custDataLst>
          </p:nvPr>
        </p:nvSpPr>
        <p:spPr bwMode="auto">
          <a:xfrm>
            <a:off x="3220023" y="2709384"/>
            <a:ext cx="331742" cy="32810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59" y="0"/>
                  <a:pt x="0" y="4859"/>
                  <a:pt x="0" y="10800"/>
                </a:cubicBezTo>
                <a:cubicBezTo>
                  <a:pt x="0" y="16739"/>
                  <a:pt x="4859" y="21600"/>
                  <a:pt x="10800" y="21600"/>
                </a:cubicBezTo>
                <a:cubicBezTo>
                  <a:pt x="16739" y="21600"/>
                  <a:pt x="21600" y="16739"/>
                  <a:pt x="21600" y="10800"/>
                </a:cubicBezTo>
                <a:cubicBezTo>
                  <a:pt x="21600" y="4859"/>
                  <a:pt x="16739" y="0"/>
                  <a:pt x="10800" y="0"/>
                </a:cubicBezTo>
                <a:close/>
                <a:moveTo>
                  <a:pt x="14939" y="4319"/>
                </a:moveTo>
                <a:cubicBezTo>
                  <a:pt x="15659" y="3779"/>
                  <a:pt x="15659" y="3779"/>
                  <a:pt x="15659" y="3779"/>
                </a:cubicBezTo>
                <a:cubicBezTo>
                  <a:pt x="15659" y="3779"/>
                  <a:pt x="15299" y="3059"/>
                  <a:pt x="15479" y="2519"/>
                </a:cubicBezTo>
                <a:cubicBezTo>
                  <a:pt x="15659" y="2519"/>
                  <a:pt x="16379" y="2879"/>
                  <a:pt x="16919" y="3599"/>
                </a:cubicBezTo>
                <a:cubicBezTo>
                  <a:pt x="16559" y="5219"/>
                  <a:pt x="15479" y="5039"/>
                  <a:pt x="15479" y="5039"/>
                </a:cubicBezTo>
                <a:cubicBezTo>
                  <a:pt x="15479" y="5039"/>
                  <a:pt x="14759" y="5039"/>
                  <a:pt x="14939" y="4319"/>
                </a:cubicBezTo>
                <a:close/>
                <a:moveTo>
                  <a:pt x="8459" y="13859"/>
                </a:moveTo>
                <a:cubicBezTo>
                  <a:pt x="8279" y="14039"/>
                  <a:pt x="8099" y="14579"/>
                  <a:pt x="7919" y="15119"/>
                </a:cubicBezTo>
                <a:cubicBezTo>
                  <a:pt x="7739" y="15479"/>
                  <a:pt x="7559" y="15660"/>
                  <a:pt x="7379" y="15839"/>
                </a:cubicBezTo>
                <a:cubicBezTo>
                  <a:pt x="7019" y="16019"/>
                  <a:pt x="7019" y="16379"/>
                  <a:pt x="7019" y="16379"/>
                </a:cubicBezTo>
                <a:cubicBezTo>
                  <a:pt x="6839" y="17099"/>
                  <a:pt x="6839" y="17099"/>
                  <a:pt x="6839" y="17099"/>
                </a:cubicBezTo>
                <a:cubicBezTo>
                  <a:pt x="6839" y="17099"/>
                  <a:pt x="7019" y="17819"/>
                  <a:pt x="7200" y="17999"/>
                </a:cubicBezTo>
                <a:cubicBezTo>
                  <a:pt x="7200" y="18360"/>
                  <a:pt x="6659" y="19799"/>
                  <a:pt x="6659" y="19799"/>
                </a:cubicBezTo>
                <a:cubicBezTo>
                  <a:pt x="6120" y="19620"/>
                  <a:pt x="5940" y="19079"/>
                  <a:pt x="5760" y="18719"/>
                </a:cubicBezTo>
                <a:cubicBezTo>
                  <a:pt x="5760" y="18360"/>
                  <a:pt x="5399" y="18179"/>
                  <a:pt x="5579" y="17819"/>
                </a:cubicBezTo>
                <a:cubicBezTo>
                  <a:pt x="5579" y="17279"/>
                  <a:pt x="5219" y="17099"/>
                  <a:pt x="5039" y="16919"/>
                </a:cubicBezTo>
                <a:cubicBezTo>
                  <a:pt x="4859" y="16559"/>
                  <a:pt x="4679" y="16199"/>
                  <a:pt x="4679" y="16019"/>
                </a:cubicBezTo>
                <a:cubicBezTo>
                  <a:pt x="4679" y="15839"/>
                  <a:pt x="4139" y="15479"/>
                  <a:pt x="4139" y="15479"/>
                </a:cubicBezTo>
                <a:cubicBezTo>
                  <a:pt x="4139" y="15479"/>
                  <a:pt x="3239" y="14940"/>
                  <a:pt x="3060" y="14759"/>
                </a:cubicBezTo>
                <a:cubicBezTo>
                  <a:pt x="2880" y="14579"/>
                  <a:pt x="2699" y="13859"/>
                  <a:pt x="2699" y="13499"/>
                </a:cubicBezTo>
                <a:cubicBezTo>
                  <a:pt x="2699" y="13139"/>
                  <a:pt x="2880" y="12239"/>
                  <a:pt x="2880" y="12239"/>
                </a:cubicBezTo>
                <a:cubicBezTo>
                  <a:pt x="2880" y="12239"/>
                  <a:pt x="3239" y="11879"/>
                  <a:pt x="3060" y="11699"/>
                </a:cubicBezTo>
                <a:cubicBezTo>
                  <a:pt x="2699" y="11519"/>
                  <a:pt x="2699" y="10800"/>
                  <a:pt x="2699" y="10800"/>
                </a:cubicBezTo>
                <a:cubicBezTo>
                  <a:pt x="2339" y="10439"/>
                  <a:pt x="2339" y="10439"/>
                  <a:pt x="2339" y="10439"/>
                </a:cubicBezTo>
                <a:cubicBezTo>
                  <a:pt x="2339" y="10439"/>
                  <a:pt x="1979" y="9899"/>
                  <a:pt x="1800" y="9719"/>
                </a:cubicBezTo>
                <a:cubicBezTo>
                  <a:pt x="1800" y="9359"/>
                  <a:pt x="1800" y="9180"/>
                  <a:pt x="1979" y="8999"/>
                </a:cubicBezTo>
                <a:cubicBezTo>
                  <a:pt x="1979" y="8819"/>
                  <a:pt x="1800" y="8279"/>
                  <a:pt x="1800" y="8099"/>
                </a:cubicBezTo>
                <a:cubicBezTo>
                  <a:pt x="3600" y="3599"/>
                  <a:pt x="6659" y="2699"/>
                  <a:pt x="6659" y="2699"/>
                </a:cubicBezTo>
                <a:cubicBezTo>
                  <a:pt x="6839" y="3599"/>
                  <a:pt x="6839" y="3599"/>
                  <a:pt x="6839" y="3599"/>
                </a:cubicBezTo>
                <a:cubicBezTo>
                  <a:pt x="6839" y="3599"/>
                  <a:pt x="6299" y="3779"/>
                  <a:pt x="6120" y="3779"/>
                </a:cubicBezTo>
                <a:cubicBezTo>
                  <a:pt x="5760" y="3599"/>
                  <a:pt x="5579" y="3599"/>
                  <a:pt x="5579" y="3599"/>
                </a:cubicBezTo>
                <a:cubicBezTo>
                  <a:pt x="5219" y="4139"/>
                  <a:pt x="5219" y="4139"/>
                  <a:pt x="5219" y="4139"/>
                </a:cubicBezTo>
                <a:cubicBezTo>
                  <a:pt x="5219" y="4139"/>
                  <a:pt x="5039" y="4499"/>
                  <a:pt x="5039" y="4679"/>
                </a:cubicBezTo>
                <a:cubicBezTo>
                  <a:pt x="5039" y="4859"/>
                  <a:pt x="5219" y="5219"/>
                  <a:pt x="5219" y="5219"/>
                </a:cubicBezTo>
                <a:cubicBezTo>
                  <a:pt x="5219" y="5219"/>
                  <a:pt x="5760" y="5219"/>
                  <a:pt x="5760" y="5039"/>
                </a:cubicBezTo>
                <a:cubicBezTo>
                  <a:pt x="5760" y="4859"/>
                  <a:pt x="5760" y="4679"/>
                  <a:pt x="5760" y="4679"/>
                </a:cubicBezTo>
                <a:cubicBezTo>
                  <a:pt x="5579" y="4319"/>
                  <a:pt x="5579" y="4319"/>
                  <a:pt x="5579" y="4319"/>
                </a:cubicBezTo>
                <a:cubicBezTo>
                  <a:pt x="5579" y="4319"/>
                  <a:pt x="6120" y="4139"/>
                  <a:pt x="7200" y="4319"/>
                </a:cubicBezTo>
                <a:cubicBezTo>
                  <a:pt x="8459" y="4319"/>
                  <a:pt x="7919" y="5219"/>
                  <a:pt x="8459" y="5399"/>
                </a:cubicBezTo>
                <a:cubicBezTo>
                  <a:pt x="8999" y="5580"/>
                  <a:pt x="8099" y="6299"/>
                  <a:pt x="7919" y="6659"/>
                </a:cubicBezTo>
                <a:cubicBezTo>
                  <a:pt x="7739" y="7019"/>
                  <a:pt x="7379" y="6119"/>
                  <a:pt x="7379" y="6119"/>
                </a:cubicBezTo>
                <a:cubicBezTo>
                  <a:pt x="7379" y="6119"/>
                  <a:pt x="7739" y="5759"/>
                  <a:pt x="7200" y="5759"/>
                </a:cubicBezTo>
                <a:cubicBezTo>
                  <a:pt x="6659" y="5580"/>
                  <a:pt x="6299" y="6479"/>
                  <a:pt x="6659" y="6479"/>
                </a:cubicBezTo>
                <a:cubicBezTo>
                  <a:pt x="6839" y="6479"/>
                  <a:pt x="7200" y="6839"/>
                  <a:pt x="7019" y="7019"/>
                </a:cubicBezTo>
                <a:cubicBezTo>
                  <a:pt x="7019" y="7199"/>
                  <a:pt x="7019" y="7199"/>
                  <a:pt x="6839" y="7739"/>
                </a:cubicBezTo>
                <a:cubicBezTo>
                  <a:pt x="6479" y="8279"/>
                  <a:pt x="6120" y="8639"/>
                  <a:pt x="6120" y="8639"/>
                </a:cubicBezTo>
                <a:cubicBezTo>
                  <a:pt x="6120" y="8639"/>
                  <a:pt x="5760" y="8459"/>
                  <a:pt x="5940" y="8819"/>
                </a:cubicBezTo>
                <a:cubicBezTo>
                  <a:pt x="6120" y="9180"/>
                  <a:pt x="5940" y="9719"/>
                  <a:pt x="5940" y="9899"/>
                </a:cubicBezTo>
                <a:cubicBezTo>
                  <a:pt x="5940" y="10259"/>
                  <a:pt x="5219" y="9719"/>
                  <a:pt x="5219" y="9180"/>
                </a:cubicBezTo>
                <a:cubicBezTo>
                  <a:pt x="5039" y="8639"/>
                  <a:pt x="4499" y="9180"/>
                  <a:pt x="4319" y="9180"/>
                </a:cubicBezTo>
                <a:cubicBezTo>
                  <a:pt x="4139" y="9180"/>
                  <a:pt x="3779" y="8999"/>
                  <a:pt x="3779" y="8819"/>
                </a:cubicBezTo>
                <a:cubicBezTo>
                  <a:pt x="3600" y="8639"/>
                  <a:pt x="2699" y="9359"/>
                  <a:pt x="2519" y="9359"/>
                </a:cubicBezTo>
                <a:cubicBezTo>
                  <a:pt x="2339" y="9539"/>
                  <a:pt x="2339" y="9899"/>
                  <a:pt x="2699" y="9719"/>
                </a:cubicBezTo>
                <a:cubicBezTo>
                  <a:pt x="3060" y="9539"/>
                  <a:pt x="3419" y="9719"/>
                  <a:pt x="3419" y="10079"/>
                </a:cubicBezTo>
                <a:cubicBezTo>
                  <a:pt x="3239" y="10439"/>
                  <a:pt x="2880" y="10259"/>
                  <a:pt x="2880" y="10439"/>
                </a:cubicBezTo>
                <a:cubicBezTo>
                  <a:pt x="3060" y="10800"/>
                  <a:pt x="3419" y="10979"/>
                  <a:pt x="3419" y="11339"/>
                </a:cubicBezTo>
                <a:cubicBezTo>
                  <a:pt x="3600" y="11699"/>
                  <a:pt x="4499" y="11339"/>
                  <a:pt x="4859" y="11160"/>
                </a:cubicBezTo>
                <a:cubicBezTo>
                  <a:pt x="5039" y="11160"/>
                  <a:pt x="5940" y="10979"/>
                  <a:pt x="5940" y="11339"/>
                </a:cubicBezTo>
                <a:cubicBezTo>
                  <a:pt x="6120" y="11699"/>
                  <a:pt x="7019" y="11879"/>
                  <a:pt x="7379" y="11879"/>
                </a:cubicBezTo>
                <a:cubicBezTo>
                  <a:pt x="7739" y="12059"/>
                  <a:pt x="8279" y="12059"/>
                  <a:pt x="8819" y="12419"/>
                </a:cubicBezTo>
                <a:cubicBezTo>
                  <a:pt x="9179" y="12959"/>
                  <a:pt x="8459" y="13679"/>
                  <a:pt x="8459" y="13859"/>
                </a:cubicBezTo>
                <a:close/>
                <a:moveTo>
                  <a:pt x="10619" y="2519"/>
                </a:moveTo>
                <a:cubicBezTo>
                  <a:pt x="10439" y="3059"/>
                  <a:pt x="9719" y="3599"/>
                  <a:pt x="9899" y="3779"/>
                </a:cubicBezTo>
                <a:cubicBezTo>
                  <a:pt x="9899" y="3959"/>
                  <a:pt x="9899" y="4859"/>
                  <a:pt x="9179" y="4139"/>
                </a:cubicBezTo>
                <a:cubicBezTo>
                  <a:pt x="8459" y="3419"/>
                  <a:pt x="7739" y="3239"/>
                  <a:pt x="7919" y="2699"/>
                </a:cubicBezTo>
                <a:cubicBezTo>
                  <a:pt x="7919" y="2519"/>
                  <a:pt x="8639" y="2519"/>
                  <a:pt x="8639" y="2339"/>
                </a:cubicBezTo>
                <a:cubicBezTo>
                  <a:pt x="9540" y="1259"/>
                  <a:pt x="11159" y="1439"/>
                  <a:pt x="11339" y="1799"/>
                </a:cubicBezTo>
                <a:cubicBezTo>
                  <a:pt x="10980" y="2159"/>
                  <a:pt x="10619" y="1979"/>
                  <a:pt x="10619" y="2519"/>
                </a:cubicBezTo>
                <a:close/>
                <a:moveTo>
                  <a:pt x="19259" y="11160"/>
                </a:moveTo>
                <a:cubicBezTo>
                  <a:pt x="19259" y="11160"/>
                  <a:pt x="19619" y="11699"/>
                  <a:pt x="20159" y="11699"/>
                </a:cubicBezTo>
                <a:cubicBezTo>
                  <a:pt x="19799" y="15660"/>
                  <a:pt x="16559" y="18360"/>
                  <a:pt x="16559" y="18360"/>
                </a:cubicBezTo>
                <a:cubicBezTo>
                  <a:pt x="16019" y="17819"/>
                  <a:pt x="16199" y="17279"/>
                  <a:pt x="16199" y="17279"/>
                </a:cubicBezTo>
                <a:cubicBezTo>
                  <a:pt x="16379" y="16559"/>
                  <a:pt x="16379" y="16559"/>
                  <a:pt x="16379" y="16559"/>
                </a:cubicBezTo>
                <a:cubicBezTo>
                  <a:pt x="16379" y="15299"/>
                  <a:pt x="16379" y="15299"/>
                  <a:pt x="16379" y="15299"/>
                </a:cubicBezTo>
                <a:cubicBezTo>
                  <a:pt x="16379" y="15299"/>
                  <a:pt x="16379" y="13859"/>
                  <a:pt x="15119" y="14579"/>
                </a:cubicBezTo>
                <a:cubicBezTo>
                  <a:pt x="13859" y="14940"/>
                  <a:pt x="14400" y="14940"/>
                  <a:pt x="12959" y="14940"/>
                </a:cubicBezTo>
                <a:cubicBezTo>
                  <a:pt x="11520" y="15119"/>
                  <a:pt x="11880" y="12059"/>
                  <a:pt x="11880" y="12059"/>
                </a:cubicBezTo>
                <a:cubicBezTo>
                  <a:pt x="11880" y="7739"/>
                  <a:pt x="15119" y="10979"/>
                  <a:pt x="15119" y="10979"/>
                </a:cubicBezTo>
                <a:cubicBezTo>
                  <a:pt x="17099" y="12419"/>
                  <a:pt x="17459" y="10079"/>
                  <a:pt x="17459" y="10079"/>
                </a:cubicBezTo>
                <a:cubicBezTo>
                  <a:pt x="18719" y="9539"/>
                  <a:pt x="18719" y="9539"/>
                  <a:pt x="18719" y="9539"/>
                </a:cubicBezTo>
                <a:cubicBezTo>
                  <a:pt x="18899" y="8819"/>
                  <a:pt x="18899" y="8819"/>
                  <a:pt x="18899" y="8819"/>
                </a:cubicBezTo>
                <a:cubicBezTo>
                  <a:pt x="18719" y="7919"/>
                  <a:pt x="18719" y="7919"/>
                  <a:pt x="18719" y="7919"/>
                </a:cubicBezTo>
                <a:cubicBezTo>
                  <a:pt x="16739" y="7019"/>
                  <a:pt x="16739" y="7019"/>
                  <a:pt x="16739" y="7019"/>
                </a:cubicBezTo>
                <a:cubicBezTo>
                  <a:pt x="16739" y="7019"/>
                  <a:pt x="16379" y="7739"/>
                  <a:pt x="16919" y="8639"/>
                </a:cubicBezTo>
                <a:cubicBezTo>
                  <a:pt x="16919" y="8639"/>
                  <a:pt x="16739" y="9539"/>
                  <a:pt x="16379" y="9359"/>
                </a:cubicBezTo>
                <a:cubicBezTo>
                  <a:pt x="15119" y="8639"/>
                  <a:pt x="15119" y="8639"/>
                  <a:pt x="15119" y="8639"/>
                </a:cubicBezTo>
                <a:cubicBezTo>
                  <a:pt x="15119" y="8639"/>
                  <a:pt x="14759" y="8459"/>
                  <a:pt x="14220" y="8819"/>
                </a:cubicBezTo>
                <a:cubicBezTo>
                  <a:pt x="13500" y="9359"/>
                  <a:pt x="12419" y="8819"/>
                  <a:pt x="12419" y="8819"/>
                </a:cubicBezTo>
                <a:cubicBezTo>
                  <a:pt x="12419" y="8819"/>
                  <a:pt x="12419" y="8279"/>
                  <a:pt x="13139" y="7919"/>
                </a:cubicBezTo>
                <a:cubicBezTo>
                  <a:pt x="13679" y="7559"/>
                  <a:pt x="13679" y="7559"/>
                  <a:pt x="13679" y="7559"/>
                </a:cubicBezTo>
                <a:cubicBezTo>
                  <a:pt x="13679" y="7559"/>
                  <a:pt x="13500" y="6839"/>
                  <a:pt x="13679" y="6299"/>
                </a:cubicBezTo>
                <a:cubicBezTo>
                  <a:pt x="13859" y="5759"/>
                  <a:pt x="14039" y="6299"/>
                  <a:pt x="14579" y="5939"/>
                </a:cubicBezTo>
                <a:cubicBezTo>
                  <a:pt x="15119" y="5580"/>
                  <a:pt x="15479" y="6659"/>
                  <a:pt x="16199" y="6479"/>
                </a:cubicBezTo>
                <a:cubicBezTo>
                  <a:pt x="16919" y="6479"/>
                  <a:pt x="16559" y="6299"/>
                  <a:pt x="17099" y="5939"/>
                </a:cubicBezTo>
                <a:cubicBezTo>
                  <a:pt x="17639" y="5759"/>
                  <a:pt x="17999" y="6479"/>
                  <a:pt x="17999" y="6479"/>
                </a:cubicBezTo>
                <a:cubicBezTo>
                  <a:pt x="19080" y="6659"/>
                  <a:pt x="19080" y="6659"/>
                  <a:pt x="19080" y="6659"/>
                </a:cubicBezTo>
                <a:cubicBezTo>
                  <a:pt x="19080" y="6659"/>
                  <a:pt x="18899" y="5399"/>
                  <a:pt x="18899" y="5759"/>
                </a:cubicBezTo>
                <a:cubicBezTo>
                  <a:pt x="19619" y="6839"/>
                  <a:pt x="20520" y="9899"/>
                  <a:pt x="20159" y="10439"/>
                </a:cubicBezTo>
                <a:cubicBezTo>
                  <a:pt x="19979" y="10259"/>
                  <a:pt x="19799" y="10259"/>
                  <a:pt x="19799" y="10259"/>
                </a:cubicBezTo>
                <a:cubicBezTo>
                  <a:pt x="18539" y="10259"/>
                  <a:pt x="18539" y="10259"/>
                  <a:pt x="18539" y="10259"/>
                </a:cubicBezTo>
                <a:lnTo>
                  <a:pt x="19259" y="11160"/>
                </a:lnTo>
                <a:close/>
              </a:path>
            </a:pathLst>
          </a:custGeom>
          <a:solidFill>
            <a:srgbClr val="FFFFFF"/>
          </a:solidFill>
          <a:ln>
            <a:noFill/>
          </a:ln>
          <a:effectLst/>
        </p:spPr>
        <p:txBody>
          <a:bodyPr lIns="45719" tIns="45719" rIns="45719" bIns="45719"/>
          <a:lstStyle/>
          <a:p>
            <a:pPr>
              <a:defRPr/>
            </a:pPr>
            <a:endParaRPr lang="es-ES" dirty="0">
              <a:solidFill>
                <a:schemeClr val="bg1"/>
              </a:solidFill>
              <a:latin typeface="Arial" panose="020B0604020202020204" pitchFamily="34" charset="0"/>
              <a:cs typeface="Arial" panose="020B0604020202020204" pitchFamily="34" charset="0"/>
              <a:sym typeface="+mn-lt"/>
            </a:endParaRPr>
          </a:p>
        </p:txBody>
      </p:sp>
      <p:sp>
        <p:nvSpPr>
          <p:cNvPr id="10" name="矩形 9"/>
          <p:cNvSpPr/>
          <p:nvPr/>
        </p:nvSpPr>
        <p:spPr>
          <a:xfrm>
            <a:off x="3760855" y="2654649"/>
            <a:ext cx="1519968" cy="461665"/>
          </a:xfrm>
          <a:prstGeom prst="rect">
            <a:avLst/>
          </a:prstGeom>
        </p:spPr>
        <p:txBody>
          <a:bodyPr wrap="none">
            <a:spAutoFit/>
          </a:bodyPr>
          <a:lstStyle/>
          <a:p>
            <a:r>
              <a:rPr lang="en-US" altLang="zh-TW" sz="2400" b="1" dirty="0">
                <a:solidFill>
                  <a:schemeClr val="accent3">
                    <a:lumMod val="40000"/>
                    <a:lumOff val="60000"/>
                  </a:schemeClr>
                </a:solidFill>
                <a:latin typeface="Arial" panose="020B0604020202020204" pitchFamily="34" charset="0"/>
                <a:ea typeface="Microsoft YaHei UI" panose="020B0503020204020204" pitchFamily="34" charset="-122"/>
                <a:cs typeface="Arial" panose="020B0604020202020204" pitchFamily="34" charset="0"/>
              </a:rPr>
              <a:t>Overtime</a:t>
            </a:r>
          </a:p>
        </p:txBody>
      </p:sp>
      <p:sp>
        <p:nvSpPr>
          <p:cNvPr id="11" name="PA-矩形 4"/>
          <p:cNvSpPr>
            <a:spLocks noChangeArrowheads="1"/>
          </p:cNvSpPr>
          <p:nvPr>
            <p:custDataLst>
              <p:tags r:id="rId2"/>
            </p:custDataLst>
          </p:nvPr>
        </p:nvSpPr>
        <p:spPr bwMode="auto">
          <a:xfrm>
            <a:off x="3841177" y="3547368"/>
            <a:ext cx="522967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Date Type &amp; Overtime Class</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Overtime Limitation Control</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Overtime Data Import &amp; Check Rules</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Overtime Application &amp; Approval Process</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Special Overtime</a:t>
            </a:r>
          </a:p>
        </p:txBody>
      </p:sp>
    </p:spTree>
    <p:extLst>
      <p:ext uri="{BB962C8B-B14F-4D97-AF65-F5344CB8AC3E}">
        <p14:creationId xmlns:p14="http://schemas.microsoft.com/office/powerpoint/2010/main" val="35710828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Date Type &amp; OT </a:t>
            </a:r>
            <a:r>
              <a:rPr lang="en-US" altLang="zh-TW" dirty="0" smtClean="0"/>
              <a:t>Class</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49</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圓角矩形 5"/>
          <p:cNvSpPr/>
          <p:nvPr/>
        </p:nvSpPr>
        <p:spPr>
          <a:xfrm>
            <a:off x="2803587" y="1381713"/>
            <a:ext cx="1587260" cy="42428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t>G1</a:t>
            </a:r>
            <a:endParaRPr lang="zh-TW" altLang="en-US" dirty="0"/>
          </a:p>
        </p:txBody>
      </p:sp>
      <p:sp>
        <p:nvSpPr>
          <p:cNvPr id="7" name="圓角矩形 6"/>
          <p:cNvSpPr/>
          <p:nvPr/>
        </p:nvSpPr>
        <p:spPr>
          <a:xfrm>
            <a:off x="4657775" y="1363677"/>
            <a:ext cx="1587260" cy="42428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t>G2</a:t>
            </a:r>
            <a:endParaRPr lang="zh-TW" altLang="en-US" dirty="0"/>
          </a:p>
        </p:txBody>
      </p:sp>
      <p:sp>
        <p:nvSpPr>
          <p:cNvPr id="8" name="圓角矩形 7"/>
          <p:cNvSpPr/>
          <p:nvPr/>
        </p:nvSpPr>
        <p:spPr>
          <a:xfrm>
            <a:off x="6511963" y="1355380"/>
            <a:ext cx="1587260" cy="42428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t>G3</a:t>
            </a:r>
            <a:endParaRPr lang="zh-TW" altLang="en-US" dirty="0"/>
          </a:p>
        </p:txBody>
      </p:sp>
      <p:sp>
        <p:nvSpPr>
          <p:cNvPr id="9" name="圓角矩形 8"/>
          <p:cNvSpPr/>
          <p:nvPr/>
        </p:nvSpPr>
        <p:spPr>
          <a:xfrm>
            <a:off x="1050271" y="1405998"/>
            <a:ext cx="1486388" cy="399999"/>
          </a:xfrm>
          <a:prstGeom prst="roundRect">
            <a:avLst/>
          </a:prstGeom>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Date Type</a:t>
            </a:r>
            <a:endParaRPr lang="zh-TW" altLang="en-US" dirty="0"/>
          </a:p>
        </p:txBody>
      </p:sp>
      <p:sp>
        <p:nvSpPr>
          <p:cNvPr id="10" name="文字方塊 9"/>
          <p:cNvSpPr txBox="1"/>
          <p:nvPr/>
        </p:nvSpPr>
        <p:spPr>
          <a:xfrm>
            <a:off x="2967572" y="1917987"/>
            <a:ext cx="1423275" cy="338554"/>
          </a:xfrm>
          <a:prstGeom prst="rect">
            <a:avLst/>
          </a:prstGeom>
          <a:noFill/>
        </p:spPr>
        <p:txBody>
          <a:bodyPr wrap="none" rtlCol="0">
            <a:spAutoFit/>
          </a:bodyPr>
          <a:lstStyle/>
          <a:p>
            <a:r>
              <a:rPr lang="en-US" altLang="zh-TW" sz="1600" dirty="0" smtClean="0">
                <a:solidFill>
                  <a:schemeClr val="accent6"/>
                </a:solidFill>
              </a:rPr>
              <a:t>Work</a:t>
            </a:r>
            <a:r>
              <a:rPr lang="en-US" altLang="zh-CN" sz="1600" dirty="0" smtClean="0">
                <a:solidFill>
                  <a:schemeClr val="accent6"/>
                </a:solidFill>
              </a:rPr>
              <a:t>ing</a:t>
            </a:r>
            <a:r>
              <a:rPr lang="en-US" altLang="zh-TW" sz="1600" dirty="0" smtClean="0">
                <a:solidFill>
                  <a:schemeClr val="accent6"/>
                </a:solidFill>
              </a:rPr>
              <a:t> days</a:t>
            </a:r>
            <a:endParaRPr lang="zh-TW" altLang="en-US" sz="1600" dirty="0">
              <a:solidFill>
                <a:schemeClr val="accent6"/>
              </a:solidFill>
            </a:endParaRPr>
          </a:p>
        </p:txBody>
      </p:sp>
      <p:sp>
        <p:nvSpPr>
          <p:cNvPr id="11" name="文字方塊 10"/>
          <p:cNvSpPr txBox="1"/>
          <p:nvPr/>
        </p:nvSpPr>
        <p:spPr>
          <a:xfrm>
            <a:off x="4878802" y="1917987"/>
            <a:ext cx="1149161" cy="338554"/>
          </a:xfrm>
          <a:prstGeom prst="rect">
            <a:avLst/>
          </a:prstGeom>
          <a:noFill/>
        </p:spPr>
        <p:txBody>
          <a:bodyPr wrap="none" rtlCol="0">
            <a:spAutoFit/>
          </a:bodyPr>
          <a:lstStyle/>
          <a:p>
            <a:r>
              <a:rPr lang="en-US" altLang="zh-TW" sz="1600" dirty="0" smtClean="0">
                <a:solidFill>
                  <a:schemeClr val="accent6"/>
                </a:solidFill>
              </a:rPr>
              <a:t>Weekends</a:t>
            </a:r>
            <a:endParaRPr lang="zh-TW" altLang="en-US" sz="1600" dirty="0">
              <a:solidFill>
                <a:schemeClr val="accent6"/>
              </a:solidFill>
            </a:endParaRPr>
          </a:p>
        </p:txBody>
      </p:sp>
      <p:sp>
        <p:nvSpPr>
          <p:cNvPr id="12" name="文字方塊 11"/>
          <p:cNvSpPr txBox="1"/>
          <p:nvPr/>
        </p:nvSpPr>
        <p:spPr>
          <a:xfrm>
            <a:off x="6804886" y="1917987"/>
            <a:ext cx="968535" cy="338554"/>
          </a:xfrm>
          <a:prstGeom prst="rect">
            <a:avLst/>
          </a:prstGeom>
          <a:noFill/>
        </p:spPr>
        <p:txBody>
          <a:bodyPr wrap="none" rtlCol="0">
            <a:spAutoFit/>
          </a:bodyPr>
          <a:lstStyle/>
          <a:p>
            <a:r>
              <a:rPr lang="en-US" altLang="zh-TW" sz="1600" dirty="0">
                <a:solidFill>
                  <a:schemeClr val="accent6"/>
                </a:solidFill>
              </a:rPr>
              <a:t>H</a:t>
            </a:r>
            <a:r>
              <a:rPr lang="en-US" altLang="zh-TW" sz="1600" dirty="0" smtClean="0">
                <a:solidFill>
                  <a:schemeClr val="accent6"/>
                </a:solidFill>
              </a:rPr>
              <a:t>olidays</a:t>
            </a:r>
            <a:endParaRPr lang="zh-TW" altLang="en-US" sz="1600" dirty="0">
              <a:solidFill>
                <a:schemeClr val="accent6"/>
              </a:solidFill>
            </a:endParaRPr>
          </a:p>
        </p:txBody>
      </p:sp>
      <p:cxnSp>
        <p:nvCxnSpPr>
          <p:cNvPr id="13" name="直線接點 12"/>
          <p:cNvCxnSpPr/>
          <p:nvPr/>
        </p:nvCxnSpPr>
        <p:spPr>
          <a:xfrm flipH="1">
            <a:off x="1050272" y="2506912"/>
            <a:ext cx="9883170" cy="22805"/>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4" name="圖片 13"/>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487098" y="2983789"/>
            <a:ext cx="7961424" cy="1848187"/>
          </a:xfrm>
          <a:prstGeom prst="rect">
            <a:avLst/>
          </a:prstGeom>
        </p:spPr>
      </p:pic>
      <p:sp>
        <p:nvSpPr>
          <p:cNvPr id="15" name="圓角矩形 14"/>
          <p:cNvSpPr/>
          <p:nvPr/>
        </p:nvSpPr>
        <p:spPr>
          <a:xfrm>
            <a:off x="1050270" y="2971423"/>
            <a:ext cx="2029359" cy="402350"/>
          </a:xfrm>
          <a:prstGeom prst="roundRect">
            <a:avLst/>
          </a:prstGeom>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Overtime Class</a:t>
            </a:r>
            <a:endParaRPr lang="zh-TW" altLang="en-US" dirty="0"/>
          </a:p>
        </p:txBody>
      </p:sp>
      <p:sp>
        <p:nvSpPr>
          <p:cNvPr id="16" name="文字方塊 15"/>
          <p:cNvSpPr txBox="1"/>
          <p:nvPr/>
        </p:nvSpPr>
        <p:spPr>
          <a:xfrm>
            <a:off x="1050271" y="5244900"/>
            <a:ext cx="8098130" cy="338554"/>
          </a:xfrm>
          <a:prstGeom prst="rect">
            <a:avLst/>
          </a:prstGeom>
          <a:noFill/>
        </p:spPr>
        <p:txBody>
          <a:bodyPr wrap="square" rtlCol="0">
            <a:spAutoFit/>
          </a:bodyPr>
          <a:lstStyle/>
          <a:p>
            <a:r>
              <a:rPr lang="en-US" altLang="zh-TW" sz="1600" dirty="0">
                <a:solidFill>
                  <a:schemeClr val="accent6"/>
                </a:solidFill>
              </a:rPr>
              <a:t>HR can define different </a:t>
            </a:r>
            <a:r>
              <a:rPr lang="en-US" altLang="zh-TW" sz="1600" dirty="0" smtClean="0">
                <a:solidFill>
                  <a:schemeClr val="accent6"/>
                </a:solidFill>
              </a:rPr>
              <a:t>classes </a:t>
            </a:r>
            <a:r>
              <a:rPr lang="en-US" altLang="zh-TW" sz="1600" dirty="0">
                <a:solidFill>
                  <a:schemeClr val="accent6"/>
                </a:solidFill>
              </a:rPr>
              <a:t>of </a:t>
            </a:r>
            <a:r>
              <a:rPr lang="en-US" altLang="zh-TW" sz="1600" dirty="0" smtClean="0">
                <a:solidFill>
                  <a:schemeClr val="accent6"/>
                </a:solidFill>
              </a:rPr>
              <a:t>overtime in </a:t>
            </a:r>
            <a:r>
              <a:rPr lang="en-US" altLang="zh-TW" sz="1600" dirty="0">
                <a:solidFill>
                  <a:schemeClr val="accent6"/>
                </a:solidFill>
              </a:rPr>
              <a:t>order to control overtime </a:t>
            </a:r>
            <a:r>
              <a:rPr lang="en-US" altLang="zh-TW" sz="1600" dirty="0" smtClean="0">
                <a:solidFill>
                  <a:schemeClr val="accent6"/>
                </a:solidFill>
              </a:rPr>
              <a:t>hours.</a:t>
            </a:r>
            <a:endParaRPr lang="zh-TW" altLang="en-US" sz="1600" dirty="0">
              <a:solidFill>
                <a:schemeClr val="accent6"/>
              </a:solidFill>
            </a:endParaRPr>
          </a:p>
        </p:txBody>
      </p:sp>
      <p:sp>
        <p:nvSpPr>
          <p:cNvPr id="17" name="矩形 16"/>
          <p:cNvSpPr/>
          <p:nvPr/>
        </p:nvSpPr>
        <p:spPr>
          <a:xfrm>
            <a:off x="978591" y="3630631"/>
            <a:ext cx="2508507" cy="338554"/>
          </a:xfrm>
          <a:prstGeom prst="rect">
            <a:avLst/>
          </a:prstGeom>
        </p:spPr>
        <p:txBody>
          <a:bodyPr wrap="none">
            <a:spAutoFit/>
          </a:bodyPr>
          <a:lstStyle/>
          <a:p>
            <a:pPr algn="ctr"/>
            <a:r>
              <a:rPr lang="en-US" altLang="zh-TW" sz="1600" dirty="0" smtClean="0">
                <a:solidFill>
                  <a:schemeClr val="accent6"/>
                </a:solidFill>
              </a:rPr>
              <a:t>For OT upper limit control</a:t>
            </a:r>
            <a:endParaRPr lang="zh-TW" altLang="en-US" sz="1600" dirty="0">
              <a:solidFill>
                <a:schemeClr val="accent6"/>
              </a:solidFill>
            </a:endParaRPr>
          </a:p>
        </p:txBody>
      </p:sp>
    </p:spTree>
    <p:extLst>
      <p:ext uri="{BB962C8B-B14F-4D97-AF65-F5344CB8AC3E}">
        <p14:creationId xmlns:p14="http://schemas.microsoft.com/office/powerpoint/2010/main" val="134500909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Overtime Limitation </a:t>
            </a:r>
            <a:r>
              <a:rPr lang="en-US" altLang="zh-TW" dirty="0" smtClean="0"/>
              <a:t>Definition</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50</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pic>
        <p:nvPicPr>
          <p:cNvPr id="6" name="圖片 5"/>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89433" y="939136"/>
            <a:ext cx="10477500" cy="4762499"/>
          </a:xfrm>
          <a:prstGeom prst="rect">
            <a:avLst/>
          </a:prstGeom>
        </p:spPr>
      </p:pic>
      <p:sp>
        <p:nvSpPr>
          <p:cNvPr id="7" name="文字方塊 6"/>
          <p:cNvSpPr txBox="1"/>
          <p:nvPr/>
        </p:nvSpPr>
        <p:spPr>
          <a:xfrm>
            <a:off x="589433" y="5835612"/>
            <a:ext cx="9048213" cy="307777"/>
          </a:xfrm>
          <a:prstGeom prst="rect">
            <a:avLst/>
          </a:prstGeom>
          <a:solidFill>
            <a:schemeClr val="accent1">
              <a:lumMod val="50000"/>
            </a:schemeClr>
          </a:solidFill>
        </p:spPr>
        <p:txBody>
          <a:bodyPr wrap="square" rtlCol="0">
            <a:spAutoFit/>
          </a:bodyPr>
          <a:lstStyle/>
          <a:p>
            <a:r>
              <a:rPr lang="en-US" altLang="zh-CN" sz="1400" dirty="0">
                <a:solidFill>
                  <a:schemeClr val="accent6"/>
                </a:solidFill>
              </a:rPr>
              <a:t>HR can define </a:t>
            </a:r>
            <a:r>
              <a:rPr lang="en-US" altLang="zh-CN" sz="1400" dirty="0" smtClean="0">
                <a:solidFill>
                  <a:schemeClr val="accent6"/>
                </a:solidFill>
              </a:rPr>
              <a:t>the different OT categories limitation OT </a:t>
            </a:r>
            <a:r>
              <a:rPr lang="en-US" altLang="zh-CN" sz="1400" dirty="0">
                <a:solidFill>
                  <a:schemeClr val="accent6"/>
                </a:solidFill>
              </a:rPr>
              <a:t>hours for different overtime types in each month.</a:t>
            </a:r>
          </a:p>
        </p:txBody>
      </p:sp>
    </p:spTree>
    <p:extLst>
      <p:ext uri="{BB962C8B-B14F-4D97-AF65-F5344CB8AC3E}">
        <p14:creationId xmlns:p14="http://schemas.microsoft.com/office/powerpoint/2010/main" val="143404507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Employee Overtime Class -1 </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51</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文字方塊 5"/>
          <p:cNvSpPr txBox="1"/>
          <p:nvPr/>
        </p:nvSpPr>
        <p:spPr>
          <a:xfrm>
            <a:off x="1040168" y="5636290"/>
            <a:ext cx="9048213" cy="307777"/>
          </a:xfrm>
          <a:prstGeom prst="rect">
            <a:avLst/>
          </a:prstGeom>
          <a:solidFill>
            <a:schemeClr val="accent1">
              <a:lumMod val="50000"/>
            </a:schemeClr>
          </a:solidFill>
        </p:spPr>
        <p:txBody>
          <a:bodyPr wrap="square" rtlCol="0">
            <a:spAutoFit/>
          </a:bodyPr>
          <a:lstStyle/>
          <a:p>
            <a:r>
              <a:rPr lang="en-US" altLang="zh-CN" sz="1400" dirty="0">
                <a:solidFill>
                  <a:schemeClr val="accent6"/>
                </a:solidFill>
              </a:rPr>
              <a:t>HR can define </a:t>
            </a:r>
            <a:r>
              <a:rPr lang="en-US" altLang="zh-CN" sz="1400" dirty="0" smtClean="0">
                <a:solidFill>
                  <a:schemeClr val="accent6"/>
                </a:solidFill>
              </a:rPr>
              <a:t>the different OT classes limitation OT </a:t>
            </a:r>
            <a:r>
              <a:rPr lang="en-US" altLang="zh-CN" sz="1400" dirty="0">
                <a:solidFill>
                  <a:schemeClr val="accent6"/>
                </a:solidFill>
              </a:rPr>
              <a:t>hours for different overtime types in each month.</a:t>
            </a:r>
          </a:p>
        </p:txBody>
      </p:sp>
      <p:sp>
        <p:nvSpPr>
          <p:cNvPr id="7" name="文字方塊 6"/>
          <p:cNvSpPr txBox="1"/>
          <p:nvPr/>
        </p:nvSpPr>
        <p:spPr>
          <a:xfrm>
            <a:off x="1040168" y="921211"/>
            <a:ext cx="3266215" cy="338554"/>
          </a:xfrm>
          <a:prstGeom prst="rect">
            <a:avLst/>
          </a:prstGeom>
          <a:noFill/>
        </p:spPr>
        <p:txBody>
          <a:bodyPr wrap="none" rtlCol="0">
            <a:spAutoFit/>
          </a:bodyPr>
          <a:lstStyle/>
          <a:p>
            <a:r>
              <a:rPr lang="en-US" altLang="zh-TW" sz="1600" dirty="0" smtClean="0">
                <a:solidFill>
                  <a:schemeClr val="bg1"/>
                </a:solidFill>
              </a:rPr>
              <a:t>Arrange employee’s OT limitation.</a:t>
            </a:r>
            <a:endParaRPr lang="zh-TW" altLang="en-US" sz="1600" dirty="0">
              <a:solidFill>
                <a:schemeClr val="bg1"/>
              </a:solidFill>
            </a:endParaRPr>
          </a:p>
        </p:txBody>
      </p:sp>
      <p:pic>
        <p:nvPicPr>
          <p:cNvPr id="8" name="圖片 7"/>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40168" y="1382875"/>
            <a:ext cx="10056259" cy="3963565"/>
          </a:xfrm>
          <a:prstGeom prst="rect">
            <a:avLst/>
          </a:prstGeom>
        </p:spPr>
      </p:pic>
      <p:sp>
        <p:nvSpPr>
          <p:cNvPr id="9" name="圓角矩形 8"/>
          <p:cNvSpPr/>
          <p:nvPr/>
        </p:nvSpPr>
        <p:spPr>
          <a:xfrm>
            <a:off x="6000555" y="1925345"/>
            <a:ext cx="894767" cy="3421095"/>
          </a:xfrm>
          <a:prstGeom prst="roundRect">
            <a:avLst>
              <a:gd name="adj" fmla="val 1992"/>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11396403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圖片 9"/>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60793" y="1199851"/>
            <a:ext cx="10734996" cy="3902556"/>
          </a:xfrm>
          <a:prstGeom prst="rect">
            <a:avLst/>
          </a:prstGeom>
        </p:spPr>
      </p:pic>
      <p:sp>
        <p:nvSpPr>
          <p:cNvPr id="2" name="標題 1"/>
          <p:cNvSpPr>
            <a:spLocks noGrp="1"/>
          </p:cNvSpPr>
          <p:nvPr>
            <p:ph type="title"/>
          </p:nvPr>
        </p:nvSpPr>
        <p:spPr/>
        <p:txBody>
          <a:bodyPr>
            <a:normAutofit fontScale="90000"/>
          </a:bodyPr>
          <a:lstStyle/>
          <a:p>
            <a:r>
              <a:rPr lang="en-US" altLang="zh-TW" dirty="0"/>
              <a:t>Employee Overtime Class - 2 </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52</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矩形 5"/>
          <p:cNvSpPr/>
          <p:nvPr/>
        </p:nvSpPr>
        <p:spPr>
          <a:xfrm>
            <a:off x="660793" y="784353"/>
            <a:ext cx="3134191" cy="369332"/>
          </a:xfrm>
          <a:prstGeom prst="rect">
            <a:avLst/>
          </a:prstGeom>
        </p:spPr>
        <p:txBody>
          <a:bodyPr wrap="none">
            <a:spAutoFit/>
          </a:bodyPr>
          <a:lstStyle/>
          <a:p>
            <a:r>
              <a:rPr lang="en-US" altLang="zh-CN" dirty="0" smtClean="0">
                <a:solidFill>
                  <a:schemeClr val="bg1"/>
                </a:solidFill>
              </a:rPr>
              <a:t>An example of </a:t>
            </a:r>
            <a:r>
              <a:rPr lang="en-US" altLang="zh-CN" dirty="0">
                <a:solidFill>
                  <a:schemeClr val="bg1"/>
                </a:solidFill>
              </a:rPr>
              <a:t>check </a:t>
            </a:r>
            <a:r>
              <a:rPr lang="en-US" altLang="zh-CN" dirty="0" smtClean="0">
                <a:solidFill>
                  <a:schemeClr val="bg1"/>
                </a:solidFill>
              </a:rPr>
              <a:t>results:</a:t>
            </a:r>
            <a:endParaRPr lang="en-US" altLang="zh-CN" dirty="0">
              <a:solidFill>
                <a:schemeClr val="bg1"/>
              </a:solidFill>
            </a:endParaRPr>
          </a:p>
        </p:txBody>
      </p:sp>
      <p:sp>
        <p:nvSpPr>
          <p:cNvPr id="7" name="圓角矩形 6"/>
          <p:cNvSpPr/>
          <p:nvPr/>
        </p:nvSpPr>
        <p:spPr>
          <a:xfrm>
            <a:off x="5846408" y="1824396"/>
            <a:ext cx="5166826" cy="3181933"/>
          </a:xfrm>
          <a:prstGeom prst="roundRect">
            <a:avLst>
              <a:gd name="adj" fmla="val 0"/>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567614" y="5148573"/>
            <a:ext cx="3890809" cy="369332"/>
          </a:xfrm>
          <a:prstGeom prst="rect">
            <a:avLst/>
          </a:prstGeom>
        </p:spPr>
        <p:txBody>
          <a:bodyPr wrap="none">
            <a:spAutoFit/>
          </a:bodyPr>
          <a:lstStyle/>
          <a:p>
            <a:r>
              <a:rPr lang="en-US" altLang="zh-CN" dirty="0">
                <a:solidFill>
                  <a:schemeClr val="bg1"/>
                </a:solidFill>
              </a:rPr>
              <a:t>Detailed </a:t>
            </a:r>
            <a:r>
              <a:rPr lang="en-US" altLang="zh-CN" dirty="0" smtClean="0">
                <a:solidFill>
                  <a:schemeClr val="bg1"/>
                </a:solidFill>
              </a:rPr>
              <a:t>explanation of check rules:</a:t>
            </a:r>
            <a:endParaRPr lang="en-US" altLang="zh-CN" dirty="0">
              <a:solidFill>
                <a:schemeClr val="bg1"/>
              </a:solidFill>
            </a:endParaRPr>
          </a:p>
        </p:txBody>
      </p:sp>
      <p:sp>
        <p:nvSpPr>
          <p:cNvPr id="9" name="內容版面配置區 3"/>
          <p:cNvSpPr txBox="1">
            <a:spLocks/>
          </p:cNvSpPr>
          <p:nvPr/>
        </p:nvSpPr>
        <p:spPr>
          <a:xfrm>
            <a:off x="589433" y="5517905"/>
            <a:ext cx="10806356" cy="877499"/>
          </a:xfrm>
          <a:prstGeom prst="rect">
            <a:avLst/>
          </a:prstGeom>
          <a:solidFill>
            <a:schemeClr val="accent1">
              <a:lumMod val="50000"/>
            </a:schemeClr>
          </a:solidFill>
        </p:spPr>
        <p:txBody>
          <a:bodyPr vert="horz" lIns="91440" tIns="45720" rIns="91440" bIns="45720" rtlCol="0" anchor="ctr">
            <a:normAutofit/>
          </a:bodyPr>
          <a:lstStyle>
            <a:defPPr>
              <a:defRPr lang="zh-CN"/>
            </a:defPPr>
            <a:lvl1pPr marL="0" algn="r"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altLang="zh-CN" sz="1400" dirty="0" smtClean="0">
                <a:solidFill>
                  <a:schemeClr val="accent6"/>
                </a:solidFill>
              </a:rPr>
              <a:t>E005</a:t>
            </a:r>
            <a:r>
              <a:rPr lang="en-US" altLang="zh-TW" sz="1400" dirty="0" smtClean="0">
                <a:solidFill>
                  <a:schemeClr val="bg1"/>
                </a:solidFill>
              </a:rPr>
              <a:t>: User does not have department or site permissions.</a:t>
            </a:r>
          </a:p>
          <a:p>
            <a:pPr algn="l">
              <a:lnSpc>
                <a:spcPct val="150000"/>
              </a:lnSpc>
            </a:pPr>
            <a:r>
              <a:rPr lang="en-US" altLang="zh-TW" sz="1400" dirty="0" smtClean="0">
                <a:solidFill>
                  <a:schemeClr val="accent6"/>
                </a:solidFill>
              </a:rPr>
              <a:t>E006</a:t>
            </a:r>
            <a:r>
              <a:rPr lang="en-US" altLang="zh-TW" sz="1400" dirty="0" smtClean="0">
                <a:solidFill>
                  <a:schemeClr val="bg1"/>
                </a:solidFill>
              </a:rPr>
              <a:t>: </a:t>
            </a:r>
            <a:r>
              <a:rPr lang="en-US" altLang="zh-TW" sz="1400" dirty="0">
                <a:solidFill>
                  <a:schemeClr val="bg1"/>
                </a:solidFill>
              </a:rPr>
              <a:t>Effective Date must be </a:t>
            </a:r>
            <a:r>
              <a:rPr lang="en-US" altLang="zh-TW" sz="1400" dirty="0" smtClean="0">
                <a:solidFill>
                  <a:schemeClr val="bg1"/>
                </a:solidFill>
              </a:rPr>
              <a:t>21th</a:t>
            </a:r>
            <a:endParaRPr lang="en-US" altLang="zh-TW" sz="1400" dirty="0">
              <a:solidFill>
                <a:schemeClr val="bg1"/>
              </a:solidFill>
            </a:endParaRPr>
          </a:p>
        </p:txBody>
      </p:sp>
    </p:spTree>
    <p:extLst>
      <p:ext uri="{BB962C8B-B14F-4D97-AF65-F5344CB8AC3E}">
        <p14:creationId xmlns:p14="http://schemas.microsoft.com/office/powerpoint/2010/main" val="324914810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Overtime Data </a:t>
            </a:r>
            <a:r>
              <a:rPr lang="en-US" altLang="zh-TW" dirty="0" smtClean="0"/>
              <a:t>Maintenance</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53</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pic>
        <p:nvPicPr>
          <p:cNvPr id="6" name="圖片 5"/>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35134" y="825787"/>
            <a:ext cx="11198065" cy="5368824"/>
          </a:xfrm>
          <a:prstGeom prst="rect">
            <a:avLst/>
          </a:prstGeom>
        </p:spPr>
      </p:pic>
    </p:spTree>
    <p:extLst>
      <p:ext uri="{BB962C8B-B14F-4D97-AF65-F5344CB8AC3E}">
        <p14:creationId xmlns:p14="http://schemas.microsoft.com/office/powerpoint/2010/main" val="195325290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Overtime Data Import Check - 1 </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54</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pic>
        <p:nvPicPr>
          <p:cNvPr id="6" name="圖片 5"/>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89433" y="1312099"/>
            <a:ext cx="11032695" cy="4999053"/>
          </a:xfrm>
          <a:prstGeom prst="rect">
            <a:avLst/>
          </a:prstGeom>
        </p:spPr>
      </p:pic>
      <p:sp>
        <p:nvSpPr>
          <p:cNvPr id="7" name="矩形 6"/>
          <p:cNvSpPr/>
          <p:nvPr/>
        </p:nvSpPr>
        <p:spPr>
          <a:xfrm>
            <a:off x="589433" y="906421"/>
            <a:ext cx="3134191" cy="369332"/>
          </a:xfrm>
          <a:prstGeom prst="rect">
            <a:avLst/>
          </a:prstGeom>
        </p:spPr>
        <p:txBody>
          <a:bodyPr wrap="none">
            <a:spAutoFit/>
          </a:bodyPr>
          <a:lstStyle/>
          <a:p>
            <a:r>
              <a:rPr lang="en-US" altLang="zh-CN" dirty="0" smtClean="0">
                <a:solidFill>
                  <a:schemeClr val="bg1"/>
                </a:solidFill>
              </a:rPr>
              <a:t>An example of </a:t>
            </a:r>
            <a:r>
              <a:rPr lang="en-US" altLang="zh-CN" dirty="0">
                <a:solidFill>
                  <a:schemeClr val="bg1"/>
                </a:solidFill>
              </a:rPr>
              <a:t>check </a:t>
            </a:r>
            <a:r>
              <a:rPr lang="en-US" altLang="zh-CN" dirty="0" smtClean="0">
                <a:solidFill>
                  <a:schemeClr val="bg1"/>
                </a:solidFill>
              </a:rPr>
              <a:t>results:</a:t>
            </a:r>
            <a:endParaRPr lang="en-US" altLang="zh-CN" dirty="0">
              <a:solidFill>
                <a:schemeClr val="bg1"/>
              </a:solidFill>
            </a:endParaRPr>
          </a:p>
        </p:txBody>
      </p:sp>
      <p:sp>
        <p:nvSpPr>
          <p:cNvPr id="8" name="圓角矩形 7"/>
          <p:cNvSpPr/>
          <p:nvPr/>
        </p:nvSpPr>
        <p:spPr>
          <a:xfrm>
            <a:off x="9144000" y="1744824"/>
            <a:ext cx="2449226" cy="4476682"/>
          </a:xfrm>
          <a:prstGeom prst="roundRect">
            <a:avLst>
              <a:gd name="adj" fmla="val 0"/>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02542878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Overtime Data Import Check - 2 </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55</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pic>
        <p:nvPicPr>
          <p:cNvPr id="6" name="圖片 5"/>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89433" y="1283148"/>
            <a:ext cx="10989561" cy="4920428"/>
          </a:xfrm>
          <a:prstGeom prst="rect">
            <a:avLst/>
          </a:prstGeom>
        </p:spPr>
      </p:pic>
      <p:sp>
        <p:nvSpPr>
          <p:cNvPr id="7" name="矩形 6"/>
          <p:cNvSpPr/>
          <p:nvPr/>
        </p:nvSpPr>
        <p:spPr>
          <a:xfrm>
            <a:off x="589433" y="898442"/>
            <a:ext cx="3134191" cy="369332"/>
          </a:xfrm>
          <a:prstGeom prst="rect">
            <a:avLst/>
          </a:prstGeom>
        </p:spPr>
        <p:txBody>
          <a:bodyPr wrap="none">
            <a:spAutoFit/>
          </a:bodyPr>
          <a:lstStyle/>
          <a:p>
            <a:r>
              <a:rPr lang="en-US" altLang="zh-CN" dirty="0" smtClean="0">
                <a:solidFill>
                  <a:schemeClr val="bg1"/>
                </a:solidFill>
              </a:rPr>
              <a:t>An example of </a:t>
            </a:r>
            <a:r>
              <a:rPr lang="en-US" altLang="zh-CN" dirty="0">
                <a:solidFill>
                  <a:schemeClr val="bg1"/>
                </a:solidFill>
              </a:rPr>
              <a:t>check </a:t>
            </a:r>
            <a:r>
              <a:rPr lang="en-US" altLang="zh-CN" dirty="0" smtClean="0">
                <a:solidFill>
                  <a:schemeClr val="bg1"/>
                </a:solidFill>
              </a:rPr>
              <a:t>results:</a:t>
            </a:r>
            <a:endParaRPr lang="en-US" altLang="zh-CN" dirty="0">
              <a:solidFill>
                <a:schemeClr val="bg1"/>
              </a:solidFill>
            </a:endParaRPr>
          </a:p>
        </p:txBody>
      </p:sp>
      <p:sp>
        <p:nvSpPr>
          <p:cNvPr id="8" name="圓角矩形 7"/>
          <p:cNvSpPr/>
          <p:nvPr/>
        </p:nvSpPr>
        <p:spPr>
          <a:xfrm>
            <a:off x="9148209" y="1655177"/>
            <a:ext cx="2408862" cy="4555673"/>
          </a:xfrm>
          <a:prstGeom prst="roundRect">
            <a:avLst>
              <a:gd name="adj" fmla="val 0"/>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28356397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230;p5">
            <a:extLst>
              <a:ext uri="{FF2B5EF4-FFF2-40B4-BE49-F238E27FC236}">
                <a16:creationId xmlns:a16="http://schemas.microsoft.com/office/drawing/2014/main" id="{5E717F12-CBFD-A09B-12DA-3D2EC1D9AB24}"/>
              </a:ext>
            </a:extLst>
          </p:cNvPr>
          <p:cNvSpPr/>
          <p:nvPr/>
        </p:nvSpPr>
        <p:spPr>
          <a:xfrm>
            <a:off x="744072" y="1368086"/>
            <a:ext cx="10889128" cy="4181067"/>
          </a:xfrm>
          <a:prstGeom prst="roundRect">
            <a:avLst>
              <a:gd name="adj" fmla="val 4729"/>
            </a:avLst>
          </a:prstGeom>
          <a:gradFill>
            <a:gsLst>
              <a:gs pos="0">
                <a:schemeClr val="accent5">
                  <a:lumMod val="50000"/>
                  <a:alpha val="10000"/>
                </a:schemeClr>
              </a:gs>
              <a:gs pos="100000">
                <a:schemeClr val="accent5">
                  <a:lumMod val="50000"/>
                  <a:alpha val="3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1" algn="ctr" defTabSz="488950">
              <a:spcBef>
                <a:spcPts val="600"/>
              </a:spcBef>
              <a:spcAft>
                <a:spcPct val="15000"/>
              </a:spcAft>
            </a:pPr>
            <a:endParaRPr lang="en-US" altLang="zh-TW" sz="3200">
              <a:solidFill>
                <a:schemeClr val="bg1"/>
              </a:solidFill>
            </a:endParaRPr>
          </a:p>
        </p:txBody>
      </p:sp>
      <p:sp>
        <p:nvSpPr>
          <p:cNvPr id="2" name="標題 1"/>
          <p:cNvSpPr>
            <a:spLocks noGrp="1"/>
          </p:cNvSpPr>
          <p:nvPr>
            <p:ph type="title"/>
          </p:nvPr>
        </p:nvSpPr>
        <p:spPr/>
        <p:txBody>
          <a:bodyPr>
            <a:normAutofit fontScale="90000"/>
          </a:bodyPr>
          <a:lstStyle/>
          <a:p>
            <a:r>
              <a:rPr lang="en-US" altLang="zh-TW" dirty="0"/>
              <a:t>Overtime Data Import Check - 3 </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56</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矩形 5"/>
          <p:cNvSpPr/>
          <p:nvPr/>
        </p:nvSpPr>
        <p:spPr>
          <a:xfrm>
            <a:off x="965591" y="906421"/>
            <a:ext cx="1768277" cy="369332"/>
          </a:xfrm>
          <a:prstGeom prst="rect">
            <a:avLst/>
          </a:prstGeom>
        </p:spPr>
        <p:txBody>
          <a:bodyPr wrap="square">
            <a:spAutoFit/>
          </a:bodyPr>
          <a:lstStyle/>
          <a:p>
            <a:r>
              <a:rPr lang="en-US" altLang="zh-CN" dirty="0">
                <a:solidFill>
                  <a:schemeClr val="bg1"/>
                </a:solidFill>
              </a:rPr>
              <a:t>R</a:t>
            </a:r>
            <a:r>
              <a:rPr lang="en-US" altLang="zh-CN" dirty="0" smtClean="0">
                <a:solidFill>
                  <a:schemeClr val="bg1"/>
                </a:solidFill>
              </a:rPr>
              <a:t>ules:</a:t>
            </a:r>
            <a:endParaRPr lang="en-US" altLang="zh-CN" dirty="0">
              <a:solidFill>
                <a:schemeClr val="bg1"/>
              </a:solidFill>
            </a:endParaRPr>
          </a:p>
        </p:txBody>
      </p:sp>
      <p:sp>
        <p:nvSpPr>
          <p:cNvPr id="7" name="內容版面配置區 3"/>
          <p:cNvSpPr txBox="1">
            <a:spLocks/>
          </p:cNvSpPr>
          <p:nvPr/>
        </p:nvSpPr>
        <p:spPr>
          <a:xfrm>
            <a:off x="965591" y="1368086"/>
            <a:ext cx="10521558" cy="3651527"/>
          </a:xfrm>
          <a:prstGeom prst="rect">
            <a:avLst/>
          </a:prstGeom>
        </p:spPr>
        <p:txBody>
          <a:bodyPr vert="horz" lIns="91440" tIns="45720" rIns="91440" bIns="45720" rtlCol="0" anchor="ctr">
            <a:normAutofit/>
          </a:bodyPr>
          <a:lstStyle>
            <a:defPPr>
              <a:defRPr lang="zh-CN"/>
            </a:defPPr>
            <a:lvl1pPr marL="0" algn="r"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altLang="zh-CN" sz="1400" dirty="0" smtClean="0">
                <a:solidFill>
                  <a:schemeClr val="accent6"/>
                </a:solidFill>
              </a:rPr>
              <a:t>E007</a:t>
            </a:r>
            <a:r>
              <a:rPr lang="en-US" altLang="zh-TW" sz="1400" dirty="0" smtClean="0">
                <a:solidFill>
                  <a:schemeClr val="bg1"/>
                </a:solidFill>
              </a:rPr>
              <a:t>: The </a:t>
            </a:r>
            <a:r>
              <a:rPr lang="en-US" altLang="zh-TW" sz="1400" dirty="0">
                <a:solidFill>
                  <a:schemeClr val="bg1"/>
                </a:solidFill>
              </a:rPr>
              <a:t>number of overtime hours cannot be greater than the difference between the start time, end time, and meal time</a:t>
            </a:r>
            <a:r>
              <a:rPr lang="en-US" altLang="zh-TW" sz="1400" dirty="0" smtClean="0">
                <a:solidFill>
                  <a:schemeClr val="bg1"/>
                </a:solidFill>
              </a:rPr>
              <a:t>.</a:t>
            </a:r>
          </a:p>
          <a:p>
            <a:pPr algn="l">
              <a:lnSpc>
                <a:spcPct val="150000"/>
              </a:lnSpc>
            </a:pPr>
            <a:r>
              <a:rPr lang="en-US" altLang="zh-TW" sz="1400" dirty="0">
                <a:solidFill>
                  <a:schemeClr val="accent6"/>
                </a:solidFill>
              </a:rPr>
              <a:t>E011</a:t>
            </a:r>
            <a:r>
              <a:rPr lang="en-US" altLang="zh-TW" sz="1400" dirty="0" smtClean="0">
                <a:solidFill>
                  <a:schemeClr val="bg1"/>
                </a:solidFill>
              </a:rPr>
              <a:t>: Is </a:t>
            </a:r>
            <a:r>
              <a:rPr lang="en-US" altLang="zh-TW" sz="1400" dirty="0">
                <a:solidFill>
                  <a:schemeClr val="bg1"/>
                </a:solidFill>
              </a:rPr>
              <a:t>Paid </a:t>
            </a:r>
            <a:r>
              <a:rPr lang="en-US" altLang="zh-TW" sz="1400" dirty="0" smtClean="0">
                <a:solidFill>
                  <a:schemeClr val="bg1"/>
                </a:solidFill>
              </a:rPr>
              <a:t>this </a:t>
            </a:r>
            <a:r>
              <a:rPr lang="en-US" altLang="zh-TW" sz="1400" dirty="0">
                <a:solidFill>
                  <a:schemeClr val="bg1"/>
                </a:solidFill>
              </a:rPr>
              <a:t>field must be entered, Y or N, no other value can be </a:t>
            </a:r>
            <a:r>
              <a:rPr lang="en-US" altLang="zh-TW" sz="1400" dirty="0" smtClean="0">
                <a:solidFill>
                  <a:schemeClr val="bg1"/>
                </a:solidFill>
              </a:rPr>
              <a:t>entered</a:t>
            </a:r>
          </a:p>
          <a:p>
            <a:pPr algn="l">
              <a:lnSpc>
                <a:spcPct val="150000"/>
              </a:lnSpc>
            </a:pPr>
            <a:r>
              <a:rPr lang="en-US" altLang="zh-TW" sz="1400" dirty="0">
                <a:solidFill>
                  <a:schemeClr val="accent6"/>
                </a:solidFill>
              </a:rPr>
              <a:t>E013</a:t>
            </a:r>
            <a:r>
              <a:rPr lang="en-US" altLang="zh-TW" sz="1400" dirty="0" smtClean="0">
                <a:solidFill>
                  <a:schemeClr val="bg1"/>
                </a:solidFill>
              </a:rPr>
              <a:t>: To </a:t>
            </a:r>
            <a:r>
              <a:rPr lang="en-US" altLang="zh-TW" sz="1400" dirty="0">
                <a:solidFill>
                  <a:schemeClr val="bg1"/>
                </a:solidFill>
              </a:rPr>
              <a:t>apply for overtime, employees must have corresponding shifts on the day they work overtime</a:t>
            </a:r>
            <a:r>
              <a:rPr lang="en-US" altLang="zh-TW" sz="1400" dirty="0" smtClean="0">
                <a:solidFill>
                  <a:schemeClr val="bg1"/>
                </a:solidFill>
              </a:rPr>
              <a:t>.</a:t>
            </a:r>
          </a:p>
          <a:p>
            <a:pPr algn="l">
              <a:lnSpc>
                <a:spcPct val="150000"/>
              </a:lnSpc>
            </a:pPr>
            <a:r>
              <a:rPr lang="en-US" altLang="zh-TW" sz="1400" dirty="0" smtClean="0">
                <a:solidFill>
                  <a:schemeClr val="accent6"/>
                </a:solidFill>
              </a:rPr>
              <a:t>E015</a:t>
            </a:r>
            <a:r>
              <a:rPr lang="en-US" altLang="zh-TW" sz="1400" dirty="0" smtClean="0">
                <a:solidFill>
                  <a:schemeClr val="bg1"/>
                </a:solidFill>
              </a:rPr>
              <a:t>: User </a:t>
            </a:r>
            <a:r>
              <a:rPr lang="en-US" altLang="zh-TW" sz="1400" dirty="0">
                <a:solidFill>
                  <a:schemeClr val="bg1"/>
                </a:solidFill>
              </a:rPr>
              <a:t>does not have department or site permissions.</a:t>
            </a:r>
          </a:p>
          <a:p>
            <a:pPr algn="l">
              <a:lnSpc>
                <a:spcPct val="150000"/>
              </a:lnSpc>
            </a:pPr>
            <a:r>
              <a:rPr lang="en-US" altLang="zh-TW" sz="1400" dirty="0">
                <a:solidFill>
                  <a:schemeClr val="accent6"/>
                </a:solidFill>
              </a:rPr>
              <a:t>E018</a:t>
            </a:r>
            <a:r>
              <a:rPr lang="en-US" altLang="zh-TW" sz="1400" dirty="0" smtClean="0">
                <a:solidFill>
                  <a:schemeClr val="bg1"/>
                </a:solidFill>
              </a:rPr>
              <a:t>: When </a:t>
            </a:r>
            <a:r>
              <a:rPr lang="en-US" altLang="zh-TW" sz="1400" dirty="0">
                <a:solidFill>
                  <a:schemeClr val="bg1"/>
                </a:solidFill>
              </a:rPr>
              <a:t>employees take leave for </a:t>
            </a:r>
            <a:r>
              <a:rPr lang="en-US" altLang="zh-TW" sz="1400" dirty="0" smtClean="0">
                <a:solidFill>
                  <a:schemeClr val="bg1"/>
                </a:solidFill>
              </a:rPr>
              <a:t>a full shift or second shift, </a:t>
            </a:r>
            <a:r>
              <a:rPr lang="en-US" altLang="zh-TW" sz="1400" dirty="0">
                <a:solidFill>
                  <a:schemeClr val="bg1"/>
                </a:solidFill>
              </a:rPr>
              <a:t>they cannot apply for </a:t>
            </a:r>
            <a:r>
              <a:rPr lang="en-US" altLang="zh-TW" sz="1400" dirty="0" smtClean="0">
                <a:solidFill>
                  <a:schemeClr val="bg1"/>
                </a:solidFill>
              </a:rPr>
              <a:t>overtime on that day</a:t>
            </a:r>
          </a:p>
          <a:p>
            <a:pPr algn="l">
              <a:lnSpc>
                <a:spcPct val="150000"/>
              </a:lnSpc>
            </a:pPr>
            <a:r>
              <a:rPr lang="en-US" altLang="zh-TW" sz="1400" dirty="0">
                <a:solidFill>
                  <a:schemeClr val="accent6"/>
                </a:solidFill>
              </a:rPr>
              <a:t>E026/E027</a:t>
            </a:r>
            <a:r>
              <a:rPr lang="en-US" altLang="zh-TW" sz="1400" dirty="0" smtClean="0">
                <a:solidFill>
                  <a:schemeClr val="bg1"/>
                </a:solidFill>
              </a:rPr>
              <a:t>: Overtime </a:t>
            </a:r>
            <a:r>
              <a:rPr lang="en-US" altLang="zh-TW" sz="1400" dirty="0">
                <a:solidFill>
                  <a:schemeClr val="bg1"/>
                </a:solidFill>
              </a:rPr>
              <a:t>hours cannot conflict with working hours</a:t>
            </a:r>
          </a:p>
          <a:p>
            <a:pPr algn="l">
              <a:lnSpc>
                <a:spcPct val="150000"/>
              </a:lnSpc>
            </a:pPr>
            <a:r>
              <a:rPr lang="en-US" altLang="zh-TW" sz="1400" dirty="0" smtClean="0">
                <a:solidFill>
                  <a:schemeClr val="accent6"/>
                </a:solidFill>
              </a:rPr>
              <a:t>E033-E046</a:t>
            </a:r>
            <a:r>
              <a:rPr lang="en-US" altLang="zh-TW" sz="1400" dirty="0" smtClean="0">
                <a:solidFill>
                  <a:schemeClr val="bg1"/>
                </a:solidFill>
              </a:rPr>
              <a:t>: Overtime </a:t>
            </a:r>
            <a:r>
              <a:rPr lang="en-US" altLang="zh-CN" sz="1400" dirty="0" smtClean="0">
                <a:solidFill>
                  <a:schemeClr val="bg1"/>
                </a:solidFill>
              </a:rPr>
              <a:t>hours </a:t>
            </a:r>
            <a:r>
              <a:rPr lang="en-US" altLang="zh-TW" sz="1400" dirty="0" smtClean="0">
                <a:solidFill>
                  <a:schemeClr val="bg1"/>
                </a:solidFill>
              </a:rPr>
              <a:t>exceeding  </a:t>
            </a:r>
            <a:r>
              <a:rPr lang="en-US" altLang="zh-TW" sz="1400" dirty="0">
                <a:solidFill>
                  <a:schemeClr val="bg1"/>
                </a:solidFill>
              </a:rPr>
              <a:t>control OT </a:t>
            </a:r>
            <a:r>
              <a:rPr lang="en-US" altLang="zh-TW" sz="1400" dirty="0" smtClean="0">
                <a:solidFill>
                  <a:schemeClr val="bg1"/>
                </a:solidFill>
              </a:rPr>
              <a:t>days/</a:t>
            </a:r>
            <a:r>
              <a:rPr lang="en-US" altLang="zh-CN" sz="1400" dirty="0" smtClean="0">
                <a:solidFill>
                  <a:schemeClr val="bg1"/>
                </a:solidFill>
              </a:rPr>
              <a:t>week/month/year</a:t>
            </a:r>
          </a:p>
          <a:p>
            <a:pPr algn="l">
              <a:lnSpc>
                <a:spcPct val="150000"/>
              </a:lnSpc>
            </a:pPr>
            <a:r>
              <a:rPr lang="en-US" altLang="zh-TW" sz="1400" dirty="0" smtClean="0">
                <a:solidFill>
                  <a:schemeClr val="accent6"/>
                </a:solidFill>
              </a:rPr>
              <a:t>E048</a:t>
            </a:r>
            <a:r>
              <a:rPr lang="en-US" altLang="zh-TW" sz="1400" dirty="0" smtClean="0">
                <a:solidFill>
                  <a:schemeClr val="bg1"/>
                </a:solidFill>
              </a:rPr>
              <a:t>: The OT application already </a:t>
            </a:r>
            <a:r>
              <a:rPr lang="en-US" altLang="zh-TW" sz="1400" dirty="0">
                <a:solidFill>
                  <a:schemeClr val="bg1"/>
                </a:solidFill>
              </a:rPr>
              <a:t>applied </a:t>
            </a:r>
            <a:r>
              <a:rPr lang="en-US" altLang="zh-TW" sz="1400" dirty="0" smtClean="0">
                <a:solidFill>
                  <a:schemeClr val="bg1"/>
                </a:solidFill>
              </a:rPr>
              <a:t>on </a:t>
            </a:r>
            <a:r>
              <a:rPr lang="en-US" altLang="zh-TW" sz="1400" dirty="0">
                <a:solidFill>
                  <a:schemeClr val="bg1"/>
                </a:solidFill>
              </a:rPr>
              <a:t>that </a:t>
            </a:r>
            <a:r>
              <a:rPr lang="en-US" altLang="zh-TW" sz="1400" dirty="0" smtClean="0">
                <a:solidFill>
                  <a:schemeClr val="bg1"/>
                </a:solidFill>
              </a:rPr>
              <a:t>day, and if you import data, it </a:t>
            </a:r>
            <a:r>
              <a:rPr lang="en-US" altLang="zh-TW" sz="1400" dirty="0">
                <a:solidFill>
                  <a:schemeClr val="bg1"/>
                </a:solidFill>
              </a:rPr>
              <a:t>will overwrite the original </a:t>
            </a:r>
            <a:r>
              <a:rPr lang="en-US" altLang="zh-TW" sz="1400" dirty="0" smtClean="0">
                <a:solidFill>
                  <a:schemeClr val="bg1"/>
                </a:solidFill>
              </a:rPr>
              <a:t>data</a:t>
            </a:r>
          </a:p>
          <a:p>
            <a:pPr algn="l">
              <a:lnSpc>
                <a:spcPct val="150000"/>
              </a:lnSpc>
            </a:pPr>
            <a:r>
              <a:rPr lang="en-US" altLang="zh-TW" sz="1400" dirty="0" smtClean="0">
                <a:solidFill>
                  <a:schemeClr val="accent6"/>
                </a:solidFill>
              </a:rPr>
              <a:t>E056</a:t>
            </a:r>
            <a:r>
              <a:rPr lang="en-US" altLang="zh-TW" sz="1400" dirty="0">
                <a:solidFill>
                  <a:schemeClr val="bg1"/>
                </a:solidFill>
              </a:rPr>
              <a:t>: There is no schedule data for the next day for employees working night shifts. Please check and import the schedule data for the next day.</a:t>
            </a:r>
            <a:endParaRPr lang="zh-TW" altLang="en-US" sz="1400" dirty="0">
              <a:solidFill>
                <a:schemeClr val="bg1"/>
              </a:solidFill>
            </a:endParaRPr>
          </a:p>
        </p:txBody>
      </p:sp>
    </p:spTree>
    <p:extLst>
      <p:ext uri="{BB962C8B-B14F-4D97-AF65-F5344CB8AC3E}">
        <p14:creationId xmlns:p14="http://schemas.microsoft.com/office/powerpoint/2010/main" val="61548629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Overtime Approval </a:t>
            </a:r>
            <a:r>
              <a:rPr lang="en-US" altLang="zh-TW" dirty="0" smtClean="0"/>
              <a:t>Process</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57</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圓角矩形 5"/>
          <p:cNvSpPr/>
          <p:nvPr/>
        </p:nvSpPr>
        <p:spPr>
          <a:xfrm>
            <a:off x="6714503" y="1866609"/>
            <a:ext cx="2002288" cy="38375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600" dirty="0" smtClean="0"/>
              <a:t>Batch Import Data</a:t>
            </a:r>
            <a:endParaRPr lang="zh-TW" altLang="en-US" sz="1600" dirty="0"/>
          </a:p>
        </p:txBody>
      </p:sp>
      <p:sp>
        <p:nvSpPr>
          <p:cNvPr id="7" name="圓角矩形 6"/>
          <p:cNvSpPr/>
          <p:nvPr/>
        </p:nvSpPr>
        <p:spPr>
          <a:xfrm>
            <a:off x="5733766" y="2890276"/>
            <a:ext cx="1236046" cy="38375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600" dirty="0" smtClean="0"/>
              <a:t>Section 2</a:t>
            </a:r>
            <a:endParaRPr lang="zh-TW" altLang="en-US" sz="1600" dirty="0"/>
          </a:p>
        </p:txBody>
      </p:sp>
      <p:sp>
        <p:nvSpPr>
          <p:cNvPr id="8" name="圓角矩形 7"/>
          <p:cNvSpPr/>
          <p:nvPr/>
        </p:nvSpPr>
        <p:spPr>
          <a:xfrm>
            <a:off x="7109405" y="2889905"/>
            <a:ext cx="1236046" cy="38375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600" dirty="0" smtClean="0"/>
              <a:t>Section 3</a:t>
            </a:r>
            <a:endParaRPr lang="zh-TW" altLang="en-US" sz="1600" dirty="0"/>
          </a:p>
        </p:txBody>
      </p:sp>
      <p:sp>
        <p:nvSpPr>
          <p:cNvPr id="9" name="圓角矩形 8"/>
          <p:cNvSpPr/>
          <p:nvPr/>
        </p:nvSpPr>
        <p:spPr>
          <a:xfrm>
            <a:off x="4358127" y="2890276"/>
            <a:ext cx="1236046" cy="38375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600" dirty="0" smtClean="0"/>
              <a:t>Section 1</a:t>
            </a:r>
            <a:endParaRPr lang="zh-TW" altLang="en-US" sz="1600" dirty="0"/>
          </a:p>
        </p:txBody>
      </p:sp>
      <p:sp>
        <p:nvSpPr>
          <p:cNvPr id="10" name="圓角矩形 9"/>
          <p:cNvSpPr/>
          <p:nvPr/>
        </p:nvSpPr>
        <p:spPr>
          <a:xfrm>
            <a:off x="5733766" y="4105287"/>
            <a:ext cx="1630393" cy="38375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600" dirty="0" smtClean="0"/>
              <a:t>Department 1</a:t>
            </a:r>
            <a:endParaRPr lang="zh-TW" altLang="en-US" sz="1600" dirty="0"/>
          </a:p>
        </p:txBody>
      </p:sp>
      <p:sp>
        <p:nvSpPr>
          <p:cNvPr id="11" name="圓角矩形 10"/>
          <p:cNvSpPr/>
          <p:nvPr/>
        </p:nvSpPr>
        <p:spPr>
          <a:xfrm>
            <a:off x="8600205" y="2890091"/>
            <a:ext cx="1236046" cy="38375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600" dirty="0" smtClean="0"/>
              <a:t>Section 4</a:t>
            </a:r>
            <a:endParaRPr lang="zh-TW" altLang="en-US" sz="1600" dirty="0"/>
          </a:p>
        </p:txBody>
      </p:sp>
      <p:sp>
        <p:nvSpPr>
          <p:cNvPr id="12" name="圓角矩形 11"/>
          <p:cNvSpPr/>
          <p:nvPr/>
        </p:nvSpPr>
        <p:spPr>
          <a:xfrm>
            <a:off x="9975844" y="2889720"/>
            <a:ext cx="1236046" cy="38375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600" dirty="0" smtClean="0"/>
              <a:t>Section 5</a:t>
            </a:r>
            <a:endParaRPr lang="zh-TW" altLang="en-US" sz="1600" dirty="0"/>
          </a:p>
        </p:txBody>
      </p:sp>
      <p:sp>
        <p:nvSpPr>
          <p:cNvPr id="13" name="圓角矩形 12"/>
          <p:cNvSpPr/>
          <p:nvPr/>
        </p:nvSpPr>
        <p:spPr>
          <a:xfrm>
            <a:off x="8989352" y="4105287"/>
            <a:ext cx="1630393" cy="38375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600" dirty="0" smtClean="0"/>
              <a:t>Department 2</a:t>
            </a:r>
            <a:endParaRPr lang="zh-TW" altLang="en-US" sz="1600" dirty="0"/>
          </a:p>
        </p:txBody>
      </p:sp>
      <p:cxnSp>
        <p:nvCxnSpPr>
          <p:cNvPr id="14" name="肘形接點 13"/>
          <p:cNvCxnSpPr>
            <a:stCxn id="6" idx="2"/>
            <a:endCxn id="9" idx="0"/>
          </p:cNvCxnSpPr>
          <p:nvPr/>
        </p:nvCxnSpPr>
        <p:spPr>
          <a:xfrm rot="5400000">
            <a:off x="6025942" y="1200570"/>
            <a:ext cx="639915" cy="2739497"/>
          </a:xfrm>
          <a:prstGeom prst="bentConnector3">
            <a:avLst/>
          </a:prstGeom>
          <a:ln w="19050">
            <a:solidFill>
              <a:schemeClr val="accent3"/>
            </a:solidFill>
            <a:tailEnd type="triangle"/>
          </a:ln>
        </p:spPr>
        <p:style>
          <a:lnRef idx="2">
            <a:schemeClr val="accent1"/>
          </a:lnRef>
          <a:fillRef idx="1">
            <a:schemeClr val="lt1"/>
          </a:fillRef>
          <a:effectRef idx="0">
            <a:schemeClr val="accent1"/>
          </a:effectRef>
          <a:fontRef idx="minor">
            <a:schemeClr val="dk1"/>
          </a:fontRef>
        </p:style>
      </p:cxnSp>
      <p:cxnSp>
        <p:nvCxnSpPr>
          <p:cNvPr id="15" name="肘形接點 14"/>
          <p:cNvCxnSpPr>
            <a:stCxn id="6" idx="2"/>
            <a:endCxn id="7" idx="0"/>
          </p:cNvCxnSpPr>
          <p:nvPr/>
        </p:nvCxnSpPr>
        <p:spPr>
          <a:xfrm rot="5400000">
            <a:off x="6713761" y="1888389"/>
            <a:ext cx="639915" cy="1363858"/>
          </a:xfrm>
          <a:prstGeom prst="bentConnector3">
            <a:avLst/>
          </a:prstGeom>
          <a:ln w="19050">
            <a:solidFill>
              <a:schemeClr val="accent3"/>
            </a:solidFill>
            <a:tailEnd type="triangle"/>
          </a:ln>
        </p:spPr>
        <p:style>
          <a:lnRef idx="2">
            <a:schemeClr val="accent1"/>
          </a:lnRef>
          <a:fillRef idx="1">
            <a:schemeClr val="lt1"/>
          </a:fillRef>
          <a:effectRef idx="0">
            <a:schemeClr val="accent1"/>
          </a:effectRef>
          <a:fontRef idx="minor">
            <a:schemeClr val="dk1"/>
          </a:fontRef>
        </p:style>
      </p:cxnSp>
      <p:cxnSp>
        <p:nvCxnSpPr>
          <p:cNvPr id="16" name="肘形接點 15"/>
          <p:cNvCxnSpPr>
            <a:stCxn id="6" idx="2"/>
            <a:endCxn id="8" idx="0"/>
          </p:cNvCxnSpPr>
          <p:nvPr/>
        </p:nvCxnSpPr>
        <p:spPr>
          <a:xfrm rot="16200000" flipH="1">
            <a:off x="7401765" y="2564242"/>
            <a:ext cx="639544" cy="11781"/>
          </a:xfrm>
          <a:prstGeom prst="bentConnector3">
            <a:avLst/>
          </a:prstGeom>
          <a:ln w="19050">
            <a:solidFill>
              <a:schemeClr val="accent3"/>
            </a:solidFill>
            <a:tailEnd type="triangle"/>
          </a:ln>
        </p:spPr>
        <p:style>
          <a:lnRef idx="2">
            <a:schemeClr val="accent1"/>
          </a:lnRef>
          <a:fillRef idx="1">
            <a:schemeClr val="lt1"/>
          </a:fillRef>
          <a:effectRef idx="0">
            <a:schemeClr val="accent1"/>
          </a:effectRef>
          <a:fontRef idx="minor">
            <a:schemeClr val="dk1"/>
          </a:fontRef>
        </p:style>
      </p:cxnSp>
      <p:cxnSp>
        <p:nvCxnSpPr>
          <p:cNvPr id="17" name="肘形接點 16"/>
          <p:cNvCxnSpPr>
            <a:stCxn id="6" idx="2"/>
            <a:endCxn id="11" idx="0"/>
          </p:cNvCxnSpPr>
          <p:nvPr/>
        </p:nvCxnSpPr>
        <p:spPr>
          <a:xfrm rot="16200000" flipH="1">
            <a:off x="8147072" y="1818935"/>
            <a:ext cx="639730" cy="1502581"/>
          </a:xfrm>
          <a:prstGeom prst="bentConnector3">
            <a:avLst/>
          </a:prstGeom>
          <a:ln w="19050">
            <a:solidFill>
              <a:schemeClr val="accent3"/>
            </a:solidFill>
            <a:tailEnd type="triangle"/>
          </a:ln>
        </p:spPr>
        <p:style>
          <a:lnRef idx="2">
            <a:schemeClr val="accent1"/>
          </a:lnRef>
          <a:fillRef idx="1">
            <a:schemeClr val="lt1"/>
          </a:fillRef>
          <a:effectRef idx="0">
            <a:schemeClr val="accent1"/>
          </a:effectRef>
          <a:fontRef idx="minor">
            <a:schemeClr val="dk1"/>
          </a:fontRef>
        </p:style>
      </p:cxnSp>
      <p:cxnSp>
        <p:nvCxnSpPr>
          <p:cNvPr id="18" name="肘形接點 17"/>
          <p:cNvCxnSpPr>
            <a:stCxn id="6" idx="2"/>
            <a:endCxn id="12" idx="0"/>
          </p:cNvCxnSpPr>
          <p:nvPr/>
        </p:nvCxnSpPr>
        <p:spPr>
          <a:xfrm rot="16200000" flipH="1">
            <a:off x="8835078" y="1130930"/>
            <a:ext cx="639359" cy="2878220"/>
          </a:xfrm>
          <a:prstGeom prst="bentConnector3">
            <a:avLst/>
          </a:prstGeom>
          <a:ln w="19050">
            <a:solidFill>
              <a:schemeClr val="accent3"/>
            </a:solidFill>
            <a:tailEnd type="triangle"/>
          </a:ln>
        </p:spPr>
        <p:style>
          <a:lnRef idx="2">
            <a:schemeClr val="accent1"/>
          </a:lnRef>
          <a:fillRef idx="1">
            <a:schemeClr val="lt1"/>
          </a:fillRef>
          <a:effectRef idx="0">
            <a:schemeClr val="accent1"/>
          </a:effectRef>
          <a:fontRef idx="minor">
            <a:schemeClr val="dk1"/>
          </a:fontRef>
        </p:style>
      </p:cxnSp>
      <p:cxnSp>
        <p:nvCxnSpPr>
          <p:cNvPr id="19" name="肘形接點 18"/>
          <p:cNvCxnSpPr>
            <a:stCxn id="9" idx="2"/>
            <a:endCxn id="10" idx="0"/>
          </p:cNvCxnSpPr>
          <p:nvPr/>
        </p:nvCxnSpPr>
        <p:spPr>
          <a:xfrm rot="16200000" flipH="1">
            <a:off x="5346927" y="2903250"/>
            <a:ext cx="831259" cy="1572813"/>
          </a:xfrm>
          <a:prstGeom prst="bentConnector3">
            <a:avLst/>
          </a:prstGeom>
          <a:ln w="28575">
            <a:solidFill>
              <a:schemeClr val="accent3"/>
            </a:solidFill>
            <a:tailEnd type="triangle"/>
          </a:ln>
        </p:spPr>
        <p:style>
          <a:lnRef idx="2">
            <a:schemeClr val="accent1"/>
          </a:lnRef>
          <a:fillRef idx="1">
            <a:schemeClr val="lt1"/>
          </a:fillRef>
          <a:effectRef idx="0">
            <a:schemeClr val="accent1"/>
          </a:effectRef>
          <a:fontRef idx="minor">
            <a:schemeClr val="dk1"/>
          </a:fontRef>
        </p:style>
      </p:cxnSp>
      <p:cxnSp>
        <p:nvCxnSpPr>
          <p:cNvPr id="20" name="肘形接點 19"/>
          <p:cNvCxnSpPr>
            <a:stCxn id="7" idx="2"/>
            <a:endCxn id="10" idx="0"/>
          </p:cNvCxnSpPr>
          <p:nvPr/>
        </p:nvCxnSpPr>
        <p:spPr>
          <a:xfrm rot="16200000" flipH="1">
            <a:off x="6034747" y="3591070"/>
            <a:ext cx="831259" cy="197174"/>
          </a:xfrm>
          <a:prstGeom prst="bentConnector3">
            <a:avLst/>
          </a:prstGeom>
          <a:ln w="28575">
            <a:solidFill>
              <a:schemeClr val="accent3"/>
            </a:solidFill>
            <a:tailEnd type="triangle"/>
          </a:ln>
        </p:spPr>
        <p:style>
          <a:lnRef idx="2">
            <a:schemeClr val="accent1"/>
          </a:lnRef>
          <a:fillRef idx="1">
            <a:schemeClr val="lt1"/>
          </a:fillRef>
          <a:effectRef idx="0">
            <a:schemeClr val="accent1"/>
          </a:effectRef>
          <a:fontRef idx="minor">
            <a:schemeClr val="dk1"/>
          </a:fontRef>
        </p:style>
      </p:cxnSp>
      <p:cxnSp>
        <p:nvCxnSpPr>
          <p:cNvPr id="21" name="肘形接點 20"/>
          <p:cNvCxnSpPr>
            <a:stCxn id="8" idx="2"/>
            <a:endCxn id="10" idx="0"/>
          </p:cNvCxnSpPr>
          <p:nvPr/>
        </p:nvCxnSpPr>
        <p:spPr>
          <a:xfrm rot="5400000">
            <a:off x="6722381" y="3100240"/>
            <a:ext cx="831630" cy="1178465"/>
          </a:xfrm>
          <a:prstGeom prst="bentConnector3">
            <a:avLst/>
          </a:prstGeom>
          <a:ln w="28575">
            <a:solidFill>
              <a:schemeClr val="accent3"/>
            </a:solidFill>
            <a:tailEnd type="triangle"/>
          </a:ln>
        </p:spPr>
        <p:style>
          <a:lnRef idx="2">
            <a:schemeClr val="accent1"/>
          </a:lnRef>
          <a:fillRef idx="1">
            <a:schemeClr val="lt1"/>
          </a:fillRef>
          <a:effectRef idx="0">
            <a:schemeClr val="accent1"/>
          </a:effectRef>
          <a:fontRef idx="minor">
            <a:schemeClr val="dk1"/>
          </a:fontRef>
        </p:style>
      </p:cxnSp>
      <p:cxnSp>
        <p:nvCxnSpPr>
          <p:cNvPr id="22" name="肘形接點 21"/>
          <p:cNvCxnSpPr>
            <a:stCxn id="11" idx="2"/>
            <a:endCxn id="13" idx="0"/>
          </p:cNvCxnSpPr>
          <p:nvPr/>
        </p:nvCxnSpPr>
        <p:spPr>
          <a:xfrm rot="16200000" flipH="1">
            <a:off x="9095666" y="3396404"/>
            <a:ext cx="831444" cy="586321"/>
          </a:xfrm>
          <a:prstGeom prst="bentConnector3">
            <a:avLst/>
          </a:prstGeom>
          <a:ln w="28575">
            <a:solidFill>
              <a:schemeClr val="accent3"/>
            </a:solidFill>
            <a:tailEnd type="triangle"/>
          </a:ln>
        </p:spPr>
        <p:style>
          <a:lnRef idx="2">
            <a:schemeClr val="accent1"/>
          </a:lnRef>
          <a:fillRef idx="1">
            <a:schemeClr val="lt1"/>
          </a:fillRef>
          <a:effectRef idx="0">
            <a:schemeClr val="accent1"/>
          </a:effectRef>
          <a:fontRef idx="minor">
            <a:schemeClr val="dk1"/>
          </a:fontRef>
        </p:style>
      </p:cxnSp>
      <p:cxnSp>
        <p:nvCxnSpPr>
          <p:cNvPr id="23" name="肘形接點 22"/>
          <p:cNvCxnSpPr>
            <a:stCxn id="12" idx="2"/>
            <a:endCxn id="13" idx="0"/>
          </p:cNvCxnSpPr>
          <p:nvPr/>
        </p:nvCxnSpPr>
        <p:spPr>
          <a:xfrm rot="5400000">
            <a:off x="9783301" y="3294720"/>
            <a:ext cx="831815" cy="789318"/>
          </a:xfrm>
          <a:prstGeom prst="bentConnector3">
            <a:avLst/>
          </a:prstGeom>
          <a:ln w="28575">
            <a:solidFill>
              <a:schemeClr val="accent3"/>
            </a:solidFill>
            <a:tailEnd type="triangle"/>
          </a:ln>
        </p:spPr>
        <p:style>
          <a:lnRef idx="2">
            <a:schemeClr val="accent1"/>
          </a:lnRef>
          <a:fillRef idx="1">
            <a:schemeClr val="lt1"/>
          </a:fillRef>
          <a:effectRef idx="0">
            <a:schemeClr val="accent1"/>
          </a:effectRef>
          <a:fontRef idx="minor">
            <a:schemeClr val="dk1"/>
          </a:fontRef>
        </p:style>
      </p:cxnSp>
      <p:sp>
        <p:nvSpPr>
          <p:cNvPr id="24" name="圓角矩形 23"/>
          <p:cNvSpPr/>
          <p:nvPr/>
        </p:nvSpPr>
        <p:spPr>
          <a:xfrm>
            <a:off x="5514715" y="5258351"/>
            <a:ext cx="2068494" cy="38375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600" dirty="0" smtClean="0"/>
              <a:t>Division Approver A</a:t>
            </a:r>
            <a:endParaRPr lang="zh-TW" altLang="en-US" sz="1600" dirty="0"/>
          </a:p>
        </p:txBody>
      </p:sp>
      <p:sp>
        <p:nvSpPr>
          <p:cNvPr id="25" name="圓角矩形 24"/>
          <p:cNvSpPr/>
          <p:nvPr/>
        </p:nvSpPr>
        <p:spPr>
          <a:xfrm>
            <a:off x="8797857" y="5246849"/>
            <a:ext cx="2013382" cy="38375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600" dirty="0" smtClean="0"/>
              <a:t>Division Approver B</a:t>
            </a:r>
            <a:endParaRPr lang="zh-TW" altLang="en-US" sz="1600" dirty="0"/>
          </a:p>
        </p:txBody>
      </p:sp>
      <p:cxnSp>
        <p:nvCxnSpPr>
          <p:cNvPr id="26" name="直線單箭頭接點 25"/>
          <p:cNvCxnSpPr>
            <a:stCxn id="10" idx="2"/>
            <a:endCxn id="24" idx="0"/>
          </p:cNvCxnSpPr>
          <p:nvPr/>
        </p:nvCxnSpPr>
        <p:spPr>
          <a:xfrm flipH="1">
            <a:off x="6548962" y="4489039"/>
            <a:ext cx="1" cy="769312"/>
          </a:xfrm>
          <a:prstGeom prst="straightConnector1">
            <a:avLst/>
          </a:prstGeom>
          <a:ln w="28575">
            <a:solidFill>
              <a:schemeClr val="accent3"/>
            </a:solidFill>
            <a:tailEnd type="triangle"/>
          </a:ln>
        </p:spPr>
        <p:style>
          <a:lnRef idx="2">
            <a:schemeClr val="accent1"/>
          </a:lnRef>
          <a:fillRef idx="1">
            <a:schemeClr val="lt1"/>
          </a:fillRef>
          <a:effectRef idx="0">
            <a:schemeClr val="accent1"/>
          </a:effectRef>
          <a:fontRef idx="minor">
            <a:schemeClr val="dk1"/>
          </a:fontRef>
        </p:style>
      </p:cxnSp>
      <p:cxnSp>
        <p:nvCxnSpPr>
          <p:cNvPr id="27" name="直線單箭頭接點 26"/>
          <p:cNvCxnSpPr>
            <a:stCxn id="13" idx="2"/>
            <a:endCxn id="25" idx="0"/>
          </p:cNvCxnSpPr>
          <p:nvPr/>
        </p:nvCxnSpPr>
        <p:spPr>
          <a:xfrm flipH="1">
            <a:off x="9804548" y="4489039"/>
            <a:ext cx="1" cy="757810"/>
          </a:xfrm>
          <a:prstGeom prst="straightConnector1">
            <a:avLst/>
          </a:prstGeom>
          <a:ln w="28575">
            <a:solidFill>
              <a:schemeClr val="accent3"/>
            </a:solidFill>
            <a:tailEnd type="triangle"/>
          </a:ln>
        </p:spPr>
        <p:style>
          <a:lnRef idx="2">
            <a:schemeClr val="accent1"/>
          </a:lnRef>
          <a:fillRef idx="1">
            <a:schemeClr val="lt1"/>
          </a:fillRef>
          <a:effectRef idx="0">
            <a:schemeClr val="accent1"/>
          </a:effectRef>
          <a:fontRef idx="minor">
            <a:schemeClr val="dk1"/>
          </a:fontRef>
        </p:style>
      </p:cxnSp>
      <p:sp>
        <p:nvSpPr>
          <p:cNvPr id="28" name="文字方塊 27"/>
          <p:cNvSpPr txBox="1"/>
          <p:nvPr/>
        </p:nvSpPr>
        <p:spPr>
          <a:xfrm>
            <a:off x="1434460" y="1490519"/>
            <a:ext cx="1790875" cy="338554"/>
          </a:xfrm>
          <a:prstGeom prst="rect">
            <a:avLst/>
          </a:prstGeom>
          <a:noFill/>
        </p:spPr>
        <p:txBody>
          <a:bodyPr wrap="none" rtlCol="0">
            <a:spAutoFit/>
          </a:bodyPr>
          <a:lstStyle/>
          <a:p>
            <a:r>
              <a:rPr lang="en-US" altLang="zh-CN" sz="1600" dirty="0" smtClean="0">
                <a:solidFill>
                  <a:schemeClr val="bg1"/>
                </a:solidFill>
              </a:rPr>
              <a:t>Approval Process</a:t>
            </a:r>
            <a:endParaRPr lang="zh-TW" altLang="en-US" sz="1600" dirty="0">
              <a:solidFill>
                <a:schemeClr val="bg1"/>
              </a:solidFill>
            </a:endParaRPr>
          </a:p>
        </p:txBody>
      </p:sp>
      <p:sp>
        <p:nvSpPr>
          <p:cNvPr id="29" name="文字方塊 28"/>
          <p:cNvSpPr txBox="1"/>
          <p:nvPr/>
        </p:nvSpPr>
        <p:spPr>
          <a:xfrm>
            <a:off x="5848066" y="2274728"/>
            <a:ext cx="4293163" cy="307777"/>
          </a:xfrm>
          <a:prstGeom prst="rect">
            <a:avLst/>
          </a:prstGeom>
          <a:noFill/>
          <a:ln w="19050">
            <a:noFill/>
          </a:ln>
        </p:spPr>
        <p:txBody>
          <a:bodyPr wrap="none" rtlCol="0">
            <a:spAutoFit/>
          </a:bodyPr>
          <a:lstStyle/>
          <a:p>
            <a:r>
              <a:rPr lang="en-US" altLang="zh-CN" sz="1400" dirty="0" smtClean="0">
                <a:solidFill>
                  <a:schemeClr val="accent6"/>
                </a:solidFill>
              </a:rPr>
              <a:t>Split by sections for section manager to do approval</a:t>
            </a:r>
            <a:endParaRPr lang="zh-TW" altLang="en-US" sz="1400" dirty="0">
              <a:solidFill>
                <a:schemeClr val="accent6"/>
              </a:solidFill>
            </a:endParaRPr>
          </a:p>
        </p:txBody>
      </p:sp>
      <p:sp>
        <p:nvSpPr>
          <p:cNvPr id="30" name="文字方塊 29"/>
          <p:cNvSpPr txBox="1"/>
          <p:nvPr/>
        </p:nvSpPr>
        <p:spPr>
          <a:xfrm>
            <a:off x="5594173" y="3696115"/>
            <a:ext cx="4855816" cy="307777"/>
          </a:xfrm>
          <a:prstGeom prst="rect">
            <a:avLst/>
          </a:prstGeom>
          <a:noFill/>
          <a:ln w="19050">
            <a:noFill/>
          </a:ln>
        </p:spPr>
        <p:txBody>
          <a:bodyPr wrap="none" rtlCol="0">
            <a:spAutoFit/>
          </a:bodyPr>
          <a:lstStyle/>
          <a:p>
            <a:r>
              <a:rPr lang="en-US" altLang="zh-CN" sz="1400" dirty="0" smtClean="0">
                <a:solidFill>
                  <a:schemeClr val="accent6"/>
                </a:solidFill>
              </a:rPr>
              <a:t>Merge to one process for department head to do approval. </a:t>
            </a:r>
            <a:endParaRPr lang="zh-TW" altLang="en-US" sz="1400" dirty="0">
              <a:solidFill>
                <a:schemeClr val="accent6"/>
              </a:solidFill>
            </a:endParaRPr>
          </a:p>
        </p:txBody>
      </p:sp>
      <p:sp>
        <p:nvSpPr>
          <p:cNvPr id="31" name="文字方塊 30"/>
          <p:cNvSpPr txBox="1"/>
          <p:nvPr/>
        </p:nvSpPr>
        <p:spPr>
          <a:xfrm>
            <a:off x="5090325" y="4714055"/>
            <a:ext cx="2917273" cy="307777"/>
          </a:xfrm>
          <a:prstGeom prst="rect">
            <a:avLst/>
          </a:prstGeom>
          <a:noFill/>
          <a:ln w="19050">
            <a:noFill/>
          </a:ln>
        </p:spPr>
        <p:txBody>
          <a:bodyPr wrap="none" rtlCol="0">
            <a:spAutoFit/>
          </a:bodyPr>
          <a:lstStyle/>
          <a:p>
            <a:r>
              <a:rPr lang="en-US" altLang="zh-CN" sz="1400" dirty="0" smtClean="0">
                <a:solidFill>
                  <a:schemeClr val="accent6"/>
                </a:solidFill>
              </a:rPr>
              <a:t>Go ahead to division head directly.</a:t>
            </a:r>
            <a:endParaRPr lang="zh-TW" altLang="en-US" sz="1400" dirty="0">
              <a:solidFill>
                <a:schemeClr val="accent6"/>
              </a:solidFill>
            </a:endParaRPr>
          </a:p>
        </p:txBody>
      </p:sp>
      <p:sp>
        <p:nvSpPr>
          <p:cNvPr id="32" name="文字方塊 31"/>
          <p:cNvSpPr txBox="1"/>
          <p:nvPr/>
        </p:nvSpPr>
        <p:spPr>
          <a:xfrm>
            <a:off x="8510244" y="4718902"/>
            <a:ext cx="2917273" cy="307777"/>
          </a:xfrm>
          <a:prstGeom prst="rect">
            <a:avLst/>
          </a:prstGeom>
          <a:noFill/>
          <a:ln w="19050">
            <a:noFill/>
          </a:ln>
        </p:spPr>
        <p:txBody>
          <a:bodyPr wrap="none" rtlCol="0">
            <a:spAutoFit/>
          </a:bodyPr>
          <a:lstStyle/>
          <a:p>
            <a:r>
              <a:rPr lang="en-US" altLang="zh-CN" sz="1400" dirty="0" smtClean="0">
                <a:solidFill>
                  <a:schemeClr val="accent6"/>
                </a:solidFill>
              </a:rPr>
              <a:t>Go ahead to division head directly.</a:t>
            </a:r>
            <a:endParaRPr lang="zh-TW" altLang="en-US" sz="1400" dirty="0">
              <a:solidFill>
                <a:schemeClr val="accent6"/>
              </a:solidFill>
            </a:endParaRPr>
          </a:p>
        </p:txBody>
      </p:sp>
      <p:sp>
        <p:nvSpPr>
          <p:cNvPr id="33" name="文字方塊 32"/>
          <p:cNvSpPr txBox="1"/>
          <p:nvPr/>
        </p:nvSpPr>
        <p:spPr>
          <a:xfrm>
            <a:off x="5787292" y="1421874"/>
            <a:ext cx="3852337" cy="369332"/>
          </a:xfrm>
          <a:prstGeom prst="rect">
            <a:avLst/>
          </a:prstGeom>
          <a:noFill/>
        </p:spPr>
        <p:txBody>
          <a:bodyPr wrap="none" rtlCol="0">
            <a:spAutoFit/>
          </a:bodyPr>
          <a:lstStyle/>
          <a:p>
            <a:r>
              <a:rPr lang="en-US" altLang="zh-CN" dirty="0" smtClean="0">
                <a:solidFill>
                  <a:schemeClr val="bg1"/>
                </a:solidFill>
              </a:rPr>
              <a:t>How to split and merge processes? </a:t>
            </a:r>
            <a:endParaRPr lang="zh-TW" altLang="en-US" dirty="0">
              <a:solidFill>
                <a:schemeClr val="bg1"/>
              </a:solidFill>
            </a:endParaRPr>
          </a:p>
        </p:txBody>
      </p:sp>
      <p:cxnSp>
        <p:nvCxnSpPr>
          <p:cNvPr id="34" name="直線單箭頭接點 33"/>
          <p:cNvCxnSpPr/>
          <p:nvPr/>
        </p:nvCxnSpPr>
        <p:spPr>
          <a:xfrm>
            <a:off x="3778620" y="2889720"/>
            <a:ext cx="353765" cy="1084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p:nvPr/>
        </p:nvCxnSpPr>
        <p:spPr>
          <a:xfrm>
            <a:off x="3872233" y="3763108"/>
            <a:ext cx="1016089" cy="342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a:off x="3778620" y="4489039"/>
            <a:ext cx="1082370" cy="5327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7" name="圖片 36"/>
          <p:cNvPicPr>
            <a:picLocks noChangeAspect="1"/>
          </p:cNvPicPr>
          <p:nvPr/>
        </p:nvPicPr>
        <p:blipFill>
          <a:blip r:embed="rId2"/>
          <a:stretch>
            <a:fillRect/>
          </a:stretch>
        </p:blipFill>
        <p:spPr>
          <a:xfrm>
            <a:off x="944881" y="1895573"/>
            <a:ext cx="2780880" cy="3601084"/>
          </a:xfrm>
          <a:prstGeom prst="rect">
            <a:avLst/>
          </a:prstGeom>
        </p:spPr>
      </p:pic>
    </p:spTree>
    <p:extLst>
      <p:ext uri="{BB962C8B-B14F-4D97-AF65-F5344CB8AC3E}">
        <p14:creationId xmlns:p14="http://schemas.microsoft.com/office/powerpoint/2010/main" val="426336843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雲朵形 16"/>
          <p:cNvSpPr/>
          <p:nvPr/>
        </p:nvSpPr>
        <p:spPr>
          <a:xfrm>
            <a:off x="8487295" y="3218617"/>
            <a:ext cx="2452254" cy="1378322"/>
          </a:xfrm>
          <a:prstGeom prst="cloud">
            <a:avLst/>
          </a:prstGeom>
          <a:solidFill>
            <a:schemeClr val="accent1">
              <a:lumMod val="75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p:cNvSpPr>
            <a:spLocks noGrp="1"/>
          </p:cNvSpPr>
          <p:nvPr>
            <p:ph type="title"/>
          </p:nvPr>
        </p:nvSpPr>
        <p:spPr/>
        <p:txBody>
          <a:bodyPr>
            <a:normAutofit fontScale="90000"/>
          </a:bodyPr>
          <a:lstStyle/>
          <a:p>
            <a:r>
              <a:rPr lang="en-US" altLang="zh-TW" dirty="0"/>
              <a:t>Overtime Approval </a:t>
            </a:r>
            <a:r>
              <a:rPr lang="en-US" altLang="zh-TW" dirty="0" smtClean="0"/>
              <a:t>Process</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58</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pic>
        <p:nvPicPr>
          <p:cNvPr id="6" name="圖片 5"/>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88038" y="3683118"/>
            <a:ext cx="6478310" cy="2326130"/>
          </a:xfrm>
          <a:prstGeom prst="rect">
            <a:avLst/>
          </a:prstGeom>
        </p:spPr>
      </p:pic>
      <p:sp>
        <p:nvSpPr>
          <p:cNvPr id="7" name="矩形 6"/>
          <p:cNvSpPr/>
          <p:nvPr/>
        </p:nvSpPr>
        <p:spPr>
          <a:xfrm>
            <a:off x="592133" y="1017159"/>
            <a:ext cx="4788490" cy="369332"/>
          </a:xfrm>
          <a:prstGeom prst="rect">
            <a:avLst/>
          </a:prstGeom>
        </p:spPr>
        <p:txBody>
          <a:bodyPr wrap="none">
            <a:spAutoFit/>
          </a:bodyPr>
          <a:lstStyle/>
          <a:p>
            <a:r>
              <a:rPr lang="en-US" altLang="zh-CN" dirty="0">
                <a:solidFill>
                  <a:schemeClr val="bg1"/>
                </a:solidFill>
              </a:rPr>
              <a:t>Detailed </a:t>
            </a:r>
            <a:r>
              <a:rPr lang="en-US" altLang="zh-CN" dirty="0" smtClean="0">
                <a:solidFill>
                  <a:schemeClr val="bg1"/>
                </a:solidFill>
              </a:rPr>
              <a:t>explanation of batch apply overtime:</a:t>
            </a:r>
            <a:endParaRPr lang="en-US" altLang="zh-CN" dirty="0">
              <a:solidFill>
                <a:schemeClr val="bg1"/>
              </a:solidFill>
            </a:endParaRPr>
          </a:p>
        </p:txBody>
      </p:sp>
      <p:sp>
        <p:nvSpPr>
          <p:cNvPr id="8" name="圓角矩形 7"/>
          <p:cNvSpPr/>
          <p:nvPr/>
        </p:nvSpPr>
        <p:spPr>
          <a:xfrm>
            <a:off x="694610" y="4466752"/>
            <a:ext cx="699109" cy="214905"/>
          </a:xfrm>
          <a:prstGeom prst="roundRect">
            <a:avLst>
              <a:gd name="adj" fmla="val 20332"/>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圓角矩形 8"/>
          <p:cNvSpPr/>
          <p:nvPr/>
        </p:nvSpPr>
        <p:spPr>
          <a:xfrm>
            <a:off x="1054363" y="4950200"/>
            <a:ext cx="1406942" cy="774978"/>
          </a:xfrm>
          <a:prstGeom prst="round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向下箭號 9"/>
          <p:cNvSpPr/>
          <p:nvPr/>
        </p:nvSpPr>
        <p:spPr>
          <a:xfrm>
            <a:off x="1331464" y="4537863"/>
            <a:ext cx="232238" cy="417658"/>
          </a:xfrm>
          <a:prstGeom prst="downArrow">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1" name="表格 10"/>
          <p:cNvGraphicFramePr>
            <a:graphicFrameLocks noGrp="1"/>
          </p:cNvGraphicFramePr>
          <p:nvPr>
            <p:extLst>
              <p:ext uri="{D42A27DB-BD31-4B8C-83A1-F6EECF244321}">
                <p14:modId xmlns:p14="http://schemas.microsoft.com/office/powerpoint/2010/main" val="3209401019"/>
              </p:ext>
            </p:extLst>
          </p:nvPr>
        </p:nvGraphicFramePr>
        <p:xfrm>
          <a:off x="7639371" y="4730715"/>
          <a:ext cx="3896904" cy="1115784"/>
        </p:xfrm>
        <a:graphic>
          <a:graphicData uri="http://schemas.openxmlformats.org/drawingml/2006/table">
            <a:tbl>
              <a:tblPr firstRow="1" bandRow="1">
                <a:tableStyleId>{5C22544A-7EE6-4342-B048-85BDC9FD1C3A}</a:tableStyleId>
              </a:tblPr>
              <a:tblGrid>
                <a:gridCol w="1052409">
                  <a:extLst>
                    <a:ext uri="{9D8B030D-6E8A-4147-A177-3AD203B41FA5}">
                      <a16:colId xmlns:a16="http://schemas.microsoft.com/office/drawing/2014/main" val="1010473785"/>
                    </a:ext>
                  </a:extLst>
                </a:gridCol>
                <a:gridCol w="1998775">
                  <a:extLst>
                    <a:ext uri="{9D8B030D-6E8A-4147-A177-3AD203B41FA5}">
                      <a16:colId xmlns:a16="http://schemas.microsoft.com/office/drawing/2014/main" val="2800110204"/>
                    </a:ext>
                  </a:extLst>
                </a:gridCol>
                <a:gridCol w="845720">
                  <a:extLst>
                    <a:ext uri="{9D8B030D-6E8A-4147-A177-3AD203B41FA5}">
                      <a16:colId xmlns:a16="http://schemas.microsoft.com/office/drawing/2014/main" val="4046344819"/>
                    </a:ext>
                  </a:extLst>
                </a:gridCol>
              </a:tblGrid>
              <a:tr h="306356">
                <a:tc>
                  <a:txBody>
                    <a:bodyPr/>
                    <a:lstStyle/>
                    <a:p>
                      <a:pPr algn="l"/>
                      <a:r>
                        <a:rPr lang="en-US" altLang="zh-TW" sz="1200" dirty="0" smtClean="0">
                          <a:solidFill>
                            <a:schemeClr val="tx1"/>
                          </a:solidFill>
                        </a:rPr>
                        <a:t>B</a:t>
                      </a:r>
                      <a:r>
                        <a:rPr lang="en-US" altLang="zh-CN" sz="1200" dirty="0" smtClean="0">
                          <a:solidFill>
                            <a:schemeClr val="tx1"/>
                          </a:solidFill>
                        </a:rPr>
                        <a:t>at</a:t>
                      </a:r>
                      <a:r>
                        <a:rPr lang="en-US" altLang="zh-TW" sz="1200" dirty="0" smtClean="0">
                          <a:solidFill>
                            <a:schemeClr val="tx1"/>
                          </a:solidFill>
                        </a:rPr>
                        <a:t>ch</a:t>
                      </a:r>
                      <a:r>
                        <a:rPr lang="en-US" altLang="zh-TW" sz="1200" baseline="0" dirty="0" smtClean="0">
                          <a:solidFill>
                            <a:schemeClr val="tx1"/>
                          </a:solidFill>
                        </a:rPr>
                        <a:t> No</a:t>
                      </a:r>
                      <a:endParaRPr lang="zh-TW" alt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altLang="zh-TW" sz="1200" dirty="0" smtClean="0">
                          <a:solidFill>
                            <a:schemeClr val="tx1"/>
                          </a:solidFill>
                        </a:rPr>
                        <a:t>Apply No</a:t>
                      </a:r>
                      <a:endParaRPr lang="zh-TW" alt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altLang="zh-TW" sz="1200" dirty="0" smtClean="0">
                          <a:solidFill>
                            <a:schemeClr val="tx1"/>
                          </a:solidFill>
                        </a:rPr>
                        <a:t>PID</a:t>
                      </a:r>
                      <a:endParaRPr lang="zh-TW" alt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5182019"/>
                  </a:ext>
                </a:extLst>
              </a:tr>
              <a:tr h="442513">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100" dirty="0" smtClean="0">
                          <a:solidFill>
                            <a:schemeClr val="tx1"/>
                          </a:solidFill>
                        </a:rPr>
                        <a:t>GDXE17147</a:t>
                      </a:r>
                      <a:endParaRPr lang="zh-TW" altLang="en-US" sz="1100" dirty="0" smtClean="0">
                        <a:solidFill>
                          <a:schemeClr val="tx1"/>
                        </a:solidFill>
                      </a:endParaRPr>
                    </a:p>
                    <a:p>
                      <a:pPr algn="l"/>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000" dirty="0" smtClean="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dirty="0" smtClean="0">
                          <a:solidFill>
                            <a:schemeClr val="tx1"/>
                          </a:solidFill>
                        </a:rPr>
                        <a:t>R0E607F000025022500001</a:t>
                      </a:r>
                      <a:endParaRPr lang="zh-TW" altLang="en-US" sz="1000" dirty="0" smtClean="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dirty="0" smtClean="0"/>
                        <a:t>31878053</a:t>
                      </a:r>
                      <a:endParaRPr lang="zh-TW" altLang="en-US"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0992282"/>
                  </a:ext>
                </a:extLst>
              </a:tr>
              <a:tr h="366915">
                <a:tc v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altLang="zh-TW" sz="1000" dirty="0" smtClean="0"/>
                        <a:t>R0E607A25022500001</a:t>
                      </a:r>
                      <a:endParaRPr lang="zh-TW" altLang="en-US"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dirty="0" smtClean="0"/>
                        <a:t>31878052</a:t>
                      </a:r>
                      <a:endParaRPr lang="zh-TW" altLang="en-US" sz="1000"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03474651"/>
                  </a:ext>
                </a:extLst>
              </a:tr>
            </a:tbl>
          </a:graphicData>
        </a:graphic>
      </p:graphicFrame>
      <p:sp>
        <p:nvSpPr>
          <p:cNvPr id="12" name="向下箭號 11"/>
          <p:cNvSpPr/>
          <p:nvPr/>
        </p:nvSpPr>
        <p:spPr>
          <a:xfrm rot="17567344">
            <a:off x="7275736" y="4314349"/>
            <a:ext cx="270447" cy="475295"/>
          </a:xfrm>
          <a:prstGeom prst="downArrow">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3" name="物件 12"/>
          <p:cNvGraphicFramePr>
            <a:graphicFrameLocks noChangeAspect="1"/>
          </p:cNvGraphicFramePr>
          <p:nvPr>
            <p:extLst>
              <p:ext uri="{D42A27DB-BD31-4B8C-83A1-F6EECF244321}">
                <p14:modId xmlns:p14="http://schemas.microsoft.com/office/powerpoint/2010/main" val="3550167162"/>
              </p:ext>
            </p:extLst>
          </p:nvPr>
        </p:nvGraphicFramePr>
        <p:xfrm>
          <a:off x="688038" y="1582694"/>
          <a:ext cx="6286500" cy="638175"/>
        </p:xfrm>
        <a:graphic>
          <a:graphicData uri="http://schemas.openxmlformats.org/presentationml/2006/ole">
            <mc:AlternateContent xmlns:mc="http://schemas.openxmlformats.org/markup-compatibility/2006">
              <mc:Choice xmlns:v="urn:schemas-microsoft-com:vml" Requires="v">
                <p:oleObj spid="_x0000_s1284" name="工作表" r:id="rId4" imgW="6286545" imgH="638082" progId="Excel.Sheet.12">
                  <p:embed/>
                </p:oleObj>
              </mc:Choice>
              <mc:Fallback>
                <p:oleObj name="工作表" r:id="rId4" imgW="6286545" imgH="638082" progId="Excel.Sheet.12">
                  <p:embed/>
                  <p:pic>
                    <p:nvPicPr>
                      <p:cNvPr id="44" name="物件 43"/>
                      <p:cNvPicPr/>
                      <p:nvPr/>
                    </p:nvPicPr>
                    <p:blipFill>
                      <a:blip r:embed="rId5"/>
                      <a:stretch>
                        <a:fillRect/>
                      </a:stretch>
                    </p:blipFill>
                    <p:spPr>
                      <a:xfrm>
                        <a:off x="688038" y="1582694"/>
                        <a:ext cx="6286500" cy="638175"/>
                      </a:xfrm>
                      <a:prstGeom prst="rect">
                        <a:avLst/>
                      </a:prstGeom>
                      <a:solidFill>
                        <a:schemeClr val="bg1"/>
                      </a:solidFill>
                    </p:spPr>
                  </p:pic>
                </p:oleObj>
              </mc:Fallback>
            </mc:AlternateContent>
          </a:graphicData>
        </a:graphic>
      </p:graphicFrame>
      <p:sp>
        <p:nvSpPr>
          <p:cNvPr id="14" name="圓角矩形圖說文字 13"/>
          <p:cNvSpPr/>
          <p:nvPr/>
        </p:nvSpPr>
        <p:spPr>
          <a:xfrm>
            <a:off x="8201284" y="1040363"/>
            <a:ext cx="2098185" cy="1186220"/>
          </a:xfrm>
          <a:prstGeom prst="wedgeRoundRectCallout">
            <a:avLst>
              <a:gd name="adj1" fmla="val -94565"/>
              <a:gd name="adj2" fmla="val 15856"/>
              <a:gd name="adj3" fmla="val 16667"/>
            </a:avLst>
          </a:prstGeom>
          <a:solidFill>
            <a:schemeClr val="accent1">
              <a:lumMod val="75000"/>
            </a:schemeClr>
          </a:solidFill>
          <a:ln w="222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accent6"/>
              </a:solidFill>
            </a:endParaRPr>
          </a:p>
        </p:txBody>
      </p:sp>
      <p:sp>
        <p:nvSpPr>
          <p:cNvPr id="15" name="矩形 14"/>
          <p:cNvSpPr/>
          <p:nvPr/>
        </p:nvSpPr>
        <p:spPr>
          <a:xfrm>
            <a:off x="8751352" y="3436511"/>
            <a:ext cx="2061337" cy="954107"/>
          </a:xfrm>
          <a:prstGeom prst="rect">
            <a:avLst/>
          </a:prstGeom>
        </p:spPr>
        <p:txBody>
          <a:bodyPr wrap="square">
            <a:spAutoFit/>
          </a:bodyPr>
          <a:lstStyle/>
          <a:p>
            <a:r>
              <a:rPr lang="en-US" altLang="zh-TW" sz="1400" dirty="0">
                <a:solidFill>
                  <a:schemeClr val="accent6"/>
                </a:solidFill>
              </a:rPr>
              <a:t>Divide by department and merge into one process for approval by department heads. </a:t>
            </a:r>
            <a:endParaRPr lang="zh-TW" altLang="en-US" sz="1400" dirty="0">
              <a:solidFill>
                <a:schemeClr val="accent6"/>
              </a:solidFill>
            </a:endParaRPr>
          </a:p>
        </p:txBody>
      </p:sp>
      <p:sp>
        <p:nvSpPr>
          <p:cNvPr id="16" name="文字方塊 15"/>
          <p:cNvSpPr txBox="1"/>
          <p:nvPr/>
        </p:nvSpPr>
        <p:spPr>
          <a:xfrm>
            <a:off x="8282535" y="1166215"/>
            <a:ext cx="2405756" cy="954107"/>
          </a:xfrm>
          <a:prstGeom prst="rect">
            <a:avLst/>
          </a:prstGeom>
          <a:noFill/>
        </p:spPr>
        <p:txBody>
          <a:bodyPr wrap="square" rtlCol="0">
            <a:spAutoFit/>
          </a:bodyPr>
          <a:lstStyle/>
          <a:p>
            <a:r>
              <a:rPr lang="en-US" altLang="zh-TW" sz="1400" dirty="0">
                <a:solidFill>
                  <a:schemeClr val="accent6"/>
                </a:solidFill>
              </a:rPr>
              <a:t>Example: Apply for 2 employees at different levels under the same department</a:t>
            </a:r>
            <a:endParaRPr lang="zh-TW" altLang="en-US" sz="1400" dirty="0">
              <a:solidFill>
                <a:schemeClr val="accent6"/>
              </a:solidFill>
            </a:endParaRPr>
          </a:p>
        </p:txBody>
      </p:sp>
      <p:graphicFrame>
        <p:nvGraphicFramePr>
          <p:cNvPr id="18" name="物件 17"/>
          <p:cNvGraphicFramePr>
            <a:graphicFrameLocks noChangeAspect="1"/>
          </p:cNvGraphicFramePr>
          <p:nvPr>
            <p:extLst>
              <p:ext uri="{D42A27DB-BD31-4B8C-83A1-F6EECF244321}">
                <p14:modId xmlns:p14="http://schemas.microsoft.com/office/powerpoint/2010/main" val="166296904"/>
              </p:ext>
            </p:extLst>
          </p:nvPr>
        </p:nvGraphicFramePr>
        <p:xfrm>
          <a:off x="688038" y="2626047"/>
          <a:ext cx="9439275" cy="638175"/>
        </p:xfrm>
        <a:graphic>
          <a:graphicData uri="http://schemas.openxmlformats.org/presentationml/2006/ole">
            <mc:AlternateContent xmlns:mc="http://schemas.openxmlformats.org/markup-compatibility/2006">
              <mc:Choice xmlns:v="urn:schemas-microsoft-com:vml" Requires="v">
                <p:oleObj spid="_x0000_s1285" name="工作表" r:id="rId6" imgW="9439339" imgH="638082" progId="Excel.Sheet.12">
                  <p:embed/>
                </p:oleObj>
              </mc:Choice>
              <mc:Fallback>
                <p:oleObj name="工作表" r:id="rId6" imgW="9439339" imgH="638082" progId="Excel.Sheet.12">
                  <p:embed/>
                  <p:pic>
                    <p:nvPicPr>
                      <p:cNvPr id="49" name="物件 48"/>
                      <p:cNvPicPr/>
                      <p:nvPr/>
                    </p:nvPicPr>
                    <p:blipFill>
                      <a:blip r:embed="rId7"/>
                      <a:stretch>
                        <a:fillRect/>
                      </a:stretch>
                    </p:blipFill>
                    <p:spPr>
                      <a:xfrm>
                        <a:off x="688038" y="2626047"/>
                        <a:ext cx="9439275" cy="638175"/>
                      </a:xfrm>
                      <a:prstGeom prst="rect">
                        <a:avLst/>
                      </a:prstGeom>
                      <a:solidFill>
                        <a:schemeClr val="bg1"/>
                      </a:solidFill>
                    </p:spPr>
                  </p:pic>
                </p:oleObj>
              </mc:Fallback>
            </mc:AlternateContent>
          </a:graphicData>
        </a:graphic>
      </p:graphicFrame>
      <p:sp>
        <p:nvSpPr>
          <p:cNvPr id="19" name="圓角矩形圖說文字 18"/>
          <p:cNvSpPr/>
          <p:nvPr/>
        </p:nvSpPr>
        <p:spPr>
          <a:xfrm>
            <a:off x="679614" y="3974809"/>
            <a:ext cx="1082683" cy="278984"/>
          </a:xfrm>
          <a:prstGeom prst="wedgeRoundRectCallout">
            <a:avLst>
              <a:gd name="adj1" fmla="val 52847"/>
              <a:gd name="adj2" fmla="val -287533"/>
              <a:gd name="adj3" fmla="val 16667"/>
            </a:avLst>
          </a:prstGeom>
          <a:noFill/>
          <a:ln w="222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p:cNvSpPr/>
          <p:nvPr/>
        </p:nvSpPr>
        <p:spPr>
          <a:xfrm>
            <a:off x="1656569" y="3856492"/>
            <a:ext cx="3404901" cy="383121"/>
          </a:xfrm>
          <a:prstGeom prst="rect">
            <a:avLst/>
          </a:prstGeom>
        </p:spPr>
        <p:txBody>
          <a:bodyPr wrap="square">
            <a:spAutoFit/>
          </a:bodyPr>
          <a:lstStyle/>
          <a:p>
            <a:r>
              <a:rPr lang="en-US" altLang="zh-TW" dirty="0">
                <a:solidFill>
                  <a:srgbClr val="FF0000"/>
                </a:solidFill>
              </a:rPr>
              <a:t>Click here to import </a:t>
            </a:r>
            <a:r>
              <a:rPr lang="en-US" altLang="zh-TW" dirty="0" smtClean="0">
                <a:solidFill>
                  <a:srgbClr val="FF0000"/>
                </a:solidFill>
              </a:rPr>
              <a:t>Overtime</a:t>
            </a:r>
            <a:endParaRPr lang="zh-TW" altLang="en-US" dirty="0">
              <a:solidFill>
                <a:srgbClr val="FF0000"/>
              </a:solidFill>
            </a:endParaRPr>
          </a:p>
        </p:txBody>
      </p:sp>
    </p:spTree>
    <p:extLst>
      <p:ext uri="{BB962C8B-B14F-4D97-AF65-F5344CB8AC3E}">
        <p14:creationId xmlns:p14="http://schemas.microsoft.com/office/powerpoint/2010/main" val="43852135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Overtime Approval Supervisor review</a:t>
            </a:r>
            <a:br>
              <a:rPr lang="en-US" altLang="zh-TW" dirty="0"/>
            </a:b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59</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pic>
        <p:nvPicPr>
          <p:cNvPr id="6" name="圖片 5"/>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05024" y="1362124"/>
            <a:ext cx="9160478" cy="4992260"/>
          </a:xfrm>
          <a:prstGeom prst="rect">
            <a:avLst/>
          </a:prstGeom>
        </p:spPr>
      </p:pic>
      <p:sp>
        <p:nvSpPr>
          <p:cNvPr id="7" name="矩形 6"/>
          <p:cNvSpPr/>
          <p:nvPr/>
        </p:nvSpPr>
        <p:spPr>
          <a:xfrm>
            <a:off x="592133" y="1000533"/>
            <a:ext cx="5763116" cy="369332"/>
          </a:xfrm>
          <a:prstGeom prst="rect">
            <a:avLst/>
          </a:prstGeom>
        </p:spPr>
        <p:txBody>
          <a:bodyPr wrap="none">
            <a:spAutoFit/>
          </a:bodyPr>
          <a:lstStyle/>
          <a:p>
            <a:r>
              <a:rPr lang="en-US" altLang="zh-CN" dirty="0" smtClean="0">
                <a:solidFill>
                  <a:schemeClr val="bg1"/>
                </a:solidFill>
              </a:rPr>
              <a:t>Supervisor review </a:t>
            </a:r>
            <a:r>
              <a:rPr lang="en-US" altLang="zh-CN" dirty="0">
                <a:solidFill>
                  <a:schemeClr val="bg1"/>
                </a:solidFill>
              </a:rPr>
              <a:t>: login </a:t>
            </a:r>
            <a:r>
              <a:rPr lang="en-US" altLang="zh-CN" dirty="0" smtClean="0">
                <a:solidFill>
                  <a:schemeClr val="bg1"/>
                </a:solidFill>
              </a:rPr>
              <a:t>workflow account for approval</a:t>
            </a:r>
            <a:endParaRPr lang="en-US" altLang="zh-CN" dirty="0">
              <a:solidFill>
                <a:schemeClr val="bg1"/>
              </a:solidFill>
            </a:endParaRPr>
          </a:p>
        </p:txBody>
      </p:sp>
      <p:sp>
        <p:nvSpPr>
          <p:cNvPr id="8" name="圓角矩形 7"/>
          <p:cNvSpPr/>
          <p:nvPr/>
        </p:nvSpPr>
        <p:spPr>
          <a:xfrm>
            <a:off x="746546" y="2042699"/>
            <a:ext cx="7356810" cy="795860"/>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圓角矩形 8"/>
          <p:cNvSpPr/>
          <p:nvPr/>
        </p:nvSpPr>
        <p:spPr>
          <a:xfrm>
            <a:off x="729963" y="3035180"/>
            <a:ext cx="9022647" cy="1752012"/>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圓角矩形 9"/>
          <p:cNvSpPr/>
          <p:nvPr/>
        </p:nvSpPr>
        <p:spPr>
          <a:xfrm>
            <a:off x="729963" y="5091942"/>
            <a:ext cx="9072048" cy="774251"/>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圓角矩形 10"/>
          <p:cNvSpPr/>
          <p:nvPr/>
        </p:nvSpPr>
        <p:spPr>
          <a:xfrm>
            <a:off x="3388164" y="1394025"/>
            <a:ext cx="4816498" cy="443739"/>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s</a:t>
            </a:r>
            <a:endParaRPr lang="zh-TW" altLang="en-US" dirty="0"/>
          </a:p>
        </p:txBody>
      </p:sp>
      <p:sp>
        <p:nvSpPr>
          <p:cNvPr id="12" name="文字方塊 11"/>
          <p:cNvSpPr txBox="1"/>
          <p:nvPr/>
        </p:nvSpPr>
        <p:spPr>
          <a:xfrm>
            <a:off x="9865502" y="1446617"/>
            <a:ext cx="1234633" cy="338554"/>
          </a:xfrm>
          <a:prstGeom prst="rect">
            <a:avLst/>
          </a:prstGeom>
          <a:noFill/>
        </p:spPr>
        <p:txBody>
          <a:bodyPr wrap="none" rtlCol="0">
            <a:spAutoFit/>
          </a:bodyPr>
          <a:lstStyle/>
          <a:p>
            <a:r>
              <a:rPr lang="en-US" altLang="zh-TW" sz="1600" dirty="0" smtClean="0">
                <a:solidFill>
                  <a:schemeClr val="accent6"/>
                </a:solidFill>
              </a:rPr>
              <a:t>Comments </a:t>
            </a:r>
            <a:endParaRPr lang="zh-TW" altLang="en-US" sz="1600" dirty="0">
              <a:solidFill>
                <a:schemeClr val="accent6"/>
              </a:solidFill>
            </a:endParaRPr>
          </a:p>
        </p:txBody>
      </p:sp>
      <p:sp>
        <p:nvSpPr>
          <p:cNvPr id="13" name="文字方塊 12"/>
          <p:cNvSpPr txBox="1"/>
          <p:nvPr/>
        </p:nvSpPr>
        <p:spPr>
          <a:xfrm>
            <a:off x="9863755" y="3572632"/>
            <a:ext cx="1579278" cy="338554"/>
          </a:xfrm>
          <a:prstGeom prst="rect">
            <a:avLst/>
          </a:prstGeom>
          <a:noFill/>
        </p:spPr>
        <p:txBody>
          <a:bodyPr wrap="none" rtlCol="0">
            <a:spAutoFit/>
          </a:bodyPr>
          <a:lstStyle/>
          <a:p>
            <a:r>
              <a:rPr lang="en-US" altLang="zh-CN" sz="1600" dirty="0" smtClean="0">
                <a:solidFill>
                  <a:schemeClr val="accent6"/>
                </a:solidFill>
              </a:rPr>
              <a:t>Overtime Items</a:t>
            </a:r>
            <a:endParaRPr lang="zh-TW" altLang="en-US" sz="1600" dirty="0">
              <a:solidFill>
                <a:schemeClr val="accent6"/>
              </a:solidFill>
            </a:endParaRPr>
          </a:p>
        </p:txBody>
      </p:sp>
      <p:sp>
        <p:nvSpPr>
          <p:cNvPr id="14" name="文字方塊 13"/>
          <p:cNvSpPr txBox="1"/>
          <p:nvPr/>
        </p:nvSpPr>
        <p:spPr>
          <a:xfrm>
            <a:off x="9890441" y="5140513"/>
            <a:ext cx="1688283" cy="338554"/>
          </a:xfrm>
          <a:prstGeom prst="rect">
            <a:avLst/>
          </a:prstGeom>
          <a:noFill/>
        </p:spPr>
        <p:txBody>
          <a:bodyPr wrap="none" rtlCol="0">
            <a:spAutoFit/>
          </a:bodyPr>
          <a:lstStyle/>
          <a:p>
            <a:r>
              <a:rPr lang="en-US" altLang="zh-CN" sz="1600" dirty="0" smtClean="0">
                <a:solidFill>
                  <a:schemeClr val="accent6"/>
                </a:solidFill>
              </a:rPr>
              <a:t>Approval History</a:t>
            </a:r>
            <a:endParaRPr lang="zh-TW" altLang="en-US" sz="1600" dirty="0">
              <a:solidFill>
                <a:schemeClr val="accent6"/>
              </a:solidFill>
            </a:endParaRPr>
          </a:p>
        </p:txBody>
      </p:sp>
    </p:spTree>
    <p:extLst>
      <p:ext uri="{BB962C8B-B14F-4D97-AF65-F5344CB8AC3E}">
        <p14:creationId xmlns:p14="http://schemas.microsoft.com/office/powerpoint/2010/main" val="33398369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Overtime - Special </a:t>
            </a:r>
            <a:r>
              <a:rPr lang="en-US" altLang="zh-TW" dirty="0" smtClean="0"/>
              <a:t>Treatment</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60</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pic>
        <p:nvPicPr>
          <p:cNvPr id="6" name="圖片 5"/>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45029" y="1847363"/>
            <a:ext cx="10406704" cy="3272363"/>
          </a:xfrm>
          <a:prstGeom prst="rect">
            <a:avLst/>
          </a:prstGeom>
          <a:ln>
            <a:solidFill>
              <a:schemeClr val="bg1">
                <a:lumMod val="75000"/>
              </a:schemeClr>
            </a:solidFill>
          </a:ln>
        </p:spPr>
      </p:pic>
      <p:sp>
        <p:nvSpPr>
          <p:cNvPr id="7" name="文字方塊 6"/>
          <p:cNvSpPr txBox="1"/>
          <p:nvPr/>
        </p:nvSpPr>
        <p:spPr>
          <a:xfrm>
            <a:off x="845029" y="874132"/>
            <a:ext cx="6144374" cy="738664"/>
          </a:xfrm>
          <a:prstGeom prst="rect">
            <a:avLst/>
          </a:prstGeom>
          <a:noFill/>
        </p:spPr>
        <p:txBody>
          <a:bodyPr wrap="none" rtlCol="0">
            <a:spAutoFit/>
          </a:bodyPr>
          <a:lstStyle/>
          <a:p>
            <a:pPr>
              <a:lnSpc>
                <a:spcPct val="150000"/>
              </a:lnSpc>
            </a:pPr>
            <a:r>
              <a:rPr lang="en-US" altLang="zh-CN" sz="1400" dirty="0" smtClean="0">
                <a:solidFill>
                  <a:schemeClr val="bg1"/>
                </a:solidFill>
              </a:rPr>
              <a:t>Special </a:t>
            </a:r>
            <a:r>
              <a:rPr lang="en-US" altLang="zh-CN" sz="1400" dirty="0">
                <a:solidFill>
                  <a:schemeClr val="bg1"/>
                </a:solidFill>
              </a:rPr>
              <a:t>overtime is used when there is no punch-in information</a:t>
            </a:r>
            <a:r>
              <a:rPr lang="en-US" altLang="zh-CN" sz="1400" dirty="0" smtClean="0">
                <a:solidFill>
                  <a:schemeClr val="bg1"/>
                </a:solidFill>
              </a:rPr>
              <a:t>.</a:t>
            </a:r>
          </a:p>
          <a:p>
            <a:pPr>
              <a:lnSpc>
                <a:spcPct val="150000"/>
              </a:lnSpc>
            </a:pPr>
            <a:r>
              <a:rPr lang="en-US" altLang="zh-TW" sz="1400" dirty="0" smtClean="0">
                <a:solidFill>
                  <a:schemeClr val="accent6"/>
                </a:solidFill>
              </a:rPr>
              <a:t>Tips: </a:t>
            </a:r>
            <a:r>
              <a:rPr lang="en-US" altLang="zh-CN" sz="1400" dirty="0" smtClean="0">
                <a:solidFill>
                  <a:schemeClr val="accent6"/>
                </a:solidFill>
              </a:rPr>
              <a:t>This </a:t>
            </a:r>
            <a:r>
              <a:rPr lang="en-US" altLang="zh-CN" sz="1400" dirty="0">
                <a:solidFill>
                  <a:schemeClr val="accent6"/>
                </a:solidFill>
              </a:rPr>
              <a:t>function should not be used for normal overtime data processing</a:t>
            </a:r>
            <a:r>
              <a:rPr lang="en-US" altLang="zh-CN" sz="1400" dirty="0" smtClean="0">
                <a:solidFill>
                  <a:schemeClr val="accent6"/>
                </a:solidFill>
              </a:rPr>
              <a:t>.</a:t>
            </a:r>
            <a:endParaRPr lang="en-US" altLang="zh-CN" sz="1400" dirty="0">
              <a:solidFill>
                <a:schemeClr val="accent6"/>
              </a:solidFill>
            </a:endParaRPr>
          </a:p>
        </p:txBody>
      </p:sp>
    </p:spTree>
    <p:extLst>
      <p:ext uri="{BB962C8B-B14F-4D97-AF65-F5344CB8AC3E}">
        <p14:creationId xmlns:p14="http://schemas.microsoft.com/office/powerpoint/2010/main" val="291089852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61</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7" name="圓角矩形 6"/>
          <p:cNvSpPr/>
          <p:nvPr/>
        </p:nvSpPr>
        <p:spPr>
          <a:xfrm>
            <a:off x="2951590" y="2452858"/>
            <a:ext cx="6326880" cy="819510"/>
          </a:xfrm>
          <a:prstGeom prst="roundRect">
            <a:avLst>
              <a:gd name="adj" fmla="val 50000"/>
            </a:avLst>
          </a:prstGeom>
          <a:solidFill>
            <a:schemeClr val="accent5">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8" name="Oval 146"/>
          <p:cNvSpPr/>
          <p:nvPr/>
        </p:nvSpPr>
        <p:spPr>
          <a:xfrm>
            <a:off x="3064723" y="2566193"/>
            <a:ext cx="642342" cy="614835"/>
          </a:xfrm>
          <a:prstGeom prst="ellipse">
            <a:avLst/>
          </a:prstGeom>
          <a:solidFill>
            <a:schemeClr val="accent1"/>
          </a:solidFill>
          <a:ln>
            <a:noFill/>
          </a:ln>
        </p:spPr>
        <p:txBody>
          <a:bodyPr wrap="none" anchor="ctr"/>
          <a:lstStyle/>
          <a:p>
            <a:endParaRPr lang="en-US" sz="2000" dirty="0">
              <a:solidFill>
                <a:schemeClr val="accent1"/>
              </a:solidFill>
              <a:latin typeface="Arial" panose="020B0604020202020204" pitchFamily="34" charset="0"/>
              <a:cs typeface="Arial" panose="020B0604020202020204" pitchFamily="34" charset="0"/>
              <a:sym typeface="+mn-lt"/>
            </a:endParaRPr>
          </a:p>
        </p:txBody>
      </p:sp>
      <p:sp>
        <p:nvSpPr>
          <p:cNvPr id="9" name="PA-AutoShape 13"/>
          <p:cNvSpPr/>
          <p:nvPr>
            <p:custDataLst>
              <p:tags r:id="rId1"/>
            </p:custDataLst>
          </p:nvPr>
        </p:nvSpPr>
        <p:spPr bwMode="auto">
          <a:xfrm>
            <a:off x="3220023" y="2709384"/>
            <a:ext cx="331742" cy="32810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59" y="0"/>
                  <a:pt x="0" y="4859"/>
                  <a:pt x="0" y="10800"/>
                </a:cubicBezTo>
                <a:cubicBezTo>
                  <a:pt x="0" y="16739"/>
                  <a:pt x="4859" y="21600"/>
                  <a:pt x="10800" y="21600"/>
                </a:cubicBezTo>
                <a:cubicBezTo>
                  <a:pt x="16739" y="21600"/>
                  <a:pt x="21600" y="16739"/>
                  <a:pt x="21600" y="10800"/>
                </a:cubicBezTo>
                <a:cubicBezTo>
                  <a:pt x="21600" y="4859"/>
                  <a:pt x="16739" y="0"/>
                  <a:pt x="10800" y="0"/>
                </a:cubicBezTo>
                <a:close/>
                <a:moveTo>
                  <a:pt x="14939" y="4319"/>
                </a:moveTo>
                <a:cubicBezTo>
                  <a:pt x="15659" y="3779"/>
                  <a:pt x="15659" y="3779"/>
                  <a:pt x="15659" y="3779"/>
                </a:cubicBezTo>
                <a:cubicBezTo>
                  <a:pt x="15659" y="3779"/>
                  <a:pt x="15299" y="3059"/>
                  <a:pt x="15479" y="2519"/>
                </a:cubicBezTo>
                <a:cubicBezTo>
                  <a:pt x="15659" y="2519"/>
                  <a:pt x="16379" y="2879"/>
                  <a:pt x="16919" y="3599"/>
                </a:cubicBezTo>
                <a:cubicBezTo>
                  <a:pt x="16559" y="5219"/>
                  <a:pt x="15479" y="5039"/>
                  <a:pt x="15479" y="5039"/>
                </a:cubicBezTo>
                <a:cubicBezTo>
                  <a:pt x="15479" y="5039"/>
                  <a:pt x="14759" y="5039"/>
                  <a:pt x="14939" y="4319"/>
                </a:cubicBezTo>
                <a:close/>
                <a:moveTo>
                  <a:pt x="8459" y="13859"/>
                </a:moveTo>
                <a:cubicBezTo>
                  <a:pt x="8279" y="14039"/>
                  <a:pt x="8099" y="14579"/>
                  <a:pt x="7919" y="15119"/>
                </a:cubicBezTo>
                <a:cubicBezTo>
                  <a:pt x="7739" y="15479"/>
                  <a:pt x="7559" y="15660"/>
                  <a:pt x="7379" y="15839"/>
                </a:cubicBezTo>
                <a:cubicBezTo>
                  <a:pt x="7019" y="16019"/>
                  <a:pt x="7019" y="16379"/>
                  <a:pt x="7019" y="16379"/>
                </a:cubicBezTo>
                <a:cubicBezTo>
                  <a:pt x="6839" y="17099"/>
                  <a:pt x="6839" y="17099"/>
                  <a:pt x="6839" y="17099"/>
                </a:cubicBezTo>
                <a:cubicBezTo>
                  <a:pt x="6839" y="17099"/>
                  <a:pt x="7019" y="17819"/>
                  <a:pt x="7200" y="17999"/>
                </a:cubicBezTo>
                <a:cubicBezTo>
                  <a:pt x="7200" y="18360"/>
                  <a:pt x="6659" y="19799"/>
                  <a:pt x="6659" y="19799"/>
                </a:cubicBezTo>
                <a:cubicBezTo>
                  <a:pt x="6120" y="19620"/>
                  <a:pt x="5940" y="19079"/>
                  <a:pt x="5760" y="18719"/>
                </a:cubicBezTo>
                <a:cubicBezTo>
                  <a:pt x="5760" y="18360"/>
                  <a:pt x="5399" y="18179"/>
                  <a:pt x="5579" y="17819"/>
                </a:cubicBezTo>
                <a:cubicBezTo>
                  <a:pt x="5579" y="17279"/>
                  <a:pt x="5219" y="17099"/>
                  <a:pt x="5039" y="16919"/>
                </a:cubicBezTo>
                <a:cubicBezTo>
                  <a:pt x="4859" y="16559"/>
                  <a:pt x="4679" y="16199"/>
                  <a:pt x="4679" y="16019"/>
                </a:cubicBezTo>
                <a:cubicBezTo>
                  <a:pt x="4679" y="15839"/>
                  <a:pt x="4139" y="15479"/>
                  <a:pt x="4139" y="15479"/>
                </a:cubicBezTo>
                <a:cubicBezTo>
                  <a:pt x="4139" y="15479"/>
                  <a:pt x="3239" y="14940"/>
                  <a:pt x="3060" y="14759"/>
                </a:cubicBezTo>
                <a:cubicBezTo>
                  <a:pt x="2880" y="14579"/>
                  <a:pt x="2699" y="13859"/>
                  <a:pt x="2699" y="13499"/>
                </a:cubicBezTo>
                <a:cubicBezTo>
                  <a:pt x="2699" y="13139"/>
                  <a:pt x="2880" y="12239"/>
                  <a:pt x="2880" y="12239"/>
                </a:cubicBezTo>
                <a:cubicBezTo>
                  <a:pt x="2880" y="12239"/>
                  <a:pt x="3239" y="11879"/>
                  <a:pt x="3060" y="11699"/>
                </a:cubicBezTo>
                <a:cubicBezTo>
                  <a:pt x="2699" y="11519"/>
                  <a:pt x="2699" y="10800"/>
                  <a:pt x="2699" y="10800"/>
                </a:cubicBezTo>
                <a:cubicBezTo>
                  <a:pt x="2339" y="10439"/>
                  <a:pt x="2339" y="10439"/>
                  <a:pt x="2339" y="10439"/>
                </a:cubicBezTo>
                <a:cubicBezTo>
                  <a:pt x="2339" y="10439"/>
                  <a:pt x="1979" y="9899"/>
                  <a:pt x="1800" y="9719"/>
                </a:cubicBezTo>
                <a:cubicBezTo>
                  <a:pt x="1800" y="9359"/>
                  <a:pt x="1800" y="9180"/>
                  <a:pt x="1979" y="8999"/>
                </a:cubicBezTo>
                <a:cubicBezTo>
                  <a:pt x="1979" y="8819"/>
                  <a:pt x="1800" y="8279"/>
                  <a:pt x="1800" y="8099"/>
                </a:cubicBezTo>
                <a:cubicBezTo>
                  <a:pt x="3600" y="3599"/>
                  <a:pt x="6659" y="2699"/>
                  <a:pt x="6659" y="2699"/>
                </a:cubicBezTo>
                <a:cubicBezTo>
                  <a:pt x="6839" y="3599"/>
                  <a:pt x="6839" y="3599"/>
                  <a:pt x="6839" y="3599"/>
                </a:cubicBezTo>
                <a:cubicBezTo>
                  <a:pt x="6839" y="3599"/>
                  <a:pt x="6299" y="3779"/>
                  <a:pt x="6120" y="3779"/>
                </a:cubicBezTo>
                <a:cubicBezTo>
                  <a:pt x="5760" y="3599"/>
                  <a:pt x="5579" y="3599"/>
                  <a:pt x="5579" y="3599"/>
                </a:cubicBezTo>
                <a:cubicBezTo>
                  <a:pt x="5219" y="4139"/>
                  <a:pt x="5219" y="4139"/>
                  <a:pt x="5219" y="4139"/>
                </a:cubicBezTo>
                <a:cubicBezTo>
                  <a:pt x="5219" y="4139"/>
                  <a:pt x="5039" y="4499"/>
                  <a:pt x="5039" y="4679"/>
                </a:cubicBezTo>
                <a:cubicBezTo>
                  <a:pt x="5039" y="4859"/>
                  <a:pt x="5219" y="5219"/>
                  <a:pt x="5219" y="5219"/>
                </a:cubicBezTo>
                <a:cubicBezTo>
                  <a:pt x="5219" y="5219"/>
                  <a:pt x="5760" y="5219"/>
                  <a:pt x="5760" y="5039"/>
                </a:cubicBezTo>
                <a:cubicBezTo>
                  <a:pt x="5760" y="4859"/>
                  <a:pt x="5760" y="4679"/>
                  <a:pt x="5760" y="4679"/>
                </a:cubicBezTo>
                <a:cubicBezTo>
                  <a:pt x="5579" y="4319"/>
                  <a:pt x="5579" y="4319"/>
                  <a:pt x="5579" y="4319"/>
                </a:cubicBezTo>
                <a:cubicBezTo>
                  <a:pt x="5579" y="4319"/>
                  <a:pt x="6120" y="4139"/>
                  <a:pt x="7200" y="4319"/>
                </a:cubicBezTo>
                <a:cubicBezTo>
                  <a:pt x="8459" y="4319"/>
                  <a:pt x="7919" y="5219"/>
                  <a:pt x="8459" y="5399"/>
                </a:cubicBezTo>
                <a:cubicBezTo>
                  <a:pt x="8999" y="5580"/>
                  <a:pt x="8099" y="6299"/>
                  <a:pt x="7919" y="6659"/>
                </a:cubicBezTo>
                <a:cubicBezTo>
                  <a:pt x="7739" y="7019"/>
                  <a:pt x="7379" y="6119"/>
                  <a:pt x="7379" y="6119"/>
                </a:cubicBezTo>
                <a:cubicBezTo>
                  <a:pt x="7379" y="6119"/>
                  <a:pt x="7739" y="5759"/>
                  <a:pt x="7200" y="5759"/>
                </a:cubicBezTo>
                <a:cubicBezTo>
                  <a:pt x="6659" y="5580"/>
                  <a:pt x="6299" y="6479"/>
                  <a:pt x="6659" y="6479"/>
                </a:cubicBezTo>
                <a:cubicBezTo>
                  <a:pt x="6839" y="6479"/>
                  <a:pt x="7200" y="6839"/>
                  <a:pt x="7019" y="7019"/>
                </a:cubicBezTo>
                <a:cubicBezTo>
                  <a:pt x="7019" y="7199"/>
                  <a:pt x="7019" y="7199"/>
                  <a:pt x="6839" y="7739"/>
                </a:cubicBezTo>
                <a:cubicBezTo>
                  <a:pt x="6479" y="8279"/>
                  <a:pt x="6120" y="8639"/>
                  <a:pt x="6120" y="8639"/>
                </a:cubicBezTo>
                <a:cubicBezTo>
                  <a:pt x="6120" y="8639"/>
                  <a:pt x="5760" y="8459"/>
                  <a:pt x="5940" y="8819"/>
                </a:cubicBezTo>
                <a:cubicBezTo>
                  <a:pt x="6120" y="9180"/>
                  <a:pt x="5940" y="9719"/>
                  <a:pt x="5940" y="9899"/>
                </a:cubicBezTo>
                <a:cubicBezTo>
                  <a:pt x="5940" y="10259"/>
                  <a:pt x="5219" y="9719"/>
                  <a:pt x="5219" y="9180"/>
                </a:cubicBezTo>
                <a:cubicBezTo>
                  <a:pt x="5039" y="8639"/>
                  <a:pt x="4499" y="9180"/>
                  <a:pt x="4319" y="9180"/>
                </a:cubicBezTo>
                <a:cubicBezTo>
                  <a:pt x="4139" y="9180"/>
                  <a:pt x="3779" y="8999"/>
                  <a:pt x="3779" y="8819"/>
                </a:cubicBezTo>
                <a:cubicBezTo>
                  <a:pt x="3600" y="8639"/>
                  <a:pt x="2699" y="9359"/>
                  <a:pt x="2519" y="9359"/>
                </a:cubicBezTo>
                <a:cubicBezTo>
                  <a:pt x="2339" y="9539"/>
                  <a:pt x="2339" y="9899"/>
                  <a:pt x="2699" y="9719"/>
                </a:cubicBezTo>
                <a:cubicBezTo>
                  <a:pt x="3060" y="9539"/>
                  <a:pt x="3419" y="9719"/>
                  <a:pt x="3419" y="10079"/>
                </a:cubicBezTo>
                <a:cubicBezTo>
                  <a:pt x="3239" y="10439"/>
                  <a:pt x="2880" y="10259"/>
                  <a:pt x="2880" y="10439"/>
                </a:cubicBezTo>
                <a:cubicBezTo>
                  <a:pt x="3060" y="10800"/>
                  <a:pt x="3419" y="10979"/>
                  <a:pt x="3419" y="11339"/>
                </a:cubicBezTo>
                <a:cubicBezTo>
                  <a:pt x="3600" y="11699"/>
                  <a:pt x="4499" y="11339"/>
                  <a:pt x="4859" y="11160"/>
                </a:cubicBezTo>
                <a:cubicBezTo>
                  <a:pt x="5039" y="11160"/>
                  <a:pt x="5940" y="10979"/>
                  <a:pt x="5940" y="11339"/>
                </a:cubicBezTo>
                <a:cubicBezTo>
                  <a:pt x="6120" y="11699"/>
                  <a:pt x="7019" y="11879"/>
                  <a:pt x="7379" y="11879"/>
                </a:cubicBezTo>
                <a:cubicBezTo>
                  <a:pt x="7739" y="12059"/>
                  <a:pt x="8279" y="12059"/>
                  <a:pt x="8819" y="12419"/>
                </a:cubicBezTo>
                <a:cubicBezTo>
                  <a:pt x="9179" y="12959"/>
                  <a:pt x="8459" y="13679"/>
                  <a:pt x="8459" y="13859"/>
                </a:cubicBezTo>
                <a:close/>
                <a:moveTo>
                  <a:pt x="10619" y="2519"/>
                </a:moveTo>
                <a:cubicBezTo>
                  <a:pt x="10439" y="3059"/>
                  <a:pt x="9719" y="3599"/>
                  <a:pt x="9899" y="3779"/>
                </a:cubicBezTo>
                <a:cubicBezTo>
                  <a:pt x="9899" y="3959"/>
                  <a:pt x="9899" y="4859"/>
                  <a:pt x="9179" y="4139"/>
                </a:cubicBezTo>
                <a:cubicBezTo>
                  <a:pt x="8459" y="3419"/>
                  <a:pt x="7739" y="3239"/>
                  <a:pt x="7919" y="2699"/>
                </a:cubicBezTo>
                <a:cubicBezTo>
                  <a:pt x="7919" y="2519"/>
                  <a:pt x="8639" y="2519"/>
                  <a:pt x="8639" y="2339"/>
                </a:cubicBezTo>
                <a:cubicBezTo>
                  <a:pt x="9540" y="1259"/>
                  <a:pt x="11159" y="1439"/>
                  <a:pt x="11339" y="1799"/>
                </a:cubicBezTo>
                <a:cubicBezTo>
                  <a:pt x="10980" y="2159"/>
                  <a:pt x="10619" y="1979"/>
                  <a:pt x="10619" y="2519"/>
                </a:cubicBezTo>
                <a:close/>
                <a:moveTo>
                  <a:pt x="19259" y="11160"/>
                </a:moveTo>
                <a:cubicBezTo>
                  <a:pt x="19259" y="11160"/>
                  <a:pt x="19619" y="11699"/>
                  <a:pt x="20159" y="11699"/>
                </a:cubicBezTo>
                <a:cubicBezTo>
                  <a:pt x="19799" y="15660"/>
                  <a:pt x="16559" y="18360"/>
                  <a:pt x="16559" y="18360"/>
                </a:cubicBezTo>
                <a:cubicBezTo>
                  <a:pt x="16019" y="17819"/>
                  <a:pt x="16199" y="17279"/>
                  <a:pt x="16199" y="17279"/>
                </a:cubicBezTo>
                <a:cubicBezTo>
                  <a:pt x="16379" y="16559"/>
                  <a:pt x="16379" y="16559"/>
                  <a:pt x="16379" y="16559"/>
                </a:cubicBezTo>
                <a:cubicBezTo>
                  <a:pt x="16379" y="15299"/>
                  <a:pt x="16379" y="15299"/>
                  <a:pt x="16379" y="15299"/>
                </a:cubicBezTo>
                <a:cubicBezTo>
                  <a:pt x="16379" y="15299"/>
                  <a:pt x="16379" y="13859"/>
                  <a:pt x="15119" y="14579"/>
                </a:cubicBezTo>
                <a:cubicBezTo>
                  <a:pt x="13859" y="14940"/>
                  <a:pt x="14400" y="14940"/>
                  <a:pt x="12959" y="14940"/>
                </a:cubicBezTo>
                <a:cubicBezTo>
                  <a:pt x="11520" y="15119"/>
                  <a:pt x="11880" y="12059"/>
                  <a:pt x="11880" y="12059"/>
                </a:cubicBezTo>
                <a:cubicBezTo>
                  <a:pt x="11880" y="7739"/>
                  <a:pt x="15119" y="10979"/>
                  <a:pt x="15119" y="10979"/>
                </a:cubicBezTo>
                <a:cubicBezTo>
                  <a:pt x="17099" y="12419"/>
                  <a:pt x="17459" y="10079"/>
                  <a:pt x="17459" y="10079"/>
                </a:cubicBezTo>
                <a:cubicBezTo>
                  <a:pt x="18719" y="9539"/>
                  <a:pt x="18719" y="9539"/>
                  <a:pt x="18719" y="9539"/>
                </a:cubicBezTo>
                <a:cubicBezTo>
                  <a:pt x="18899" y="8819"/>
                  <a:pt x="18899" y="8819"/>
                  <a:pt x="18899" y="8819"/>
                </a:cubicBezTo>
                <a:cubicBezTo>
                  <a:pt x="18719" y="7919"/>
                  <a:pt x="18719" y="7919"/>
                  <a:pt x="18719" y="7919"/>
                </a:cubicBezTo>
                <a:cubicBezTo>
                  <a:pt x="16739" y="7019"/>
                  <a:pt x="16739" y="7019"/>
                  <a:pt x="16739" y="7019"/>
                </a:cubicBezTo>
                <a:cubicBezTo>
                  <a:pt x="16739" y="7019"/>
                  <a:pt x="16379" y="7739"/>
                  <a:pt x="16919" y="8639"/>
                </a:cubicBezTo>
                <a:cubicBezTo>
                  <a:pt x="16919" y="8639"/>
                  <a:pt x="16739" y="9539"/>
                  <a:pt x="16379" y="9359"/>
                </a:cubicBezTo>
                <a:cubicBezTo>
                  <a:pt x="15119" y="8639"/>
                  <a:pt x="15119" y="8639"/>
                  <a:pt x="15119" y="8639"/>
                </a:cubicBezTo>
                <a:cubicBezTo>
                  <a:pt x="15119" y="8639"/>
                  <a:pt x="14759" y="8459"/>
                  <a:pt x="14220" y="8819"/>
                </a:cubicBezTo>
                <a:cubicBezTo>
                  <a:pt x="13500" y="9359"/>
                  <a:pt x="12419" y="8819"/>
                  <a:pt x="12419" y="8819"/>
                </a:cubicBezTo>
                <a:cubicBezTo>
                  <a:pt x="12419" y="8819"/>
                  <a:pt x="12419" y="8279"/>
                  <a:pt x="13139" y="7919"/>
                </a:cubicBezTo>
                <a:cubicBezTo>
                  <a:pt x="13679" y="7559"/>
                  <a:pt x="13679" y="7559"/>
                  <a:pt x="13679" y="7559"/>
                </a:cubicBezTo>
                <a:cubicBezTo>
                  <a:pt x="13679" y="7559"/>
                  <a:pt x="13500" y="6839"/>
                  <a:pt x="13679" y="6299"/>
                </a:cubicBezTo>
                <a:cubicBezTo>
                  <a:pt x="13859" y="5759"/>
                  <a:pt x="14039" y="6299"/>
                  <a:pt x="14579" y="5939"/>
                </a:cubicBezTo>
                <a:cubicBezTo>
                  <a:pt x="15119" y="5580"/>
                  <a:pt x="15479" y="6659"/>
                  <a:pt x="16199" y="6479"/>
                </a:cubicBezTo>
                <a:cubicBezTo>
                  <a:pt x="16919" y="6479"/>
                  <a:pt x="16559" y="6299"/>
                  <a:pt x="17099" y="5939"/>
                </a:cubicBezTo>
                <a:cubicBezTo>
                  <a:pt x="17639" y="5759"/>
                  <a:pt x="17999" y="6479"/>
                  <a:pt x="17999" y="6479"/>
                </a:cubicBezTo>
                <a:cubicBezTo>
                  <a:pt x="19080" y="6659"/>
                  <a:pt x="19080" y="6659"/>
                  <a:pt x="19080" y="6659"/>
                </a:cubicBezTo>
                <a:cubicBezTo>
                  <a:pt x="19080" y="6659"/>
                  <a:pt x="18899" y="5399"/>
                  <a:pt x="18899" y="5759"/>
                </a:cubicBezTo>
                <a:cubicBezTo>
                  <a:pt x="19619" y="6839"/>
                  <a:pt x="20520" y="9899"/>
                  <a:pt x="20159" y="10439"/>
                </a:cubicBezTo>
                <a:cubicBezTo>
                  <a:pt x="19979" y="10259"/>
                  <a:pt x="19799" y="10259"/>
                  <a:pt x="19799" y="10259"/>
                </a:cubicBezTo>
                <a:cubicBezTo>
                  <a:pt x="18539" y="10259"/>
                  <a:pt x="18539" y="10259"/>
                  <a:pt x="18539" y="10259"/>
                </a:cubicBezTo>
                <a:lnTo>
                  <a:pt x="19259" y="11160"/>
                </a:lnTo>
                <a:close/>
              </a:path>
            </a:pathLst>
          </a:custGeom>
          <a:solidFill>
            <a:srgbClr val="FFFFFF"/>
          </a:solidFill>
          <a:ln>
            <a:noFill/>
          </a:ln>
          <a:effectLst/>
        </p:spPr>
        <p:txBody>
          <a:bodyPr lIns="45719" tIns="45719" rIns="45719" bIns="45719"/>
          <a:lstStyle/>
          <a:p>
            <a:pPr>
              <a:defRPr/>
            </a:pPr>
            <a:endParaRPr lang="es-ES" dirty="0">
              <a:solidFill>
                <a:schemeClr val="bg1"/>
              </a:solidFill>
              <a:latin typeface="Arial" panose="020B0604020202020204" pitchFamily="34" charset="0"/>
              <a:cs typeface="Arial" panose="020B0604020202020204" pitchFamily="34" charset="0"/>
              <a:sym typeface="+mn-lt"/>
            </a:endParaRPr>
          </a:p>
        </p:txBody>
      </p:sp>
      <p:sp>
        <p:nvSpPr>
          <p:cNvPr id="10" name="矩形 9"/>
          <p:cNvSpPr/>
          <p:nvPr/>
        </p:nvSpPr>
        <p:spPr>
          <a:xfrm>
            <a:off x="3760855" y="2654649"/>
            <a:ext cx="1397627" cy="461665"/>
          </a:xfrm>
          <a:prstGeom prst="rect">
            <a:avLst/>
          </a:prstGeom>
        </p:spPr>
        <p:txBody>
          <a:bodyPr wrap="none">
            <a:spAutoFit/>
          </a:bodyPr>
          <a:lstStyle/>
          <a:p>
            <a:r>
              <a:rPr lang="en-US" altLang="zh-TW" sz="2400" b="1" dirty="0" smtClean="0">
                <a:solidFill>
                  <a:schemeClr val="accent3">
                    <a:lumMod val="40000"/>
                    <a:lumOff val="60000"/>
                  </a:schemeClr>
                </a:solidFill>
                <a:latin typeface="Arial" panose="020B0604020202020204" pitchFamily="34" charset="0"/>
                <a:ea typeface="Microsoft YaHei UI" panose="020B0503020204020204" pitchFamily="34" charset="-122"/>
                <a:cs typeface="Arial" panose="020B0604020202020204" pitchFamily="34" charset="0"/>
              </a:rPr>
              <a:t>Reports</a:t>
            </a:r>
            <a:endParaRPr lang="en-US" altLang="zh-TW" sz="2400" b="1" dirty="0">
              <a:solidFill>
                <a:schemeClr val="accent3">
                  <a:lumMod val="40000"/>
                  <a:lumOff val="60000"/>
                </a:schemeClr>
              </a:solidFill>
              <a:latin typeface="Arial" panose="020B0604020202020204" pitchFamily="34" charset="0"/>
              <a:ea typeface="Microsoft YaHei UI" panose="020B0503020204020204" pitchFamily="34" charset="-122"/>
              <a:cs typeface="Arial" panose="020B0604020202020204" pitchFamily="34" charset="0"/>
            </a:endParaRPr>
          </a:p>
        </p:txBody>
      </p:sp>
      <p:sp>
        <p:nvSpPr>
          <p:cNvPr id="11" name="PA-矩形 4"/>
          <p:cNvSpPr>
            <a:spLocks noChangeArrowheads="1"/>
          </p:cNvSpPr>
          <p:nvPr>
            <p:custDataLst>
              <p:tags r:id="rId2"/>
            </p:custDataLst>
          </p:nvPr>
        </p:nvSpPr>
        <p:spPr bwMode="auto">
          <a:xfrm>
            <a:off x="3841177" y="3547368"/>
            <a:ext cx="5229674"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Daily Report </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Period Report</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Monthly Report</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Monthly Paydays Report</a:t>
            </a:r>
          </a:p>
        </p:txBody>
      </p:sp>
    </p:spTree>
    <p:extLst>
      <p:ext uri="{BB962C8B-B14F-4D97-AF65-F5344CB8AC3E}">
        <p14:creationId xmlns:p14="http://schemas.microsoft.com/office/powerpoint/2010/main" val="162213007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Report </a:t>
            </a:r>
            <a:r>
              <a:rPr lang="en-US" altLang="zh-TW" dirty="0" smtClean="0"/>
              <a:t>Overview</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62</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菱形 5">
            <a:extLst>
              <a:ext uri="{FF2B5EF4-FFF2-40B4-BE49-F238E27FC236}">
                <a16:creationId xmlns:a16="http://schemas.microsoft.com/office/drawing/2014/main" id="{C045CD45-D278-487B-A419-58AC50973A7C}"/>
              </a:ext>
            </a:extLst>
          </p:cNvPr>
          <p:cNvSpPr/>
          <p:nvPr/>
        </p:nvSpPr>
        <p:spPr>
          <a:xfrm>
            <a:off x="744999" y="3434124"/>
            <a:ext cx="2750492" cy="2750493"/>
          </a:xfrm>
          <a:prstGeom prst="diamond">
            <a:avLst/>
          </a:prstGeom>
          <a:blipFill>
            <a:blip r:embed="rId2" cstate="screen">
              <a:grayscl/>
              <a:extLst>
                <a:ext uri="{28A0092B-C50C-407E-A947-70E740481C1C}">
                  <a14:useLocalDpi xmlns:a14="http://schemas.microsoft.com/office/drawing/2010/main"/>
                </a:ext>
              </a:extLst>
            </a:blip>
            <a:srcRect/>
            <a:stretch>
              <a:fillRect/>
            </a:stretch>
          </a:blip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7" name="菱形 6">
            <a:extLst>
              <a:ext uri="{FF2B5EF4-FFF2-40B4-BE49-F238E27FC236}">
                <a16:creationId xmlns:a16="http://schemas.microsoft.com/office/drawing/2014/main" id="{1AD85826-05E7-4C4F-883D-9379336CFE63}"/>
              </a:ext>
            </a:extLst>
          </p:cNvPr>
          <p:cNvSpPr/>
          <p:nvPr/>
        </p:nvSpPr>
        <p:spPr>
          <a:xfrm>
            <a:off x="1740134" y="929899"/>
            <a:ext cx="694269" cy="69426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微软雅黑"/>
              <a:cs typeface="+mn-cs"/>
            </a:endParaRPr>
          </a:p>
        </p:txBody>
      </p:sp>
      <p:sp>
        <p:nvSpPr>
          <p:cNvPr id="8" name="菱形 7">
            <a:extLst>
              <a:ext uri="{FF2B5EF4-FFF2-40B4-BE49-F238E27FC236}">
                <a16:creationId xmlns:a16="http://schemas.microsoft.com/office/drawing/2014/main" id="{A5386393-C5E5-4A1B-BB0D-079477CC99BD}"/>
              </a:ext>
            </a:extLst>
          </p:cNvPr>
          <p:cNvSpPr/>
          <p:nvPr/>
        </p:nvSpPr>
        <p:spPr>
          <a:xfrm>
            <a:off x="4275381" y="954753"/>
            <a:ext cx="694270" cy="694269"/>
          </a:xfrm>
          <a:prstGeom prst="diamond">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nvGrpSpPr>
          <p:cNvPr id="9" name="组合 18">
            <a:extLst>
              <a:ext uri="{FF2B5EF4-FFF2-40B4-BE49-F238E27FC236}">
                <a16:creationId xmlns:a16="http://schemas.microsoft.com/office/drawing/2014/main" id="{F46B68C7-B83E-4F1A-9AC9-FC5F0ED14C74}"/>
              </a:ext>
            </a:extLst>
          </p:cNvPr>
          <p:cNvGrpSpPr/>
          <p:nvPr/>
        </p:nvGrpSpPr>
        <p:grpSpPr>
          <a:xfrm>
            <a:off x="6979309" y="950787"/>
            <a:ext cx="694269" cy="694269"/>
            <a:chOff x="1851024" y="2138361"/>
            <a:chExt cx="666752" cy="666752"/>
          </a:xfrm>
        </p:grpSpPr>
        <p:sp>
          <p:nvSpPr>
            <p:cNvPr id="10" name="菱形 9">
              <a:extLst>
                <a:ext uri="{FF2B5EF4-FFF2-40B4-BE49-F238E27FC236}">
                  <a16:creationId xmlns:a16="http://schemas.microsoft.com/office/drawing/2014/main" id="{E73027E3-5FFA-4F17-8D92-4FB84F5F58CB}"/>
                </a:ext>
              </a:extLst>
            </p:cNvPr>
            <p:cNvSpPr/>
            <p:nvPr/>
          </p:nvSpPr>
          <p:spPr>
            <a:xfrm>
              <a:off x="1851024" y="2138361"/>
              <a:ext cx="666752" cy="666752"/>
            </a:xfrm>
            <a:prstGeom prst="diamond">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1" name="菱形 34">
              <a:extLst>
                <a:ext uri="{FF2B5EF4-FFF2-40B4-BE49-F238E27FC236}">
                  <a16:creationId xmlns:a16="http://schemas.microsoft.com/office/drawing/2014/main" id="{1DE0E431-5468-40E0-90BA-7DE0394021CC}"/>
                </a:ext>
              </a:extLst>
            </p:cNvPr>
            <p:cNvSpPr/>
            <p:nvPr/>
          </p:nvSpPr>
          <p:spPr>
            <a:xfrm>
              <a:off x="2043735" y="2333814"/>
              <a:ext cx="281332" cy="275846"/>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sp>
        <p:nvSpPr>
          <p:cNvPr id="12" name="菱形 11">
            <a:extLst>
              <a:ext uri="{FF2B5EF4-FFF2-40B4-BE49-F238E27FC236}">
                <a16:creationId xmlns:a16="http://schemas.microsoft.com/office/drawing/2014/main" id="{134EBD0B-4663-4F9B-905D-82A59538AE53}"/>
              </a:ext>
            </a:extLst>
          </p:cNvPr>
          <p:cNvSpPr/>
          <p:nvPr/>
        </p:nvSpPr>
        <p:spPr>
          <a:xfrm>
            <a:off x="9162990" y="3249700"/>
            <a:ext cx="2152227" cy="2152228"/>
          </a:xfrm>
          <a:prstGeom prst="diamond">
            <a:avLst/>
          </a:prstGeom>
          <a:blipFill>
            <a:blip r:embed="rId3" cstate="screen">
              <a:grayscl/>
              <a:extLst>
                <a:ext uri="{28A0092B-C50C-407E-A947-70E740481C1C}">
                  <a14:useLocalDpi xmlns:a14="http://schemas.microsoft.com/office/drawing/2010/main"/>
                </a:ext>
              </a:extLst>
            </a:blip>
            <a:srcRect/>
            <a:stretch>
              <a:fillRect/>
            </a:stretch>
          </a:blip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nvGrpSpPr>
          <p:cNvPr id="13" name="组合 19">
            <a:extLst>
              <a:ext uri="{FF2B5EF4-FFF2-40B4-BE49-F238E27FC236}">
                <a16:creationId xmlns:a16="http://schemas.microsoft.com/office/drawing/2014/main" id="{BEA629C8-BEEE-47A2-A929-5FEDA22664A1}"/>
              </a:ext>
            </a:extLst>
          </p:cNvPr>
          <p:cNvGrpSpPr/>
          <p:nvPr/>
        </p:nvGrpSpPr>
        <p:grpSpPr>
          <a:xfrm>
            <a:off x="4481484" y="938710"/>
            <a:ext cx="6022424" cy="694269"/>
            <a:chOff x="-2979710" y="2098557"/>
            <a:chExt cx="5783730" cy="666752"/>
          </a:xfrm>
        </p:grpSpPr>
        <p:sp>
          <p:nvSpPr>
            <p:cNvPr id="14" name="菱形 13">
              <a:extLst>
                <a:ext uri="{FF2B5EF4-FFF2-40B4-BE49-F238E27FC236}">
                  <a16:creationId xmlns:a16="http://schemas.microsoft.com/office/drawing/2014/main" id="{B41FA7D7-525B-412D-A782-D6BF77AAF84C}"/>
                </a:ext>
              </a:extLst>
            </p:cNvPr>
            <p:cNvSpPr/>
            <p:nvPr/>
          </p:nvSpPr>
          <p:spPr>
            <a:xfrm>
              <a:off x="2137268" y="2098557"/>
              <a:ext cx="666752" cy="666752"/>
            </a:xfrm>
            <a:prstGeom prst="diamond">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5" name="菱形 35">
              <a:extLst>
                <a:ext uri="{FF2B5EF4-FFF2-40B4-BE49-F238E27FC236}">
                  <a16:creationId xmlns:a16="http://schemas.microsoft.com/office/drawing/2014/main" id="{6D453115-C12B-4E3B-B16A-0209F207129A}"/>
                </a:ext>
              </a:extLst>
            </p:cNvPr>
            <p:cNvSpPr/>
            <p:nvPr/>
          </p:nvSpPr>
          <p:spPr>
            <a:xfrm>
              <a:off x="-2979710" y="2385305"/>
              <a:ext cx="281330" cy="233177"/>
            </a:xfrm>
            <a:custGeom>
              <a:avLst/>
              <a:gdLst>
                <a:gd name="connsiteX0" fmla="*/ 477544 w 608838"/>
                <a:gd name="connsiteY0" fmla="*/ 339278 h 469966"/>
                <a:gd name="connsiteX1" fmla="*/ 471773 w 608838"/>
                <a:gd name="connsiteY1" fmla="*/ 342918 h 469966"/>
                <a:gd name="connsiteX2" fmla="*/ 471317 w 608838"/>
                <a:gd name="connsiteY2" fmla="*/ 366879 h 469966"/>
                <a:gd name="connsiteX3" fmla="*/ 476633 w 608838"/>
                <a:gd name="connsiteY3" fmla="*/ 372187 h 469966"/>
                <a:gd name="connsiteX4" fmla="*/ 481797 w 608838"/>
                <a:gd name="connsiteY4" fmla="*/ 369912 h 469966"/>
                <a:gd name="connsiteX5" fmla="*/ 487873 w 608838"/>
                <a:gd name="connsiteY5" fmla="*/ 355353 h 469966"/>
                <a:gd name="connsiteX6" fmla="*/ 482709 w 608838"/>
                <a:gd name="connsiteY6" fmla="*/ 342463 h 469966"/>
                <a:gd name="connsiteX7" fmla="*/ 477544 w 608838"/>
                <a:gd name="connsiteY7" fmla="*/ 339278 h 469966"/>
                <a:gd name="connsiteX8" fmla="*/ 457951 w 608838"/>
                <a:gd name="connsiteY8" fmla="*/ 276494 h 469966"/>
                <a:gd name="connsiteX9" fmla="*/ 451875 w 608838"/>
                <a:gd name="connsiteY9" fmla="*/ 279830 h 469966"/>
                <a:gd name="connsiteX10" fmla="*/ 447774 w 608838"/>
                <a:gd name="connsiteY10" fmla="*/ 291052 h 469966"/>
                <a:gd name="connsiteX11" fmla="*/ 453394 w 608838"/>
                <a:gd name="connsiteY11" fmla="*/ 303488 h 469966"/>
                <a:gd name="connsiteX12" fmla="*/ 458102 w 608838"/>
                <a:gd name="connsiteY12" fmla="*/ 306369 h 469966"/>
                <a:gd name="connsiteX13" fmla="*/ 463419 w 608838"/>
                <a:gd name="connsiteY13" fmla="*/ 302275 h 469966"/>
                <a:gd name="connsiteX14" fmla="*/ 463874 w 608838"/>
                <a:gd name="connsiteY14" fmla="*/ 281953 h 469966"/>
                <a:gd name="connsiteX15" fmla="*/ 457951 w 608838"/>
                <a:gd name="connsiteY15" fmla="*/ 276494 h 469966"/>
                <a:gd name="connsiteX16" fmla="*/ 468583 w 608838"/>
                <a:gd name="connsiteY16" fmla="*/ 242675 h 469966"/>
                <a:gd name="connsiteX17" fmla="*/ 473747 w 608838"/>
                <a:gd name="connsiteY17" fmla="*/ 248893 h 469966"/>
                <a:gd name="connsiteX18" fmla="*/ 473747 w 608838"/>
                <a:gd name="connsiteY18" fmla="*/ 249196 h 469966"/>
                <a:gd name="connsiteX19" fmla="*/ 479671 w 608838"/>
                <a:gd name="connsiteY19" fmla="*/ 256324 h 469966"/>
                <a:gd name="connsiteX20" fmla="*/ 496986 w 608838"/>
                <a:gd name="connsiteY20" fmla="*/ 263603 h 469966"/>
                <a:gd name="connsiteX21" fmla="*/ 498961 w 608838"/>
                <a:gd name="connsiteY21" fmla="*/ 265726 h 469966"/>
                <a:gd name="connsiteX22" fmla="*/ 512327 w 608838"/>
                <a:gd name="connsiteY22" fmla="*/ 289688 h 469966"/>
                <a:gd name="connsiteX23" fmla="*/ 506404 w 608838"/>
                <a:gd name="connsiteY23" fmla="*/ 295754 h 469966"/>
                <a:gd name="connsiteX24" fmla="*/ 494252 w 608838"/>
                <a:gd name="connsiteY24" fmla="*/ 295450 h 469966"/>
                <a:gd name="connsiteX25" fmla="*/ 487417 w 608838"/>
                <a:gd name="connsiteY25" fmla="*/ 289233 h 469966"/>
                <a:gd name="connsiteX26" fmla="*/ 485595 w 608838"/>
                <a:gd name="connsiteY26" fmla="*/ 283167 h 469966"/>
                <a:gd name="connsiteX27" fmla="*/ 479063 w 608838"/>
                <a:gd name="connsiteY27" fmla="*/ 277100 h 469966"/>
                <a:gd name="connsiteX28" fmla="*/ 472836 w 608838"/>
                <a:gd name="connsiteY28" fmla="*/ 281953 h 469966"/>
                <a:gd name="connsiteX29" fmla="*/ 472532 w 608838"/>
                <a:gd name="connsiteY29" fmla="*/ 305004 h 469966"/>
                <a:gd name="connsiteX30" fmla="*/ 478152 w 608838"/>
                <a:gd name="connsiteY30" fmla="*/ 313345 h 469966"/>
                <a:gd name="connsiteX31" fmla="*/ 501695 w 608838"/>
                <a:gd name="connsiteY31" fmla="*/ 325174 h 469966"/>
                <a:gd name="connsiteX32" fmla="*/ 513694 w 608838"/>
                <a:gd name="connsiteY32" fmla="*/ 352927 h 469966"/>
                <a:gd name="connsiteX33" fmla="*/ 495923 w 608838"/>
                <a:gd name="connsiteY33" fmla="*/ 386745 h 469966"/>
                <a:gd name="connsiteX34" fmla="*/ 476937 w 608838"/>
                <a:gd name="connsiteY34" fmla="*/ 393266 h 469966"/>
                <a:gd name="connsiteX35" fmla="*/ 470557 w 608838"/>
                <a:gd name="connsiteY35" fmla="*/ 399939 h 469966"/>
                <a:gd name="connsiteX36" fmla="*/ 470557 w 608838"/>
                <a:gd name="connsiteY36" fmla="*/ 406308 h 469966"/>
                <a:gd name="connsiteX37" fmla="*/ 465849 w 608838"/>
                <a:gd name="connsiteY37" fmla="*/ 412526 h 469966"/>
                <a:gd name="connsiteX38" fmla="*/ 461444 w 608838"/>
                <a:gd name="connsiteY38" fmla="*/ 406157 h 469966"/>
                <a:gd name="connsiteX39" fmla="*/ 461596 w 608838"/>
                <a:gd name="connsiteY39" fmla="*/ 400091 h 469966"/>
                <a:gd name="connsiteX40" fmla="*/ 455520 w 608838"/>
                <a:gd name="connsiteY40" fmla="*/ 392963 h 469966"/>
                <a:gd name="connsiteX41" fmla="*/ 434407 w 608838"/>
                <a:gd name="connsiteY41" fmla="*/ 385380 h 469966"/>
                <a:gd name="connsiteX42" fmla="*/ 419522 w 608838"/>
                <a:gd name="connsiteY42" fmla="*/ 354747 h 469966"/>
                <a:gd name="connsiteX43" fmla="*/ 425598 w 608838"/>
                <a:gd name="connsiteY43" fmla="*/ 348680 h 469966"/>
                <a:gd name="connsiteX44" fmla="*/ 438508 w 608838"/>
                <a:gd name="connsiteY44" fmla="*/ 348984 h 469966"/>
                <a:gd name="connsiteX45" fmla="*/ 445344 w 608838"/>
                <a:gd name="connsiteY45" fmla="*/ 355202 h 469966"/>
                <a:gd name="connsiteX46" fmla="*/ 447926 w 608838"/>
                <a:gd name="connsiteY46" fmla="*/ 364907 h 469966"/>
                <a:gd name="connsiteX47" fmla="*/ 456128 w 608838"/>
                <a:gd name="connsiteY47" fmla="*/ 371428 h 469966"/>
                <a:gd name="connsiteX48" fmla="*/ 462203 w 608838"/>
                <a:gd name="connsiteY48" fmla="*/ 367030 h 469966"/>
                <a:gd name="connsiteX49" fmla="*/ 462811 w 608838"/>
                <a:gd name="connsiteY49" fmla="*/ 339581 h 469966"/>
                <a:gd name="connsiteX50" fmla="*/ 459166 w 608838"/>
                <a:gd name="connsiteY50" fmla="*/ 332302 h 469966"/>
                <a:gd name="connsiteX51" fmla="*/ 455368 w 608838"/>
                <a:gd name="connsiteY51" fmla="*/ 331089 h 469966"/>
                <a:gd name="connsiteX52" fmla="*/ 430610 w 608838"/>
                <a:gd name="connsiteY52" fmla="*/ 316075 h 469966"/>
                <a:gd name="connsiteX53" fmla="*/ 423623 w 608838"/>
                <a:gd name="connsiteY53" fmla="*/ 293631 h 469966"/>
                <a:gd name="connsiteX54" fmla="*/ 426813 w 608838"/>
                <a:gd name="connsiteY54" fmla="*/ 278769 h 469966"/>
                <a:gd name="connsiteX55" fmla="*/ 430154 w 608838"/>
                <a:gd name="connsiteY55" fmla="*/ 273309 h 469966"/>
                <a:gd name="connsiteX56" fmla="*/ 434863 w 608838"/>
                <a:gd name="connsiteY56" fmla="*/ 266636 h 469966"/>
                <a:gd name="connsiteX57" fmla="*/ 449597 w 608838"/>
                <a:gd name="connsiteY57" fmla="*/ 257082 h 469966"/>
                <a:gd name="connsiteX58" fmla="*/ 457647 w 608838"/>
                <a:gd name="connsiteY58" fmla="*/ 255566 h 469966"/>
                <a:gd name="connsiteX59" fmla="*/ 463267 w 608838"/>
                <a:gd name="connsiteY59" fmla="*/ 248893 h 469966"/>
                <a:gd name="connsiteX60" fmla="*/ 463267 w 608838"/>
                <a:gd name="connsiteY60" fmla="*/ 248741 h 469966"/>
                <a:gd name="connsiteX61" fmla="*/ 468583 w 608838"/>
                <a:gd name="connsiteY61" fmla="*/ 242675 h 469966"/>
                <a:gd name="connsiteX62" fmla="*/ 516374 w 608838"/>
                <a:gd name="connsiteY62" fmla="*/ 212849 h 469966"/>
                <a:gd name="connsiteX63" fmla="*/ 589556 w 608838"/>
                <a:gd name="connsiteY63" fmla="*/ 327612 h 469966"/>
                <a:gd name="connsiteX64" fmla="*/ 517285 w 608838"/>
                <a:gd name="connsiteY64" fmla="*/ 213000 h 469966"/>
                <a:gd name="connsiteX65" fmla="*/ 516374 w 608838"/>
                <a:gd name="connsiteY65" fmla="*/ 212849 h 469966"/>
                <a:gd name="connsiteX66" fmla="*/ 475380 w 608838"/>
                <a:gd name="connsiteY66" fmla="*/ 210272 h 469966"/>
                <a:gd name="connsiteX67" fmla="*/ 487374 w 608838"/>
                <a:gd name="connsiteY67" fmla="*/ 218761 h 469966"/>
                <a:gd name="connsiteX68" fmla="*/ 466725 w 608838"/>
                <a:gd name="connsiteY68" fmla="*/ 218003 h 469966"/>
                <a:gd name="connsiteX69" fmla="*/ 399464 w 608838"/>
                <a:gd name="connsiteY69" fmla="*/ 241805 h 469966"/>
                <a:gd name="connsiteX70" fmla="*/ 371528 w 608838"/>
                <a:gd name="connsiteY70" fmla="*/ 273339 h 469966"/>
                <a:gd name="connsiteX71" fmla="*/ 356193 w 608838"/>
                <a:gd name="connsiteY71" fmla="*/ 328370 h 469966"/>
                <a:gd name="connsiteX72" fmla="*/ 466725 w 608838"/>
                <a:gd name="connsiteY72" fmla="*/ 437978 h 469966"/>
                <a:gd name="connsiteX73" fmla="*/ 577258 w 608838"/>
                <a:gd name="connsiteY73" fmla="*/ 327612 h 469966"/>
                <a:gd name="connsiteX74" fmla="*/ 520473 w 608838"/>
                <a:gd name="connsiteY74" fmla="*/ 231344 h 469966"/>
                <a:gd name="connsiteX75" fmla="*/ 521081 w 608838"/>
                <a:gd name="connsiteY75" fmla="*/ 226190 h 469966"/>
                <a:gd name="connsiteX76" fmla="*/ 521081 w 608838"/>
                <a:gd name="connsiteY76" fmla="*/ 226038 h 469966"/>
                <a:gd name="connsiteX77" fmla="*/ 520473 w 608838"/>
                <a:gd name="connsiteY77" fmla="*/ 230890 h 469966"/>
                <a:gd name="connsiteX78" fmla="*/ 487374 w 608838"/>
                <a:gd name="connsiteY78" fmla="*/ 218307 h 469966"/>
                <a:gd name="connsiteX79" fmla="*/ 475380 w 608838"/>
                <a:gd name="connsiteY79" fmla="*/ 210272 h 469966"/>
                <a:gd name="connsiteX80" fmla="*/ 479327 w 608838"/>
                <a:gd name="connsiteY80" fmla="*/ 201327 h 469966"/>
                <a:gd name="connsiteX81" fmla="*/ 518803 w 608838"/>
                <a:gd name="connsiteY81" fmla="*/ 212697 h 469966"/>
                <a:gd name="connsiteX82" fmla="*/ 518651 w 608838"/>
                <a:gd name="connsiteY82" fmla="*/ 212242 h 469966"/>
                <a:gd name="connsiteX83" fmla="*/ 479327 w 608838"/>
                <a:gd name="connsiteY83" fmla="*/ 201327 h 469966"/>
                <a:gd name="connsiteX84" fmla="*/ 57391 w 608838"/>
                <a:gd name="connsiteY84" fmla="*/ 157666 h 469966"/>
                <a:gd name="connsiteX85" fmla="*/ 31580 w 608838"/>
                <a:gd name="connsiteY85" fmla="*/ 166459 h 469966"/>
                <a:gd name="connsiteX86" fmla="*/ 31580 w 608838"/>
                <a:gd name="connsiteY86" fmla="*/ 226038 h 469966"/>
                <a:gd name="connsiteX87" fmla="*/ 57391 w 608838"/>
                <a:gd name="connsiteY87" fmla="*/ 241805 h 469966"/>
                <a:gd name="connsiteX88" fmla="*/ 354978 w 608838"/>
                <a:gd name="connsiteY88" fmla="*/ 241805 h 469966"/>
                <a:gd name="connsiteX89" fmla="*/ 384433 w 608838"/>
                <a:gd name="connsiteY89" fmla="*/ 210272 h 469966"/>
                <a:gd name="connsiteX90" fmla="*/ 94742 w 608838"/>
                <a:gd name="connsiteY90" fmla="*/ 210272 h 469966"/>
                <a:gd name="connsiteX91" fmla="*/ 94742 w 608838"/>
                <a:gd name="connsiteY91" fmla="*/ 178738 h 469966"/>
                <a:gd name="connsiteX92" fmla="*/ 475380 w 608838"/>
                <a:gd name="connsiteY92" fmla="*/ 178738 h 469966"/>
                <a:gd name="connsiteX93" fmla="*/ 489500 w 608838"/>
                <a:gd name="connsiteY93" fmla="*/ 168126 h 469966"/>
                <a:gd name="connsiteX94" fmla="*/ 475380 w 608838"/>
                <a:gd name="connsiteY94" fmla="*/ 157666 h 469966"/>
                <a:gd name="connsiteX95" fmla="*/ 465511 w 608838"/>
                <a:gd name="connsiteY95" fmla="*/ 157666 h 469966"/>
                <a:gd name="connsiteX96" fmla="*/ 47371 w 608838"/>
                <a:gd name="connsiteY96" fmla="*/ 0 h 469966"/>
                <a:gd name="connsiteX97" fmla="*/ 465511 w 608838"/>
                <a:gd name="connsiteY97" fmla="*/ 0 h 469966"/>
                <a:gd name="connsiteX98" fmla="*/ 515766 w 608838"/>
                <a:gd name="connsiteY98" fmla="*/ 47148 h 469966"/>
                <a:gd name="connsiteX99" fmla="*/ 515766 w 608838"/>
                <a:gd name="connsiteY99" fmla="*/ 106879 h 469966"/>
                <a:gd name="connsiteX100" fmla="*/ 505442 w 608838"/>
                <a:gd name="connsiteY100" fmla="*/ 137351 h 469966"/>
                <a:gd name="connsiteX101" fmla="*/ 475380 w 608838"/>
                <a:gd name="connsiteY101" fmla="*/ 126133 h 469966"/>
                <a:gd name="connsiteX102" fmla="*/ 506505 w 608838"/>
                <a:gd name="connsiteY102" fmla="*/ 138716 h 469966"/>
                <a:gd name="connsiteX103" fmla="*/ 508023 w 608838"/>
                <a:gd name="connsiteY103" fmla="*/ 137200 h 469966"/>
                <a:gd name="connsiteX104" fmla="*/ 521081 w 608838"/>
                <a:gd name="connsiteY104" fmla="*/ 166307 h 469966"/>
                <a:gd name="connsiteX105" fmla="*/ 512123 w 608838"/>
                <a:gd name="connsiteY105" fmla="*/ 192837 h 469966"/>
                <a:gd name="connsiteX106" fmla="*/ 477657 w 608838"/>
                <a:gd name="connsiteY106" fmla="*/ 185257 h 469966"/>
                <a:gd name="connsiteX107" fmla="*/ 512123 w 608838"/>
                <a:gd name="connsiteY107" fmla="*/ 193141 h 469966"/>
                <a:gd name="connsiteX108" fmla="*/ 509997 w 608838"/>
                <a:gd name="connsiteY108" fmla="*/ 196021 h 469966"/>
                <a:gd name="connsiteX109" fmla="*/ 509997 w 608838"/>
                <a:gd name="connsiteY109" fmla="*/ 196173 h 469966"/>
                <a:gd name="connsiteX110" fmla="*/ 512123 w 608838"/>
                <a:gd name="connsiteY110" fmla="*/ 193292 h 469966"/>
                <a:gd name="connsiteX111" fmla="*/ 608838 w 608838"/>
                <a:gd name="connsiteY111" fmla="*/ 327764 h 469966"/>
                <a:gd name="connsiteX112" fmla="*/ 466725 w 608838"/>
                <a:gd name="connsiteY112" fmla="*/ 469966 h 469966"/>
                <a:gd name="connsiteX113" fmla="*/ 324612 w 608838"/>
                <a:gd name="connsiteY113" fmla="*/ 328370 h 469966"/>
                <a:gd name="connsiteX114" fmla="*/ 336151 w 608838"/>
                <a:gd name="connsiteY114" fmla="*/ 273339 h 469966"/>
                <a:gd name="connsiteX115" fmla="*/ 57391 w 608838"/>
                <a:gd name="connsiteY115" fmla="*/ 273339 h 469966"/>
                <a:gd name="connsiteX116" fmla="*/ 0 w 608838"/>
                <a:gd name="connsiteY116" fmla="*/ 226038 h 469966"/>
                <a:gd name="connsiteX117" fmla="*/ 0 w 608838"/>
                <a:gd name="connsiteY117" fmla="*/ 166459 h 469966"/>
                <a:gd name="connsiteX118" fmla="*/ 13816 w 608838"/>
                <a:gd name="connsiteY118" fmla="*/ 141141 h 469966"/>
                <a:gd name="connsiteX119" fmla="*/ 15790 w 608838"/>
                <a:gd name="connsiteY119" fmla="*/ 142960 h 469966"/>
                <a:gd name="connsiteX120" fmla="*/ 57391 w 608838"/>
                <a:gd name="connsiteY120" fmla="*/ 126133 h 469966"/>
                <a:gd name="connsiteX121" fmla="*/ 465511 w 608838"/>
                <a:gd name="connsiteY121" fmla="*/ 126133 h 469966"/>
                <a:gd name="connsiteX122" fmla="*/ 484186 w 608838"/>
                <a:gd name="connsiteY122" fmla="*/ 106879 h 469966"/>
                <a:gd name="connsiteX123" fmla="*/ 484186 w 608838"/>
                <a:gd name="connsiteY123" fmla="*/ 47148 h 469966"/>
                <a:gd name="connsiteX124" fmla="*/ 465511 w 608838"/>
                <a:gd name="connsiteY124" fmla="*/ 31533 h 469966"/>
                <a:gd name="connsiteX125" fmla="*/ 47371 w 608838"/>
                <a:gd name="connsiteY125" fmla="*/ 31533 h 469966"/>
                <a:gd name="connsiteX126" fmla="*/ 33402 w 608838"/>
                <a:gd name="connsiteY126" fmla="*/ 47300 h 469966"/>
                <a:gd name="connsiteX127" fmla="*/ 47371 w 608838"/>
                <a:gd name="connsiteY127" fmla="*/ 63066 h 469966"/>
                <a:gd name="connsiteX128" fmla="*/ 421025 w 608838"/>
                <a:gd name="connsiteY128" fmla="*/ 63066 h 469966"/>
                <a:gd name="connsiteX129" fmla="*/ 421025 w 608838"/>
                <a:gd name="connsiteY129" fmla="*/ 94599 h 469966"/>
                <a:gd name="connsiteX130" fmla="*/ 47371 w 608838"/>
                <a:gd name="connsiteY130" fmla="*/ 94599 h 469966"/>
                <a:gd name="connsiteX131" fmla="*/ 33402 w 608838"/>
                <a:gd name="connsiteY131" fmla="*/ 110366 h 469966"/>
                <a:gd name="connsiteX132" fmla="*/ 47371 w 608838"/>
                <a:gd name="connsiteY132" fmla="*/ 126133 h 469966"/>
                <a:gd name="connsiteX133" fmla="*/ 57391 w 608838"/>
                <a:gd name="connsiteY133" fmla="*/ 126133 h 469966"/>
                <a:gd name="connsiteX134" fmla="*/ 14727 w 608838"/>
                <a:gd name="connsiteY134" fmla="*/ 141141 h 469966"/>
                <a:gd name="connsiteX135" fmla="*/ 1822 w 608838"/>
                <a:gd name="connsiteY135" fmla="*/ 106576 h 469966"/>
                <a:gd name="connsiteX136" fmla="*/ 12905 w 608838"/>
                <a:gd name="connsiteY136" fmla="*/ 76559 h 469966"/>
                <a:gd name="connsiteX137" fmla="*/ 1822 w 608838"/>
                <a:gd name="connsiteY137" fmla="*/ 46390 h 469966"/>
                <a:gd name="connsiteX138" fmla="*/ 47371 w 608838"/>
                <a:gd name="connsiteY138" fmla="*/ 0 h 46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8838" h="469966">
                  <a:moveTo>
                    <a:pt x="477544" y="339278"/>
                  </a:moveTo>
                  <a:cubicBezTo>
                    <a:pt x="474507" y="337761"/>
                    <a:pt x="471773" y="339430"/>
                    <a:pt x="471773" y="342918"/>
                  </a:cubicBezTo>
                  <a:lnTo>
                    <a:pt x="471317" y="366879"/>
                  </a:lnTo>
                  <a:cubicBezTo>
                    <a:pt x="471165" y="370367"/>
                    <a:pt x="473595" y="372945"/>
                    <a:pt x="476633" y="372187"/>
                  </a:cubicBezTo>
                  <a:cubicBezTo>
                    <a:pt x="478760" y="371580"/>
                    <a:pt x="480430" y="370822"/>
                    <a:pt x="481797" y="369912"/>
                  </a:cubicBezTo>
                  <a:cubicBezTo>
                    <a:pt x="485747" y="367182"/>
                    <a:pt x="487721" y="362329"/>
                    <a:pt x="487873" y="355353"/>
                  </a:cubicBezTo>
                  <a:cubicBezTo>
                    <a:pt x="488025" y="349894"/>
                    <a:pt x="486202" y="345647"/>
                    <a:pt x="482709" y="342463"/>
                  </a:cubicBezTo>
                  <a:cubicBezTo>
                    <a:pt x="481494" y="341401"/>
                    <a:pt x="479671" y="340340"/>
                    <a:pt x="477544" y="339278"/>
                  </a:cubicBezTo>
                  <a:close/>
                  <a:moveTo>
                    <a:pt x="457951" y="276494"/>
                  </a:moveTo>
                  <a:cubicBezTo>
                    <a:pt x="455368" y="277100"/>
                    <a:pt x="453394" y="278314"/>
                    <a:pt x="451875" y="279830"/>
                  </a:cubicBezTo>
                  <a:cubicBezTo>
                    <a:pt x="449293" y="282560"/>
                    <a:pt x="447926" y="286351"/>
                    <a:pt x="447774" y="291052"/>
                  </a:cubicBezTo>
                  <a:cubicBezTo>
                    <a:pt x="447622" y="296209"/>
                    <a:pt x="449597" y="300455"/>
                    <a:pt x="453394" y="303488"/>
                  </a:cubicBezTo>
                  <a:cubicBezTo>
                    <a:pt x="454609" y="304550"/>
                    <a:pt x="456128" y="305459"/>
                    <a:pt x="458102" y="306369"/>
                  </a:cubicBezTo>
                  <a:cubicBezTo>
                    <a:pt x="460988" y="307583"/>
                    <a:pt x="463419" y="305611"/>
                    <a:pt x="463419" y="302275"/>
                  </a:cubicBezTo>
                  <a:lnTo>
                    <a:pt x="463874" y="281953"/>
                  </a:lnTo>
                  <a:cubicBezTo>
                    <a:pt x="463874" y="278465"/>
                    <a:pt x="461140" y="275584"/>
                    <a:pt x="457951" y="276494"/>
                  </a:cubicBezTo>
                  <a:close/>
                  <a:moveTo>
                    <a:pt x="468583" y="242675"/>
                  </a:moveTo>
                  <a:cubicBezTo>
                    <a:pt x="471013" y="242827"/>
                    <a:pt x="473747" y="245557"/>
                    <a:pt x="473747" y="248893"/>
                  </a:cubicBezTo>
                  <a:lnTo>
                    <a:pt x="473747" y="249196"/>
                  </a:lnTo>
                  <a:cubicBezTo>
                    <a:pt x="473747" y="252533"/>
                    <a:pt x="476329" y="255717"/>
                    <a:pt x="479671" y="256324"/>
                  </a:cubicBezTo>
                  <a:cubicBezTo>
                    <a:pt x="486810" y="257689"/>
                    <a:pt x="492582" y="260267"/>
                    <a:pt x="496986" y="263603"/>
                  </a:cubicBezTo>
                  <a:cubicBezTo>
                    <a:pt x="497746" y="264210"/>
                    <a:pt x="498353" y="265120"/>
                    <a:pt x="498961" y="265726"/>
                  </a:cubicBezTo>
                  <a:cubicBezTo>
                    <a:pt x="506556" y="271489"/>
                    <a:pt x="511112" y="278920"/>
                    <a:pt x="512327" y="289688"/>
                  </a:cubicBezTo>
                  <a:cubicBezTo>
                    <a:pt x="512631" y="293024"/>
                    <a:pt x="509897" y="295754"/>
                    <a:pt x="506404" y="295754"/>
                  </a:cubicBezTo>
                  <a:lnTo>
                    <a:pt x="494252" y="295450"/>
                  </a:lnTo>
                  <a:cubicBezTo>
                    <a:pt x="490911" y="295450"/>
                    <a:pt x="488025" y="292569"/>
                    <a:pt x="487417" y="289233"/>
                  </a:cubicBezTo>
                  <a:cubicBezTo>
                    <a:pt x="486962" y="286806"/>
                    <a:pt x="486354" y="284683"/>
                    <a:pt x="485595" y="283167"/>
                  </a:cubicBezTo>
                  <a:cubicBezTo>
                    <a:pt x="484228" y="280437"/>
                    <a:pt x="481949" y="278465"/>
                    <a:pt x="479063" y="277100"/>
                  </a:cubicBezTo>
                  <a:cubicBezTo>
                    <a:pt x="475874" y="275736"/>
                    <a:pt x="472988" y="278465"/>
                    <a:pt x="472836" y="281953"/>
                  </a:cubicBezTo>
                  <a:lnTo>
                    <a:pt x="472532" y="305004"/>
                  </a:lnTo>
                  <a:cubicBezTo>
                    <a:pt x="472380" y="308341"/>
                    <a:pt x="474962" y="312132"/>
                    <a:pt x="478152" y="313345"/>
                  </a:cubicBezTo>
                  <a:cubicBezTo>
                    <a:pt x="489544" y="317743"/>
                    <a:pt x="497442" y="321838"/>
                    <a:pt x="501695" y="325174"/>
                  </a:cubicBezTo>
                  <a:cubicBezTo>
                    <a:pt x="510049" y="331847"/>
                    <a:pt x="513998" y="341098"/>
                    <a:pt x="513694" y="352927"/>
                  </a:cubicBezTo>
                  <a:cubicBezTo>
                    <a:pt x="513391" y="368547"/>
                    <a:pt x="507467" y="379921"/>
                    <a:pt x="495923" y="386745"/>
                  </a:cubicBezTo>
                  <a:cubicBezTo>
                    <a:pt x="490303" y="389930"/>
                    <a:pt x="483924" y="392205"/>
                    <a:pt x="476937" y="393266"/>
                  </a:cubicBezTo>
                  <a:cubicBezTo>
                    <a:pt x="473443" y="393721"/>
                    <a:pt x="470709" y="396603"/>
                    <a:pt x="470557" y="399939"/>
                  </a:cubicBezTo>
                  <a:lnTo>
                    <a:pt x="470557" y="406308"/>
                  </a:lnTo>
                  <a:cubicBezTo>
                    <a:pt x="470406" y="409796"/>
                    <a:pt x="468279" y="412526"/>
                    <a:pt x="465849" y="412526"/>
                  </a:cubicBezTo>
                  <a:cubicBezTo>
                    <a:pt x="463419" y="412375"/>
                    <a:pt x="461444" y="409645"/>
                    <a:pt x="461444" y="406157"/>
                  </a:cubicBezTo>
                  <a:lnTo>
                    <a:pt x="461596" y="400091"/>
                  </a:lnTo>
                  <a:cubicBezTo>
                    <a:pt x="461596" y="396603"/>
                    <a:pt x="458862" y="393570"/>
                    <a:pt x="455520" y="392963"/>
                  </a:cubicBezTo>
                  <a:cubicBezTo>
                    <a:pt x="446407" y="391143"/>
                    <a:pt x="439420" y="388717"/>
                    <a:pt x="434407" y="385380"/>
                  </a:cubicBezTo>
                  <a:cubicBezTo>
                    <a:pt x="425294" y="378859"/>
                    <a:pt x="420282" y="368699"/>
                    <a:pt x="419522" y="354747"/>
                  </a:cubicBezTo>
                  <a:cubicBezTo>
                    <a:pt x="419370" y="351259"/>
                    <a:pt x="422256" y="348680"/>
                    <a:pt x="425598" y="348680"/>
                  </a:cubicBezTo>
                  <a:lnTo>
                    <a:pt x="438508" y="348984"/>
                  </a:lnTo>
                  <a:cubicBezTo>
                    <a:pt x="441850" y="348984"/>
                    <a:pt x="444888" y="351714"/>
                    <a:pt x="445344" y="355202"/>
                  </a:cubicBezTo>
                  <a:cubicBezTo>
                    <a:pt x="446103" y="359751"/>
                    <a:pt x="446862" y="362936"/>
                    <a:pt x="447926" y="364907"/>
                  </a:cubicBezTo>
                  <a:cubicBezTo>
                    <a:pt x="449597" y="367789"/>
                    <a:pt x="452331" y="369912"/>
                    <a:pt x="456128" y="371428"/>
                  </a:cubicBezTo>
                  <a:cubicBezTo>
                    <a:pt x="459318" y="372793"/>
                    <a:pt x="462203" y="370518"/>
                    <a:pt x="462203" y="367030"/>
                  </a:cubicBezTo>
                  <a:lnTo>
                    <a:pt x="462811" y="339581"/>
                  </a:lnTo>
                  <a:cubicBezTo>
                    <a:pt x="462811" y="336245"/>
                    <a:pt x="461140" y="332909"/>
                    <a:pt x="459166" y="332302"/>
                  </a:cubicBezTo>
                  <a:lnTo>
                    <a:pt x="455368" y="331089"/>
                  </a:lnTo>
                  <a:cubicBezTo>
                    <a:pt x="443521" y="327449"/>
                    <a:pt x="435319" y="322445"/>
                    <a:pt x="430610" y="316075"/>
                  </a:cubicBezTo>
                  <a:cubicBezTo>
                    <a:pt x="425750" y="309857"/>
                    <a:pt x="423471" y="302275"/>
                    <a:pt x="423623" y="293631"/>
                  </a:cubicBezTo>
                  <a:cubicBezTo>
                    <a:pt x="423775" y="287868"/>
                    <a:pt x="424838" y="283318"/>
                    <a:pt x="426813" y="278769"/>
                  </a:cubicBezTo>
                  <a:cubicBezTo>
                    <a:pt x="427724" y="276494"/>
                    <a:pt x="428939" y="273309"/>
                    <a:pt x="430154" y="273309"/>
                  </a:cubicBezTo>
                  <a:cubicBezTo>
                    <a:pt x="431673" y="273309"/>
                    <a:pt x="433040" y="268456"/>
                    <a:pt x="434863" y="266636"/>
                  </a:cubicBezTo>
                  <a:cubicBezTo>
                    <a:pt x="439420" y="262390"/>
                    <a:pt x="444128" y="258599"/>
                    <a:pt x="449597" y="257082"/>
                  </a:cubicBezTo>
                  <a:cubicBezTo>
                    <a:pt x="451723" y="256324"/>
                    <a:pt x="454153" y="255869"/>
                    <a:pt x="457647" y="255566"/>
                  </a:cubicBezTo>
                  <a:cubicBezTo>
                    <a:pt x="460988" y="255111"/>
                    <a:pt x="463267" y="252229"/>
                    <a:pt x="463267" y="248893"/>
                  </a:cubicBezTo>
                  <a:lnTo>
                    <a:pt x="463267" y="248741"/>
                  </a:lnTo>
                  <a:cubicBezTo>
                    <a:pt x="463267" y="245405"/>
                    <a:pt x="466153" y="242675"/>
                    <a:pt x="468583" y="242675"/>
                  </a:cubicBezTo>
                  <a:close/>
                  <a:moveTo>
                    <a:pt x="516374" y="212849"/>
                  </a:moveTo>
                  <a:cubicBezTo>
                    <a:pt x="559949" y="232709"/>
                    <a:pt x="589556" y="276522"/>
                    <a:pt x="589556" y="327612"/>
                  </a:cubicBezTo>
                  <a:cubicBezTo>
                    <a:pt x="589556" y="276674"/>
                    <a:pt x="560860" y="232860"/>
                    <a:pt x="517285" y="213000"/>
                  </a:cubicBezTo>
                  <a:cubicBezTo>
                    <a:pt x="517285" y="213000"/>
                    <a:pt x="516374" y="212849"/>
                    <a:pt x="516374" y="212849"/>
                  </a:cubicBezTo>
                  <a:close/>
                  <a:moveTo>
                    <a:pt x="475380" y="210272"/>
                  </a:moveTo>
                  <a:cubicBezTo>
                    <a:pt x="480694" y="210272"/>
                    <a:pt x="485097" y="214516"/>
                    <a:pt x="487374" y="218761"/>
                  </a:cubicBezTo>
                  <a:cubicBezTo>
                    <a:pt x="480694" y="217397"/>
                    <a:pt x="473710" y="218003"/>
                    <a:pt x="466725" y="218003"/>
                  </a:cubicBezTo>
                  <a:cubicBezTo>
                    <a:pt x="441370" y="218003"/>
                    <a:pt x="418139" y="220732"/>
                    <a:pt x="399464" y="241805"/>
                  </a:cubicBezTo>
                  <a:cubicBezTo>
                    <a:pt x="388229" y="252266"/>
                    <a:pt x="378815" y="262726"/>
                    <a:pt x="371528" y="273339"/>
                  </a:cubicBezTo>
                  <a:cubicBezTo>
                    <a:pt x="361810" y="283799"/>
                    <a:pt x="356193" y="308055"/>
                    <a:pt x="356193" y="328370"/>
                  </a:cubicBezTo>
                  <a:cubicBezTo>
                    <a:pt x="356193" y="389314"/>
                    <a:pt x="405689" y="437978"/>
                    <a:pt x="466725" y="437978"/>
                  </a:cubicBezTo>
                  <a:cubicBezTo>
                    <a:pt x="527609" y="437978"/>
                    <a:pt x="577258" y="388404"/>
                    <a:pt x="577258" y="327612"/>
                  </a:cubicBezTo>
                  <a:cubicBezTo>
                    <a:pt x="577258" y="286225"/>
                    <a:pt x="554331" y="250295"/>
                    <a:pt x="520473" y="231344"/>
                  </a:cubicBezTo>
                  <a:cubicBezTo>
                    <a:pt x="520777" y="229525"/>
                    <a:pt x="521081" y="228009"/>
                    <a:pt x="521081" y="226190"/>
                  </a:cubicBezTo>
                  <a:cubicBezTo>
                    <a:pt x="521081" y="226038"/>
                    <a:pt x="521081" y="226038"/>
                    <a:pt x="521081" y="226038"/>
                  </a:cubicBezTo>
                  <a:cubicBezTo>
                    <a:pt x="521081" y="227706"/>
                    <a:pt x="520777" y="229222"/>
                    <a:pt x="520473" y="230890"/>
                  </a:cubicBezTo>
                  <a:cubicBezTo>
                    <a:pt x="510301" y="225129"/>
                    <a:pt x="499217" y="220581"/>
                    <a:pt x="487374" y="218307"/>
                  </a:cubicBezTo>
                  <a:cubicBezTo>
                    <a:pt x="485097" y="214062"/>
                    <a:pt x="480694" y="210272"/>
                    <a:pt x="475380" y="210272"/>
                  </a:cubicBezTo>
                  <a:close/>
                  <a:moveTo>
                    <a:pt x="479327" y="201327"/>
                  </a:moveTo>
                  <a:cubicBezTo>
                    <a:pt x="493296" y="202995"/>
                    <a:pt x="506657" y="207088"/>
                    <a:pt x="518803" y="212697"/>
                  </a:cubicBezTo>
                  <a:cubicBezTo>
                    <a:pt x="518803" y="212546"/>
                    <a:pt x="518803" y="212394"/>
                    <a:pt x="518651" y="212242"/>
                  </a:cubicBezTo>
                  <a:cubicBezTo>
                    <a:pt x="506505" y="206785"/>
                    <a:pt x="493296" y="202843"/>
                    <a:pt x="479327" y="201327"/>
                  </a:cubicBezTo>
                  <a:close/>
                  <a:moveTo>
                    <a:pt x="57391" y="157666"/>
                  </a:moveTo>
                  <a:cubicBezTo>
                    <a:pt x="46612" y="157666"/>
                    <a:pt x="31580" y="161759"/>
                    <a:pt x="31580" y="166459"/>
                  </a:cubicBezTo>
                  <a:lnTo>
                    <a:pt x="31580" y="226038"/>
                  </a:lnTo>
                  <a:cubicBezTo>
                    <a:pt x="31580" y="230738"/>
                    <a:pt x="46612" y="241805"/>
                    <a:pt x="57391" y="241805"/>
                  </a:cubicBezTo>
                  <a:lnTo>
                    <a:pt x="354978" y="241805"/>
                  </a:lnTo>
                  <a:cubicBezTo>
                    <a:pt x="363481" y="231193"/>
                    <a:pt x="373350" y="220732"/>
                    <a:pt x="384433" y="210272"/>
                  </a:cubicBezTo>
                  <a:lnTo>
                    <a:pt x="94742" y="210272"/>
                  </a:lnTo>
                  <a:lnTo>
                    <a:pt x="94742" y="178738"/>
                  </a:lnTo>
                  <a:lnTo>
                    <a:pt x="475380" y="178738"/>
                  </a:lnTo>
                  <a:cubicBezTo>
                    <a:pt x="483123" y="178738"/>
                    <a:pt x="489500" y="175858"/>
                    <a:pt x="489500" y="168126"/>
                  </a:cubicBezTo>
                  <a:cubicBezTo>
                    <a:pt x="489500" y="160395"/>
                    <a:pt x="483123" y="157666"/>
                    <a:pt x="475380" y="157666"/>
                  </a:cubicBezTo>
                  <a:lnTo>
                    <a:pt x="465511" y="157666"/>
                  </a:lnTo>
                  <a:close/>
                  <a:moveTo>
                    <a:pt x="47371" y="0"/>
                  </a:moveTo>
                  <a:lnTo>
                    <a:pt x="465511" y="0"/>
                  </a:lnTo>
                  <a:cubicBezTo>
                    <a:pt x="488133" y="0"/>
                    <a:pt x="515766" y="19405"/>
                    <a:pt x="515766" y="47148"/>
                  </a:cubicBezTo>
                  <a:lnTo>
                    <a:pt x="515766" y="106879"/>
                  </a:lnTo>
                  <a:cubicBezTo>
                    <a:pt x="515766" y="117946"/>
                    <a:pt x="513185" y="129923"/>
                    <a:pt x="505442" y="137351"/>
                  </a:cubicBezTo>
                  <a:cubicBezTo>
                    <a:pt x="497091" y="128861"/>
                    <a:pt x="488285" y="126133"/>
                    <a:pt x="475380" y="126133"/>
                  </a:cubicBezTo>
                  <a:cubicBezTo>
                    <a:pt x="487526" y="126133"/>
                    <a:pt x="498306" y="130984"/>
                    <a:pt x="506505" y="138716"/>
                  </a:cubicBezTo>
                  <a:cubicBezTo>
                    <a:pt x="506960" y="138261"/>
                    <a:pt x="507568" y="137806"/>
                    <a:pt x="508023" y="137200"/>
                  </a:cubicBezTo>
                  <a:cubicBezTo>
                    <a:pt x="516070" y="145538"/>
                    <a:pt x="521081" y="153876"/>
                    <a:pt x="521081" y="166307"/>
                  </a:cubicBezTo>
                  <a:cubicBezTo>
                    <a:pt x="521081" y="176313"/>
                    <a:pt x="517588" y="185257"/>
                    <a:pt x="512123" y="192837"/>
                  </a:cubicBezTo>
                  <a:cubicBezTo>
                    <a:pt x="501191" y="189047"/>
                    <a:pt x="489500" y="186319"/>
                    <a:pt x="477657" y="185257"/>
                  </a:cubicBezTo>
                  <a:cubicBezTo>
                    <a:pt x="489500" y="186470"/>
                    <a:pt x="501191" y="189502"/>
                    <a:pt x="512123" y="193141"/>
                  </a:cubicBezTo>
                  <a:cubicBezTo>
                    <a:pt x="511363" y="194202"/>
                    <a:pt x="510756" y="195111"/>
                    <a:pt x="509997" y="196021"/>
                  </a:cubicBezTo>
                  <a:cubicBezTo>
                    <a:pt x="509997" y="196021"/>
                    <a:pt x="509997" y="196173"/>
                    <a:pt x="509997" y="196173"/>
                  </a:cubicBezTo>
                  <a:cubicBezTo>
                    <a:pt x="510756" y="195263"/>
                    <a:pt x="511363" y="194202"/>
                    <a:pt x="512123" y="193292"/>
                  </a:cubicBezTo>
                  <a:cubicBezTo>
                    <a:pt x="568300" y="212242"/>
                    <a:pt x="608838" y="265455"/>
                    <a:pt x="608838" y="327764"/>
                  </a:cubicBezTo>
                  <a:cubicBezTo>
                    <a:pt x="608838" y="405990"/>
                    <a:pt x="545070" y="469966"/>
                    <a:pt x="466725" y="469966"/>
                  </a:cubicBezTo>
                  <a:cubicBezTo>
                    <a:pt x="388381" y="469966"/>
                    <a:pt x="324612" y="406597"/>
                    <a:pt x="324612" y="328370"/>
                  </a:cubicBezTo>
                  <a:cubicBezTo>
                    <a:pt x="324612" y="308510"/>
                    <a:pt x="328712" y="283799"/>
                    <a:pt x="336151" y="273339"/>
                  </a:cubicBezTo>
                  <a:lnTo>
                    <a:pt x="57391" y="273339"/>
                  </a:lnTo>
                  <a:cubicBezTo>
                    <a:pt x="34769" y="273339"/>
                    <a:pt x="0" y="253933"/>
                    <a:pt x="0" y="226038"/>
                  </a:cubicBezTo>
                  <a:lnTo>
                    <a:pt x="0" y="166459"/>
                  </a:lnTo>
                  <a:cubicBezTo>
                    <a:pt x="0" y="155392"/>
                    <a:pt x="6073" y="148570"/>
                    <a:pt x="13816" y="141141"/>
                  </a:cubicBezTo>
                  <a:cubicBezTo>
                    <a:pt x="14424" y="141748"/>
                    <a:pt x="15031" y="142354"/>
                    <a:pt x="15790" y="142960"/>
                  </a:cubicBezTo>
                  <a:cubicBezTo>
                    <a:pt x="27329" y="132348"/>
                    <a:pt x="44030" y="126133"/>
                    <a:pt x="57391" y="126133"/>
                  </a:cubicBezTo>
                  <a:lnTo>
                    <a:pt x="465511" y="126133"/>
                  </a:lnTo>
                  <a:cubicBezTo>
                    <a:pt x="476291" y="126133"/>
                    <a:pt x="484186" y="111427"/>
                    <a:pt x="484186" y="106879"/>
                  </a:cubicBezTo>
                  <a:lnTo>
                    <a:pt x="484186" y="47148"/>
                  </a:lnTo>
                  <a:cubicBezTo>
                    <a:pt x="484186" y="42600"/>
                    <a:pt x="476291" y="31533"/>
                    <a:pt x="465511" y="31533"/>
                  </a:cubicBezTo>
                  <a:lnTo>
                    <a:pt x="47371" y="31533"/>
                  </a:lnTo>
                  <a:cubicBezTo>
                    <a:pt x="39627" y="31533"/>
                    <a:pt x="33402" y="39568"/>
                    <a:pt x="33402" y="47300"/>
                  </a:cubicBezTo>
                  <a:cubicBezTo>
                    <a:pt x="33402" y="55031"/>
                    <a:pt x="39627" y="63066"/>
                    <a:pt x="47371" y="63066"/>
                  </a:cubicBezTo>
                  <a:lnTo>
                    <a:pt x="421025" y="63066"/>
                  </a:lnTo>
                  <a:lnTo>
                    <a:pt x="421025" y="94599"/>
                  </a:lnTo>
                  <a:lnTo>
                    <a:pt x="47371" y="94599"/>
                  </a:lnTo>
                  <a:cubicBezTo>
                    <a:pt x="39627" y="94599"/>
                    <a:pt x="33402" y="102634"/>
                    <a:pt x="33402" y="110366"/>
                  </a:cubicBezTo>
                  <a:cubicBezTo>
                    <a:pt x="33402" y="118098"/>
                    <a:pt x="39627" y="126133"/>
                    <a:pt x="47371" y="126133"/>
                  </a:cubicBezTo>
                  <a:lnTo>
                    <a:pt x="57391" y="126133"/>
                  </a:lnTo>
                  <a:cubicBezTo>
                    <a:pt x="43727" y="126133"/>
                    <a:pt x="26418" y="129923"/>
                    <a:pt x="14727" y="141141"/>
                  </a:cubicBezTo>
                  <a:cubicBezTo>
                    <a:pt x="6680" y="132803"/>
                    <a:pt x="1822" y="119007"/>
                    <a:pt x="1822" y="106576"/>
                  </a:cubicBezTo>
                  <a:cubicBezTo>
                    <a:pt x="1822" y="95206"/>
                    <a:pt x="5921" y="84594"/>
                    <a:pt x="12905" y="76559"/>
                  </a:cubicBezTo>
                  <a:cubicBezTo>
                    <a:pt x="5921" y="68675"/>
                    <a:pt x="1822" y="57760"/>
                    <a:pt x="1822" y="46390"/>
                  </a:cubicBezTo>
                  <a:cubicBezTo>
                    <a:pt x="1822" y="21224"/>
                    <a:pt x="22167" y="0"/>
                    <a:pt x="4737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sp>
        <p:nvSpPr>
          <p:cNvPr id="16" name="菱形 32">
            <a:extLst>
              <a:ext uri="{FF2B5EF4-FFF2-40B4-BE49-F238E27FC236}">
                <a16:creationId xmlns:a16="http://schemas.microsoft.com/office/drawing/2014/main" id="{B45D1A25-7DCC-4D21-AFB4-F8ED5B4E3F93}"/>
              </a:ext>
            </a:extLst>
          </p:cNvPr>
          <p:cNvSpPr/>
          <p:nvPr/>
        </p:nvSpPr>
        <p:spPr>
          <a:xfrm>
            <a:off x="10015456" y="1142884"/>
            <a:ext cx="292942" cy="298652"/>
          </a:xfrm>
          <a:custGeom>
            <a:avLst/>
            <a:gdLst>
              <a:gd name="connsiteX0" fmla="*/ 506334 w 607638"/>
              <a:gd name="connsiteY0" fmla="*/ 455027 h 606722"/>
              <a:gd name="connsiteX1" fmla="*/ 506334 w 607638"/>
              <a:gd name="connsiteY1" fmla="*/ 505592 h 606722"/>
              <a:gd name="connsiteX2" fmla="*/ 531616 w 607638"/>
              <a:gd name="connsiteY2" fmla="*/ 505592 h 606722"/>
              <a:gd name="connsiteX3" fmla="*/ 556986 w 607638"/>
              <a:gd name="connsiteY3" fmla="*/ 480265 h 606722"/>
              <a:gd name="connsiteX4" fmla="*/ 531616 w 607638"/>
              <a:gd name="connsiteY4" fmla="*/ 455027 h 606722"/>
              <a:gd name="connsiteX5" fmla="*/ 430401 w 607638"/>
              <a:gd name="connsiteY5" fmla="*/ 353896 h 606722"/>
              <a:gd name="connsiteX6" fmla="*/ 405031 w 607638"/>
              <a:gd name="connsiteY6" fmla="*/ 379223 h 606722"/>
              <a:gd name="connsiteX7" fmla="*/ 430401 w 607638"/>
              <a:gd name="connsiteY7" fmla="*/ 404461 h 606722"/>
              <a:gd name="connsiteX8" fmla="*/ 455683 w 607638"/>
              <a:gd name="connsiteY8" fmla="*/ 404461 h 606722"/>
              <a:gd name="connsiteX9" fmla="*/ 455683 w 607638"/>
              <a:gd name="connsiteY9" fmla="*/ 353896 h 606722"/>
              <a:gd name="connsiteX10" fmla="*/ 480964 w 607638"/>
              <a:gd name="connsiteY10" fmla="*/ 252766 h 606722"/>
              <a:gd name="connsiteX11" fmla="*/ 506334 w 607638"/>
              <a:gd name="connsiteY11" fmla="*/ 278093 h 606722"/>
              <a:gd name="connsiteX12" fmla="*/ 506334 w 607638"/>
              <a:gd name="connsiteY12" fmla="*/ 303331 h 606722"/>
              <a:gd name="connsiteX13" fmla="*/ 556986 w 607638"/>
              <a:gd name="connsiteY13" fmla="*/ 303331 h 606722"/>
              <a:gd name="connsiteX14" fmla="*/ 582268 w 607638"/>
              <a:gd name="connsiteY14" fmla="*/ 328658 h 606722"/>
              <a:gd name="connsiteX15" fmla="*/ 556986 w 607638"/>
              <a:gd name="connsiteY15" fmla="*/ 353896 h 606722"/>
              <a:gd name="connsiteX16" fmla="*/ 506334 w 607638"/>
              <a:gd name="connsiteY16" fmla="*/ 353896 h 606722"/>
              <a:gd name="connsiteX17" fmla="*/ 506334 w 607638"/>
              <a:gd name="connsiteY17" fmla="*/ 404461 h 606722"/>
              <a:gd name="connsiteX18" fmla="*/ 531616 w 607638"/>
              <a:gd name="connsiteY18" fmla="*/ 404461 h 606722"/>
              <a:gd name="connsiteX19" fmla="*/ 607638 w 607638"/>
              <a:gd name="connsiteY19" fmla="*/ 480265 h 606722"/>
              <a:gd name="connsiteX20" fmla="*/ 531616 w 607638"/>
              <a:gd name="connsiteY20" fmla="*/ 556157 h 606722"/>
              <a:gd name="connsiteX21" fmla="*/ 506334 w 607638"/>
              <a:gd name="connsiteY21" fmla="*/ 556157 h 606722"/>
              <a:gd name="connsiteX22" fmla="*/ 506334 w 607638"/>
              <a:gd name="connsiteY22" fmla="*/ 581395 h 606722"/>
              <a:gd name="connsiteX23" fmla="*/ 480964 w 607638"/>
              <a:gd name="connsiteY23" fmla="*/ 606722 h 606722"/>
              <a:gd name="connsiteX24" fmla="*/ 455683 w 607638"/>
              <a:gd name="connsiteY24" fmla="*/ 581395 h 606722"/>
              <a:gd name="connsiteX25" fmla="*/ 455683 w 607638"/>
              <a:gd name="connsiteY25" fmla="*/ 556157 h 606722"/>
              <a:gd name="connsiteX26" fmla="*/ 405031 w 607638"/>
              <a:gd name="connsiteY26" fmla="*/ 556157 h 606722"/>
              <a:gd name="connsiteX27" fmla="*/ 379749 w 607638"/>
              <a:gd name="connsiteY27" fmla="*/ 530830 h 606722"/>
              <a:gd name="connsiteX28" fmla="*/ 405031 w 607638"/>
              <a:gd name="connsiteY28" fmla="*/ 505592 h 606722"/>
              <a:gd name="connsiteX29" fmla="*/ 455683 w 607638"/>
              <a:gd name="connsiteY29" fmla="*/ 505592 h 606722"/>
              <a:gd name="connsiteX30" fmla="*/ 455683 w 607638"/>
              <a:gd name="connsiteY30" fmla="*/ 455027 h 606722"/>
              <a:gd name="connsiteX31" fmla="*/ 430401 w 607638"/>
              <a:gd name="connsiteY31" fmla="*/ 455027 h 606722"/>
              <a:gd name="connsiteX32" fmla="*/ 354379 w 607638"/>
              <a:gd name="connsiteY32" fmla="*/ 379223 h 606722"/>
              <a:gd name="connsiteX33" fmla="*/ 430401 w 607638"/>
              <a:gd name="connsiteY33" fmla="*/ 303331 h 606722"/>
              <a:gd name="connsiteX34" fmla="*/ 455683 w 607638"/>
              <a:gd name="connsiteY34" fmla="*/ 303331 h 606722"/>
              <a:gd name="connsiteX35" fmla="*/ 455683 w 607638"/>
              <a:gd name="connsiteY35" fmla="*/ 278093 h 606722"/>
              <a:gd name="connsiteX36" fmla="*/ 480964 w 607638"/>
              <a:gd name="connsiteY36" fmla="*/ 252766 h 606722"/>
              <a:gd name="connsiteX37" fmla="*/ 303759 w 607638"/>
              <a:gd name="connsiteY37" fmla="*/ 151716 h 606722"/>
              <a:gd name="connsiteX38" fmla="*/ 329117 w 607638"/>
              <a:gd name="connsiteY38" fmla="*/ 176950 h 606722"/>
              <a:gd name="connsiteX39" fmla="*/ 329117 w 607638"/>
              <a:gd name="connsiteY39" fmla="*/ 303301 h 606722"/>
              <a:gd name="connsiteX40" fmla="*/ 303759 w 607638"/>
              <a:gd name="connsiteY40" fmla="*/ 328624 h 606722"/>
              <a:gd name="connsiteX41" fmla="*/ 227862 w 607638"/>
              <a:gd name="connsiteY41" fmla="*/ 328624 h 606722"/>
              <a:gd name="connsiteX42" fmla="*/ 202593 w 607638"/>
              <a:gd name="connsiteY42" fmla="*/ 303301 h 606722"/>
              <a:gd name="connsiteX43" fmla="*/ 227862 w 607638"/>
              <a:gd name="connsiteY43" fmla="*/ 278066 h 606722"/>
              <a:gd name="connsiteX44" fmla="*/ 278490 w 607638"/>
              <a:gd name="connsiteY44" fmla="*/ 278066 h 606722"/>
              <a:gd name="connsiteX45" fmla="*/ 278490 w 607638"/>
              <a:gd name="connsiteY45" fmla="*/ 176950 h 606722"/>
              <a:gd name="connsiteX46" fmla="*/ 303759 w 607638"/>
              <a:gd name="connsiteY46" fmla="*/ 151716 h 606722"/>
              <a:gd name="connsiteX47" fmla="*/ 303762 w 607638"/>
              <a:gd name="connsiteY47" fmla="*/ 0 h 606722"/>
              <a:gd name="connsiteX48" fmla="*/ 606634 w 607638"/>
              <a:gd name="connsiteY48" fmla="*/ 220667 h 606722"/>
              <a:gd name="connsiteX49" fmla="*/ 589190 w 607638"/>
              <a:gd name="connsiteY49" fmla="*/ 251860 h 606722"/>
              <a:gd name="connsiteX50" fmla="*/ 557950 w 607638"/>
              <a:gd name="connsiteY50" fmla="*/ 234353 h 606722"/>
              <a:gd name="connsiteX51" fmla="*/ 303762 w 607638"/>
              <a:gd name="connsiteY51" fmla="*/ 50568 h 606722"/>
              <a:gd name="connsiteX52" fmla="*/ 50642 w 607638"/>
              <a:gd name="connsiteY52" fmla="*/ 303317 h 606722"/>
              <a:gd name="connsiteX53" fmla="*/ 303762 w 607638"/>
              <a:gd name="connsiteY53" fmla="*/ 556154 h 606722"/>
              <a:gd name="connsiteX54" fmla="*/ 329127 w 607638"/>
              <a:gd name="connsiteY54" fmla="*/ 581394 h 606722"/>
              <a:gd name="connsiteX55" fmla="*/ 303762 w 607638"/>
              <a:gd name="connsiteY55" fmla="*/ 606722 h 606722"/>
              <a:gd name="connsiteX56" fmla="*/ 0 w 607638"/>
              <a:gd name="connsiteY56" fmla="*/ 303317 h 606722"/>
              <a:gd name="connsiteX57" fmla="*/ 303762 w 607638"/>
              <a:gd name="connsiteY5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7638" h="606722">
                <a:moveTo>
                  <a:pt x="506334" y="455027"/>
                </a:moveTo>
                <a:lnTo>
                  <a:pt x="506334" y="505592"/>
                </a:lnTo>
                <a:lnTo>
                  <a:pt x="531616" y="505592"/>
                </a:lnTo>
                <a:cubicBezTo>
                  <a:pt x="545592" y="505592"/>
                  <a:pt x="556986" y="494217"/>
                  <a:pt x="556986" y="480265"/>
                </a:cubicBezTo>
                <a:cubicBezTo>
                  <a:pt x="556986" y="466401"/>
                  <a:pt x="545592" y="455027"/>
                  <a:pt x="531616" y="455027"/>
                </a:cubicBezTo>
                <a:close/>
                <a:moveTo>
                  <a:pt x="430401" y="353896"/>
                </a:moveTo>
                <a:cubicBezTo>
                  <a:pt x="416425" y="353896"/>
                  <a:pt x="405031" y="365271"/>
                  <a:pt x="405031" y="379223"/>
                </a:cubicBezTo>
                <a:cubicBezTo>
                  <a:pt x="405031" y="393087"/>
                  <a:pt x="416425" y="404461"/>
                  <a:pt x="430401" y="404461"/>
                </a:cubicBezTo>
                <a:lnTo>
                  <a:pt x="455683" y="404461"/>
                </a:lnTo>
                <a:lnTo>
                  <a:pt x="455683" y="353896"/>
                </a:lnTo>
                <a:close/>
                <a:moveTo>
                  <a:pt x="480964" y="252766"/>
                </a:moveTo>
                <a:cubicBezTo>
                  <a:pt x="495029" y="252766"/>
                  <a:pt x="506334" y="264141"/>
                  <a:pt x="506334" y="278093"/>
                </a:cubicBezTo>
                <a:lnTo>
                  <a:pt x="506334" y="303331"/>
                </a:lnTo>
                <a:lnTo>
                  <a:pt x="556986" y="303331"/>
                </a:lnTo>
                <a:cubicBezTo>
                  <a:pt x="570962" y="303331"/>
                  <a:pt x="582268" y="314706"/>
                  <a:pt x="582268" y="328658"/>
                </a:cubicBezTo>
                <a:cubicBezTo>
                  <a:pt x="582268" y="342610"/>
                  <a:pt x="570962" y="353896"/>
                  <a:pt x="556986" y="353896"/>
                </a:cubicBezTo>
                <a:lnTo>
                  <a:pt x="506334" y="353896"/>
                </a:lnTo>
                <a:lnTo>
                  <a:pt x="506334" y="404461"/>
                </a:lnTo>
                <a:lnTo>
                  <a:pt x="531616" y="404461"/>
                </a:lnTo>
                <a:cubicBezTo>
                  <a:pt x="573544" y="404461"/>
                  <a:pt x="607638" y="438497"/>
                  <a:pt x="607638" y="480265"/>
                </a:cubicBezTo>
                <a:cubicBezTo>
                  <a:pt x="607638" y="522121"/>
                  <a:pt x="573544" y="556157"/>
                  <a:pt x="531616" y="556157"/>
                </a:cubicBezTo>
                <a:lnTo>
                  <a:pt x="506334" y="556157"/>
                </a:lnTo>
                <a:lnTo>
                  <a:pt x="506334" y="581395"/>
                </a:lnTo>
                <a:cubicBezTo>
                  <a:pt x="506334" y="595347"/>
                  <a:pt x="495029" y="606722"/>
                  <a:pt x="480964" y="606722"/>
                </a:cubicBezTo>
                <a:cubicBezTo>
                  <a:pt x="466988" y="606722"/>
                  <a:pt x="455683" y="595347"/>
                  <a:pt x="455683" y="581395"/>
                </a:cubicBezTo>
                <a:lnTo>
                  <a:pt x="455683" y="556157"/>
                </a:lnTo>
                <a:lnTo>
                  <a:pt x="405031" y="556157"/>
                </a:lnTo>
                <a:cubicBezTo>
                  <a:pt x="391055" y="556157"/>
                  <a:pt x="379749" y="544782"/>
                  <a:pt x="379749" y="530830"/>
                </a:cubicBezTo>
                <a:cubicBezTo>
                  <a:pt x="379749" y="516878"/>
                  <a:pt x="391055" y="505592"/>
                  <a:pt x="405031" y="505592"/>
                </a:cubicBezTo>
                <a:lnTo>
                  <a:pt x="455683" y="505592"/>
                </a:lnTo>
                <a:lnTo>
                  <a:pt x="455683" y="455027"/>
                </a:lnTo>
                <a:lnTo>
                  <a:pt x="430401" y="455027"/>
                </a:lnTo>
                <a:cubicBezTo>
                  <a:pt x="388473" y="455027"/>
                  <a:pt x="354379" y="420991"/>
                  <a:pt x="354379" y="379223"/>
                </a:cubicBezTo>
                <a:cubicBezTo>
                  <a:pt x="354379" y="337367"/>
                  <a:pt x="388473" y="303331"/>
                  <a:pt x="430401" y="303331"/>
                </a:cubicBezTo>
                <a:lnTo>
                  <a:pt x="455683" y="303331"/>
                </a:lnTo>
                <a:lnTo>
                  <a:pt x="455683" y="278093"/>
                </a:lnTo>
                <a:cubicBezTo>
                  <a:pt x="455683" y="264141"/>
                  <a:pt x="466988" y="252766"/>
                  <a:pt x="480964" y="252766"/>
                </a:cubicBezTo>
                <a:close/>
                <a:moveTo>
                  <a:pt x="303759" y="151716"/>
                </a:moveTo>
                <a:cubicBezTo>
                  <a:pt x="317817" y="151716"/>
                  <a:pt x="329117" y="163000"/>
                  <a:pt x="329117" y="176950"/>
                </a:cubicBezTo>
                <a:lnTo>
                  <a:pt x="329117" y="303301"/>
                </a:lnTo>
                <a:cubicBezTo>
                  <a:pt x="329117" y="317251"/>
                  <a:pt x="317817" y="328624"/>
                  <a:pt x="303759" y="328624"/>
                </a:cubicBezTo>
                <a:lnTo>
                  <a:pt x="227862" y="328624"/>
                </a:lnTo>
                <a:cubicBezTo>
                  <a:pt x="213893" y="328624"/>
                  <a:pt x="202593" y="317251"/>
                  <a:pt x="202593" y="303301"/>
                </a:cubicBezTo>
                <a:cubicBezTo>
                  <a:pt x="202593" y="289351"/>
                  <a:pt x="213893" y="278066"/>
                  <a:pt x="227862" y="278066"/>
                </a:cubicBezTo>
                <a:lnTo>
                  <a:pt x="278490" y="278066"/>
                </a:lnTo>
                <a:lnTo>
                  <a:pt x="278490" y="176950"/>
                </a:lnTo>
                <a:cubicBezTo>
                  <a:pt x="278490" y="163000"/>
                  <a:pt x="289790" y="151716"/>
                  <a:pt x="303759" y="151716"/>
                </a:cubicBezTo>
                <a:close/>
                <a:moveTo>
                  <a:pt x="303762" y="0"/>
                </a:moveTo>
                <a:cubicBezTo>
                  <a:pt x="443049" y="0"/>
                  <a:pt x="570410" y="92781"/>
                  <a:pt x="606634" y="220667"/>
                </a:cubicBezTo>
                <a:cubicBezTo>
                  <a:pt x="610461" y="234086"/>
                  <a:pt x="602629" y="248039"/>
                  <a:pt x="589190" y="251860"/>
                </a:cubicBezTo>
                <a:cubicBezTo>
                  <a:pt x="575839" y="255504"/>
                  <a:pt x="561688" y="247861"/>
                  <a:pt x="557950" y="234353"/>
                </a:cubicBezTo>
                <a:cubicBezTo>
                  <a:pt x="527779" y="127885"/>
                  <a:pt x="420888" y="50568"/>
                  <a:pt x="303762" y="50568"/>
                </a:cubicBezTo>
                <a:cubicBezTo>
                  <a:pt x="164208" y="50568"/>
                  <a:pt x="50642" y="163967"/>
                  <a:pt x="50642" y="303317"/>
                </a:cubicBezTo>
                <a:cubicBezTo>
                  <a:pt x="50642" y="442755"/>
                  <a:pt x="164208" y="556154"/>
                  <a:pt x="303762" y="556154"/>
                </a:cubicBezTo>
                <a:cubicBezTo>
                  <a:pt x="317824" y="556154"/>
                  <a:pt x="329127" y="567441"/>
                  <a:pt x="329127" y="581394"/>
                </a:cubicBezTo>
                <a:cubicBezTo>
                  <a:pt x="329127" y="595347"/>
                  <a:pt x="317824" y="606722"/>
                  <a:pt x="303762" y="606722"/>
                </a:cubicBezTo>
                <a:cubicBezTo>
                  <a:pt x="136261" y="606722"/>
                  <a:pt x="0" y="470661"/>
                  <a:pt x="0" y="303317"/>
                </a:cubicBezTo>
                <a:cubicBezTo>
                  <a:pt x="0" y="136061"/>
                  <a:pt x="136261" y="0"/>
                  <a:pt x="30376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7" name="菱形 33">
            <a:extLst>
              <a:ext uri="{FF2B5EF4-FFF2-40B4-BE49-F238E27FC236}">
                <a16:creationId xmlns:a16="http://schemas.microsoft.com/office/drawing/2014/main" id="{38BD8933-9B7D-49BE-AB13-810B25402FDE}"/>
              </a:ext>
            </a:extLst>
          </p:cNvPr>
          <p:cNvSpPr/>
          <p:nvPr/>
        </p:nvSpPr>
        <p:spPr>
          <a:xfrm>
            <a:off x="1940797" y="1122155"/>
            <a:ext cx="292942" cy="292500"/>
          </a:xfrm>
          <a:custGeom>
            <a:avLst/>
            <a:gdLst>
              <a:gd name="connsiteX0" fmla="*/ 264400 w 607639"/>
              <a:gd name="connsiteY0" fmla="*/ 371924 h 606722"/>
              <a:gd name="connsiteX1" fmla="*/ 209306 w 607639"/>
              <a:gd name="connsiteY1" fmla="*/ 398407 h 606722"/>
              <a:gd name="connsiteX2" fmla="*/ 171212 w 607639"/>
              <a:gd name="connsiteY2" fmla="*/ 423290 h 606722"/>
              <a:gd name="connsiteX3" fmla="*/ 196756 w 607639"/>
              <a:gd name="connsiteY3" fmla="*/ 433510 h 606722"/>
              <a:gd name="connsiteX4" fmla="*/ 410813 w 607639"/>
              <a:gd name="connsiteY4" fmla="*/ 433510 h 606722"/>
              <a:gd name="connsiteX5" fmla="*/ 436358 w 607639"/>
              <a:gd name="connsiteY5" fmla="*/ 423290 h 606722"/>
              <a:gd name="connsiteX6" fmla="*/ 398352 w 607639"/>
              <a:gd name="connsiteY6" fmla="*/ 398407 h 606722"/>
              <a:gd name="connsiteX7" fmla="*/ 342368 w 607639"/>
              <a:gd name="connsiteY7" fmla="*/ 372457 h 606722"/>
              <a:gd name="connsiteX8" fmla="*/ 303740 w 607639"/>
              <a:gd name="connsiteY8" fmla="*/ 382499 h 606722"/>
              <a:gd name="connsiteX9" fmla="*/ 264400 w 607639"/>
              <a:gd name="connsiteY9" fmla="*/ 371924 h 606722"/>
              <a:gd name="connsiteX10" fmla="*/ 303740 w 607639"/>
              <a:gd name="connsiteY10" fmla="*/ 173124 h 606722"/>
              <a:gd name="connsiteX11" fmla="*/ 236720 w 607639"/>
              <a:gd name="connsiteY11" fmla="*/ 262970 h 606722"/>
              <a:gd name="connsiteX12" fmla="*/ 303740 w 607639"/>
              <a:gd name="connsiteY12" fmla="*/ 352906 h 606722"/>
              <a:gd name="connsiteX13" fmla="*/ 370850 w 607639"/>
              <a:gd name="connsiteY13" fmla="*/ 262970 h 606722"/>
              <a:gd name="connsiteX14" fmla="*/ 303740 w 607639"/>
              <a:gd name="connsiteY14" fmla="*/ 173124 h 606722"/>
              <a:gd name="connsiteX15" fmla="*/ 303740 w 607639"/>
              <a:gd name="connsiteY15" fmla="*/ 143530 h 606722"/>
              <a:gd name="connsiteX16" fmla="*/ 400489 w 607639"/>
              <a:gd name="connsiteY16" fmla="*/ 262970 h 606722"/>
              <a:gd name="connsiteX17" fmla="*/ 368981 w 607639"/>
              <a:gd name="connsiteY17" fmla="*/ 350684 h 606722"/>
              <a:gd name="connsiteX18" fmla="*/ 410902 w 607639"/>
              <a:gd name="connsiteY18" fmla="*/ 371568 h 606722"/>
              <a:gd name="connsiteX19" fmla="*/ 466085 w 607639"/>
              <a:gd name="connsiteY19" fmla="*/ 423290 h 606722"/>
              <a:gd name="connsiteX20" fmla="*/ 410813 w 607639"/>
              <a:gd name="connsiteY20" fmla="*/ 463192 h 606722"/>
              <a:gd name="connsiteX21" fmla="*/ 196756 w 607639"/>
              <a:gd name="connsiteY21" fmla="*/ 463192 h 606722"/>
              <a:gd name="connsiteX22" fmla="*/ 141484 w 607639"/>
              <a:gd name="connsiteY22" fmla="*/ 423290 h 606722"/>
              <a:gd name="connsiteX23" fmla="*/ 196578 w 607639"/>
              <a:gd name="connsiteY23" fmla="*/ 371657 h 606722"/>
              <a:gd name="connsiteX24" fmla="*/ 238589 w 607639"/>
              <a:gd name="connsiteY24" fmla="*/ 350773 h 606722"/>
              <a:gd name="connsiteX25" fmla="*/ 206992 w 607639"/>
              <a:gd name="connsiteY25" fmla="*/ 262970 h 606722"/>
              <a:gd name="connsiteX26" fmla="*/ 303740 w 607639"/>
              <a:gd name="connsiteY26" fmla="*/ 143530 h 606722"/>
              <a:gd name="connsiteX27" fmla="*/ 288644 w 607639"/>
              <a:gd name="connsiteY27" fmla="*/ 31105 h 606722"/>
              <a:gd name="connsiteX28" fmla="*/ 31152 w 607639"/>
              <a:gd name="connsiteY28" fmla="*/ 288209 h 606722"/>
              <a:gd name="connsiteX29" fmla="*/ 91141 w 607639"/>
              <a:gd name="connsiteY29" fmla="*/ 288209 h 606722"/>
              <a:gd name="connsiteX30" fmla="*/ 91141 w 607639"/>
              <a:gd name="connsiteY30" fmla="*/ 318514 h 606722"/>
              <a:gd name="connsiteX31" fmla="*/ 31152 w 607639"/>
              <a:gd name="connsiteY31" fmla="*/ 318514 h 606722"/>
              <a:gd name="connsiteX32" fmla="*/ 288644 w 607639"/>
              <a:gd name="connsiteY32" fmla="*/ 575617 h 606722"/>
              <a:gd name="connsiteX33" fmla="*/ 288644 w 607639"/>
              <a:gd name="connsiteY33" fmla="*/ 515718 h 606722"/>
              <a:gd name="connsiteX34" fmla="*/ 318995 w 607639"/>
              <a:gd name="connsiteY34" fmla="*/ 515718 h 606722"/>
              <a:gd name="connsiteX35" fmla="*/ 318995 w 607639"/>
              <a:gd name="connsiteY35" fmla="*/ 575617 h 606722"/>
              <a:gd name="connsiteX36" fmla="*/ 576487 w 607639"/>
              <a:gd name="connsiteY36" fmla="*/ 318514 h 606722"/>
              <a:gd name="connsiteX37" fmla="*/ 516498 w 607639"/>
              <a:gd name="connsiteY37" fmla="*/ 318514 h 606722"/>
              <a:gd name="connsiteX38" fmla="*/ 516498 w 607639"/>
              <a:gd name="connsiteY38" fmla="*/ 288209 h 606722"/>
              <a:gd name="connsiteX39" fmla="*/ 576487 w 607639"/>
              <a:gd name="connsiteY39" fmla="*/ 288209 h 606722"/>
              <a:gd name="connsiteX40" fmla="*/ 318995 w 607639"/>
              <a:gd name="connsiteY40" fmla="*/ 31105 h 606722"/>
              <a:gd name="connsiteX41" fmla="*/ 318995 w 607639"/>
              <a:gd name="connsiteY41" fmla="*/ 91004 h 606722"/>
              <a:gd name="connsiteX42" fmla="*/ 288644 w 607639"/>
              <a:gd name="connsiteY42" fmla="*/ 91004 h 606722"/>
              <a:gd name="connsiteX43" fmla="*/ 303775 w 607639"/>
              <a:gd name="connsiteY43" fmla="*/ 0 h 606722"/>
              <a:gd name="connsiteX44" fmla="*/ 607639 w 607639"/>
              <a:gd name="connsiteY44" fmla="*/ 303317 h 606722"/>
              <a:gd name="connsiteX45" fmla="*/ 303775 w 607639"/>
              <a:gd name="connsiteY45" fmla="*/ 606722 h 606722"/>
              <a:gd name="connsiteX46" fmla="*/ 0 w 607639"/>
              <a:gd name="connsiteY46" fmla="*/ 303317 h 606722"/>
              <a:gd name="connsiteX47" fmla="*/ 303775 w 607639"/>
              <a:gd name="connsiteY4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7639" h="606722">
                <a:moveTo>
                  <a:pt x="264400" y="371924"/>
                </a:moveTo>
                <a:cubicBezTo>
                  <a:pt x="249625" y="379033"/>
                  <a:pt x="214557" y="395918"/>
                  <a:pt x="209306" y="398407"/>
                </a:cubicBezTo>
                <a:cubicBezTo>
                  <a:pt x="175929" y="413870"/>
                  <a:pt x="171212" y="416536"/>
                  <a:pt x="171212" y="423290"/>
                </a:cubicBezTo>
                <a:cubicBezTo>
                  <a:pt x="171212" y="432088"/>
                  <a:pt x="177531" y="433510"/>
                  <a:pt x="196756" y="433510"/>
                </a:cubicBezTo>
                <a:lnTo>
                  <a:pt x="410813" y="433510"/>
                </a:lnTo>
                <a:cubicBezTo>
                  <a:pt x="429949" y="433510"/>
                  <a:pt x="436358" y="432088"/>
                  <a:pt x="436358" y="423290"/>
                </a:cubicBezTo>
                <a:cubicBezTo>
                  <a:pt x="436358" y="416536"/>
                  <a:pt x="431551" y="413870"/>
                  <a:pt x="398352" y="398407"/>
                </a:cubicBezTo>
                <a:cubicBezTo>
                  <a:pt x="393813" y="396363"/>
                  <a:pt x="362216" y="381699"/>
                  <a:pt x="342368" y="372457"/>
                </a:cubicBezTo>
                <a:cubicBezTo>
                  <a:pt x="330531" y="378856"/>
                  <a:pt x="317536" y="382499"/>
                  <a:pt x="303740" y="382499"/>
                </a:cubicBezTo>
                <a:cubicBezTo>
                  <a:pt x="289766" y="382499"/>
                  <a:pt x="276416" y="378589"/>
                  <a:pt x="264400" y="371924"/>
                </a:cubicBezTo>
                <a:close/>
                <a:moveTo>
                  <a:pt x="303740" y="173124"/>
                </a:moveTo>
                <a:cubicBezTo>
                  <a:pt x="266803" y="173124"/>
                  <a:pt x="236720" y="213470"/>
                  <a:pt x="236720" y="262970"/>
                </a:cubicBezTo>
                <a:cubicBezTo>
                  <a:pt x="236720" y="312559"/>
                  <a:pt x="266803" y="352906"/>
                  <a:pt x="303740" y="352906"/>
                </a:cubicBezTo>
                <a:cubicBezTo>
                  <a:pt x="340766" y="352906"/>
                  <a:pt x="370850" y="312559"/>
                  <a:pt x="370850" y="262970"/>
                </a:cubicBezTo>
                <a:cubicBezTo>
                  <a:pt x="370850" y="213470"/>
                  <a:pt x="340766" y="173124"/>
                  <a:pt x="303740" y="173124"/>
                </a:cubicBezTo>
                <a:close/>
                <a:moveTo>
                  <a:pt x="303740" y="143530"/>
                </a:moveTo>
                <a:cubicBezTo>
                  <a:pt x="357143" y="143530"/>
                  <a:pt x="400489" y="197118"/>
                  <a:pt x="400489" y="262970"/>
                </a:cubicBezTo>
                <a:cubicBezTo>
                  <a:pt x="400489" y="297807"/>
                  <a:pt x="388206" y="328822"/>
                  <a:pt x="368981" y="350684"/>
                </a:cubicBezTo>
                <a:cubicBezTo>
                  <a:pt x="386070" y="359304"/>
                  <a:pt x="408232" y="370324"/>
                  <a:pt x="410902" y="371568"/>
                </a:cubicBezTo>
                <a:cubicBezTo>
                  <a:pt x="448818" y="389164"/>
                  <a:pt x="466085" y="397163"/>
                  <a:pt x="466085" y="423290"/>
                </a:cubicBezTo>
                <a:cubicBezTo>
                  <a:pt x="466085" y="463192"/>
                  <a:pt x="424431" y="463192"/>
                  <a:pt x="410813" y="463192"/>
                </a:cubicBezTo>
                <a:lnTo>
                  <a:pt x="196756" y="463192"/>
                </a:lnTo>
                <a:cubicBezTo>
                  <a:pt x="183050" y="463192"/>
                  <a:pt x="141484" y="463192"/>
                  <a:pt x="141484" y="423290"/>
                </a:cubicBezTo>
                <a:cubicBezTo>
                  <a:pt x="141484" y="397163"/>
                  <a:pt x="158751" y="389164"/>
                  <a:pt x="196578" y="371657"/>
                </a:cubicBezTo>
                <a:cubicBezTo>
                  <a:pt x="199693" y="370146"/>
                  <a:pt x="224526" y="357794"/>
                  <a:pt x="238589" y="350773"/>
                </a:cubicBezTo>
                <a:cubicBezTo>
                  <a:pt x="219275" y="328911"/>
                  <a:pt x="206992" y="297807"/>
                  <a:pt x="206992" y="262970"/>
                </a:cubicBezTo>
                <a:cubicBezTo>
                  <a:pt x="206992" y="197118"/>
                  <a:pt x="250426" y="143530"/>
                  <a:pt x="303740" y="143530"/>
                </a:cubicBezTo>
                <a:close/>
                <a:moveTo>
                  <a:pt x="288644" y="31105"/>
                </a:moveTo>
                <a:cubicBezTo>
                  <a:pt x="149974" y="38747"/>
                  <a:pt x="38806" y="149748"/>
                  <a:pt x="31152" y="288209"/>
                </a:cubicBezTo>
                <a:lnTo>
                  <a:pt x="91141" y="288209"/>
                </a:lnTo>
                <a:lnTo>
                  <a:pt x="91141" y="318514"/>
                </a:lnTo>
                <a:lnTo>
                  <a:pt x="31152" y="318514"/>
                </a:lnTo>
                <a:cubicBezTo>
                  <a:pt x="38806" y="456975"/>
                  <a:pt x="149974" y="567886"/>
                  <a:pt x="288644" y="575617"/>
                </a:cubicBezTo>
                <a:lnTo>
                  <a:pt x="288644" y="515718"/>
                </a:lnTo>
                <a:lnTo>
                  <a:pt x="318995" y="515718"/>
                </a:lnTo>
                <a:lnTo>
                  <a:pt x="318995" y="575617"/>
                </a:lnTo>
                <a:cubicBezTo>
                  <a:pt x="457665" y="567886"/>
                  <a:pt x="568833" y="456975"/>
                  <a:pt x="576487" y="318514"/>
                </a:cubicBezTo>
                <a:lnTo>
                  <a:pt x="516498" y="318514"/>
                </a:lnTo>
                <a:lnTo>
                  <a:pt x="516498" y="288209"/>
                </a:lnTo>
                <a:lnTo>
                  <a:pt x="576487" y="288209"/>
                </a:lnTo>
                <a:cubicBezTo>
                  <a:pt x="568833" y="149748"/>
                  <a:pt x="457665" y="38747"/>
                  <a:pt x="318995" y="31105"/>
                </a:cubicBezTo>
                <a:lnTo>
                  <a:pt x="318995" y="91004"/>
                </a:lnTo>
                <a:lnTo>
                  <a:pt x="288644" y="91004"/>
                </a:lnTo>
                <a:close/>
                <a:moveTo>
                  <a:pt x="303775" y="0"/>
                </a:moveTo>
                <a:cubicBezTo>
                  <a:pt x="471550" y="0"/>
                  <a:pt x="607639" y="135795"/>
                  <a:pt x="607639" y="303317"/>
                </a:cubicBezTo>
                <a:cubicBezTo>
                  <a:pt x="607639" y="470839"/>
                  <a:pt x="471550" y="606722"/>
                  <a:pt x="303775" y="606722"/>
                </a:cubicBezTo>
                <a:cubicBezTo>
                  <a:pt x="136000" y="606722"/>
                  <a:pt x="0" y="470839"/>
                  <a:pt x="0" y="303317"/>
                </a:cubicBezTo>
                <a:cubicBezTo>
                  <a:pt x="0" y="135795"/>
                  <a:pt x="136000" y="0"/>
                  <a:pt x="3037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nvGrpSpPr>
          <p:cNvPr id="18" name="群組 17"/>
          <p:cNvGrpSpPr/>
          <p:nvPr/>
        </p:nvGrpSpPr>
        <p:grpSpPr>
          <a:xfrm>
            <a:off x="1149071" y="1692508"/>
            <a:ext cx="1915064" cy="2574663"/>
            <a:chOff x="6245690" y="1094718"/>
            <a:chExt cx="1915064" cy="1657255"/>
          </a:xfrm>
        </p:grpSpPr>
        <p:sp>
          <p:nvSpPr>
            <p:cNvPr id="19" name="圓角矩形 18"/>
            <p:cNvSpPr/>
            <p:nvPr/>
          </p:nvSpPr>
          <p:spPr>
            <a:xfrm>
              <a:off x="6245690" y="1094718"/>
              <a:ext cx="1915064" cy="1657255"/>
            </a:xfrm>
            <a:prstGeom prst="roundRect">
              <a:avLst>
                <a:gd name="adj" fmla="val 5914"/>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sz="1400" dirty="0" smtClean="0">
                  <a:solidFill>
                    <a:schemeClr val="tx1"/>
                  </a:solidFill>
                </a:rPr>
                <a:t>Daily Report</a:t>
              </a:r>
              <a:endParaRPr lang="zh-TW" altLang="en-US" sz="1400" dirty="0">
                <a:solidFill>
                  <a:schemeClr val="tx1"/>
                </a:solidFill>
              </a:endParaRPr>
            </a:p>
          </p:txBody>
        </p:sp>
        <p:sp>
          <p:nvSpPr>
            <p:cNvPr id="20" name="圓角矩形 19"/>
            <p:cNvSpPr/>
            <p:nvPr/>
          </p:nvSpPr>
          <p:spPr>
            <a:xfrm>
              <a:off x="6353437" y="1442410"/>
              <a:ext cx="1692000" cy="231724"/>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smtClean="0"/>
                <a:t>Absentee Detail List</a:t>
              </a:r>
              <a:endParaRPr lang="zh-TW" altLang="en-US" sz="1200" dirty="0"/>
            </a:p>
          </p:txBody>
        </p:sp>
        <p:sp>
          <p:nvSpPr>
            <p:cNvPr id="21" name="圓角矩形 20"/>
            <p:cNvSpPr/>
            <p:nvPr/>
          </p:nvSpPr>
          <p:spPr>
            <a:xfrm>
              <a:off x="6353437" y="1752960"/>
              <a:ext cx="1690778" cy="231724"/>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a:t>Card Record Data</a:t>
              </a:r>
              <a:endParaRPr lang="zh-TW" altLang="en-US" sz="1200" dirty="0"/>
            </a:p>
          </p:txBody>
        </p:sp>
        <p:sp>
          <p:nvSpPr>
            <p:cNvPr id="22" name="圓角矩形 21"/>
            <p:cNvSpPr/>
            <p:nvPr/>
          </p:nvSpPr>
          <p:spPr>
            <a:xfrm>
              <a:off x="6349207" y="2372138"/>
              <a:ext cx="1690778" cy="231724"/>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200" dirty="0" smtClean="0"/>
                <a:t>Site</a:t>
              </a:r>
              <a:r>
                <a:rPr lang="en-US" altLang="zh-TW" sz="1200" dirty="0" smtClean="0"/>
                <a:t> </a:t>
              </a:r>
              <a:r>
                <a:rPr lang="en-US" altLang="zh-TW" sz="1200" dirty="0"/>
                <a:t>Attendance</a:t>
              </a:r>
              <a:endParaRPr lang="zh-TW" altLang="en-US" sz="1200" dirty="0"/>
            </a:p>
          </p:txBody>
        </p:sp>
        <p:sp>
          <p:nvSpPr>
            <p:cNvPr id="23" name="圓角矩形 22"/>
            <p:cNvSpPr/>
            <p:nvPr/>
          </p:nvSpPr>
          <p:spPr>
            <a:xfrm>
              <a:off x="6349207" y="2057521"/>
              <a:ext cx="1690778" cy="231724"/>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a:t>OT Detail List</a:t>
              </a:r>
              <a:endParaRPr lang="zh-TW" altLang="en-US" sz="1200" dirty="0"/>
            </a:p>
          </p:txBody>
        </p:sp>
      </p:grpSp>
      <p:grpSp>
        <p:nvGrpSpPr>
          <p:cNvPr id="24" name="群組 23"/>
          <p:cNvGrpSpPr/>
          <p:nvPr/>
        </p:nvGrpSpPr>
        <p:grpSpPr>
          <a:xfrm>
            <a:off x="9002628" y="1701135"/>
            <a:ext cx="2318597" cy="1888744"/>
            <a:chOff x="9055334" y="3402277"/>
            <a:chExt cx="2318597" cy="1928781"/>
          </a:xfrm>
        </p:grpSpPr>
        <p:sp>
          <p:nvSpPr>
            <p:cNvPr id="25" name="圓角矩形 24"/>
            <p:cNvSpPr/>
            <p:nvPr/>
          </p:nvSpPr>
          <p:spPr>
            <a:xfrm>
              <a:off x="9055334" y="3402277"/>
              <a:ext cx="2318597" cy="1928781"/>
            </a:xfrm>
            <a:prstGeom prst="roundRect">
              <a:avLst>
                <a:gd name="adj" fmla="val 5914"/>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en-US" altLang="zh-CN" sz="1400" dirty="0">
                  <a:solidFill>
                    <a:schemeClr val="tx1">
                      <a:lumMod val="85000"/>
                      <a:lumOff val="15000"/>
                    </a:schemeClr>
                  </a:solidFill>
                  <a:cs typeface="+mn-ea"/>
                  <a:sym typeface="+mn-lt"/>
                </a:rPr>
                <a:t>Monthly Paydays Report</a:t>
              </a:r>
            </a:p>
          </p:txBody>
        </p:sp>
        <p:sp>
          <p:nvSpPr>
            <p:cNvPr id="26" name="圓角矩形 25"/>
            <p:cNvSpPr/>
            <p:nvPr/>
          </p:nvSpPr>
          <p:spPr>
            <a:xfrm>
              <a:off x="9203037" y="4015558"/>
              <a:ext cx="2047051" cy="424483"/>
            </a:xfrm>
            <a:prstGeom prst="roundRect">
              <a:avLst/>
            </a:prstGeom>
            <a:solidFill>
              <a:schemeClr val="bg1"/>
            </a:solidFill>
            <a:ln>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RL Paydays Report</a:t>
              </a:r>
              <a:endParaRPr lang="zh-TW" altLang="en-US" sz="1200" dirty="0"/>
            </a:p>
          </p:txBody>
        </p:sp>
        <p:sp>
          <p:nvSpPr>
            <p:cNvPr id="27" name="圓角矩形 26"/>
            <p:cNvSpPr/>
            <p:nvPr/>
          </p:nvSpPr>
          <p:spPr>
            <a:xfrm>
              <a:off x="9207070" y="4586121"/>
              <a:ext cx="2047051" cy="431882"/>
            </a:xfrm>
            <a:prstGeom prst="roundRect">
              <a:avLst/>
            </a:prstGeom>
            <a:solidFill>
              <a:schemeClr val="bg1"/>
            </a:solidFill>
            <a:ln>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CL </a:t>
              </a:r>
              <a:r>
                <a:rPr lang="en-US" altLang="zh-TW" sz="1200" dirty="0"/>
                <a:t>Paydays Report</a:t>
              </a:r>
              <a:endParaRPr lang="zh-TW" altLang="en-US" sz="1200" dirty="0"/>
            </a:p>
          </p:txBody>
        </p:sp>
      </p:grpSp>
      <p:grpSp>
        <p:nvGrpSpPr>
          <p:cNvPr id="28" name="群組 27"/>
          <p:cNvGrpSpPr/>
          <p:nvPr/>
        </p:nvGrpSpPr>
        <p:grpSpPr>
          <a:xfrm>
            <a:off x="3293833" y="1692508"/>
            <a:ext cx="2656574" cy="4392466"/>
            <a:chOff x="3322414" y="1661121"/>
            <a:chExt cx="2656574" cy="4392466"/>
          </a:xfrm>
        </p:grpSpPr>
        <p:grpSp>
          <p:nvGrpSpPr>
            <p:cNvPr id="29" name="群組 28"/>
            <p:cNvGrpSpPr/>
            <p:nvPr/>
          </p:nvGrpSpPr>
          <p:grpSpPr>
            <a:xfrm>
              <a:off x="3322414" y="1661121"/>
              <a:ext cx="2656574" cy="4392466"/>
              <a:chOff x="6245689" y="1094718"/>
              <a:chExt cx="2416793" cy="1657255"/>
            </a:xfrm>
          </p:grpSpPr>
          <p:sp>
            <p:nvSpPr>
              <p:cNvPr id="34" name="圓角矩形 33"/>
              <p:cNvSpPr/>
              <p:nvPr/>
            </p:nvSpPr>
            <p:spPr>
              <a:xfrm>
                <a:off x="6245689" y="1094718"/>
                <a:ext cx="2416793" cy="1657255"/>
              </a:xfrm>
              <a:prstGeom prst="roundRect">
                <a:avLst>
                  <a:gd name="adj" fmla="val 5914"/>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sz="1400" dirty="0" smtClean="0">
                    <a:solidFill>
                      <a:schemeClr val="tx1"/>
                    </a:solidFill>
                  </a:rPr>
                  <a:t>Period Report</a:t>
                </a:r>
                <a:endParaRPr lang="zh-TW" altLang="en-US" sz="1400" dirty="0">
                  <a:solidFill>
                    <a:schemeClr val="tx1"/>
                  </a:solidFill>
                </a:endParaRPr>
              </a:p>
            </p:txBody>
          </p:sp>
          <p:sp>
            <p:nvSpPr>
              <p:cNvPr id="35" name="圓角矩形 34"/>
              <p:cNvSpPr/>
              <p:nvPr/>
            </p:nvSpPr>
            <p:spPr>
              <a:xfrm>
                <a:off x="6449120" y="1300930"/>
                <a:ext cx="2063291" cy="135826"/>
              </a:xfrm>
              <a:prstGeom prst="roundRect">
                <a:avLst/>
              </a:prstGeom>
              <a:solidFill>
                <a:schemeClr val="bg1"/>
              </a:solidFill>
              <a:ln>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Absentee Detail List</a:t>
                </a:r>
                <a:endParaRPr lang="zh-TW" altLang="en-US" sz="1200" dirty="0"/>
              </a:p>
            </p:txBody>
          </p:sp>
          <p:sp>
            <p:nvSpPr>
              <p:cNvPr id="36" name="圓角矩形 35"/>
              <p:cNvSpPr/>
              <p:nvPr/>
            </p:nvSpPr>
            <p:spPr>
              <a:xfrm>
                <a:off x="6442109" y="1473242"/>
                <a:ext cx="2063291" cy="135826"/>
              </a:xfrm>
              <a:prstGeom prst="roundRect">
                <a:avLst/>
              </a:prstGeom>
              <a:solidFill>
                <a:schemeClr val="bg1"/>
              </a:solidFill>
              <a:ln>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Clock </a:t>
                </a:r>
                <a:r>
                  <a:rPr lang="en-US" altLang="zh-TW" sz="1200" dirty="0"/>
                  <a:t>Record Data</a:t>
                </a:r>
                <a:endParaRPr lang="zh-TW" altLang="en-US" sz="1200" dirty="0"/>
              </a:p>
            </p:txBody>
          </p:sp>
          <p:sp>
            <p:nvSpPr>
              <p:cNvPr id="37" name="圓角矩形 36"/>
              <p:cNvSpPr/>
              <p:nvPr/>
            </p:nvSpPr>
            <p:spPr>
              <a:xfrm>
                <a:off x="6429145" y="1810586"/>
                <a:ext cx="2063292" cy="135826"/>
              </a:xfrm>
              <a:prstGeom prst="roundRect">
                <a:avLst/>
              </a:prstGeom>
              <a:solidFill>
                <a:schemeClr val="bg1"/>
              </a:solidFill>
              <a:ln>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Department Card Location</a:t>
                </a:r>
                <a:endParaRPr lang="zh-TW" altLang="en-US" sz="1200" dirty="0"/>
              </a:p>
            </p:txBody>
          </p:sp>
          <p:sp>
            <p:nvSpPr>
              <p:cNvPr id="38" name="圓角矩形 37"/>
              <p:cNvSpPr/>
              <p:nvPr/>
            </p:nvSpPr>
            <p:spPr>
              <a:xfrm>
                <a:off x="6449119" y="1641004"/>
                <a:ext cx="2063291" cy="135826"/>
              </a:xfrm>
              <a:prstGeom prst="roundRect">
                <a:avLst/>
              </a:prstGeom>
              <a:solidFill>
                <a:schemeClr val="bg1"/>
              </a:solidFill>
              <a:ln>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Vacation OT Report</a:t>
                </a:r>
                <a:endParaRPr lang="zh-TW" altLang="en-US" sz="1200" dirty="0"/>
              </a:p>
            </p:txBody>
          </p:sp>
        </p:grpSp>
        <p:sp>
          <p:nvSpPr>
            <p:cNvPr id="30" name="圓角矩形 29"/>
            <p:cNvSpPr/>
            <p:nvPr/>
          </p:nvSpPr>
          <p:spPr>
            <a:xfrm>
              <a:off x="3536043" y="4014044"/>
              <a:ext cx="2268000" cy="360000"/>
            </a:xfrm>
            <a:prstGeom prst="roundRect">
              <a:avLst/>
            </a:prstGeom>
            <a:solidFill>
              <a:schemeClr val="bg1"/>
            </a:solidFill>
            <a:ln>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Department Shift Type</a:t>
              </a:r>
              <a:endParaRPr lang="zh-TW" altLang="en-US" sz="1200" dirty="0"/>
            </a:p>
          </p:txBody>
        </p:sp>
        <p:sp>
          <p:nvSpPr>
            <p:cNvPr id="31" name="圓角矩形 30"/>
            <p:cNvSpPr/>
            <p:nvPr/>
          </p:nvSpPr>
          <p:spPr>
            <a:xfrm>
              <a:off x="3524073" y="4478222"/>
              <a:ext cx="2268000" cy="360000"/>
            </a:xfrm>
            <a:prstGeom prst="roundRect">
              <a:avLst/>
            </a:prstGeom>
            <a:solidFill>
              <a:schemeClr val="bg1"/>
            </a:solidFill>
            <a:ln>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Clock-out more than 30</a:t>
              </a:r>
              <a:endParaRPr lang="zh-TW" altLang="en-US" sz="1200" dirty="0"/>
            </a:p>
          </p:txBody>
        </p:sp>
        <p:sp>
          <p:nvSpPr>
            <p:cNvPr id="32" name="圓角矩形 31"/>
            <p:cNvSpPr/>
            <p:nvPr/>
          </p:nvSpPr>
          <p:spPr>
            <a:xfrm>
              <a:off x="3536043" y="4942163"/>
              <a:ext cx="2268000" cy="360000"/>
            </a:xfrm>
            <a:prstGeom prst="roundRect">
              <a:avLst/>
            </a:prstGeom>
            <a:solidFill>
              <a:schemeClr val="bg1"/>
            </a:solidFill>
            <a:ln>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Department Attendance detail</a:t>
              </a:r>
              <a:endParaRPr lang="zh-TW" altLang="en-US" sz="1200" dirty="0"/>
            </a:p>
          </p:txBody>
        </p:sp>
        <p:sp>
          <p:nvSpPr>
            <p:cNvPr id="33" name="圓角矩形 32"/>
            <p:cNvSpPr/>
            <p:nvPr/>
          </p:nvSpPr>
          <p:spPr>
            <a:xfrm>
              <a:off x="3538322" y="5417565"/>
              <a:ext cx="2268000" cy="360000"/>
            </a:xfrm>
            <a:prstGeom prst="roundRect">
              <a:avLst/>
            </a:prstGeom>
            <a:solidFill>
              <a:schemeClr val="bg1"/>
            </a:solidFill>
            <a:ln>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Unfinished process report</a:t>
              </a:r>
              <a:endParaRPr lang="zh-TW" altLang="en-US" sz="1200" dirty="0"/>
            </a:p>
          </p:txBody>
        </p:sp>
      </p:grpSp>
      <p:grpSp>
        <p:nvGrpSpPr>
          <p:cNvPr id="39" name="群組 38"/>
          <p:cNvGrpSpPr/>
          <p:nvPr/>
        </p:nvGrpSpPr>
        <p:grpSpPr>
          <a:xfrm>
            <a:off x="6205306" y="1692508"/>
            <a:ext cx="2548883" cy="3415654"/>
            <a:chOff x="6268309" y="1915404"/>
            <a:chExt cx="2548883" cy="3415654"/>
          </a:xfrm>
        </p:grpSpPr>
        <p:sp>
          <p:nvSpPr>
            <p:cNvPr id="40" name="圓角矩形 39"/>
            <p:cNvSpPr/>
            <p:nvPr/>
          </p:nvSpPr>
          <p:spPr>
            <a:xfrm>
              <a:off x="6268309" y="1915404"/>
              <a:ext cx="2548883" cy="3415654"/>
            </a:xfrm>
            <a:prstGeom prst="roundRect">
              <a:avLst>
                <a:gd name="adj" fmla="val 5914"/>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sz="1400" dirty="0" smtClean="0">
                  <a:solidFill>
                    <a:schemeClr val="tx1"/>
                  </a:solidFill>
                </a:rPr>
                <a:t>Monthly Report</a:t>
              </a:r>
              <a:endParaRPr lang="zh-TW" altLang="en-US" sz="1400" dirty="0">
                <a:solidFill>
                  <a:schemeClr val="tx1"/>
                </a:solidFill>
              </a:endParaRPr>
            </a:p>
          </p:txBody>
        </p:sp>
        <p:sp>
          <p:nvSpPr>
            <p:cNvPr id="41" name="圓角矩形 40"/>
            <p:cNvSpPr/>
            <p:nvPr/>
          </p:nvSpPr>
          <p:spPr>
            <a:xfrm>
              <a:off x="6408749" y="2470431"/>
              <a:ext cx="2268001" cy="360239"/>
            </a:xfrm>
            <a:prstGeom prst="roundRect">
              <a:avLst/>
            </a:prstGeom>
            <a:solidFill>
              <a:schemeClr val="bg1"/>
            </a:solidFill>
            <a:ln>
              <a:solidFill>
                <a:srgbClr val="00B0F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OT Detail List</a:t>
              </a:r>
              <a:endParaRPr lang="zh-TW" altLang="en-US" sz="1200" dirty="0"/>
            </a:p>
          </p:txBody>
        </p:sp>
        <p:sp>
          <p:nvSpPr>
            <p:cNvPr id="42" name="圓角矩形 41"/>
            <p:cNvSpPr/>
            <p:nvPr/>
          </p:nvSpPr>
          <p:spPr>
            <a:xfrm>
              <a:off x="6427341" y="2943052"/>
              <a:ext cx="2268000" cy="360239"/>
            </a:xfrm>
            <a:prstGeom prst="roundRect">
              <a:avLst/>
            </a:prstGeom>
            <a:solidFill>
              <a:schemeClr val="bg1"/>
            </a:solidFill>
            <a:ln>
              <a:solidFill>
                <a:srgbClr val="00B0F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OT Statistics</a:t>
              </a:r>
              <a:endParaRPr lang="zh-TW" altLang="en-US" sz="1200" dirty="0"/>
            </a:p>
          </p:txBody>
        </p:sp>
        <p:sp>
          <p:nvSpPr>
            <p:cNvPr id="43" name="圓角矩形 42"/>
            <p:cNvSpPr/>
            <p:nvPr/>
          </p:nvSpPr>
          <p:spPr>
            <a:xfrm>
              <a:off x="6427341" y="3871045"/>
              <a:ext cx="2268000" cy="360239"/>
            </a:xfrm>
            <a:prstGeom prst="roundRect">
              <a:avLst/>
            </a:prstGeom>
            <a:solidFill>
              <a:schemeClr val="bg1"/>
            </a:solidFill>
            <a:ln>
              <a:solidFill>
                <a:srgbClr val="00B0F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C</a:t>
              </a:r>
              <a:r>
                <a:rPr lang="en-US" altLang="zh-CN" sz="1200" dirty="0" smtClean="0"/>
                <a:t>ard Record Weekends</a:t>
              </a:r>
              <a:endParaRPr lang="zh-TW" altLang="en-US" sz="1200" dirty="0"/>
            </a:p>
          </p:txBody>
        </p:sp>
        <p:sp>
          <p:nvSpPr>
            <p:cNvPr id="44" name="圓角矩形 43"/>
            <p:cNvSpPr/>
            <p:nvPr/>
          </p:nvSpPr>
          <p:spPr>
            <a:xfrm>
              <a:off x="6408750" y="3411973"/>
              <a:ext cx="2268000" cy="360239"/>
            </a:xfrm>
            <a:prstGeom prst="roundRect">
              <a:avLst/>
            </a:prstGeom>
            <a:solidFill>
              <a:schemeClr val="bg1"/>
            </a:solidFill>
            <a:ln>
              <a:solidFill>
                <a:srgbClr val="00B0F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Attendance Record</a:t>
              </a:r>
              <a:endParaRPr lang="zh-TW" altLang="en-US" sz="1200" dirty="0"/>
            </a:p>
          </p:txBody>
        </p:sp>
        <p:sp>
          <p:nvSpPr>
            <p:cNvPr id="45" name="圓角矩形 44"/>
            <p:cNvSpPr/>
            <p:nvPr/>
          </p:nvSpPr>
          <p:spPr>
            <a:xfrm>
              <a:off x="6427341" y="4802062"/>
              <a:ext cx="2268000" cy="360240"/>
            </a:xfrm>
            <a:prstGeom prst="roundRect">
              <a:avLst/>
            </a:prstGeom>
            <a:solidFill>
              <a:schemeClr val="bg1"/>
            </a:solidFill>
            <a:ln>
              <a:solidFill>
                <a:srgbClr val="00B0F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Card Record Leave Day</a:t>
              </a:r>
              <a:endParaRPr lang="zh-TW" altLang="en-US" sz="1200" dirty="0"/>
            </a:p>
          </p:txBody>
        </p:sp>
        <p:sp>
          <p:nvSpPr>
            <p:cNvPr id="46" name="圓角矩形 45"/>
            <p:cNvSpPr/>
            <p:nvPr/>
          </p:nvSpPr>
          <p:spPr>
            <a:xfrm>
              <a:off x="6427341" y="4348591"/>
              <a:ext cx="2268000" cy="360240"/>
            </a:xfrm>
            <a:prstGeom prst="roundRect">
              <a:avLst/>
            </a:prstGeom>
            <a:solidFill>
              <a:schemeClr val="bg1"/>
            </a:solidFill>
            <a:ln>
              <a:solidFill>
                <a:srgbClr val="00B0F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sz="1200" dirty="0" smtClean="0"/>
                <a:t>Department Clock Record</a:t>
              </a:r>
              <a:endParaRPr lang="zh-TW" altLang="en-US" sz="1200" dirty="0"/>
            </a:p>
          </p:txBody>
        </p:sp>
      </p:grpSp>
      <p:sp>
        <p:nvSpPr>
          <p:cNvPr id="47" name="文字方塊 46"/>
          <p:cNvSpPr txBox="1"/>
          <p:nvPr/>
        </p:nvSpPr>
        <p:spPr>
          <a:xfrm>
            <a:off x="6205306" y="5534767"/>
            <a:ext cx="5355084" cy="738664"/>
          </a:xfrm>
          <a:prstGeom prst="rect">
            <a:avLst/>
          </a:prstGeom>
          <a:noFill/>
        </p:spPr>
        <p:txBody>
          <a:bodyPr wrap="square" rtlCol="0">
            <a:spAutoFit/>
          </a:bodyPr>
          <a:lstStyle/>
          <a:p>
            <a:r>
              <a:rPr lang="en-US" altLang="zh-TW" sz="1400" dirty="0">
                <a:solidFill>
                  <a:schemeClr val="accent6"/>
                </a:solidFill>
              </a:rPr>
              <a:t>A variety of reports can meet the needs of exporting data with different control permissions and requirements</a:t>
            </a:r>
            <a:r>
              <a:rPr lang="en-US" altLang="zh-TW" sz="1400" dirty="0" smtClean="0">
                <a:solidFill>
                  <a:schemeClr val="accent6"/>
                </a:solidFill>
              </a:rPr>
              <a:t>.</a:t>
            </a:r>
          </a:p>
          <a:p>
            <a:r>
              <a:rPr lang="en-US" altLang="zh-TW" sz="1400" dirty="0" smtClean="0">
                <a:solidFill>
                  <a:schemeClr val="accent6"/>
                </a:solidFill>
              </a:rPr>
              <a:t> </a:t>
            </a:r>
            <a:r>
              <a:rPr lang="en-US" altLang="zh-TW" sz="1400" dirty="0">
                <a:solidFill>
                  <a:schemeClr val="accent6"/>
                </a:solidFill>
              </a:rPr>
              <a:t>We will take the daily report as an example to explain it briefly. </a:t>
            </a:r>
            <a:endParaRPr lang="zh-TW" altLang="en-US" sz="1400" dirty="0">
              <a:solidFill>
                <a:schemeClr val="accent6"/>
              </a:solidFill>
            </a:endParaRPr>
          </a:p>
        </p:txBody>
      </p:sp>
    </p:spTree>
    <p:extLst>
      <p:ext uri="{BB962C8B-B14F-4D97-AF65-F5344CB8AC3E}">
        <p14:creationId xmlns:p14="http://schemas.microsoft.com/office/powerpoint/2010/main" val="14507911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Report </a:t>
            </a:r>
            <a:r>
              <a:rPr lang="en-US" altLang="zh-TW" dirty="0" smtClean="0"/>
              <a:t>Filters</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63</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pic>
        <p:nvPicPr>
          <p:cNvPr id="6" name="圖片 5"/>
          <p:cNvPicPr>
            <a:picLocks noChangeAspect="1"/>
          </p:cNvPicPr>
          <p:nvPr/>
        </p:nvPicPr>
        <p:blipFill>
          <a:blip r:embed="rId2"/>
          <a:stretch>
            <a:fillRect/>
          </a:stretch>
        </p:blipFill>
        <p:spPr>
          <a:xfrm>
            <a:off x="672858" y="3607217"/>
            <a:ext cx="5572125" cy="2562225"/>
          </a:xfrm>
          <a:prstGeom prst="rect">
            <a:avLst/>
          </a:prstGeom>
        </p:spPr>
      </p:pic>
      <p:sp>
        <p:nvSpPr>
          <p:cNvPr id="7" name="文字方塊 6"/>
          <p:cNvSpPr txBox="1"/>
          <p:nvPr/>
        </p:nvSpPr>
        <p:spPr>
          <a:xfrm>
            <a:off x="620743" y="873037"/>
            <a:ext cx="7527895" cy="338554"/>
          </a:xfrm>
          <a:prstGeom prst="rect">
            <a:avLst/>
          </a:prstGeom>
          <a:noFill/>
        </p:spPr>
        <p:txBody>
          <a:bodyPr wrap="none" rtlCol="0">
            <a:spAutoFit/>
          </a:bodyPr>
          <a:lstStyle/>
          <a:p>
            <a:r>
              <a:rPr lang="en-US" altLang="zh-TW" sz="1600" dirty="0">
                <a:solidFill>
                  <a:schemeClr val="bg1"/>
                </a:solidFill>
              </a:rPr>
              <a:t>All </a:t>
            </a:r>
            <a:r>
              <a:rPr lang="en-US" altLang="zh-TW" sz="1600" dirty="0" smtClean="0">
                <a:solidFill>
                  <a:schemeClr val="bg1"/>
                </a:solidFill>
              </a:rPr>
              <a:t>Report export use </a:t>
            </a:r>
            <a:r>
              <a:rPr lang="en-US" altLang="zh-TW" sz="1600" dirty="0">
                <a:solidFill>
                  <a:schemeClr val="bg1"/>
                </a:solidFill>
              </a:rPr>
              <a:t>the same method, which will not be discussed in detail later.</a:t>
            </a:r>
          </a:p>
        </p:txBody>
      </p:sp>
      <p:grpSp>
        <p:nvGrpSpPr>
          <p:cNvPr id="8" name="群組 7"/>
          <p:cNvGrpSpPr/>
          <p:nvPr/>
        </p:nvGrpSpPr>
        <p:grpSpPr>
          <a:xfrm>
            <a:off x="629726" y="1402044"/>
            <a:ext cx="6685473" cy="548270"/>
            <a:chOff x="1725283" y="2439946"/>
            <a:chExt cx="6685473" cy="548270"/>
          </a:xfrm>
        </p:grpSpPr>
        <p:sp>
          <p:nvSpPr>
            <p:cNvPr id="9" name="圓角矩形 8"/>
            <p:cNvSpPr/>
            <p:nvPr/>
          </p:nvSpPr>
          <p:spPr>
            <a:xfrm>
              <a:off x="1725283" y="2439946"/>
              <a:ext cx="6685473" cy="337760"/>
            </a:xfrm>
            <a:prstGeom prst="roundRect">
              <a:avLst>
                <a:gd name="adj" fmla="val 50000"/>
              </a:avLst>
            </a:prstGeom>
            <a:solidFill>
              <a:schemeClr val="accent3">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1768415" y="2472020"/>
              <a:ext cx="267420" cy="267420"/>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1</a:t>
              </a:r>
              <a:endParaRPr lang="zh-TW" altLang="en-US" dirty="0"/>
            </a:p>
          </p:txBody>
        </p:sp>
        <p:sp>
          <p:nvSpPr>
            <p:cNvPr id="11" name="文字方塊 10"/>
            <p:cNvSpPr txBox="1"/>
            <p:nvPr/>
          </p:nvSpPr>
          <p:spPr>
            <a:xfrm>
              <a:off x="2096219" y="2464996"/>
              <a:ext cx="6084807" cy="523220"/>
            </a:xfrm>
            <a:prstGeom prst="rect">
              <a:avLst/>
            </a:prstGeom>
            <a:noFill/>
          </p:spPr>
          <p:txBody>
            <a:bodyPr wrap="none" rtlCol="0">
              <a:spAutoFit/>
            </a:bodyPr>
            <a:lstStyle/>
            <a:p>
              <a:r>
                <a:rPr lang="en-US" altLang="zh-CN" sz="1400" dirty="0" smtClean="0">
                  <a:solidFill>
                    <a:schemeClr val="accent1"/>
                  </a:solidFill>
                </a:rPr>
                <a:t>Click the “Dept</a:t>
              </a:r>
              <a:r>
                <a:rPr lang="en-US" altLang="zh-CN" sz="1400" dirty="0">
                  <a:solidFill>
                    <a:schemeClr val="accent1"/>
                  </a:solidFill>
                </a:rPr>
                <a:t>” button or You can also input Dept Code in “Org Unit Code”</a:t>
              </a:r>
              <a:endParaRPr lang="zh-TW" altLang="en-US" sz="1400" dirty="0">
                <a:solidFill>
                  <a:schemeClr val="accent1"/>
                </a:solidFill>
              </a:endParaRPr>
            </a:p>
            <a:p>
              <a:endParaRPr lang="zh-TW" altLang="en-US" sz="1400" dirty="0">
                <a:solidFill>
                  <a:schemeClr val="accent1"/>
                </a:solidFill>
              </a:endParaRPr>
            </a:p>
          </p:txBody>
        </p:sp>
      </p:grpSp>
      <p:grpSp>
        <p:nvGrpSpPr>
          <p:cNvPr id="12" name="群組 11"/>
          <p:cNvGrpSpPr/>
          <p:nvPr/>
        </p:nvGrpSpPr>
        <p:grpSpPr>
          <a:xfrm>
            <a:off x="629726" y="3080529"/>
            <a:ext cx="4372578" cy="337760"/>
            <a:chOff x="1725283" y="2439946"/>
            <a:chExt cx="4097560" cy="337760"/>
          </a:xfrm>
        </p:grpSpPr>
        <p:sp>
          <p:nvSpPr>
            <p:cNvPr id="13" name="圓角矩形 12"/>
            <p:cNvSpPr/>
            <p:nvPr/>
          </p:nvSpPr>
          <p:spPr>
            <a:xfrm>
              <a:off x="1725283" y="2439946"/>
              <a:ext cx="4097560" cy="337760"/>
            </a:xfrm>
            <a:prstGeom prst="roundRect">
              <a:avLst>
                <a:gd name="adj" fmla="val 50000"/>
              </a:avLst>
            </a:prstGeom>
            <a:solidFill>
              <a:schemeClr val="accent3">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1768415" y="2472020"/>
              <a:ext cx="267420" cy="267420"/>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3</a:t>
              </a:r>
              <a:endParaRPr lang="zh-TW" altLang="en-US" dirty="0"/>
            </a:p>
          </p:txBody>
        </p:sp>
        <p:sp>
          <p:nvSpPr>
            <p:cNvPr id="15" name="文字方塊 14"/>
            <p:cNvSpPr txBox="1"/>
            <p:nvPr/>
          </p:nvSpPr>
          <p:spPr>
            <a:xfrm>
              <a:off x="2096219" y="2464996"/>
              <a:ext cx="3546948" cy="307777"/>
            </a:xfrm>
            <a:prstGeom prst="rect">
              <a:avLst/>
            </a:prstGeom>
            <a:noFill/>
          </p:spPr>
          <p:txBody>
            <a:bodyPr wrap="none" rtlCol="0">
              <a:spAutoFit/>
            </a:bodyPr>
            <a:lstStyle/>
            <a:p>
              <a:r>
                <a:rPr lang="en-US" altLang="zh-CN" sz="1400" dirty="0" smtClean="0">
                  <a:solidFill>
                    <a:schemeClr val="accent1"/>
                  </a:solidFill>
                </a:rPr>
                <a:t>Choose the </a:t>
              </a:r>
              <a:r>
                <a:rPr lang="en-US" altLang="zh-CN" sz="1400" dirty="0">
                  <a:solidFill>
                    <a:schemeClr val="accent1"/>
                  </a:solidFill>
                </a:rPr>
                <a:t>d</a:t>
              </a:r>
              <a:r>
                <a:rPr lang="en-US" altLang="zh-CN" sz="1400" dirty="0" smtClean="0">
                  <a:solidFill>
                    <a:schemeClr val="accent1"/>
                  </a:solidFill>
                </a:rPr>
                <a:t>ate range, and click the “Export”</a:t>
              </a:r>
              <a:endParaRPr lang="zh-TW" altLang="en-US" sz="1400" dirty="0">
                <a:solidFill>
                  <a:schemeClr val="accent1"/>
                </a:solidFill>
              </a:endParaRPr>
            </a:p>
          </p:txBody>
        </p:sp>
      </p:grpSp>
      <p:grpSp>
        <p:nvGrpSpPr>
          <p:cNvPr id="16" name="群組 15"/>
          <p:cNvGrpSpPr/>
          <p:nvPr/>
        </p:nvGrpSpPr>
        <p:grpSpPr>
          <a:xfrm>
            <a:off x="7731660" y="3080529"/>
            <a:ext cx="4200364" cy="337760"/>
            <a:chOff x="1725284" y="2439946"/>
            <a:chExt cx="5337764" cy="337760"/>
          </a:xfrm>
        </p:grpSpPr>
        <p:sp>
          <p:nvSpPr>
            <p:cNvPr id="17" name="圓角矩形 16"/>
            <p:cNvSpPr/>
            <p:nvPr/>
          </p:nvSpPr>
          <p:spPr>
            <a:xfrm>
              <a:off x="1725284" y="2439946"/>
              <a:ext cx="5337764" cy="337760"/>
            </a:xfrm>
            <a:prstGeom prst="roundRect">
              <a:avLst>
                <a:gd name="adj" fmla="val 50000"/>
              </a:avLst>
            </a:prstGeom>
            <a:solidFill>
              <a:schemeClr val="accent3">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橢圓 17"/>
            <p:cNvSpPr/>
            <p:nvPr/>
          </p:nvSpPr>
          <p:spPr>
            <a:xfrm>
              <a:off x="1768414" y="2472020"/>
              <a:ext cx="387390" cy="267420"/>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4</a:t>
              </a:r>
              <a:endParaRPr lang="zh-TW" altLang="en-US" dirty="0"/>
            </a:p>
          </p:txBody>
        </p:sp>
        <p:sp>
          <p:nvSpPr>
            <p:cNvPr id="19" name="文字方塊 18"/>
            <p:cNvSpPr txBox="1"/>
            <p:nvPr/>
          </p:nvSpPr>
          <p:spPr>
            <a:xfrm>
              <a:off x="2096219" y="2464996"/>
              <a:ext cx="3776996" cy="307777"/>
            </a:xfrm>
            <a:prstGeom prst="rect">
              <a:avLst/>
            </a:prstGeom>
            <a:noFill/>
          </p:spPr>
          <p:txBody>
            <a:bodyPr wrap="none" rtlCol="0">
              <a:spAutoFit/>
            </a:bodyPr>
            <a:lstStyle/>
            <a:p>
              <a:r>
                <a:rPr lang="en-US" altLang="zh-CN" sz="1400" dirty="0" smtClean="0">
                  <a:solidFill>
                    <a:schemeClr val="accent1"/>
                  </a:solidFill>
                </a:rPr>
                <a:t>Click the “Attachment” to download the excel.</a:t>
              </a:r>
              <a:endParaRPr lang="en-US" altLang="zh-CN" sz="1400" dirty="0">
                <a:solidFill>
                  <a:schemeClr val="accent1"/>
                </a:solidFill>
              </a:endParaRPr>
            </a:p>
          </p:txBody>
        </p:sp>
      </p:grpSp>
      <p:pic>
        <p:nvPicPr>
          <p:cNvPr id="20" name="圖片 19"/>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94112" y="1804070"/>
            <a:ext cx="2390775" cy="996156"/>
          </a:xfrm>
          <a:prstGeom prst="rect">
            <a:avLst/>
          </a:prstGeom>
        </p:spPr>
      </p:pic>
      <p:pic>
        <p:nvPicPr>
          <p:cNvPr id="21" name="圖片 20"/>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356997" y="1773234"/>
            <a:ext cx="2390775" cy="996156"/>
          </a:xfrm>
          <a:prstGeom prst="rect">
            <a:avLst/>
          </a:prstGeom>
        </p:spPr>
      </p:pic>
      <p:pic>
        <p:nvPicPr>
          <p:cNvPr id="22" name="圖片 21"/>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919502" y="1804069"/>
            <a:ext cx="2390775" cy="996156"/>
          </a:xfrm>
          <a:prstGeom prst="rect">
            <a:avLst/>
          </a:prstGeom>
        </p:spPr>
      </p:pic>
      <p:sp>
        <p:nvSpPr>
          <p:cNvPr id="23" name="圓角矩形 22"/>
          <p:cNvSpPr/>
          <p:nvPr/>
        </p:nvSpPr>
        <p:spPr>
          <a:xfrm>
            <a:off x="775834" y="1826425"/>
            <a:ext cx="695519" cy="330387"/>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圓角矩形 23"/>
          <p:cNvSpPr/>
          <p:nvPr/>
        </p:nvSpPr>
        <p:spPr>
          <a:xfrm>
            <a:off x="3374301" y="2450513"/>
            <a:ext cx="2373471" cy="330387"/>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圓角矩形 24"/>
          <p:cNvSpPr/>
          <p:nvPr/>
        </p:nvSpPr>
        <p:spPr>
          <a:xfrm>
            <a:off x="7969291" y="2151990"/>
            <a:ext cx="2373471" cy="330387"/>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圓角矩形 25"/>
          <p:cNvSpPr/>
          <p:nvPr/>
        </p:nvSpPr>
        <p:spPr>
          <a:xfrm>
            <a:off x="3839073" y="3894719"/>
            <a:ext cx="918321" cy="330387"/>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圓角矩形 26"/>
          <p:cNvSpPr/>
          <p:nvPr/>
        </p:nvSpPr>
        <p:spPr>
          <a:xfrm>
            <a:off x="1722631" y="3894719"/>
            <a:ext cx="918321" cy="330387"/>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8" name="圖片 27"/>
          <p:cNvPicPr>
            <a:picLocks noChangeAspect="1"/>
          </p:cNvPicPr>
          <p:nvPr/>
        </p:nvPicPr>
        <p:blipFill>
          <a:blip r:embed="rId4"/>
          <a:stretch>
            <a:fillRect/>
          </a:stretch>
        </p:blipFill>
        <p:spPr>
          <a:xfrm>
            <a:off x="7918929" y="3768728"/>
            <a:ext cx="2790825" cy="1190625"/>
          </a:xfrm>
          <a:prstGeom prst="rect">
            <a:avLst/>
          </a:prstGeom>
        </p:spPr>
      </p:pic>
      <p:sp>
        <p:nvSpPr>
          <p:cNvPr id="29" name="圓角矩形 28"/>
          <p:cNvSpPr/>
          <p:nvPr/>
        </p:nvSpPr>
        <p:spPr>
          <a:xfrm>
            <a:off x="5405508" y="3872682"/>
            <a:ext cx="839476" cy="330387"/>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22713388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Daily </a:t>
            </a:r>
            <a:r>
              <a:rPr lang="en-US" altLang="zh-TW" dirty="0" smtClean="0"/>
              <a:t>Report</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64</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圓角矩形 5"/>
          <p:cNvSpPr/>
          <p:nvPr/>
        </p:nvSpPr>
        <p:spPr>
          <a:xfrm>
            <a:off x="832941" y="954842"/>
            <a:ext cx="2130329" cy="360000"/>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r>
              <a:rPr lang="en-US" altLang="zh-TW" sz="1600" dirty="0" smtClean="0">
                <a:solidFill>
                  <a:schemeClr val="bg1"/>
                </a:solidFill>
              </a:rPr>
              <a:t>Absentee Detail List</a:t>
            </a:r>
            <a:endParaRPr lang="zh-TW" altLang="en-US" sz="1600" dirty="0">
              <a:solidFill>
                <a:schemeClr val="bg1"/>
              </a:solidFill>
            </a:endParaRPr>
          </a:p>
        </p:txBody>
      </p:sp>
      <p:sp>
        <p:nvSpPr>
          <p:cNvPr id="7" name="圓角矩形 6"/>
          <p:cNvSpPr/>
          <p:nvPr/>
        </p:nvSpPr>
        <p:spPr>
          <a:xfrm>
            <a:off x="832941" y="2148356"/>
            <a:ext cx="2049055" cy="360000"/>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r>
              <a:rPr lang="en-US" altLang="zh-TW" sz="1600" dirty="0">
                <a:solidFill>
                  <a:schemeClr val="bg1"/>
                </a:solidFill>
              </a:rPr>
              <a:t>Card Record Data</a:t>
            </a:r>
            <a:endParaRPr lang="zh-TW" altLang="en-US" sz="1600" dirty="0">
              <a:solidFill>
                <a:schemeClr val="bg1"/>
              </a:solidFill>
            </a:endParaRPr>
          </a:p>
        </p:txBody>
      </p:sp>
      <p:sp>
        <p:nvSpPr>
          <p:cNvPr id="8" name="圓角矩形 7"/>
          <p:cNvSpPr/>
          <p:nvPr/>
        </p:nvSpPr>
        <p:spPr>
          <a:xfrm>
            <a:off x="832941" y="3417682"/>
            <a:ext cx="1690778" cy="360000"/>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r>
              <a:rPr lang="en-US" altLang="zh-TW" sz="1600" dirty="0">
                <a:solidFill>
                  <a:schemeClr val="bg1"/>
                </a:solidFill>
              </a:rPr>
              <a:t>OT Detail List</a:t>
            </a:r>
            <a:endParaRPr lang="zh-TW" altLang="en-US" sz="1600" dirty="0">
              <a:solidFill>
                <a:schemeClr val="bg1"/>
              </a:solidFill>
            </a:endParaRPr>
          </a:p>
        </p:txBody>
      </p:sp>
      <p:sp>
        <p:nvSpPr>
          <p:cNvPr id="9" name="圓角矩形 8"/>
          <p:cNvSpPr/>
          <p:nvPr/>
        </p:nvSpPr>
        <p:spPr>
          <a:xfrm>
            <a:off x="834976" y="4456148"/>
            <a:ext cx="2347225" cy="360000"/>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r>
              <a:rPr lang="en-US" altLang="zh-TW" sz="1600" dirty="0">
                <a:solidFill>
                  <a:schemeClr val="bg1"/>
                </a:solidFill>
              </a:rPr>
              <a:t>Company Attendance</a:t>
            </a:r>
            <a:endParaRPr lang="zh-TW" altLang="en-US" sz="1600" dirty="0">
              <a:solidFill>
                <a:schemeClr val="bg1"/>
              </a:solidFill>
            </a:endParaRPr>
          </a:p>
        </p:txBody>
      </p:sp>
      <p:sp>
        <p:nvSpPr>
          <p:cNvPr id="10" name="文字方塊 9"/>
          <p:cNvSpPr txBox="1"/>
          <p:nvPr/>
        </p:nvSpPr>
        <p:spPr>
          <a:xfrm>
            <a:off x="832941" y="5657831"/>
            <a:ext cx="8981391" cy="738664"/>
          </a:xfrm>
          <a:prstGeom prst="rect">
            <a:avLst/>
          </a:prstGeom>
          <a:solidFill>
            <a:schemeClr val="accent1">
              <a:lumMod val="75000"/>
            </a:schemeClr>
          </a:solidFill>
        </p:spPr>
        <p:txBody>
          <a:bodyPr wrap="square" rtlCol="0">
            <a:spAutoFit/>
          </a:bodyPr>
          <a:lstStyle/>
          <a:p>
            <a:pPr>
              <a:lnSpc>
                <a:spcPct val="150000"/>
              </a:lnSpc>
            </a:pPr>
            <a:r>
              <a:rPr lang="en-US" altLang="zh-TW" sz="1400" dirty="0">
                <a:solidFill>
                  <a:schemeClr val="accent6"/>
                </a:solidFill>
              </a:rPr>
              <a:t>A variety of reports can meet the needs of exporting data with different control permissions and requirements</a:t>
            </a:r>
            <a:r>
              <a:rPr lang="en-US" altLang="zh-TW" sz="1400" dirty="0" smtClean="0">
                <a:solidFill>
                  <a:schemeClr val="accent6"/>
                </a:solidFill>
              </a:rPr>
              <a:t>.</a:t>
            </a:r>
          </a:p>
          <a:p>
            <a:pPr>
              <a:lnSpc>
                <a:spcPct val="150000"/>
              </a:lnSpc>
            </a:pPr>
            <a:r>
              <a:rPr lang="en-US" altLang="zh-TW" sz="1400" dirty="0" smtClean="0">
                <a:solidFill>
                  <a:schemeClr val="accent6"/>
                </a:solidFill>
              </a:rPr>
              <a:t>We </a:t>
            </a:r>
            <a:r>
              <a:rPr lang="en-US" altLang="zh-TW" sz="1400" dirty="0">
                <a:solidFill>
                  <a:schemeClr val="accent6"/>
                </a:solidFill>
              </a:rPr>
              <a:t>will take the daily report as an example to explain it briefly. </a:t>
            </a:r>
            <a:endParaRPr lang="zh-TW" altLang="en-US" sz="1400" dirty="0">
              <a:solidFill>
                <a:schemeClr val="accent6"/>
              </a:solidFill>
            </a:endParaRPr>
          </a:p>
        </p:txBody>
      </p:sp>
      <p:sp>
        <p:nvSpPr>
          <p:cNvPr id="11" name="文字方塊 10"/>
          <p:cNvSpPr txBox="1"/>
          <p:nvPr/>
        </p:nvSpPr>
        <p:spPr>
          <a:xfrm>
            <a:off x="9057075" y="3497883"/>
            <a:ext cx="1398140" cy="307777"/>
          </a:xfrm>
          <a:prstGeom prst="rect">
            <a:avLst/>
          </a:prstGeom>
          <a:noFill/>
        </p:spPr>
        <p:txBody>
          <a:bodyPr wrap="none" rtlCol="0">
            <a:spAutoFit/>
          </a:bodyPr>
          <a:lstStyle/>
          <a:p>
            <a:r>
              <a:rPr lang="en-US" altLang="zh-CN" sz="1400" dirty="0" smtClean="0"/>
              <a:t>Overtime Items</a:t>
            </a:r>
            <a:endParaRPr lang="zh-TW" altLang="en-US" sz="1400" dirty="0"/>
          </a:p>
        </p:txBody>
      </p:sp>
      <p:pic>
        <p:nvPicPr>
          <p:cNvPr id="12" name="圖片 11"/>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14209" y="1398630"/>
            <a:ext cx="8447619" cy="654927"/>
          </a:xfrm>
          <a:prstGeom prst="rect">
            <a:avLst/>
          </a:prstGeom>
          <a:ln>
            <a:solidFill>
              <a:schemeClr val="tx1"/>
            </a:solidFill>
          </a:ln>
        </p:spPr>
      </p:pic>
      <p:pic>
        <p:nvPicPr>
          <p:cNvPr id="13" name="圖片 12"/>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914209" y="3835345"/>
            <a:ext cx="10058400" cy="563943"/>
          </a:xfrm>
          <a:prstGeom prst="rect">
            <a:avLst/>
          </a:prstGeom>
          <a:solidFill>
            <a:schemeClr val="tx1"/>
          </a:solidFill>
          <a:ln>
            <a:solidFill>
              <a:schemeClr val="tx1"/>
            </a:solidFill>
          </a:ln>
        </p:spPr>
      </p:pic>
      <p:pic>
        <p:nvPicPr>
          <p:cNvPr id="14" name="圖片 13"/>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914209" y="2599254"/>
            <a:ext cx="5771429" cy="628571"/>
          </a:xfrm>
          <a:prstGeom prst="rect">
            <a:avLst/>
          </a:prstGeom>
          <a:ln>
            <a:solidFill>
              <a:schemeClr val="tx1"/>
            </a:solidFill>
          </a:ln>
        </p:spPr>
      </p:pic>
      <p:pic>
        <p:nvPicPr>
          <p:cNvPr id="15" name="圖片 14"/>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914209" y="4888534"/>
            <a:ext cx="10058400" cy="649383"/>
          </a:xfrm>
          <a:prstGeom prst="rect">
            <a:avLst/>
          </a:prstGeom>
          <a:solidFill>
            <a:schemeClr val="tx1"/>
          </a:solidFill>
          <a:ln>
            <a:solidFill>
              <a:schemeClr val="tx1"/>
            </a:solidFill>
          </a:ln>
        </p:spPr>
      </p:pic>
    </p:spTree>
    <p:extLst>
      <p:ext uri="{BB962C8B-B14F-4D97-AF65-F5344CB8AC3E}">
        <p14:creationId xmlns:p14="http://schemas.microsoft.com/office/powerpoint/2010/main" val="188018375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雲朵形 11"/>
          <p:cNvSpPr/>
          <p:nvPr/>
        </p:nvSpPr>
        <p:spPr>
          <a:xfrm>
            <a:off x="8173742" y="3097775"/>
            <a:ext cx="2281473" cy="1252981"/>
          </a:xfrm>
          <a:prstGeom prst="cloud">
            <a:avLst/>
          </a:prstGeom>
          <a:solidFill>
            <a:schemeClr val="accent1">
              <a:lumMod val="75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p:cNvSpPr>
            <a:spLocks noGrp="1"/>
          </p:cNvSpPr>
          <p:nvPr>
            <p:ph type="title"/>
          </p:nvPr>
        </p:nvSpPr>
        <p:spPr/>
        <p:txBody>
          <a:bodyPr>
            <a:normAutofit fontScale="90000"/>
          </a:bodyPr>
          <a:lstStyle/>
          <a:p>
            <a:r>
              <a:rPr lang="en-US" altLang="zh-TW" dirty="0"/>
              <a:t>Other </a:t>
            </a:r>
            <a:r>
              <a:rPr lang="en-US" altLang="zh-TW" dirty="0" smtClean="0"/>
              <a:t>Reports</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65</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圓角矩形 5"/>
          <p:cNvSpPr/>
          <p:nvPr/>
        </p:nvSpPr>
        <p:spPr>
          <a:xfrm>
            <a:off x="565522" y="733955"/>
            <a:ext cx="3603257" cy="360000"/>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r>
              <a:rPr lang="en-US" altLang="zh-CN" sz="1400" dirty="0">
                <a:solidFill>
                  <a:schemeClr val="bg1"/>
                </a:solidFill>
              </a:rPr>
              <a:t>Report &gt; Period Report &gt; OT Report</a:t>
            </a:r>
            <a:endParaRPr lang="zh-TW" altLang="en-US" sz="1400" dirty="0">
              <a:solidFill>
                <a:schemeClr val="bg1"/>
              </a:solidFill>
            </a:endParaRPr>
          </a:p>
        </p:txBody>
      </p:sp>
      <p:sp>
        <p:nvSpPr>
          <p:cNvPr id="7" name="圓角矩形 6"/>
          <p:cNvSpPr/>
          <p:nvPr/>
        </p:nvSpPr>
        <p:spPr>
          <a:xfrm>
            <a:off x="565522" y="1934980"/>
            <a:ext cx="4092144" cy="360000"/>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r>
              <a:rPr lang="en-US" altLang="zh-CN" sz="1400" dirty="0">
                <a:solidFill>
                  <a:schemeClr val="bg1"/>
                </a:solidFill>
              </a:rPr>
              <a:t>Report &gt; Monthly Report&gt; OT Detail List</a:t>
            </a:r>
            <a:endParaRPr lang="zh-TW" altLang="en-US" sz="1400" dirty="0">
              <a:solidFill>
                <a:schemeClr val="bg1"/>
              </a:solidFill>
            </a:endParaRPr>
          </a:p>
        </p:txBody>
      </p:sp>
      <p:sp>
        <p:nvSpPr>
          <p:cNvPr id="8" name="圓角矩形 7"/>
          <p:cNvSpPr/>
          <p:nvPr/>
        </p:nvSpPr>
        <p:spPr>
          <a:xfrm>
            <a:off x="509140" y="2958885"/>
            <a:ext cx="4092144" cy="360000"/>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r>
              <a:rPr lang="en-US" altLang="zh-CN" sz="1400" dirty="0">
                <a:solidFill>
                  <a:schemeClr val="bg1"/>
                </a:solidFill>
              </a:rPr>
              <a:t>Report &gt; Monthly Report&gt; OT Statistics</a:t>
            </a:r>
            <a:endParaRPr lang="zh-TW" altLang="en-US" sz="1400" dirty="0">
              <a:solidFill>
                <a:schemeClr val="bg1"/>
              </a:solidFill>
            </a:endParaRPr>
          </a:p>
        </p:txBody>
      </p:sp>
      <p:sp>
        <p:nvSpPr>
          <p:cNvPr id="9" name="圓角矩形 8"/>
          <p:cNvSpPr/>
          <p:nvPr/>
        </p:nvSpPr>
        <p:spPr>
          <a:xfrm>
            <a:off x="509140" y="4036821"/>
            <a:ext cx="6056746" cy="360000"/>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r>
              <a:rPr lang="en-US" altLang="zh-CN" sz="1400" dirty="0">
                <a:solidFill>
                  <a:schemeClr val="bg1"/>
                </a:solidFill>
              </a:rPr>
              <a:t>Report &gt; Batch Employee Report &gt;Daily Report&gt; OT Detail List</a:t>
            </a:r>
            <a:endParaRPr lang="zh-TW" altLang="en-US" sz="1400" dirty="0">
              <a:solidFill>
                <a:schemeClr val="bg1"/>
              </a:solidFill>
            </a:endParaRPr>
          </a:p>
        </p:txBody>
      </p:sp>
      <p:sp>
        <p:nvSpPr>
          <p:cNvPr id="10" name="矩形 9"/>
          <p:cNvSpPr/>
          <p:nvPr/>
        </p:nvSpPr>
        <p:spPr>
          <a:xfrm>
            <a:off x="500270" y="5140098"/>
            <a:ext cx="6781032" cy="307777"/>
          </a:xfrm>
          <a:prstGeom prst="rect">
            <a:avLst/>
          </a:prstGeom>
        </p:spPr>
        <p:txBody>
          <a:bodyPr wrap="square">
            <a:spAutoFit/>
          </a:bodyPr>
          <a:lstStyle/>
          <a:p>
            <a:r>
              <a:rPr lang="en-US" altLang="zh-CN" sz="1400" dirty="0">
                <a:solidFill>
                  <a:schemeClr val="bg1"/>
                </a:solidFill>
              </a:rPr>
              <a:t>Report &gt; Batch Employee Report </a:t>
            </a:r>
            <a:r>
              <a:rPr lang="en-US" altLang="zh-CN" sz="1400" dirty="0" smtClean="0">
                <a:solidFill>
                  <a:schemeClr val="bg1"/>
                </a:solidFill>
              </a:rPr>
              <a:t>&gt;Time Period Report&gt; Absentee Detail List</a:t>
            </a:r>
            <a:endParaRPr lang="zh-TW" altLang="en-US" sz="1400" dirty="0">
              <a:solidFill>
                <a:schemeClr val="bg1"/>
              </a:solidFill>
            </a:endParaRPr>
          </a:p>
        </p:txBody>
      </p:sp>
      <p:sp>
        <p:nvSpPr>
          <p:cNvPr id="11" name="文字方塊 10"/>
          <p:cNvSpPr txBox="1"/>
          <p:nvPr/>
        </p:nvSpPr>
        <p:spPr>
          <a:xfrm>
            <a:off x="8345756" y="3281042"/>
            <a:ext cx="2109459" cy="738664"/>
          </a:xfrm>
          <a:prstGeom prst="rect">
            <a:avLst/>
          </a:prstGeom>
          <a:noFill/>
        </p:spPr>
        <p:txBody>
          <a:bodyPr wrap="square" rtlCol="0">
            <a:spAutoFit/>
          </a:bodyPr>
          <a:lstStyle/>
          <a:p>
            <a:r>
              <a:rPr lang="en-US" altLang="zh-TW" sz="1400" dirty="0" smtClean="0">
                <a:solidFill>
                  <a:schemeClr val="accent6"/>
                </a:solidFill>
              </a:rPr>
              <a:t>There </a:t>
            </a:r>
            <a:r>
              <a:rPr lang="en-US" altLang="zh-TW" sz="1400" dirty="0">
                <a:solidFill>
                  <a:schemeClr val="accent6"/>
                </a:solidFill>
              </a:rPr>
              <a:t>are various other reports, come and try them </a:t>
            </a:r>
            <a:r>
              <a:rPr lang="en-US" altLang="zh-TW" sz="1400" dirty="0" smtClean="0">
                <a:solidFill>
                  <a:schemeClr val="accent6"/>
                </a:solidFill>
              </a:rPr>
              <a:t>yourself</a:t>
            </a:r>
            <a:endParaRPr lang="zh-TW" altLang="en-US" sz="1400" dirty="0">
              <a:solidFill>
                <a:schemeClr val="accent6"/>
              </a:solidFill>
            </a:endParaRPr>
          </a:p>
        </p:txBody>
      </p:sp>
      <p:sp>
        <p:nvSpPr>
          <p:cNvPr id="13" name="矩形 12"/>
          <p:cNvSpPr/>
          <p:nvPr/>
        </p:nvSpPr>
        <p:spPr>
          <a:xfrm>
            <a:off x="8211003" y="705970"/>
            <a:ext cx="2566215" cy="338554"/>
          </a:xfrm>
          <a:prstGeom prst="rect">
            <a:avLst/>
          </a:prstGeom>
        </p:spPr>
        <p:txBody>
          <a:bodyPr wrap="none">
            <a:spAutoFit/>
          </a:bodyPr>
          <a:lstStyle/>
          <a:p>
            <a:r>
              <a:rPr lang="en-US" altLang="zh-CN" sz="1600" dirty="0" smtClean="0">
                <a:solidFill>
                  <a:schemeClr val="accent1"/>
                </a:solidFill>
              </a:rPr>
              <a:t>examples about OT report</a:t>
            </a:r>
            <a:endParaRPr lang="en-US" altLang="zh-CN" sz="1600" dirty="0">
              <a:solidFill>
                <a:schemeClr val="accent1"/>
              </a:solidFill>
            </a:endParaRPr>
          </a:p>
        </p:txBody>
      </p:sp>
      <p:pic>
        <p:nvPicPr>
          <p:cNvPr id="14" name="圖片 13"/>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19834" y="1126604"/>
            <a:ext cx="10738638" cy="786326"/>
          </a:xfrm>
          <a:prstGeom prst="rect">
            <a:avLst/>
          </a:prstGeom>
          <a:ln>
            <a:solidFill>
              <a:schemeClr val="tx1"/>
            </a:solidFill>
          </a:ln>
        </p:spPr>
      </p:pic>
      <p:pic>
        <p:nvPicPr>
          <p:cNvPr id="15" name="圖片 14"/>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19834" y="2297195"/>
            <a:ext cx="10738638" cy="640509"/>
          </a:xfrm>
          <a:prstGeom prst="rect">
            <a:avLst/>
          </a:prstGeom>
          <a:ln>
            <a:solidFill>
              <a:schemeClr val="tx1"/>
            </a:solidFill>
          </a:ln>
        </p:spPr>
      </p:pic>
      <p:pic>
        <p:nvPicPr>
          <p:cNvPr id="16" name="圖片 15"/>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619834" y="4431763"/>
            <a:ext cx="10738638" cy="696389"/>
          </a:xfrm>
          <a:prstGeom prst="rect">
            <a:avLst/>
          </a:prstGeom>
          <a:ln>
            <a:solidFill>
              <a:schemeClr val="tx1"/>
            </a:solidFill>
          </a:ln>
        </p:spPr>
      </p:pic>
      <p:pic>
        <p:nvPicPr>
          <p:cNvPr id="17" name="圖片 16"/>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619834" y="5505643"/>
            <a:ext cx="10738638" cy="632699"/>
          </a:xfrm>
          <a:prstGeom prst="rect">
            <a:avLst/>
          </a:prstGeom>
          <a:ln>
            <a:solidFill>
              <a:schemeClr val="tx1"/>
            </a:solidFill>
          </a:ln>
        </p:spPr>
      </p:pic>
      <p:graphicFrame>
        <p:nvGraphicFramePr>
          <p:cNvPr id="18" name="物件 17"/>
          <p:cNvGraphicFramePr>
            <a:graphicFrameLocks noChangeAspect="1"/>
          </p:cNvGraphicFramePr>
          <p:nvPr>
            <p:extLst>
              <p:ext uri="{D42A27DB-BD31-4B8C-83A1-F6EECF244321}">
                <p14:modId xmlns:p14="http://schemas.microsoft.com/office/powerpoint/2010/main" val="1156983687"/>
              </p:ext>
            </p:extLst>
          </p:nvPr>
        </p:nvGraphicFramePr>
        <p:xfrm>
          <a:off x="619834" y="3358142"/>
          <a:ext cx="7305675" cy="638175"/>
        </p:xfrm>
        <a:graphic>
          <a:graphicData uri="http://schemas.openxmlformats.org/presentationml/2006/ole">
            <mc:AlternateContent xmlns:mc="http://schemas.openxmlformats.org/markup-compatibility/2006">
              <mc:Choice xmlns:v="urn:schemas-microsoft-com:vml" Requires="v">
                <p:oleObj spid="_x0000_s2168" name="工作表" r:id="rId7" imgW="7305499" imgH="638082" progId="Excel.Sheet.12">
                  <p:embed/>
                </p:oleObj>
              </mc:Choice>
              <mc:Fallback>
                <p:oleObj name="工作表" r:id="rId7" imgW="7305499" imgH="638082" progId="Excel.Sheet.12">
                  <p:embed/>
                  <p:pic>
                    <p:nvPicPr>
                      <p:cNvPr id="19" name="物件 18"/>
                      <p:cNvPicPr/>
                      <p:nvPr/>
                    </p:nvPicPr>
                    <p:blipFill>
                      <a:blip r:embed="rId8"/>
                      <a:stretch>
                        <a:fillRect/>
                      </a:stretch>
                    </p:blipFill>
                    <p:spPr>
                      <a:xfrm>
                        <a:off x="619834" y="3358142"/>
                        <a:ext cx="7305675" cy="638175"/>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61552115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66</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7" name="圓角矩形 6"/>
          <p:cNvSpPr/>
          <p:nvPr/>
        </p:nvSpPr>
        <p:spPr>
          <a:xfrm>
            <a:off x="2951590" y="2452858"/>
            <a:ext cx="6326880" cy="819510"/>
          </a:xfrm>
          <a:prstGeom prst="roundRect">
            <a:avLst>
              <a:gd name="adj" fmla="val 50000"/>
            </a:avLst>
          </a:prstGeom>
          <a:solidFill>
            <a:schemeClr val="accent5">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8" name="Oval 146"/>
          <p:cNvSpPr/>
          <p:nvPr/>
        </p:nvSpPr>
        <p:spPr>
          <a:xfrm>
            <a:off x="3064723" y="2566193"/>
            <a:ext cx="642342" cy="614835"/>
          </a:xfrm>
          <a:prstGeom prst="ellipse">
            <a:avLst/>
          </a:prstGeom>
          <a:solidFill>
            <a:schemeClr val="accent1"/>
          </a:solidFill>
          <a:ln>
            <a:noFill/>
          </a:ln>
        </p:spPr>
        <p:txBody>
          <a:bodyPr wrap="none" anchor="ctr"/>
          <a:lstStyle/>
          <a:p>
            <a:endParaRPr lang="en-US" sz="2000" dirty="0">
              <a:solidFill>
                <a:schemeClr val="accent1"/>
              </a:solidFill>
              <a:latin typeface="Arial" panose="020B0604020202020204" pitchFamily="34" charset="0"/>
              <a:cs typeface="Arial" panose="020B0604020202020204" pitchFamily="34" charset="0"/>
              <a:sym typeface="+mn-lt"/>
            </a:endParaRPr>
          </a:p>
        </p:txBody>
      </p:sp>
      <p:sp>
        <p:nvSpPr>
          <p:cNvPr id="9" name="PA-AutoShape 13"/>
          <p:cNvSpPr/>
          <p:nvPr>
            <p:custDataLst>
              <p:tags r:id="rId1"/>
            </p:custDataLst>
          </p:nvPr>
        </p:nvSpPr>
        <p:spPr bwMode="auto">
          <a:xfrm>
            <a:off x="3220023" y="2709384"/>
            <a:ext cx="331742" cy="32810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59" y="0"/>
                  <a:pt x="0" y="4859"/>
                  <a:pt x="0" y="10800"/>
                </a:cubicBezTo>
                <a:cubicBezTo>
                  <a:pt x="0" y="16739"/>
                  <a:pt x="4859" y="21600"/>
                  <a:pt x="10800" y="21600"/>
                </a:cubicBezTo>
                <a:cubicBezTo>
                  <a:pt x="16739" y="21600"/>
                  <a:pt x="21600" y="16739"/>
                  <a:pt x="21600" y="10800"/>
                </a:cubicBezTo>
                <a:cubicBezTo>
                  <a:pt x="21600" y="4859"/>
                  <a:pt x="16739" y="0"/>
                  <a:pt x="10800" y="0"/>
                </a:cubicBezTo>
                <a:close/>
                <a:moveTo>
                  <a:pt x="14939" y="4319"/>
                </a:moveTo>
                <a:cubicBezTo>
                  <a:pt x="15659" y="3779"/>
                  <a:pt x="15659" y="3779"/>
                  <a:pt x="15659" y="3779"/>
                </a:cubicBezTo>
                <a:cubicBezTo>
                  <a:pt x="15659" y="3779"/>
                  <a:pt x="15299" y="3059"/>
                  <a:pt x="15479" y="2519"/>
                </a:cubicBezTo>
                <a:cubicBezTo>
                  <a:pt x="15659" y="2519"/>
                  <a:pt x="16379" y="2879"/>
                  <a:pt x="16919" y="3599"/>
                </a:cubicBezTo>
                <a:cubicBezTo>
                  <a:pt x="16559" y="5219"/>
                  <a:pt x="15479" y="5039"/>
                  <a:pt x="15479" y="5039"/>
                </a:cubicBezTo>
                <a:cubicBezTo>
                  <a:pt x="15479" y="5039"/>
                  <a:pt x="14759" y="5039"/>
                  <a:pt x="14939" y="4319"/>
                </a:cubicBezTo>
                <a:close/>
                <a:moveTo>
                  <a:pt x="8459" y="13859"/>
                </a:moveTo>
                <a:cubicBezTo>
                  <a:pt x="8279" y="14039"/>
                  <a:pt x="8099" y="14579"/>
                  <a:pt x="7919" y="15119"/>
                </a:cubicBezTo>
                <a:cubicBezTo>
                  <a:pt x="7739" y="15479"/>
                  <a:pt x="7559" y="15660"/>
                  <a:pt x="7379" y="15839"/>
                </a:cubicBezTo>
                <a:cubicBezTo>
                  <a:pt x="7019" y="16019"/>
                  <a:pt x="7019" y="16379"/>
                  <a:pt x="7019" y="16379"/>
                </a:cubicBezTo>
                <a:cubicBezTo>
                  <a:pt x="6839" y="17099"/>
                  <a:pt x="6839" y="17099"/>
                  <a:pt x="6839" y="17099"/>
                </a:cubicBezTo>
                <a:cubicBezTo>
                  <a:pt x="6839" y="17099"/>
                  <a:pt x="7019" y="17819"/>
                  <a:pt x="7200" y="17999"/>
                </a:cubicBezTo>
                <a:cubicBezTo>
                  <a:pt x="7200" y="18360"/>
                  <a:pt x="6659" y="19799"/>
                  <a:pt x="6659" y="19799"/>
                </a:cubicBezTo>
                <a:cubicBezTo>
                  <a:pt x="6120" y="19620"/>
                  <a:pt x="5940" y="19079"/>
                  <a:pt x="5760" y="18719"/>
                </a:cubicBezTo>
                <a:cubicBezTo>
                  <a:pt x="5760" y="18360"/>
                  <a:pt x="5399" y="18179"/>
                  <a:pt x="5579" y="17819"/>
                </a:cubicBezTo>
                <a:cubicBezTo>
                  <a:pt x="5579" y="17279"/>
                  <a:pt x="5219" y="17099"/>
                  <a:pt x="5039" y="16919"/>
                </a:cubicBezTo>
                <a:cubicBezTo>
                  <a:pt x="4859" y="16559"/>
                  <a:pt x="4679" y="16199"/>
                  <a:pt x="4679" y="16019"/>
                </a:cubicBezTo>
                <a:cubicBezTo>
                  <a:pt x="4679" y="15839"/>
                  <a:pt x="4139" y="15479"/>
                  <a:pt x="4139" y="15479"/>
                </a:cubicBezTo>
                <a:cubicBezTo>
                  <a:pt x="4139" y="15479"/>
                  <a:pt x="3239" y="14940"/>
                  <a:pt x="3060" y="14759"/>
                </a:cubicBezTo>
                <a:cubicBezTo>
                  <a:pt x="2880" y="14579"/>
                  <a:pt x="2699" y="13859"/>
                  <a:pt x="2699" y="13499"/>
                </a:cubicBezTo>
                <a:cubicBezTo>
                  <a:pt x="2699" y="13139"/>
                  <a:pt x="2880" y="12239"/>
                  <a:pt x="2880" y="12239"/>
                </a:cubicBezTo>
                <a:cubicBezTo>
                  <a:pt x="2880" y="12239"/>
                  <a:pt x="3239" y="11879"/>
                  <a:pt x="3060" y="11699"/>
                </a:cubicBezTo>
                <a:cubicBezTo>
                  <a:pt x="2699" y="11519"/>
                  <a:pt x="2699" y="10800"/>
                  <a:pt x="2699" y="10800"/>
                </a:cubicBezTo>
                <a:cubicBezTo>
                  <a:pt x="2339" y="10439"/>
                  <a:pt x="2339" y="10439"/>
                  <a:pt x="2339" y="10439"/>
                </a:cubicBezTo>
                <a:cubicBezTo>
                  <a:pt x="2339" y="10439"/>
                  <a:pt x="1979" y="9899"/>
                  <a:pt x="1800" y="9719"/>
                </a:cubicBezTo>
                <a:cubicBezTo>
                  <a:pt x="1800" y="9359"/>
                  <a:pt x="1800" y="9180"/>
                  <a:pt x="1979" y="8999"/>
                </a:cubicBezTo>
                <a:cubicBezTo>
                  <a:pt x="1979" y="8819"/>
                  <a:pt x="1800" y="8279"/>
                  <a:pt x="1800" y="8099"/>
                </a:cubicBezTo>
                <a:cubicBezTo>
                  <a:pt x="3600" y="3599"/>
                  <a:pt x="6659" y="2699"/>
                  <a:pt x="6659" y="2699"/>
                </a:cubicBezTo>
                <a:cubicBezTo>
                  <a:pt x="6839" y="3599"/>
                  <a:pt x="6839" y="3599"/>
                  <a:pt x="6839" y="3599"/>
                </a:cubicBezTo>
                <a:cubicBezTo>
                  <a:pt x="6839" y="3599"/>
                  <a:pt x="6299" y="3779"/>
                  <a:pt x="6120" y="3779"/>
                </a:cubicBezTo>
                <a:cubicBezTo>
                  <a:pt x="5760" y="3599"/>
                  <a:pt x="5579" y="3599"/>
                  <a:pt x="5579" y="3599"/>
                </a:cubicBezTo>
                <a:cubicBezTo>
                  <a:pt x="5219" y="4139"/>
                  <a:pt x="5219" y="4139"/>
                  <a:pt x="5219" y="4139"/>
                </a:cubicBezTo>
                <a:cubicBezTo>
                  <a:pt x="5219" y="4139"/>
                  <a:pt x="5039" y="4499"/>
                  <a:pt x="5039" y="4679"/>
                </a:cubicBezTo>
                <a:cubicBezTo>
                  <a:pt x="5039" y="4859"/>
                  <a:pt x="5219" y="5219"/>
                  <a:pt x="5219" y="5219"/>
                </a:cubicBezTo>
                <a:cubicBezTo>
                  <a:pt x="5219" y="5219"/>
                  <a:pt x="5760" y="5219"/>
                  <a:pt x="5760" y="5039"/>
                </a:cubicBezTo>
                <a:cubicBezTo>
                  <a:pt x="5760" y="4859"/>
                  <a:pt x="5760" y="4679"/>
                  <a:pt x="5760" y="4679"/>
                </a:cubicBezTo>
                <a:cubicBezTo>
                  <a:pt x="5579" y="4319"/>
                  <a:pt x="5579" y="4319"/>
                  <a:pt x="5579" y="4319"/>
                </a:cubicBezTo>
                <a:cubicBezTo>
                  <a:pt x="5579" y="4319"/>
                  <a:pt x="6120" y="4139"/>
                  <a:pt x="7200" y="4319"/>
                </a:cubicBezTo>
                <a:cubicBezTo>
                  <a:pt x="8459" y="4319"/>
                  <a:pt x="7919" y="5219"/>
                  <a:pt x="8459" y="5399"/>
                </a:cubicBezTo>
                <a:cubicBezTo>
                  <a:pt x="8999" y="5580"/>
                  <a:pt x="8099" y="6299"/>
                  <a:pt x="7919" y="6659"/>
                </a:cubicBezTo>
                <a:cubicBezTo>
                  <a:pt x="7739" y="7019"/>
                  <a:pt x="7379" y="6119"/>
                  <a:pt x="7379" y="6119"/>
                </a:cubicBezTo>
                <a:cubicBezTo>
                  <a:pt x="7379" y="6119"/>
                  <a:pt x="7739" y="5759"/>
                  <a:pt x="7200" y="5759"/>
                </a:cubicBezTo>
                <a:cubicBezTo>
                  <a:pt x="6659" y="5580"/>
                  <a:pt x="6299" y="6479"/>
                  <a:pt x="6659" y="6479"/>
                </a:cubicBezTo>
                <a:cubicBezTo>
                  <a:pt x="6839" y="6479"/>
                  <a:pt x="7200" y="6839"/>
                  <a:pt x="7019" y="7019"/>
                </a:cubicBezTo>
                <a:cubicBezTo>
                  <a:pt x="7019" y="7199"/>
                  <a:pt x="7019" y="7199"/>
                  <a:pt x="6839" y="7739"/>
                </a:cubicBezTo>
                <a:cubicBezTo>
                  <a:pt x="6479" y="8279"/>
                  <a:pt x="6120" y="8639"/>
                  <a:pt x="6120" y="8639"/>
                </a:cubicBezTo>
                <a:cubicBezTo>
                  <a:pt x="6120" y="8639"/>
                  <a:pt x="5760" y="8459"/>
                  <a:pt x="5940" y="8819"/>
                </a:cubicBezTo>
                <a:cubicBezTo>
                  <a:pt x="6120" y="9180"/>
                  <a:pt x="5940" y="9719"/>
                  <a:pt x="5940" y="9899"/>
                </a:cubicBezTo>
                <a:cubicBezTo>
                  <a:pt x="5940" y="10259"/>
                  <a:pt x="5219" y="9719"/>
                  <a:pt x="5219" y="9180"/>
                </a:cubicBezTo>
                <a:cubicBezTo>
                  <a:pt x="5039" y="8639"/>
                  <a:pt x="4499" y="9180"/>
                  <a:pt x="4319" y="9180"/>
                </a:cubicBezTo>
                <a:cubicBezTo>
                  <a:pt x="4139" y="9180"/>
                  <a:pt x="3779" y="8999"/>
                  <a:pt x="3779" y="8819"/>
                </a:cubicBezTo>
                <a:cubicBezTo>
                  <a:pt x="3600" y="8639"/>
                  <a:pt x="2699" y="9359"/>
                  <a:pt x="2519" y="9359"/>
                </a:cubicBezTo>
                <a:cubicBezTo>
                  <a:pt x="2339" y="9539"/>
                  <a:pt x="2339" y="9899"/>
                  <a:pt x="2699" y="9719"/>
                </a:cubicBezTo>
                <a:cubicBezTo>
                  <a:pt x="3060" y="9539"/>
                  <a:pt x="3419" y="9719"/>
                  <a:pt x="3419" y="10079"/>
                </a:cubicBezTo>
                <a:cubicBezTo>
                  <a:pt x="3239" y="10439"/>
                  <a:pt x="2880" y="10259"/>
                  <a:pt x="2880" y="10439"/>
                </a:cubicBezTo>
                <a:cubicBezTo>
                  <a:pt x="3060" y="10800"/>
                  <a:pt x="3419" y="10979"/>
                  <a:pt x="3419" y="11339"/>
                </a:cubicBezTo>
                <a:cubicBezTo>
                  <a:pt x="3600" y="11699"/>
                  <a:pt x="4499" y="11339"/>
                  <a:pt x="4859" y="11160"/>
                </a:cubicBezTo>
                <a:cubicBezTo>
                  <a:pt x="5039" y="11160"/>
                  <a:pt x="5940" y="10979"/>
                  <a:pt x="5940" y="11339"/>
                </a:cubicBezTo>
                <a:cubicBezTo>
                  <a:pt x="6120" y="11699"/>
                  <a:pt x="7019" y="11879"/>
                  <a:pt x="7379" y="11879"/>
                </a:cubicBezTo>
                <a:cubicBezTo>
                  <a:pt x="7739" y="12059"/>
                  <a:pt x="8279" y="12059"/>
                  <a:pt x="8819" y="12419"/>
                </a:cubicBezTo>
                <a:cubicBezTo>
                  <a:pt x="9179" y="12959"/>
                  <a:pt x="8459" y="13679"/>
                  <a:pt x="8459" y="13859"/>
                </a:cubicBezTo>
                <a:close/>
                <a:moveTo>
                  <a:pt x="10619" y="2519"/>
                </a:moveTo>
                <a:cubicBezTo>
                  <a:pt x="10439" y="3059"/>
                  <a:pt x="9719" y="3599"/>
                  <a:pt x="9899" y="3779"/>
                </a:cubicBezTo>
                <a:cubicBezTo>
                  <a:pt x="9899" y="3959"/>
                  <a:pt x="9899" y="4859"/>
                  <a:pt x="9179" y="4139"/>
                </a:cubicBezTo>
                <a:cubicBezTo>
                  <a:pt x="8459" y="3419"/>
                  <a:pt x="7739" y="3239"/>
                  <a:pt x="7919" y="2699"/>
                </a:cubicBezTo>
                <a:cubicBezTo>
                  <a:pt x="7919" y="2519"/>
                  <a:pt x="8639" y="2519"/>
                  <a:pt x="8639" y="2339"/>
                </a:cubicBezTo>
                <a:cubicBezTo>
                  <a:pt x="9540" y="1259"/>
                  <a:pt x="11159" y="1439"/>
                  <a:pt x="11339" y="1799"/>
                </a:cubicBezTo>
                <a:cubicBezTo>
                  <a:pt x="10980" y="2159"/>
                  <a:pt x="10619" y="1979"/>
                  <a:pt x="10619" y="2519"/>
                </a:cubicBezTo>
                <a:close/>
                <a:moveTo>
                  <a:pt x="19259" y="11160"/>
                </a:moveTo>
                <a:cubicBezTo>
                  <a:pt x="19259" y="11160"/>
                  <a:pt x="19619" y="11699"/>
                  <a:pt x="20159" y="11699"/>
                </a:cubicBezTo>
                <a:cubicBezTo>
                  <a:pt x="19799" y="15660"/>
                  <a:pt x="16559" y="18360"/>
                  <a:pt x="16559" y="18360"/>
                </a:cubicBezTo>
                <a:cubicBezTo>
                  <a:pt x="16019" y="17819"/>
                  <a:pt x="16199" y="17279"/>
                  <a:pt x="16199" y="17279"/>
                </a:cubicBezTo>
                <a:cubicBezTo>
                  <a:pt x="16379" y="16559"/>
                  <a:pt x="16379" y="16559"/>
                  <a:pt x="16379" y="16559"/>
                </a:cubicBezTo>
                <a:cubicBezTo>
                  <a:pt x="16379" y="15299"/>
                  <a:pt x="16379" y="15299"/>
                  <a:pt x="16379" y="15299"/>
                </a:cubicBezTo>
                <a:cubicBezTo>
                  <a:pt x="16379" y="15299"/>
                  <a:pt x="16379" y="13859"/>
                  <a:pt x="15119" y="14579"/>
                </a:cubicBezTo>
                <a:cubicBezTo>
                  <a:pt x="13859" y="14940"/>
                  <a:pt x="14400" y="14940"/>
                  <a:pt x="12959" y="14940"/>
                </a:cubicBezTo>
                <a:cubicBezTo>
                  <a:pt x="11520" y="15119"/>
                  <a:pt x="11880" y="12059"/>
                  <a:pt x="11880" y="12059"/>
                </a:cubicBezTo>
                <a:cubicBezTo>
                  <a:pt x="11880" y="7739"/>
                  <a:pt x="15119" y="10979"/>
                  <a:pt x="15119" y="10979"/>
                </a:cubicBezTo>
                <a:cubicBezTo>
                  <a:pt x="17099" y="12419"/>
                  <a:pt x="17459" y="10079"/>
                  <a:pt x="17459" y="10079"/>
                </a:cubicBezTo>
                <a:cubicBezTo>
                  <a:pt x="18719" y="9539"/>
                  <a:pt x="18719" y="9539"/>
                  <a:pt x="18719" y="9539"/>
                </a:cubicBezTo>
                <a:cubicBezTo>
                  <a:pt x="18899" y="8819"/>
                  <a:pt x="18899" y="8819"/>
                  <a:pt x="18899" y="8819"/>
                </a:cubicBezTo>
                <a:cubicBezTo>
                  <a:pt x="18719" y="7919"/>
                  <a:pt x="18719" y="7919"/>
                  <a:pt x="18719" y="7919"/>
                </a:cubicBezTo>
                <a:cubicBezTo>
                  <a:pt x="16739" y="7019"/>
                  <a:pt x="16739" y="7019"/>
                  <a:pt x="16739" y="7019"/>
                </a:cubicBezTo>
                <a:cubicBezTo>
                  <a:pt x="16739" y="7019"/>
                  <a:pt x="16379" y="7739"/>
                  <a:pt x="16919" y="8639"/>
                </a:cubicBezTo>
                <a:cubicBezTo>
                  <a:pt x="16919" y="8639"/>
                  <a:pt x="16739" y="9539"/>
                  <a:pt x="16379" y="9359"/>
                </a:cubicBezTo>
                <a:cubicBezTo>
                  <a:pt x="15119" y="8639"/>
                  <a:pt x="15119" y="8639"/>
                  <a:pt x="15119" y="8639"/>
                </a:cubicBezTo>
                <a:cubicBezTo>
                  <a:pt x="15119" y="8639"/>
                  <a:pt x="14759" y="8459"/>
                  <a:pt x="14220" y="8819"/>
                </a:cubicBezTo>
                <a:cubicBezTo>
                  <a:pt x="13500" y="9359"/>
                  <a:pt x="12419" y="8819"/>
                  <a:pt x="12419" y="8819"/>
                </a:cubicBezTo>
                <a:cubicBezTo>
                  <a:pt x="12419" y="8819"/>
                  <a:pt x="12419" y="8279"/>
                  <a:pt x="13139" y="7919"/>
                </a:cubicBezTo>
                <a:cubicBezTo>
                  <a:pt x="13679" y="7559"/>
                  <a:pt x="13679" y="7559"/>
                  <a:pt x="13679" y="7559"/>
                </a:cubicBezTo>
                <a:cubicBezTo>
                  <a:pt x="13679" y="7559"/>
                  <a:pt x="13500" y="6839"/>
                  <a:pt x="13679" y="6299"/>
                </a:cubicBezTo>
                <a:cubicBezTo>
                  <a:pt x="13859" y="5759"/>
                  <a:pt x="14039" y="6299"/>
                  <a:pt x="14579" y="5939"/>
                </a:cubicBezTo>
                <a:cubicBezTo>
                  <a:pt x="15119" y="5580"/>
                  <a:pt x="15479" y="6659"/>
                  <a:pt x="16199" y="6479"/>
                </a:cubicBezTo>
                <a:cubicBezTo>
                  <a:pt x="16919" y="6479"/>
                  <a:pt x="16559" y="6299"/>
                  <a:pt x="17099" y="5939"/>
                </a:cubicBezTo>
                <a:cubicBezTo>
                  <a:pt x="17639" y="5759"/>
                  <a:pt x="17999" y="6479"/>
                  <a:pt x="17999" y="6479"/>
                </a:cubicBezTo>
                <a:cubicBezTo>
                  <a:pt x="19080" y="6659"/>
                  <a:pt x="19080" y="6659"/>
                  <a:pt x="19080" y="6659"/>
                </a:cubicBezTo>
                <a:cubicBezTo>
                  <a:pt x="19080" y="6659"/>
                  <a:pt x="18899" y="5399"/>
                  <a:pt x="18899" y="5759"/>
                </a:cubicBezTo>
                <a:cubicBezTo>
                  <a:pt x="19619" y="6839"/>
                  <a:pt x="20520" y="9899"/>
                  <a:pt x="20159" y="10439"/>
                </a:cubicBezTo>
                <a:cubicBezTo>
                  <a:pt x="19979" y="10259"/>
                  <a:pt x="19799" y="10259"/>
                  <a:pt x="19799" y="10259"/>
                </a:cubicBezTo>
                <a:cubicBezTo>
                  <a:pt x="18539" y="10259"/>
                  <a:pt x="18539" y="10259"/>
                  <a:pt x="18539" y="10259"/>
                </a:cubicBezTo>
                <a:lnTo>
                  <a:pt x="19259" y="11160"/>
                </a:lnTo>
                <a:close/>
              </a:path>
            </a:pathLst>
          </a:custGeom>
          <a:solidFill>
            <a:srgbClr val="FFFFFF"/>
          </a:solidFill>
          <a:ln>
            <a:noFill/>
          </a:ln>
          <a:effectLst/>
        </p:spPr>
        <p:txBody>
          <a:bodyPr lIns="45719" tIns="45719" rIns="45719" bIns="45719"/>
          <a:lstStyle/>
          <a:p>
            <a:pPr>
              <a:defRPr/>
            </a:pPr>
            <a:endParaRPr lang="es-ES" dirty="0">
              <a:solidFill>
                <a:schemeClr val="bg1"/>
              </a:solidFill>
              <a:latin typeface="Arial" panose="020B0604020202020204" pitchFamily="34" charset="0"/>
              <a:cs typeface="Arial" panose="020B0604020202020204" pitchFamily="34" charset="0"/>
              <a:sym typeface="+mn-lt"/>
            </a:endParaRPr>
          </a:p>
        </p:txBody>
      </p:sp>
      <p:sp>
        <p:nvSpPr>
          <p:cNvPr id="10" name="矩形 9"/>
          <p:cNvSpPr/>
          <p:nvPr/>
        </p:nvSpPr>
        <p:spPr>
          <a:xfrm>
            <a:off x="3760855" y="2654649"/>
            <a:ext cx="1562479" cy="461665"/>
          </a:xfrm>
          <a:prstGeom prst="rect">
            <a:avLst/>
          </a:prstGeom>
        </p:spPr>
        <p:txBody>
          <a:bodyPr wrap="none">
            <a:spAutoFit/>
          </a:bodyPr>
          <a:lstStyle/>
          <a:p>
            <a:r>
              <a:rPr lang="en-US" altLang="zh-TW" sz="2400" b="1" dirty="0">
                <a:solidFill>
                  <a:schemeClr val="accent3">
                    <a:lumMod val="40000"/>
                    <a:lumOff val="60000"/>
                  </a:schemeClr>
                </a:solidFill>
                <a:latin typeface="Arial" panose="020B0604020202020204" pitchFamily="34" charset="0"/>
                <a:ea typeface="Microsoft YaHei UI" panose="020B0503020204020204" pitchFamily="34" charset="-122"/>
                <a:cs typeface="Arial" panose="020B0604020202020204" pitchFamily="34" charset="0"/>
              </a:rPr>
              <a:t>Workflow</a:t>
            </a:r>
          </a:p>
        </p:txBody>
      </p:sp>
      <p:sp>
        <p:nvSpPr>
          <p:cNvPr id="11" name="PA-矩形 4"/>
          <p:cNvSpPr>
            <a:spLocks noChangeArrowheads="1"/>
          </p:cNvSpPr>
          <p:nvPr>
            <p:custDataLst>
              <p:tags r:id="rId2"/>
            </p:custDataLst>
          </p:nvPr>
        </p:nvSpPr>
        <p:spPr bwMode="auto">
          <a:xfrm>
            <a:off x="3841177" y="3547368"/>
            <a:ext cx="5229674"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Mail notification and approval</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Approvers customized</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Batch Approval &amp; Mobile Approval</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Approval Process Tracking</a:t>
            </a:r>
          </a:p>
        </p:txBody>
      </p:sp>
    </p:spTree>
    <p:extLst>
      <p:ext uri="{BB962C8B-B14F-4D97-AF65-F5344CB8AC3E}">
        <p14:creationId xmlns:p14="http://schemas.microsoft.com/office/powerpoint/2010/main" val="394774149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Mail notification and </a:t>
            </a:r>
            <a:r>
              <a:rPr lang="en-US" altLang="zh-TW" dirty="0" smtClean="0"/>
              <a:t>approval</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67</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圓角矩形 5"/>
          <p:cNvSpPr/>
          <p:nvPr/>
        </p:nvSpPr>
        <p:spPr>
          <a:xfrm>
            <a:off x="7975600" y="1005229"/>
            <a:ext cx="3463709" cy="1038629"/>
          </a:xfrm>
          <a:prstGeom prst="roundRect">
            <a:avLst/>
          </a:prstGeom>
          <a:solidFill>
            <a:schemeClr val="accent1">
              <a:lumMod val="75000"/>
            </a:schemeClr>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sz="1400" dirty="0" smtClean="0">
                <a:solidFill>
                  <a:schemeClr val="bg1"/>
                </a:solidFill>
              </a:rPr>
              <a:t>Approval </a:t>
            </a:r>
            <a:r>
              <a:rPr lang="en-US" altLang="zh-CN" sz="1400" dirty="0">
                <a:solidFill>
                  <a:schemeClr val="bg1"/>
                </a:solidFill>
              </a:rPr>
              <a:t>the Application </a:t>
            </a:r>
            <a:r>
              <a:rPr lang="en-US" altLang="zh-CN" sz="1400" dirty="0" smtClean="0">
                <a:solidFill>
                  <a:schemeClr val="bg1"/>
                </a:solidFill>
              </a:rPr>
              <a:t>form</a:t>
            </a:r>
          </a:p>
          <a:p>
            <a:r>
              <a:rPr lang="en-US" altLang="zh-CN" sz="1200" dirty="0">
                <a:solidFill>
                  <a:schemeClr val="bg1"/>
                </a:solidFill>
              </a:rPr>
              <a:t>Click the “APPROVE” or “REJECT” to agree or reject this </a:t>
            </a:r>
            <a:r>
              <a:rPr lang="en-US" altLang="zh-CN" sz="1200" dirty="0" smtClean="0">
                <a:solidFill>
                  <a:schemeClr val="bg1"/>
                </a:solidFill>
              </a:rPr>
              <a:t>application</a:t>
            </a:r>
            <a:r>
              <a:rPr lang="en-US" altLang="zh-TW" sz="1200" dirty="0" smtClean="0">
                <a:solidFill>
                  <a:schemeClr val="bg1"/>
                </a:solidFill>
              </a:rPr>
              <a:t>,You </a:t>
            </a:r>
            <a:r>
              <a:rPr lang="en-US" altLang="zh-TW" sz="1200" dirty="0">
                <a:solidFill>
                  <a:schemeClr val="bg1"/>
                </a:solidFill>
              </a:rPr>
              <a:t>can single reject somebody’s application </a:t>
            </a:r>
            <a:r>
              <a:rPr lang="en-US" altLang="zh-TW" sz="1200" dirty="0" smtClean="0">
                <a:solidFill>
                  <a:schemeClr val="bg1"/>
                </a:solidFill>
              </a:rPr>
              <a:t>by “Agree</a:t>
            </a:r>
            <a:r>
              <a:rPr lang="en-US" altLang="zh-TW" sz="1200" dirty="0">
                <a:solidFill>
                  <a:schemeClr val="bg1"/>
                </a:solidFill>
              </a:rPr>
              <a:t>” set</a:t>
            </a:r>
            <a:r>
              <a:rPr lang="en-US" altLang="zh-TW" sz="1200" dirty="0" smtClean="0">
                <a:solidFill>
                  <a:schemeClr val="bg1"/>
                </a:solidFill>
              </a:rPr>
              <a:t>.</a:t>
            </a:r>
            <a:endParaRPr lang="zh-TW" altLang="en-US" sz="1200" dirty="0">
              <a:solidFill>
                <a:schemeClr val="bg1"/>
              </a:solidFill>
            </a:endParaRPr>
          </a:p>
        </p:txBody>
      </p:sp>
      <p:sp>
        <p:nvSpPr>
          <p:cNvPr id="7" name="圓角矩形 6"/>
          <p:cNvSpPr/>
          <p:nvPr/>
        </p:nvSpPr>
        <p:spPr>
          <a:xfrm>
            <a:off x="4378849" y="1014756"/>
            <a:ext cx="3099066" cy="1029102"/>
          </a:xfrm>
          <a:prstGeom prst="roundRect">
            <a:avLst/>
          </a:prstGeom>
          <a:solidFill>
            <a:schemeClr val="accent1">
              <a:lumMod val="75000"/>
            </a:schemeClr>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400" b="1" dirty="0">
                <a:solidFill>
                  <a:schemeClr val="bg1"/>
                </a:solidFill>
              </a:rPr>
              <a:t>Login in </a:t>
            </a:r>
            <a:r>
              <a:rPr lang="en-US" altLang="zh-CN" sz="1400" b="1" dirty="0">
                <a:solidFill>
                  <a:schemeClr val="bg1"/>
                </a:solidFill>
                <a:hlinkClick r:id="rId2"/>
              </a:rPr>
              <a:t>https://workflow.fihtdc.com</a:t>
            </a:r>
            <a:endParaRPr lang="en-US" altLang="zh-CN" sz="1400" b="1" dirty="0">
              <a:solidFill>
                <a:schemeClr val="bg1"/>
              </a:solidFill>
            </a:endParaRPr>
          </a:p>
          <a:p>
            <a:r>
              <a:rPr lang="en-US" altLang="zh-TW" sz="1200" dirty="0">
                <a:solidFill>
                  <a:schemeClr val="bg1"/>
                </a:solidFill>
              </a:rPr>
              <a:t>On the “FIH Tasks To Do”</a:t>
            </a:r>
            <a:r>
              <a:rPr lang="en-US" altLang="zh-TW" sz="1200" b="1" dirty="0">
                <a:solidFill>
                  <a:schemeClr val="bg1"/>
                </a:solidFill>
                <a:latin typeface="Arial" panose="020B0604020202020204" pitchFamily="34" charset="0"/>
              </a:rPr>
              <a:t> </a:t>
            </a:r>
            <a:r>
              <a:rPr lang="en-US" altLang="zh-TW" sz="1200" dirty="0">
                <a:solidFill>
                  <a:schemeClr val="bg1"/>
                </a:solidFill>
              </a:rPr>
              <a:t>page,</a:t>
            </a:r>
          </a:p>
          <a:p>
            <a:r>
              <a:rPr lang="en-US" altLang="zh-TW" sz="1200" dirty="0">
                <a:solidFill>
                  <a:schemeClr val="bg1"/>
                </a:solidFill>
              </a:rPr>
              <a:t>Click the “Task” link</a:t>
            </a:r>
          </a:p>
        </p:txBody>
      </p:sp>
      <p:sp>
        <p:nvSpPr>
          <p:cNvPr id="8" name="圓角矩形 7"/>
          <p:cNvSpPr/>
          <p:nvPr/>
        </p:nvSpPr>
        <p:spPr>
          <a:xfrm>
            <a:off x="859712" y="990225"/>
            <a:ext cx="3105870" cy="1029102"/>
          </a:xfrm>
          <a:prstGeom prst="roundRect">
            <a:avLst/>
          </a:prstGeom>
          <a:solidFill>
            <a:schemeClr val="accent1">
              <a:lumMod val="75000"/>
            </a:schemeClr>
          </a:solidFill>
          <a:ln>
            <a:solidFill>
              <a:schemeClr val="accent3"/>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400" dirty="0" smtClean="0">
                <a:solidFill>
                  <a:schemeClr val="bg1"/>
                </a:solidFill>
              </a:rPr>
              <a:t>You </a:t>
            </a:r>
            <a:r>
              <a:rPr lang="en-US" altLang="zh-CN" sz="1400" dirty="0">
                <a:solidFill>
                  <a:schemeClr val="bg1"/>
                </a:solidFill>
              </a:rPr>
              <a:t>will receive an approval email</a:t>
            </a:r>
          </a:p>
          <a:p>
            <a:pPr algn="ctr"/>
            <a:r>
              <a:rPr lang="en-US" altLang="zh-CN" sz="1400" dirty="0" smtClean="0">
                <a:solidFill>
                  <a:schemeClr val="bg1"/>
                </a:solidFill>
              </a:rPr>
              <a:t>if you need to approval</a:t>
            </a:r>
            <a:endParaRPr lang="en-US" altLang="zh-CN" sz="1600" dirty="0" smtClean="0">
              <a:solidFill>
                <a:schemeClr val="bg1"/>
              </a:solidFill>
            </a:endParaRPr>
          </a:p>
        </p:txBody>
      </p:sp>
      <p:sp>
        <p:nvSpPr>
          <p:cNvPr id="9" name="圓角矩形 8"/>
          <p:cNvSpPr/>
          <p:nvPr/>
        </p:nvSpPr>
        <p:spPr>
          <a:xfrm>
            <a:off x="698621" y="2579462"/>
            <a:ext cx="4597997" cy="3623186"/>
          </a:xfrm>
          <a:prstGeom prst="roundRect">
            <a:avLst>
              <a:gd name="adj" fmla="val 6040"/>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圓角矩形 9"/>
          <p:cNvSpPr/>
          <p:nvPr/>
        </p:nvSpPr>
        <p:spPr>
          <a:xfrm>
            <a:off x="6358350" y="2937850"/>
            <a:ext cx="5080959" cy="2881476"/>
          </a:xfrm>
          <a:prstGeom prst="roundRect">
            <a:avLst>
              <a:gd name="adj" fmla="val 6040"/>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向右箭號 10"/>
          <p:cNvSpPr/>
          <p:nvPr/>
        </p:nvSpPr>
        <p:spPr>
          <a:xfrm rot="5400000">
            <a:off x="9271318" y="1880179"/>
            <a:ext cx="449660" cy="1194639"/>
          </a:xfrm>
          <a:prstGeom prst="rightArrow">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向右箭號 11"/>
          <p:cNvSpPr/>
          <p:nvPr/>
        </p:nvSpPr>
        <p:spPr>
          <a:xfrm rot="5400000">
            <a:off x="2399849" y="1876550"/>
            <a:ext cx="560435" cy="895052"/>
          </a:xfrm>
          <a:prstGeom prst="rightArrow">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3" name="直線單箭頭接點 12"/>
          <p:cNvCxnSpPr>
            <a:endCxn id="7" idx="1"/>
          </p:cNvCxnSpPr>
          <p:nvPr/>
        </p:nvCxnSpPr>
        <p:spPr>
          <a:xfrm>
            <a:off x="3965582" y="1529307"/>
            <a:ext cx="4132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p:nvPr/>
        </p:nvCxnSpPr>
        <p:spPr>
          <a:xfrm>
            <a:off x="7477915" y="1504776"/>
            <a:ext cx="4976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橢圓 14"/>
          <p:cNvSpPr/>
          <p:nvPr/>
        </p:nvSpPr>
        <p:spPr>
          <a:xfrm>
            <a:off x="2412647" y="827058"/>
            <a:ext cx="267420" cy="267420"/>
          </a:xfrm>
          <a:prstGeom prst="ellipse">
            <a:avLst/>
          </a:prstGeom>
          <a:solidFill>
            <a:schemeClr val="accent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1</a:t>
            </a:r>
            <a:endParaRPr lang="zh-TW" altLang="en-US" dirty="0"/>
          </a:p>
        </p:txBody>
      </p:sp>
      <p:sp>
        <p:nvSpPr>
          <p:cNvPr id="16" name="橢圓 15"/>
          <p:cNvSpPr/>
          <p:nvPr/>
        </p:nvSpPr>
        <p:spPr>
          <a:xfrm>
            <a:off x="5794672" y="840706"/>
            <a:ext cx="267420" cy="267420"/>
          </a:xfrm>
          <a:prstGeom prst="ellipse">
            <a:avLst/>
          </a:prstGeom>
          <a:solidFill>
            <a:schemeClr val="accent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2</a:t>
            </a:r>
            <a:endParaRPr lang="zh-TW" altLang="en-US" dirty="0"/>
          </a:p>
        </p:txBody>
      </p:sp>
      <p:sp>
        <p:nvSpPr>
          <p:cNvPr id="17" name="橢圓 16"/>
          <p:cNvSpPr/>
          <p:nvPr/>
        </p:nvSpPr>
        <p:spPr>
          <a:xfrm>
            <a:off x="9573744" y="810638"/>
            <a:ext cx="267420" cy="283249"/>
          </a:xfrm>
          <a:prstGeom prst="ellipse">
            <a:avLst/>
          </a:prstGeom>
          <a:solidFill>
            <a:schemeClr val="accent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3</a:t>
            </a:r>
            <a:endParaRPr lang="zh-TW" altLang="en-US" dirty="0"/>
          </a:p>
        </p:txBody>
      </p:sp>
      <p:pic>
        <p:nvPicPr>
          <p:cNvPr id="18" name="圖片 17"/>
          <p:cNvPicPr>
            <a:picLocks noChangeAspect="1"/>
          </p:cNvPicPr>
          <p:nvPr/>
        </p:nvPicPr>
        <p:blipFill>
          <a:blip r:embed="rId3"/>
          <a:stretch>
            <a:fillRect/>
          </a:stretch>
        </p:blipFill>
        <p:spPr>
          <a:xfrm>
            <a:off x="6434137" y="3027307"/>
            <a:ext cx="4810125" cy="2571750"/>
          </a:xfrm>
          <a:prstGeom prst="rect">
            <a:avLst/>
          </a:prstGeom>
        </p:spPr>
      </p:pic>
      <p:pic>
        <p:nvPicPr>
          <p:cNvPr id="19" name="圖片 18"/>
          <p:cNvPicPr>
            <a:picLocks noChangeAspect="1"/>
          </p:cNvPicPr>
          <p:nvPr/>
        </p:nvPicPr>
        <p:blipFill>
          <a:blip r:embed="rId4"/>
          <a:stretch>
            <a:fillRect/>
          </a:stretch>
        </p:blipFill>
        <p:spPr>
          <a:xfrm>
            <a:off x="794300" y="2663872"/>
            <a:ext cx="4418812" cy="3387794"/>
          </a:xfrm>
          <a:prstGeom prst="rect">
            <a:avLst/>
          </a:prstGeom>
        </p:spPr>
      </p:pic>
    </p:spTree>
    <p:extLst>
      <p:ext uri="{BB962C8B-B14F-4D97-AF65-F5344CB8AC3E}">
        <p14:creationId xmlns:p14="http://schemas.microsoft.com/office/powerpoint/2010/main" val="99954126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Approvers Customize - </a:t>
            </a:r>
            <a:r>
              <a:rPr lang="en-US" altLang="zh-TW" dirty="0" smtClean="0"/>
              <a:t>1</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68</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pic>
        <p:nvPicPr>
          <p:cNvPr id="6" name="圖片 5"/>
          <p:cNvPicPr>
            <a:picLocks noChangeAspect="1"/>
          </p:cNvPicPr>
          <p:nvPr/>
        </p:nvPicPr>
        <p:blipFill>
          <a:blip r:embed="rId2"/>
          <a:stretch>
            <a:fillRect/>
          </a:stretch>
        </p:blipFill>
        <p:spPr>
          <a:xfrm>
            <a:off x="6873833" y="4309734"/>
            <a:ext cx="3964823" cy="1849773"/>
          </a:xfrm>
          <a:prstGeom prst="rect">
            <a:avLst/>
          </a:prstGeom>
        </p:spPr>
      </p:pic>
      <p:pic>
        <p:nvPicPr>
          <p:cNvPr id="7" name="圖片 6"/>
          <p:cNvPicPr>
            <a:picLocks noChangeAspect="1"/>
          </p:cNvPicPr>
          <p:nvPr/>
        </p:nvPicPr>
        <p:blipFill>
          <a:blip r:embed="rId3"/>
          <a:stretch>
            <a:fillRect/>
          </a:stretch>
        </p:blipFill>
        <p:spPr>
          <a:xfrm>
            <a:off x="895833" y="3983056"/>
            <a:ext cx="3628307" cy="1944452"/>
          </a:xfrm>
          <a:prstGeom prst="rect">
            <a:avLst/>
          </a:prstGeom>
        </p:spPr>
      </p:pic>
      <p:pic>
        <p:nvPicPr>
          <p:cNvPr id="8" name="圖片 7"/>
          <p:cNvPicPr>
            <a:picLocks noChangeAspect="1"/>
          </p:cNvPicPr>
          <p:nvPr/>
        </p:nvPicPr>
        <p:blipFill>
          <a:blip r:embed="rId4"/>
          <a:stretch>
            <a:fillRect/>
          </a:stretch>
        </p:blipFill>
        <p:spPr>
          <a:xfrm>
            <a:off x="6873833" y="1738315"/>
            <a:ext cx="3292632" cy="2069883"/>
          </a:xfrm>
          <a:prstGeom prst="rect">
            <a:avLst/>
          </a:prstGeom>
        </p:spPr>
      </p:pic>
      <p:sp>
        <p:nvSpPr>
          <p:cNvPr id="9" name="圓角矩形 8"/>
          <p:cNvSpPr/>
          <p:nvPr/>
        </p:nvSpPr>
        <p:spPr>
          <a:xfrm>
            <a:off x="641768" y="1064615"/>
            <a:ext cx="5614832" cy="1151428"/>
          </a:xfrm>
          <a:prstGeom prst="roundRect">
            <a:avLst/>
          </a:prstGeom>
          <a:solidFill>
            <a:schemeClr val="accent1">
              <a:lumMod val="7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altLang="zh-CN" sz="1600" dirty="0">
                <a:solidFill>
                  <a:schemeClr val="bg1"/>
                </a:solidFill>
              </a:rPr>
              <a:t>The source of the supervisor </a:t>
            </a:r>
            <a:r>
              <a:rPr lang="en-US" altLang="zh-CN" sz="1600" dirty="0" smtClean="0">
                <a:solidFill>
                  <a:schemeClr val="bg1"/>
                </a:solidFill>
              </a:rPr>
              <a:t>comes </a:t>
            </a:r>
            <a:r>
              <a:rPr lang="en-US" altLang="zh-CN" sz="1600" dirty="0">
                <a:solidFill>
                  <a:schemeClr val="bg1"/>
                </a:solidFill>
              </a:rPr>
              <a:t>from two parts</a:t>
            </a:r>
            <a:r>
              <a:rPr lang="en-US" altLang="zh-CN" sz="1600" dirty="0" smtClean="0">
                <a:solidFill>
                  <a:schemeClr val="bg1"/>
                </a:solidFill>
              </a:rPr>
              <a:t>:</a:t>
            </a:r>
          </a:p>
          <a:p>
            <a:r>
              <a:rPr lang="en-US" altLang="zh-CN" dirty="0">
                <a:solidFill>
                  <a:schemeClr val="bg1"/>
                </a:solidFill>
              </a:rPr>
              <a:t>Main : </a:t>
            </a:r>
            <a:r>
              <a:rPr lang="en-US" altLang="zh-CN" dirty="0" smtClean="0">
                <a:solidFill>
                  <a:schemeClr val="bg1"/>
                </a:solidFill>
              </a:rPr>
              <a:t> </a:t>
            </a:r>
            <a:r>
              <a:rPr lang="en-US" altLang="zh-TW" b="1" dirty="0">
                <a:solidFill>
                  <a:schemeClr val="bg1"/>
                </a:solidFill>
              </a:rPr>
              <a:t>Organization System</a:t>
            </a:r>
          </a:p>
          <a:p>
            <a:r>
              <a:rPr lang="en-US" altLang="zh-CN" dirty="0">
                <a:solidFill>
                  <a:schemeClr val="bg1"/>
                </a:solidFill>
              </a:rPr>
              <a:t>Priority :</a:t>
            </a:r>
            <a:r>
              <a:rPr lang="en-US" altLang="zh-CN" b="1" dirty="0">
                <a:solidFill>
                  <a:schemeClr val="bg1"/>
                </a:solidFill>
              </a:rPr>
              <a:t> TA </a:t>
            </a:r>
            <a:r>
              <a:rPr lang="en-US" altLang="zh-CN" b="1" dirty="0" smtClean="0">
                <a:solidFill>
                  <a:schemeClr val="bg1"/>
                </a:solidFill>
              </a:rPr>
              <a:t>Customized&gt;</a:t>
            </a:r>
            <a:r>
              <a:rPr lang="en-US" altLang="zh-TW" b="1" dirty="0" smtClean="0">
                <a:solidFill>
                  <a:schemeClr val="bg1"/>
                </a:solidFill>
              </a:rPr>
              <a:t>Organization System</a:t>
            </a:r>
            <a:endParaRPr lang="en-US" altLang="zh-TW" b="1" dirty="0">
              <a:solidFill>
                <a:schemeClr val="bg1"/>
              </a:solidFill>
            </a:endParaRPr>
          </a:p>
        </p:txBody>
      </p:sp>
      <p:sp>
        <p:nvSpPr>
          <p:cNvPr id="10" name="圓角矩形 9"/>
          <p:cNvSpPr/>
          <p:nvPr/>
        </p:nvSpPr>
        <p:spPr>
          <a:xfrm>
            <a:off x="873529" y="3532363"/>
            <a:ext cx="3557848" cy="315867"/>
          </a:xfrm>
          <a:prstGeom prst="roundRect">
            <a:avLst>
              <a:gd name="adj" fmla="val 50000"/>
            </a:avLst>
          </a:prstGeom>
          <a:solidFill>
            <a:schemeClr val="accent3">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smtClean="0">
                <a:solidFill>
                  <a:schemeClr val="accent1"/>
                </a:solidFill>
              </a:rPr>
              <a:t>Input Dept Code , Click “Query” to show</a:t>
            </a:r>
            <a:endParaRPr lang="zh-TW" altLang="en-US" sz="1400" dirty="0">
              <a:solidFill>
                <a:schemeClr val="accent1"/>
              </a:solidFill>
            </a:endParaRPr>
          </a:p>
        </p:txBody>
      </p:sp>
      <p:sp>
        <p:nvSpPr>
          <p:cNvPr id="11" name="橢圓 10"/>
          <p:cNvSpPr/>
          <p:nvPr/>
        </p:nvSpPr>
        <p:spPr>
          <a:xfrm>
            <a:off x="395036" y="2407260"/>
            <a:ext cx="267420" cy="267420"/>
          </a:xfrm>
          <a:prstGeom prst="ellipse">
            <a:avLst/>
          </a:prstGeom>
          <a:solidFill>
            <a:schemeClr val="accent4">
              <a:lumMod val="5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accent6"/>
                </a:solidFill>
              </a:rPr>
              <a:t>1</a:t>
            </a:r>
            <a:endParaRPr lang="zh-TW" altLang="en-US" dirty="0">
              <a:solidFill>
                <a:schemeClr val="accent6"/>
              </a:solidFill>
            </a:endParaRPr>
          </a:p>
        </p:txBody>
      </p:sp>
      <p:sp>
        <p:nvSpPr>
          <p:cNvPr id="12" name="橢圓 11"/>
          <p:cNvSpPr/>
          <p:nvPr/>
        </p:nvSpPr>
        <p:spPr>
          <a:xfrm>
            <a:off x="389154" y="4154244"/>
            <a:ext cx="267420" cy="267420"/>
          </a:xfrm>
          <a:prstGeom prst="ellipse">
            <a:avLst/>
          </a:prstGeom>
          <a:solidFill>
            <a:schemeClr val="accent4">
              <a:lumMod val="5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accent6"/>
                </a:solidFill>
              </a:rPr>
              <a:t>2</a:t>
            </a:r>
            <a:endParaRPr lang="zh-TW" altLang="en-US" dirty="0">
              <a:solidFill>
                <a:schemeClr val="accent6"/>
              </a:solidFill>
            </a:endParaRPr>
          </a:p>
        </p:txBody>
      </p:sp>
      <p:sp>
        <p:nvSpPr>
          <p:cNvPr id="13" name="橢圓 12"/>
          <p:cNvSpPr/>
          <p:nvPr/>
        </p:nvSpPr>
        <p:spPr>
          <a:xfrm>
            <a:off x="6478462" y="1762175"/>
            <a:ext cx="267420" cy="267420"/>
          </a:xfrm>
          <a:prstGeom prst="ellipse">
            <a:avLst/>
          </a:prstGeom>
          <a:solidFill>
            <a:schemeClr val="accent4">
              <a:lumMod val="5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accent6"/>
                </a:solidFill>
              </a:rPr>
              <a:t>3</a:t>
            </a:r>
            <a:endParaRPr lang="zh-TW" altLang="en-US" dirty="0">
              <a:solidFill>
                <a:schemeClr val="accent6"/>
              </a:solidFill>
            </a:endParaRPr>
          </a:p>
        </p:txBody>
      </p:sp>
      <p:sp>
        <p:nvSpPr>
          <p:cNvPr id="14" name="橢圓 13"/>
          <p:cNvSpPr/>
          <p:nvPr/>
        </p:nvSpPr>
        <p:spPr>
          <a:xfrm>
            <a:off x="6419907" y="4269702"/>
            <a:ext cx="267420" cy="267420"/>
          </a:xfrm>
          <a:prstGeom prst="ellipse">
            <a:avLst/>
          </a:prstGeom>
          <a:solidFill>
            <a:schemeClr val="accent4">
              <a:lumMod val="5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accent6"/>
                </a:solidFill>
              </a:rPr>
              <a:t>4</a:t>
            </a:r>
            <a:endParaRPr lang="zh-TW" altLang="en-US" dirty="0">
              <a:solidFill>
                <a:schemeClr val="accent6"/>
              </a:solidFill>
            </a:endParaRPr>
          </a:p>
        </p:txBody>
      </p:sp>
      <p:sp>
        <p:nvSpPr>
          <p:cNvPr id="15" name="圓角矩形 14"/>
          <p:cNvSpPr/>
          <p:nvPr/>
        </p:nvSpPr>
        <p:spPr>
          <a:xfrm>
            <a:off x="6684295" y="1382417"/>
            <a:ext cx="4445533" cy="315867"/>
          </a:xfrm>
          <a:prstGeom prst="roundRect">
            <a:avLst>
              <a:gd name="adj" fmla="val 50000"/>
            </a:avLst>
          </a:prstGeom>
          <a:solidFill>
            <a:schemeClr val="accent3">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smtClean="0">
                <a:solidFill>
                  <a:schemeClr val="accent1"/>
                </a:solidFill>
              </a:rPr>
              <a:t>Select Org. Level, Input Approver ID,</a:t>
            </a:r>
            <a:r>
              <a:rPr lang="en-US" altLang="zh-CN" sz="1400" dirty="0" smtClean="0">
                <a:solidFill>
                  <a:schemeClr val="accent1"/>
                </a:solidFill>
              </a:rPr>
              <a:t>Click “Save”</a:t>
            </a:r>
            <a:endParaRPr lang="zh-TW" altLang="en-US" sz="1400" dirty="0">
              <a:solidFill>
                <a:schemeClr val="accent1"/>
              </a:solidFill>
            </a:endParaRPr>
          </a:p>
        </p:txBody>
      </p:sp>
      <p:sp>
        <p:nvSpPr>
          <p:cNvPr id="16" name="圓角矩形 15"/>
          <p:cNvSpPr/>
          <p:nvPr/>
        </p:nvSpPr>
        <p:spPr>
          <a:xfrm>
            <a:off x="6940335" y="3848230"/>
            <a:ext cx="4445533" cy="421472"/>
          </a:xfrm>
          <a:prstGeom prst="roundRect">
            <a:avLst>
              <a:gd name="adj" fmla="val 50000"/>
            </a:avLst>
          </a:prstGeom>
          <a:solidFill>
            <a:schemeClr val="accent3">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smtClean="0">
                <a:solidFill>
                  <a:schemeClr val="accent1"/>
                </a:solidFill>
              </a:rPr>
              <a:t>Set </a:t>
            </a:r>
            <a:r>
              <a:rPr lang="en-US" altLang="zh-TW" sz="1400" dirty="0">
                <a:solidFill>
                  <a:schemeClr val="accent1"/>
                </a:solidFill>
              </a:rPr>
              <a:t>success, </a:t>
            </a:r>
            <a:endParaRPr lang="en-US" altLang="zh-TW" sz="1400" dirty="0" smtClean="0">
              <a:solidFill>
                <a:schemeClr val="accent1"/>
              </a:solidFill>
            </a:endParaRPr>
          </a:p>
          <a:p>
            <a:pPr algn="ctr"/>
            <a:r>
              <a:rPr lang="en-US" altLang="zh-TW" sz="1400" dirty="0" smtClean="0">
                <a:solidFill>
                  <a:schemeClr val="accent1"/>
                </a:solidFill>
              </a:rPr>
              <a:t>It </a:t>
            </a:r>
            <a:r>
              <a:rPr lang="en-US" altLang="zh-TW" sz="1400" dirty="0">
                <a:solidFill>
                  <a:schemeClr val="accent1"/>
                </a:solidFill>
              </a:rPr>
              <a:t>adjusts to </a:t>
            </a:r>
            <a:r>
              <a:rPr lang="en-US" altLang="zh-TW" sz="1400" dirty="0" smtClean="0">
                <a:solidFill>
                  <a:schemeClr val="accent1"/>
                </a:solidFill>
              </a:rPr>
              <a:t>all TA form </a:t>
            </a:r>
            <a:r>
              <a:rPr lang="en-US" altLang="zh-TW" sz="1400" dirty="0">
                <a:solidFill>
                  <a:schemeClr val="accent1"/>
                </a:solidFill>
              </a:rPr>
              <a:t>applications later on</a:t>
            </a:r>
            <a:endParaRPr lang="zh-TW" altLang="en-US" sz="1400" dirty="0">
              <a:solidFill>
                <a:schemeClr val="accent1"/>
              </a:solidFill>
            </a:endParaRPr>
          </a:p>
        </p:txBody>
      </p:sp>
      <p:pic>
        <p:nvPicPr>
          <p:cNvPr id="17" name="圖片 16"/>
          <p:cNvPicPr>
            <a:picLocks noChangeAspect="1"/>
          </p:cNvPicPr>
          <p:nvPr/>
        </p:nvPicPr>
        <p:blipFill>
          <a:blip r:embed="rId5"/>
          <a:stretch>
            <a:fillRect/>
          </a:stretch>
        </p:blipFill>
        <p:spPr>
          <a:xfrm>
            <a:off x="749818" y="2450971"/>
            <a:ext cx="5526654" cy="913563"/>
          </a:xfrm>
          <a:prstGeom prst="rect">
            <a:avLst/>
          </a:prstGeom>
        </p:spPr>
      </p:pic>
      <p:sp>
        <p:nvSpPr>
          <p:cNvPr id="18" name="圓角矩形 17"/>
          <p:cNvSpPr/>
          <p:nvPr/>
        </p:nvSpPr>
        <p:spPr>
          <a:xfrm>
            <a:off x="1835700" y="5771375"/>
            <a:ext cx="4440772" cy="446109"/>
          </a:xfrm>
          <a:prstGeom prst="roundRect">
            <a:avLst>
              <a:gd name="adj" fmla="val 50000"/>
            </a:avLst>
          </a:prstGeom>
          <a:solidFill>
            <a:schemeClr val="accent3">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accent1"/>
                </a:solidFill>
              </a:rPr>
              <a:t>Click “Edit” to Customize,Click “Delete” </a:t>
            </a:r>
            <a:r>
              <a:rPr lang="en-US" altLang="zh-CN" sz="1400" dirty="0">
                <a:solidFill>
                  <a:schemeClr val="accent1"/>
                </a:solidFill>
              </a:rPr>
              <a:t>to delete all customized supervisors </a:t>
            </a:r>
            <a:r>
              <a:rPr lang="en-US" altLang="zh-CN" sz="1400" dirty="0" smtClean="0">
                <a:solidFill>
                  <a:schemeClr val="accent1"/>
                </a:solidFill>
              </a:rPr>
              <a:t>of this </a:t>
            </a:r>
            <a:r>
              <a:rPr lang="en-US" altLang="zh-CN" sz="1400" dirty="0">
                <a:solidFill>
                  <a:schemeClr val="accent1"/>
                </a:solidFill>
              </a:rPr>
              <a:t>department </a:t>
            </a:r>
            <a:r>
              <a:rPr lang="en-US" altLang="zh-CN" sz="1400" dirty="0" smtClean="0">
                <a:solidFill>
                  <a:schemeClr val="accent1"/>
                </a:solidFill>
              </a:rPr>
              <a:t>code.</a:t>
            </a:r>
            <a:endParaRPr lang="zh-TW" altLang="en-US" sz="1400" dirty="0">
              <a:solidFill>
                <a:schemeClr val="accent1"/>
              </a:solidFill>
            </a:endParaRPr>
          </a:p>
        </p:txBody>
      </p:sp>
      <p:sp>
        <p:nvSpPr>
          <p:cNvPr id="19" name="圓角矩形 18"/>
          <p:cNvSpPr/>
          <p:nvPr/>
        </p:nvSpPr>
        <p:spPr>
          <a:xfrm>
            <a:off x="8119604" y="2407260"/>
            <a:ext cx="541537" cy="205324"/>
          </a:xfrm>
          <a:prstGeom prst="roundRect">
            <a:avLst>
              <a:gd name="adj" fmla="val 4959"/>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圓角矩形 19"/>
          <p:cNvSpPr/>
          <p:nvPr/>
        </p:nvSpPr>
        <p:spPr>
          <a:xfrm>
            <a:off x="8123904" y="2674680"/>
            <a:ext cx="537237" cy="253770"/>
          </a:xfrm>
          <a:prstGeom prst="roundRect">
            <a:avLst>
              <a:gd name="adj" fmla="val 4959"/>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圓角矩形 20"/>
          <p:cNvSpPr/>
          <p:nvPr/>
        </p:nvSpPr>
        <p:spPr>
          <a:xfrm>
            <a:off x="9389978" y="5669724"/>
            <a:ext cx="1366692" cy="257784"/>
          </a:xfrm>
          <a:prstGeom prst="roundRect">
            <a:avLst>
              <a:gd name="adj" fmla="val 4959"/>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圓角矩形 21"/>
          <p:cNvSpPr/>
          <p:nvPr/>
        </p:nvSpPr>
        <p:spPr>
          <a:xfrm>
            <a:off x="3072769" y="4034254"/>
            <a:ext cx="460995" cy="179012"/>
          </a:xfrm>
          <a:prstGeom prst="roundRect">
            <a:avLst>
              <a:gd name="adj" fmla="val 4959"/>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圓角矩形 22"/>
          <p:cNvSpPr/>
          <p:nvPr/>
        </p:nvSpPr>
        <p:spPr>
          <a:xfrm>
            <a:off x="3210324" y="5443220"/>
            <a:ext cx="323248" cy="183938"/>
          </a:xfrm>
          <a:prstGeom prst="roundRect">
            <a:avLst>
              <a:gd name="adj" fmla="val 4959"/>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圓角矩形 23"/>
          <p:cNvSpPr/>
          <p:nvPr/>
        </p:nvSpPr>
        <p:spPr>
          <a:xfrm>
            <a:off x="3628688" y="5438612"/>
            <a:ext cx="405365" cy="183938"/>
          </a:xfrm>
          <a:prstGeom prst="roundRect">
            <a:avLst>
              <a:gd name="adj" fmla="val 4959"/>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4503797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Approvers Customize - </a:t>
            </a:r>
            <a:r>
              <a:rPr lang="en-US" altLang="zh-TW" dirty="0" smtClean="0"/>
              <a:t>2</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69</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矩形 5"/>
          <p:cNvSpPr/>
          <p:nvPr/>
        </p:nvSpPr>
        <p:spPr>
          <a:xfrm>
            <a:off x="630876" y="1190475"/>
            <a:ext cx="4446907" cy="2424457"/>
          </a:xfrm>
          <a:prstGeom prst="rect">
            <a:avLst/>
          </a:prstGeom>
          <a:solidFill>
            <a:schemeClr val="bg1">
              <a:lumMod val="9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5515676" y="1173655"/>
            <a:ext cx="267420" cy="267420"/>
          </a:xfrm>
          <a:prstGeom prst="ellipse">
            <a:avLst/>
          </a:prstGeom>
          <a:solidFill>
            <a:schemeClr val="accent4">
              <a:lumMod val="5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accent6"/>
                </a:solidFill>
              </a:rPr>
              <a:t>1</a:t>
            </a:r>
            <a:endParaRPr lang="zh-TW" altLang="en-US" dirty="0">
              <a:solidFill>
                <a:schemeClr val="accent6"/>
              </a:solidFill>
            </a:endParaRPr>
          </a:p>
        </p:txBody>
      </p:sp>
      <p:sp>
        <p:nvSpPr>
          <p:cNvPr id="8" name="橢圓 7"/>
          <p:cNvSpPr/>
          <p:nvPr/>
        </p:nvSpPr>
        <p:spPr>
          <a:xfrm>
            <a:off x="5515676" y="2385837"/>
            <a:ext cx="267420" cy="267420"/>
          </a:xfrm>
          <a:prstGeom prst="ellipse">
            <a:avLst/>
          </a:prstGeom>
          <a:solidFill>
            <a:schemeClr val="accent4">
              <a:lumMod val="5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accent6"/>
                </a:solidFill>
              </a:rPr>
              <a:t>2</a:t>
            </a:r>
            <a:endParaRPr lang="zh-TW" altLang="en-US" dirty="0">
              <a:solidFill>
                <a:schemeClr val="accent6"/>
              </a:solidFill>
            </a:endParaRPr>
          </a:p>
        </p:txBody>
      </p:sp>
      <p:sp>
        <p:nvSpPr>
          <p:cNvPr id="9" name="橢圓 8"/>
          <p:cNvSpPr/>
          <p:nvPr/>
        </p:nvSpPr>
        <p:spPr>
          <a:xfrm>
            <a:off x="5537346" y="3750141"/>
            <a:ext cx="267420" cy="267420"/>
          </a:xfrm>
          <a:prstGeom prst="ellipse">
            <a:avLst/>
          </a:prstGeom>
          <a:solidFill>
            <a:schemeClr val="accent4">
              <a:lumMod val="5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accent6"/>
                </a:solidFill>
              </a:rPr>
              <a:t>3</a:t>
            </a:r>
            <a:endParaRPr lang="zh-TW" altLang="en-US" dirty="0">
              <a:solidFill>
                <a:schemeClr val="accent6"/>
              </a:solidFill>
            </a:endParaRPr>
          </a:p>
        </p:txBody>
      </p:sp>
      <p:sp>
        <p:nvSpPr>
          <p:cNvPr id="10" name="圓角矩形 9"/>
          <p:cNvSpPr/>
          <p:nvPr/>
        </p:nvSpPr>
        <p:spPr>
          <a:xfrm>
            <a:off x="696976" y="4017561"/>
            <a:ext cx="4380807" cy="1348454"/>
          </a:xfrm>
          <a:prstGeom prst="roundRect">
            <a:avLst/>
          </a:prstGeom>
          <a:solidFill>
            <a:schemeClr val="accent1">
              <a:lumMod val="7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altLang="zh-CN" sz="1400" dirty="0">
                <a:solidFill>
                  <a:schemeClr val="bg1"/>
                </a:solidFill>
              </a:rPr>
              <a:t>If you want to skip the </a:t>
            </a:r>
            <a:r>
              <a:rPr lang="en-US" altLang="zh-CN" sz="1400" dirty="0" smtClean="0">
                <a:solidFill>
                  <a:schemeClr val="bg1"/>
                </a:solidFill>
              </a:rPr>
              <a:t>approver,input “SystemUser” in Approver ID.</a:t>
            </a:r>
          </a:p>
          <a:p>
            <a:r>
              <a:rPr lang="en-US" altLang="zh-TW" sz="1400" dirty="0" smtClean="0">
                <a:solidFill>
                  <a:schemeClr val="bg1"/>
                </a:solidFill>
              </a:rPr>
              <a:t>Click the “Check” option and click  “Save”.this set will apply to all subordinate units </a:t>
            </a:r>
            <a:endParaRPr lang="zh-TW" altLang="en-US" sz="1400" dirty="0">
              <a:solidFill>
                <a:schemeClr val="bg1"/>
              </a:solidFill>
            </a:endParaRPr>
          </a:p>
        </p:txBody>
      </p:sp>
      <p:sp>
        <p:nvSpPr>
          <p:cNvPr id="11" name="橢圓 10"/>
          <p:cNvSpPr/>
          <p:nvPr/>
        </p:nvSpPr>
        <p:spPr>
          <a:xfrm>
            <a:off x="5515676" y="5248155"/>
            <a:ext cx="267420" cy="267420"/>
          </a:xfrm>
          <a:prstGeom prst="ellipse">
            <a:avLst/>
          </a:prstGeom>
          <a:solidFill>
            <a:schemeClr val="accent4">
              <a:lumMod val="5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accent6"/>
                </a:solidFill>
              </a:rPr>
              <a:t>4</a:t>
            </a:r>
            <a:endParaRPr lang="zh-TW" altLang="en-US" dirty="0">
              <a:solidFill>
                <a:schemeClr val="accent6"/>
              </a:solidFill>
            </a:endParaRPr>
          </a:p>
        </p:txBody>
      </p:sp>
      <p:pic>
        <p:nvPicPr>
          <p:cNvPr id="12" name="圖片 11"/>
          <p:cNvPicPr>
            <a:picLocks noChangeAspect="1"/>
          </p:cNvPicPr>
          <p:nvPr/>
        </p:nvPicPr>
        <p:blipFill>
          <a:blip r:embed="rId2"/>
          <a:stretch>
            <a:fillRect/>
          </a:stretch>
        </p:blipFill>
        <p:spPr>
          <a:xfrm>
            <a:off x="707850" y="1184648"/>
            <a:ext cx="4238625" cy="2402378"/>
          </a:xfrm>
          <a:prstGeom prst="rect">
            <a:avLst/>
          </a:prstGeom>
        </p:spPr>
      </p:pic>
      <p:sp>
        <p:nvSpPr>
          <p:cNvPr id="13" name="圓角矩形 12"/>
          <p:cNvSpPr/>
          <p:nvPr/>
        </p:nvSpPr>
        <p:spPr>
          <a:xfrm>
            <a:off x="2253309" y="2939689"/>
            <a:ext cx="214683" cy="185252"/>
          </a:xfrm>
          <a:prstGeom prst="roundRect">
            <a:avLst>
              <a:gd name="adj" fmla="val 4959"/>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圓角矩形 13"/>
          <p:cNvSpPr/>
          <p:nvPr/>
        </p:nvSpPr>
        <p:spPr>
          <a:xfrm>
            <a:off x="2253309" y="2301052"/>
            <a:ext cx="1448679" cy="203301"/>
          </a:xfrm>
          <a:prstGeom prst="roundRect">
            <a:avLst>
              <a:gd name="adj" fmla="val 4959"/>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5" name="圖片 14"/>
          <p:cNvPicPr>
            <a:picLocks noChangeAspect="1"/>
          </p:cNvPicPr>
          <p:nvPr/>
        </p:nvPicPr>
        <p:blipFill>
          <a:blip r:embed="rId3"/>
          <a:stretch>
            <a:fillRect/>
          </a:stretch>
        </p:blipFill>
        <p:spPr>
          <a:xfrm>
            <a:off x="6102495" y="1184648"/>
            <a:ext cx="4597744" cy="2217975"/>
          </a:xfrm>
          <a:prstGeom prst="rect">
            <a:avLst/>
          </a:prstGeom>
        </p:spPr>
      </p:pic>
      <p:sp>
        <p:nvSpPr>
          <p:cNvPr id="16" name="圓角矩形 15"/>
          <p:cNvSpPr/>
          <p:nvPr/>
        </p:nvSpPr>
        <p:spPr>
          <a:xfrm>
            <a:off x="9047286" y="2315017"/>
            <a:ext cx="1468314" cy="269922"/>
          </a:xfrm>
          <a:prstGeom prst="roundRect">
            <a:avLst>
              <a:gd name="adj" fmla="val 4959"/>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7" name="圖片 16"/>
          <p:cNvPicPr>
            <a:picLocks noChangeAspect="1"/>
          </p:cNvPicPr>
          <p:nvPr/>
        </p:nvPicPr>
        <p:blipFill>
          <a:blip r:embed="rId4"/>
          <a:stretch>
            <a:fillRect/>
          </a:stretch>
        </p:blipFill>
        <p:spPr>
          <a:xfrm>
            <a:off x="5922817" y="3249632"/>
            <a:ext cx="4829696" cy="2685102"/>
          </a:xfrm>
          <a:prstGeom prst="rect">
            <a:avLst/>
          </a:prstGeom>
        </p:spPr>
      </p:pic>
      <p:sp>
        <p:nvSpPr>
          <p:cNvPr id="18" name="圓角矩形 17"/>
          <p:cNvSpPr/>
          <p:nvPr/>
        </p:nvSpPr>
        <p:spPr>
          <a:xfrm>
            <a:off x="8973978" y="4619343"/>
            <a:ext cx="1303323" cy="270241"/>
          </a:xfrm>
          <a:prstGeom prst="roundRect">
            <a:avLst>
              <a:gd name="adj" fmla="val 4959"/>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63832923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Batch Approval &amp; Mobile Approval </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70</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矩形 5"/>
          <p:cNvSpPr/>
          <p:nvPr/>
        </p:nvSpPr>
        <p:spPr>
          <a:xfrm>
            <a:off x="864523" y="3208713"/>
            <a:ext cx="10166466" cy="3233651"/>
          </a:xfrm>
          <a:prstGeom prst="rect">
            <a:avLst/>
          </a:prstGeom>
          <a:solidFill>
            <a:schemeClr val="bg1">
              <a:lumMod val="9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8" name="圖片 7"/>
          <p:cNvPicPr>
            <a:picLocks noChangeAspect="1"/>
          </p:cNvPicPr>
          <p:nvPr/>
        </p:nvPicPr>
        <p:blipFill>
          <a:blip r:embed="rId2"/>
          <a:stretch>
            <a:fillRect/>
          </a:stretch>
        </p:blipFill>
        <p:spPr>
          <a:xfrm>
            <a:off x="5414426" y="1112469"/>
            <a:ext cx="5722425" cy="1520420"/>
          </a:xfrm>
          <a:prstGeom prst="rect">
            <a:avLst/>
          </a:prstGeom>
        </p:spPr>
      </p:pic>
      <p:pic>
        <p:nvPicPr>
          <p:cNvPr id="9" name="圖片 8"/>
          <p:cNvPicPr>
            <a:picLocks noChangeAspect="1"/>
          </p:cNvPicPr>
          <p:nvPr/>
        </p:nvPicPr>
        <p:blipFill>
          <a:blip r:embed="rId3"/>
          <a:stretch>
            <a:fillRect/>
          </a:stretch>
        </p:blipFill>
        <p:spPr>
          <a:xfrm>
            <a:off x="864523" y="3655592"/>
            <a:ext cx="2550707" cy="2562328"/>
          </a:xfrm>
          <a:prstGeom prst="rect">
            <a:avLst/>
          </a:prstGeom>
        </p:spPr>
      </p:pic>
      <p:sp>
        <p:nvSpPr>
          <p:cNvPr id="10" name="橢圓 9"/>
          <p:cNvSpPr/>
          <p:nvPr/>
        </p:nvSpPr>
        <p:spPr>
          <a:xfrm>
            <a:off x="864523" y="3297438"/>
            <a:ext cx="267420" cy="267420"/>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1</a:t>
            </a:r>
            <a:endParaRPr lang="zh-TW" altLang="en-US" dirty="0"/>
          </a:p>
        </p:txBody>
      </p:sp>
      <p:sp>
        <p:nvSpPr>
          <p:cNvPr id="11" name="橢圓 10"/>
          <p:cNvSpPr/>
          <p:nvPr/>
        </p:nvSpPr>
        <p:spPr>
          <a:xfrm>
            <a:off x="3786629" y="3336583"/>
            <a:ext cx="267420" cy="267420"/>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2</a:t>
            </a:r>
            <a:endParaRPr lang="zh-TW" altLang="en-US" dirty="0"/>
          </a:p>
        </p:txBody>
      </p:sp>
      <p:sp>
        <p:nvSpPr>
          <p:cNvPr id="12" name="橢圓 11"/>
          <p:cNvSpPr/>
          <p:nvPr/>
        </p:nvSpPr>
        <p:spPr>
          <a:xfrm>
            <a:off x="8008219" y="3380427"/>
            <a:ext cx="267420" cy="267420"/>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3</a:t>
            </a:r>
            <a:endParaRPr lang="zh-TW" altLang="en-US" dirty="0"/>
          </a:p>
        </p:txBody>
      </p:sp>
      <p:sp>
        <p:nvSpPr>
          <p:cNvPr id="13" name="圓角矩形 12"/>
          <p:cNvSpPr/>
          <p:nvPr/>
        </p:nvSpPr>
        <p:spPr>
          <a:xfrm>
            <a:off x="864522" y="1333724"/>
            <a:ext cx="4080039" cy="567513"/>
          </a:xfrm>
          <a:prstGeom prst="roundRect">
            <a:avLst/>
          </a:prstGeom>
          <a:solidFill>
            <a:schemeClr val="accent1">
              <a:lumMod val="75000"/>
            </a:schemeClr>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altLang="zh-CN" sz="1600" dirty="0" smtClean="0">
                <a:solidFill>
                  <a:schemeClr val="bg1"/>
                </a:solidFill>
              </a:rPr>
              <a:t>You can Batch Approval by Click “Batch Submit” in Workflow Portal Web Site</a:t>
            </a:r>
          </a:p>
        </p:txBody>
      </p:sp>
      <p:sp>
        <p:nvSpPr>
          <p:cNvPr id="14" name="圓角矩形 13"/>
          <p:cNvSpPr/>
          <p:nvPr/>
        </p:nvSpPr>
        <p:spPr>
          <a:xfrm>
            <a:off x="864523" y="2408433"/>
            <a:ext cx="4268194" cy="38772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1600" dirty="0" smtClean="0"/>
              <a:t>You can also </a:t>
            </a:r>
            <a:r>
              <a:rPr lang="en-US" altLang="zh-CN" sz="1600" dirty="0" smtClean="0"/>
              <a:t>online </a:t>
            </a:r>
            <a:r>
              <a:rPr lang="en-US" altLang="zh-TW" sz="1600" dirty="0" smtClean="0"/>
              <a:t>approval in Mobile App</a:t>
            </a:r>
            <a:endParaRPr lang="zh-TW" altLang="en-US" sz="1600" dirty="0"/>
          </a:p>
        </p:txBody>
      </p:sp>
      <p:sp>
        <p:nvSpPr>
          <p:cNvPr id="15" name="向右箭號 14"/>
          <p:cNvSpPr/>
          <p:nvPr/>
        </p:nvSpPr>
        <p:spPr>
          <a:xfrm rot="5400000">
            <a:off x="2370525" y="2655522"/>
            <a:ext cx="375143" cy="693825"/>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向右箭號 15"/>
          <p:cNvSpPr/>
          <p:nvPr/>
        </p:nvSpPr>
        <p:spPr>
          <a:xfrm>
            <a:off x="4944561" y="1335084"/>
            <a:ext cx="530805" cy="694021"/>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7" name="圖片 16"/>
          <p:cNvPicPr>
            <a:picLocks noChangeAspect="1"/>
          </p:cNvPicPr>
          <p:nvPr/>
        </p:nvPicPr>
        <p:blipFill>
          <a:blip r:embed="rId4"/>
          <a:stretch>
            <a:fillRect/>
          </a:stretch>
        </p:blipFill>
        <p:spPr>
          <a:xfrm>
            <a:off x="8310950" y="3297439"/>
            <a:ext cx="2603661" cy="3061798"/>
          </a:xfrm>
          <a:prstGeom prst="rect">
            <a:avLst/>
          </a:prstGeom>
        </p:spPr>
      </p:pic>
      <p:pic>
        <p:nvPicPr>
          <p:cNvPr id="18" name="圖片 17"/>
          <p:cNvPicPr>
            <a:picLocks noChangeAspect="1"/>
          </p:cNvPicPr>
          <p:nvPr/>
        </p:nvPicPr>
        <p:blipFill>
          <a:blip r:embed="rId5"/>
          <a:stretch>
            <a:fillRect/>
          </a:stretch>
        </p:blipFill>
        <p:spPr>
          <a:xfrm>
            <a:off x="3784497" y="3775717"/>
            <a:ext cx="4286841" cy="1981200"/>
          </a:xfrm>
          <a:prstGeom prst="rect">
            <a:avLst/>
          </a:prstGeom>
        </p:spPr>
      </p:pic>
      <p:sp>
        <p:nvSpPr>
          <p:cNvPr id="19" name="圓角矩形 18"/>
          <p:cNvSpPr/>
          <p:nvPr/>
        </p:nvSpPr>
        <p:spPr>
          <a:xfrm>
            <a:off x="4306186" y="4825537"/>
            <a:ext cx="1967419" cy="625693"/>
          </a:xfrm>
          <a:prstGeom prst="roundRect">
            <a:avLst>
              <a:gd name="adj" fmla="val 4959"/>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91385108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Approval Process </a:t>
            </a:r>
            <a:r>
              <a:rPr lang="en-US" altLang="zh-TW" dirty="0" smtClean="0"/>
              <a:t>Tracking</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71</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矩形 5"/>
          <p:cNvSpPr/>
          <p:nvPr/>
        </p:nvSpPr>
        <p:spPr>
          <a:xfrm>
            <a:off x="1147779" y="3010636"/>
            <a:ext cx="10044168" cy="2684564"/>
          </a:xfrm>
          <a:prstGeom prst="rect">
            <a:avLst/>
          </a:prstGeom>
          <a:solidFill>
            <a:schemeClr val="bg1">
              <a:lumMod val="9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p:cNvPicPr>
            <a:picLocks noChangeAspect="1"/>
          </p:cNvPicPr>
          <p:nvPr/>
        </p:nvPicPr>
        <p:blipFill>
          <a:blip r:embed="rId2"/>
          <a:stretch>
            <a:fillRect/>
          </a:stretch>
        </p:blipFill>
        <p:spPr>
          <a:xfrm>
            <a:off x="3749043" y="1205271"/>
            <a:ext cx="7290263" cy="1620754"/>
          </a:xfrm>
          <a:prstGeom prst="rect">
            <a:avLst/>
          </a:prstGeom>
        </p:spPr>
      </p:pic>
      <p:sp>
        <p:nvSpPr>
          <p:cNvPr id="8" name="圓角矩形 7"/>
          <p:cNvSpPr/>
          <p:nvPr/>
        </p:nvSpPr>
        <p:spPr>
          <a:xfrm>
            <a:off x="1493686" y="4749326"/>
            <a:ext cx="6063054" cy="265181"/>
          </a:xfrm>
          <a:prstGeom prst="roundRect">
            <a:avLst>
              <a:gd name="adj" fmla="val 50000"/>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1400" dirty="0" smtClean="0">
                <a:solidFill>
                  <a:schemeClr val="tx1"/>
                </a:solidFill>
              </a:rPr>
              <a:t> Click </a:t>
            </a:r>
            <a:r>
              <a:rPr lang="en-US" altLang="zh-TW" sz="1400" dirty="0">
                <a:solidFill>
                  <a:schemeClr val="tx1"/>
                </a:solidFill>
              </a:rPr>
              <a:t>“Flow”  to view the Flow Chart</a:t>
            </a:r>
            <a:endParaRPr lang="zh-TW" altLang="en-US" sz="1400" dirty="0">
              <a:solidFill>
                <a:schemeClr val="tx1"/>
              </a:solidFill>
            </a:endParaRPr>
          </a:p>
        </p:txBody>
      </p:sp>
      <p:sp>
        <p:nvSpPr>
          <p:cNvPr id="9" name="圓角矩形 8"/>
          <p:cNvSpPr/>
          <p:nvPr/>
        </p:nvSpPr>
        <p:spPr>
          <a:xfrm>
            <a:off x="1473172" y="4242613"/>
            <a:ext cx="6084514" cy="265181"/>
          </a:xfrm>
          <a:prstGeom prst="roundRect">
            <a:avLst>
              <a:gd name="adj" fmla="val 50000"/>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1400" dirty="0" smtClean="0">
                <a:solidFill>
                  <a:schemeClr val="tx1"/>
                </a:solidFill>
              </a:rPr>
              <a:t> You </a:t>
            </a:r>
            <a:r>
              <a:rPr lang="en-US" altLang="zh-TW" sz="1400" dirty="0">
                <a:solidFill>
                  <a:schemeClr val="tx1"/>
                </a:solidFill>
              </a:rPr>
              <a:t>can only click “Delete” to delete the application </a:t>
            </a:r>
            <a:r>
              <a:rPr lang="en-US" altLang="zh-CN" sz="1400" dirty="0">
                <a:solidFill>
                  <a:schemeClr val="tx1"/>
                </a:solidFill>
              </a:rPr>
              <a:t>Before </a:t>
            </a:r>
            <a:r>
              <a:rPr lang="en-US" altLang="zh-CN" sz="1400" dirty="0" smtClean="0">
                <a:solidFill>
                  <a:schemeClr val="tx1"/>
                </a:solidFill>
              </a:rPr>
              <a:t>submit.</a:t>
            </a:r>
            <a:endParaRPr lang="zh-TW" altLang="en-US" sz="1400" dirty="0">
              <a:solidFill>
                <a:schemeClr val="tx1"/>
              </a:solidFill>
            </a:endParaRPr>
          </a:p>
        </p:txBody>
      </p:sp>
      <p:sp>
        <p:nvSpPr>
          <p:cNvPr id="10" name="圓角矩形 9"/>
          <p:cNvSpPr/>
          <p:nvPr/>
        </p:nvSpPr>
        <p:spPr>
          <a:xfrm>
            <a:off x="1493686" y="3257754"/>
            <a:ext cx="6063054" cy="258205"/>
          </a:xfrm>
          <a:prstGeom prst="roundRect">
            <a:avLst>
              <a:gd name="adj" fmla="val 50000"/>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smtClean="0">
                <a:solidFill>
                  <a:schemeClr val="tx1"/>
                </a:solidFill>
              </a:rPr>
              <a:t> Status </a:t>
            </a:r>
            <a:r>
              <a:rPr lang="en-US" altLang="zh-CN" sz="1400" dirty="0">
                <a:solidFill>
                  <a:schemeClr val="tx1"/>
                </a:solidFill>
              </a:rPr>
              <a:t>Icon displays the current status of </a:t>
            </a:r>
            <a:r>
              <a:rPr lang="en-US" altLang="zh-CN" sz="1400" dirty="0" smtClean="0">
                <a:solidFill>
                  <a:schemeClr val="tx1"/>
                </a:solidFill>
              </a:rPr>
              <a:t>the application</a:t>
            </a:r>
            <a:endParaRPr lang="en-US" altLang="zh-CN" sz="1400" dirty="0">
              <a:solidFill>
                <a:schemeClr val="tx1"/>
              </a:solidFill>
            </a:endParaRPr>
          </a:p>
        </p:txBody>
      </p:sp>
      <p:sp>
        <p:nvSpPr>
          <p:cNvPr id="11" name="圓角矩形 10"/>
          <p:cNvSpPr/>
          <p:nvPr/>
        </p:nvSpPr>
        <p:spPr>
          <a:xfrm>
            <a:off x="1493686" y="3735470"/>
            <a:ext cx="6063054" cy="287631"/>
          </a:xfrm>
          <a:prstGeom prst="roundRect">
            <a:avLst>
              <a:gd name="adj" fmla="val 50000"/>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1400" dirty="0" smtClean="0">
                <a:solidFill>
                  <a:schemeClr val="tx1"/>
                </a:solidFill>
              </a:rPr>
              <a:t> Click </a:t>
            </a:r>
            <a:r>
              <a:rPr lang="en-US" altLang="zh-TW" sz="1400" dirty="0">
                <a:solidFill>
                  <a:schemeClr val="tx1"/>
                </a:solidFill>
              </a:rPr>
              <a:t>“Submit” to sent the application to approval</a:t>
            </a:r>
          </a:p>
        </p:txBody>
      </p:sp>
      <p:sp>
        <p:nvSpPr>
          <p:cNvPr id="12" name="橢圓 11"/>
          <p:cNvSpPr/>
          <p:nvPr/>
        </p:nvSpPr>
        <p:spPr>
          <a:xfrm>
            <a:off x="9393386" y="2015648"/>
            <a:ext cx="155155" cy="123074"/>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dirty="0" smtClean="0"/>
              <a:t>1</a:t>
            </a:r>
            <a:endParaRPr lang="zh-TW" altLang="en-US" sz="1000" dirty="0"/>
          </a:p>
        </p:txBody>
      </p:sp>
      <p:sp>
        <p:nvSpPr>
          <p:cNvPr id="13" name="橢圓 12"/>
          <p:cNvSpPr/>
          <p:nvPr/>
        </p:nvSpPr>
        <p:spPr>
          <a:xfrm>
            <a:off x="9742690" y="2077185"/>
            <a:ext cx="178542" cy="168494"/>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dirty="0" smtClean="0"/>
              <a:t>2</a:t>
            </a:r>
            <a:endParaRPr lang="zh-TW" altLang="en-US" sz="1000" dirty="0"/>
          </a:p>
        </p:txBody>
      </p:sp>
      <p:sp>
        <p:nvSpPr>
          <p:cNvPr id="14" name="橢圓 13"/>
          <p:cNvSpPr/>
          <p:nvPr/>
        </p:nvSpPr>
        <p:spPr>
          <a:xfrm>
            <a:off x="10115381" y="2077185"/>
            <a:ext cx="178542" cy="168494"/>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dirty="0" smtClean="0"/>
              <a:t>3</a:t>
            </a:r>
            <a:endParaRPr lang="zh-TW" altLang="en-US" sz="1000" dirty="0"/>
          </a:p>
        </p:txBody>
      </p:sp>
      <p:sp>
        <p:nvSpPr>
          <p:cNvPr id="15" name="橢圓 14"/>
          <p:cNvSpPr/>
          <p:nvPr/>
        </p:nvSpPr>
        <p:spPr>
          <a:xfrm>
            <a:off x="10398801" y="2233995"/>
            <a:ext cx="178542" cy="168494"/>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dirty="0" smtClean="0"/>
              <a:t>4</a:t>
            </a:r>
            <a:endParaRPr lang="zh-TW" altLang="en-US" sz="1000" dirty="0"/>
          </a:p>
        </p:txBody>
      </p:sp>
      <p:sp>
        <p:nvSpPr>
          <p:cNvPr id="16" name="橢圓 15"/>
          <p:cNvSpPr/>
          <p:nvPr/>
        </p:nvSpPr>
        <p:spPr>
          <a:xfrm>
            <a:off x="1404415" y="3285792"/>
            <a:ext cx="178542" cy="168494"/>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dirty="0" smtClean="0"/>
              <a:t>1</a:t>
            </a:r>
            <a:endParaRPr lang="zh-TW" altLang="en-US" sz="1000" dirty="0"/>
          </a:p>
        </p:txBody>
      </p:sp>
      <p:sp>
        <p:nvSpPr>
          <p:cNvPr id="17" name="橢圓 16"/>
          <p:cNvSpPr/>
          <p:nvPr/>
        </p:nvSpPr>
        <p:spPr>
          <a:xfrm>
            <a:off x="1404415" y="4797669"/>
            <a:ext cx="178542" cy="168494"/>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dirty="0" smtClean="0"/>
              <a:t>4</a:t>
            </a:r>
            <a:endParaRPr lang="zh-TW" altLang="en-US" sz="1000" dirty="0"/>
          </a:p>
        </p:txBody>
      </p:sp>
      <p:sp>
        <p:nvSpPr>
          <p:cNvPr id="18" name="橢圓 17"/>
          <p:cNvSpPr/>
          <p:nvPr/>
        </p:nvSpPr>
        <p:spPr>
          <a:xfrm>
            <a:off x="1400526" y="4290956"/>
            <a:ext cx="178542" cy="168494"/>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dirty="0" smtClean="0"/>
              <a:t>3</a:t>
            </a:r>
            <a:endParaRPr lang="zh-TW" altLang="en-US" sz="1000" dirty="0"/>
          </a:p>
        </p:txBody>
      </p:sp>
      <p:sp>
        <p:nvSpPr>
          <p:cNvPr id="19" name="橢圓 18"/>
          <p:cNvSpPr/>
          <p:nvPr/>
        </p:nvSpPr>
        <p:spPr>
          <a:xfrm>
            <a:off x="1404415" y="3794448"/>
            <a:ext cx="178542" cy="168494"/>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dirty="0" smtClean="0"/>
              <a:t>2</a:t>
            </a:r>
            <a:endParaRPr lang="zh-TW" altLang="en-US" sz="1000" dirty="0"/>
          </a:p>
        </p:txBody>
      </p:sp>
      <p:sp>
        <p:nvSpPr>
          <p:cNvPr id="20" name="圓角矩形 19"/>
          <p:cNvSpPr/>
          <p:nvPr/>
        </p:nvSpPr>
        <p:spPr>
          <a:xfrm>
            <a:off x="1400526" y="1466491"/>
            <a:ext cx="2048472" cy="779188"/>
          </a:xfrm>
          <a:prstGeom prst="roundRect">
            <a:avLst/>
          </a:prstGeom>
          <a:solidFill>
            <a:schemeClr val="accent1"/>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400" b="1" dirty="0" smtClean="0"/>
              <a:t>Application</a:t>
            </a:r>
          </a:p>
          <a:p>
            <a:pPr algn="ctr"/>
            <a:r>
              <a:rPr lang="en-US" altLang="zh-CN" sz="1400" b="1" dirty="0" smtClean="0"/>
              <a:t> Progress </a:t>
            </a:r>
            <a:r>
              <a:rPr lang="en-US" altLang="zh-CN" sz="1400" b="1" dirty="0"/>
              <a:t>Tracking</a:t>
            </a:r>
            <a:endParaRPr lang="en-US" altLang="zh-CN" sz="1400" b="1" dirty="0" smtClean="0"/>
          </a:p>
        </p:txBody>
      </p:sp>
    </p:spTree>
    <p:extLst>
      <p:ext uri="{BB962C8B-B14F-4D97-AF65-F5344CB8AC3E}">
        <p14:creationId xmlns:p14="http://schemas.microsoft.com/office/powerpoint/2010/main" val="49179378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72</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7" name="圓角矩形 6"/>
          <p:cNvSpPr/>
          <p:nvPr/>
        </p:nvSpPr>
        <p:spPr>
          <a:xfrm>
            <a:off x="2951590" y="2452858"/>
            <a:ext cx="6326880" cy="819510"/>
          </a:xfrm>
          <a:prstGeom prst="roundRect">
            <a:avLst>
              <a:gd name="adj" fmla="val 50000"/>
            </a:avLst>
          </a:prstGeom>
          <a:solidFill>
            <a:schemeClr val="accent5">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8" name="Oval 146"/>
          <p:cNvSpPr/>
          <p:nvPr/>
        </p:nvSpPr>
        <p:spPr>
          <a:xfrm>
            <a:off x="3064723" y="2566193"/>
            <a:ext cx="642342" cy="614835"/>
          </a:xfrm>
          <a:prstGeom prst="ellipse">
            <a:avLst/>
          </a:prstGeom>
          <a:solidFill>
            <a:schemeClr val="accent1"/>
          </a:solidFill>
          <a:ln>
            <a:noFill/>
          </a:ln>
        </p:spPr>
        <p:txBody>
          <a:bodyPr wrap="none" anchor="ctr"/>
          <a:lstStyle/>
          <a:p>
            <a:endParaRPr lang="en-US" sz="2000" dirty="0">
              <a:solidFill>
                <a:schemeClr val="accent1"/>
              </a:solidFill>
              <a:latin typeface="Arial" panose="020B0604020202020204" pitchFamily="34" charset="0"/>
              <a:cs typeface="Arial" panose="020B0604020202020204" pitchFamily="34" charset="0"/>
              <a:sym typeface="+mn-lt"/>
            </a:endParaRPr>
          </a:p>
        </p:txBody>
      </p:sp>
      <p:sp>
        <p:nvSpPr>
          <p:cNvPr id="9" name="PA-AutoShape 13"/>
          <p:cNvSpPr/>
          <p:nvPr>
            <p:custDataLst>
              <p:tags r:id="rId1"/>
            </p:custDataLst>
          </p:nvPr>
        </p:nvSpPr>
        <p:spPr bwMode="auto">
          <a:xfrm>
            <a:off x="3220023" y="2709384"/>
            <a:ext cx="331742" cy="32810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59" y="0"/>
                  <a:pt x="0" y="4859"/>
                  <a:pt x="0" y="10800"/>
                </a:cubicBezTo>
                <a:cubicBezTo>
                  <a:pt x="0" y="16739"/>
                  <a:pt x="4859" y="21600"/>
                  <a:pt x="10800" y="21600"/>
                </a:cubicBezTo>
                <a:cubicBezTo>
                  <a:pt x="16739" y="21600"/>
                  <a:pt x="21600" y="16739"/>
                  <a:pt x="21600" y="10800"/>
                </a:cubicBezTo>
                <a:cubicBezTo>
                  <a:pt x="21600" y="4859"/>
                  <a:pt x="16739" y="0"/>
                  <a:pt x="10800" y="0"/>
                </a:cubicBezTo>
                <a:close/>
                <a:moveTo>
                  <a:pt x="14939" y="4319"/>
                </a:moveTo>
                <a:cubicBezTo>
                  <a:pt x="15659" y="3779"/>
                  <a:pt x="15659" y="3779"/>
                  <a:pt x="15659" y="3779"/>
                </a:cubicBezTo>
                <a:cubicBezTo>
                  <a:pt x="15659" y="3779"/>
                  <a:pt x="15299" y="3059"/>
                  <a:pt x="15479" y="2519"/>
                </a:cubicBezTo>
                <a:cubicBezTo>
                  <a:pt x="15659" y="2519"/>
                  <a:pt x="16379" y="2879"/>
                  <a:pt x="16919" y="3599"/>
                </a:cubicBezTo>
                <a:cubicBezTo>
                  <a:pt x="16559" y="5219"/>
                  <a:pt x="15479" y="5039"/>
                  <a:pt x="15479" y="5039"/>
                </a:cubicBezTo>
                <a:cubicBezTo>
                  <a:pt x="15479" y="5039"/>
                  <a:pt x="14759" y="5039"/>
                  <a:pt x="14939" y="4319"/>
                </a:cubicBezTo>
                <a:close/>
                <a:moveTo>
                  <a:pt x="8459" y="13859"/>
                </a:moveTo>
                <a:cubicBezTo>
                  <a:pt x="8279" y="14039"/>
                  <a:pt x="8099" y="14579"/>
                  <a:pt x="7919" y="15119"/>
                </a:cubicBezTo>
                <a:cubicBezTo>
                  <a:pt x="7739" y="15479"/>
                  <a:pt x="7559" y="15660"/>
                  <a:pt x="7379" y="15839"/>
                </a:cubicBezTo>
                <a:cubicBezTo>
                  <a:pt x="7019" y="16019"/>
                  <a:pt x="7019" y="16379"/>
                  <a:pt x="7019" y="16379"/>
                </a:cubicBezTo>
                <a:cubicBezTo>
                  <a:pt x="6839" y="17099"/>
                  <a:pt x="6839" y="17099"/>
                  <a:pt x="6839" y="17099"/>
                </a:cubicBezTo>
                <a:cubicBezTo>
                  <a:pt x="6839" y="17099"/>
                  <a:pt x="7019" y="17819"/>
                  <a:pt x="7200" y="17999"/>
                </a:cubicBezTo>
                <a:cubicBezTo>
                  <a:pt x="7200" y="18360"/>
                  <a:pt x="6659" y="19799"/>
                  <a:pt x="6659" y="19799"/>
                </a:cubicBezTo>
                <a:cubicBezTo>
                  <a:pt x="6120" y="19620"/>
                  <a:pt x="5940" y="19079"/>
                  <a:pt x="5760" y="18719"/>
                </a:cubicBezTo>
                <a:cubicBezTo>
                  <a:pt x="5760" y="18360"/>
                  <a:pt x="5399" y="18179"/>
                  <a:pt x="5579" y="17819"/>
                </a:cubicBezTo>
                <a:cubicBezTo>
                  <a:pt x="5579" y="17279"/>
                  <a:pt x="5219" y="17099"/>
                  <a:pt x="5039" y="16919"/>
                </a:cubicBezTo>
                <a:cubicBezTo>
                  <a:pt x="4859" y="16559"/>
                  <a:pt x="4679" y="16199"/>
                  <a:pt x="4679" y="16019"/>
                </a:cubicBezTo>
                <a:cubicBezTo>
                  <a:pt x="4679" y="15839"/>
                  <a:pt x="4139" y="15479"/>
                  <a:pt x="4139" y="15479"/>
                </a:cubicBezTo>
                <a:cubicBezTo>
                  <a:pt x="4139" y="15479"/>
                  <a:pt x="3239" y="14940"/>
                  <a:pt x="3060" y="14759"/>
                </a:cubicBezTo>
                <a:cubicBezTo>
                  <a:pt x="2880" y="14579"/>
                  <a:pt x="2699" y="13859"/>
                  <a:pt x="2699" y="13499"/>
                </a:cubicBezTo>
                <a:cubicBezTo>
                  <a:pt x="2699" y="13139"/>
                  <a:pt x="2880" y="12239"/>
                  <a:pt x="2880" y="12239"/>
                </a:cubicBezTo>
                <a:cubicBezTo>
                  <a:pt x="2880" y="12239"/>
                  <a:pt x="3239" y="11879"/>
                  <a:pt x="3060" y="11699"/>
                </a:cubicBezTo>
                <a:cubicBezTo>
                  <a:pt x="2699" y="11519"/>
                  <a:pt x="2699" y="10800"/>
                  <a:pt x="2699" y="10800"/>
                </a:cubicBezTo>
                <a:cubicBezTo>
                  <a:pt x="2339" y="10439"/>
                  <a:pt x="2339" y="10439"/>
                  <a:pt x="2339" y="10439"/>
                </a:cubicBezTo>
                <a:cubicBezTo>
                  <a:pt x="2339" y="10439"/>
                  <a:pt x="1979" y="9899"/>
                  <a:pt x="1800" y="9719"/>
                </a:cubicBezTo>
                <a:cubicBezTo>
                  <a:pt x="1800" y="9359"/>
                  <a:pt x="1800" y="9180"/>
                  <a:pt x="1979" y="8999"/>
                </a:cubicBezTo>
                <a:cubicBezTo>
                  <a:pt x="1979" y="8819"/>
                  <a:pt x="1800" y="8279"/>
                  <a:pt x="1800" y="8099"/>
                </a:cubicBezTo>
                <a:cubicBezTo>
                  <a:pt x="3600" y="3599"/>
                  <a:pt x="6659" y="2699"/>
                  <a:pt x="6659" y="2699"/>
                </a:cubicBezTo>
                <a:cubicBezTo>
                  <a:pt x="6839" y="3599"/>
                  <a:pt x="6839" y="3599"/>
                  <a:pt x="6839" y="3599"/>
                </a:cubicBezTo>
                <a:cubicBezTo>
                  <a:pt x="6839" y="3599"/>
                  <a:pt x="6299" y="3779"/>
                  <a:pt x="6120" y="3779"/>
                </a:cubicBezTo>
                <a:cubicBezTo>
                  <a:pt x="5760" y="3599"/>
                  <a:pt x="5579" y="3599"/>
                  <a:pt x="5579" y="3599"/>
                </a:cubicBezTo>
                <a:cubicBezTo>
                  <a:pt x="5219" y="4139"/>
                  <a:pt x="5219" y="4139"/>
                  <a:pt x="5219" y="4139"/>
                </a:cubicBezTo>
                <a:cubicBezTo>
                  <a:pt x="5219" y="4139"/>
                  <a:pt x="5039" y="4499"/>
                  <a:pt x="5039" y="4679"/>
                </a:cubicBezTo>
                <a:cubicBezTo>
                  <a:pt x="5039" y="4859"/>
                  <a:pt x="5219" y="5219"/>
                  <a:pt x="5219" y="5219"/>
                </a:cubicBezTo>
                <a:cubicBezTo>
                  <a:pt x="5219" y="5219"/>
                  <a:pt x="5760" y="5219"/>
                  <a:pt x="5760" y="5039"/>
                </a:cubicBezTo>
                <a:cubicBezTo>
                  <a:pt x="5760" y="4859"/>
                  <a:pt x="5760" y="4679"/>
                  <a:pt x="5760" y="4679"/>
                </a:cubicBezTo>
                <a:cubicBezTo>
                  <a:pt x="5579" y="4319"/>
                  <a:pt x="5579" y="4319"/>
                  <a:pt x="5579" y="4319"/>
                </a:cubicBezTo>
                <a:cubicBezTo>
                  <a:pt x="5579" y="4319"/>
                  <a:pt x="6120" y="4139"/>
                  <a:pt x="7200" y="4319"/>
                </a:cubicBezTo>
                <a:cubicBezTo>
                  <a:pt x="8459" y="4319"/>
                  <a:pt x="7919" y="5219"/>
                  <a:pt x="8459" y="5399"/>
                </a:cubicBezTo>
                <a:cubicBezTo>
                  <a:pt x="8999" y="5580"/>
                  <a:pt x="8099" y="6299"/>
                  <a:pt x="7919" y="6659"/>
                </a:cubicBezTo>
                <a:cubicBezTo>
                  <a:pt x="7739" y="7019"/>
                  <a:pt x="7379" y="6119"/>
                  <a:pt x="7379" y="6119"/>
                </a:cubicBezTo>
                <a:cubicBezTo>
                  <a:pt x="7379" y="6119"/>
                  <a:pt x="7739" y="5759"/>
                  <a:pt x="7200" y="5759"/>
                </a:cubicBezTo>
                <a:cubicBezTo>
                  <a:pt x="6659" y="5580"/>
                  <a:pt x="6299" y="6479"/>
                  <a:pt x="6659" y="6479"/>
                </a:cubicBezTo>
                <a:cubicBezTo>
                  <a:pt x="6839" y="6479"/>
                  <a:pt x="7200" y="6839"/>
                  <a:pt x="7019" y="7019"/>
                </a:cubicBezTo>
                <a:cubicBezTo>
                  <a:pt x="7019" y="7199"/>
                  <a:pt x="7019" y="7199"/>
                  <a:pt x="6839" y="7739"/>
                </a:cubicBezTo>
                <a:cubicBezTo>
                  <a:pt x="6479" y="8279"/>
                  <a:pt x="6120" y="8639"/>
                  <a:pt x="6120" y="8639"/>
                </a:cubicBezTo>
                <a:cubicBezTo>
                  <a:pt x="6120" y="8639"/>
                  <a:pt x="5760" y="8459"/>
                  <a:pt x="5940" y="8819"/>
                </a:cubicBezTo>
                <a:cubicBezTo>
                  <a:pt x="6120" y="9180"/>
                  <a:pt x="5940" y="9719"/>
                  <a:pt x="5940" y="9899"/>
                </a:cubicBezTo>
                <a:cubicBezTo>
                  <a:pt x="5940" y="10259"/>
                  <a:pt x="5219" y="9719"/>
                  <a:pt x="5219" y="9180"/>
                </a:cubicBezTo>
                <a:cubicBezTo>
                  <a:pt x="5039" y="8639"/>
                  <a:pt x="4499" y="9180"/>
                  <a:pt x="4319" y="9180"/>
                </a:cubicBezTo>
                <a:cubicBezTo>
                  <a:pt x="4139" y="9180"/>
                  <a:pt x="3779" y="8999"/>
                  <a:pt x="3779" y="8819"/>
                </a:cubicBezTo>
                <a:cubicBezTo>
                  <a:pt x="3600" y="8639"/>
                  <a:pt x="2699" y="9359"/>
                  <a:pt x="2519" y="9359"/>
                </a:cubicBezTo>
                <a:cubicBezTo>
                  <a:pt x="2339" y="9539"/>
                  <a:pt x="2339" y="9899"/>
                  <a:pt x="2699" y="9719"/>
                </a:cubicBezTo>
                <a:cubicBezTo>
                  <a:pt x="3060" y="9539"/>
                  <a:pt x="3419" y="9719"/>
                  <a:pt x="3419" y="10079"/>
                </a:cubicBezTo>
                <a:cubicBezTo>
                  <a:pt x="3239" y="10439"/>
                  <a:pt x="2880" y="10259"/>
                  <a:pt x="2880" y="10439"/>
                </a:cubicBezTo>
                <a:cubicBezTo>
                  <a:pt x="3060" y="10800"/>
                  <a:pt x="3419" y="10979"/>
                  <a:pt x="3419" y="11339"/>
                </a:cubicBezTo>
                <a:cubicBezTo>
                  <a:pt x="3600" y="11699"/>
                  <a:pt x="4499" y="11339"/>
                  <a:pt x="4859" y="11160"/>
                </a:cubicBezTo>
                <a:cubicBezTo>
                  <a:pt x="5039" y="11160"/>
                  <a:pt x="5940" y="10979"/>
                  <a:pt x="5940" y="11339"/>
                </a:cubicBezTo>
                <a:cubicBezTo>
                  <a:pt x="6120" y="11699"/>
                  <a:pt x="7019" y="11879"/>
                  <a:pt x="7379" y="11879"/>
                </a:cubicBezTo>
                <a:cubicBezTo>
                  <a:pt x="7739" y="12059"/>
                  <a:pt x="8279" y="12059"/>
                  <a:pt x="8819" y="12419"/>
                </a:cubicBezTo>
                <a:cubicBezTo>
                  <a:pt x="9179" y="12959"/>
                  <a:pt x="8459" y="13679"/>
                  <a:pt x="8459" y="13859"/>
                </a:cubicBezTo>
                <a:close/>
                <a:moveTo>
                  <a:pt x="10619" y="2519"/>
                </a:moveTo>
                <a:cubicBezTo>
                  <a:pt x="10439" y="3059"/>
                  <a:pt x="9719" y="3599"/>
                  <a:pt x="9899" y="3779"/>
                </a:cubicBezTo>
                <a:cubicBezTo>
                  <a:pt x="9899" y="3959"/>
                  <a:pt x="9899" y="4859"/>
                  <a:pt x="9179" y="4139"/>
                </a:cubicBezTo>
                <a:cubicBezTo>
                  <a:pt x="8459" y="3419"/>
                  <a:pt x="7739" y="3239"/>
                  <a:pt x="7919" y="2699"/>
                </a:cubicBezTo>
                <a:cubicBezTo>
                  <a:pt x="7919" y="2519"/>
                  <a:pt x="8639" y="2519"/>
                  <a:pt x="8639" y="2339"/>
                </a:cubicBezTo>
                <a:cubicBezTo>
                  <a:pt x="9540" y="1259"/>
                  <a:pt x="11159" y="1439"/>
                  <a:pt x="11339" y="1799"/>
                </a:cubicBezTo>
                <a:cubicBezTo>
                  <a:pt x="10980" y="2159"/>
                  <a:pt x="10619" y="1979"/>
                  <a:pt x="10619" y="2519"/>
                </a:cubicBezTo>
                <a:close/>
                <a:moveTo>
                  <a:pt x="19259" y="11160"/>
                </a:moveTo>
                <a:cubicBezTo>
                  <a:pt x="19259" y="11160"/>
                  <a:pt x="19619" y="11699"/>
                  <a:pt x="20159" y="11699"/>
                </a:cubicBezTo>
                <a:cubicBezTo>
                  <a:pt x="19799" y="15660"/>
                  <a:pt x="16559" y="18360"/>
                  <a:pt x="16559" y="18360"/>
                </a:cubicBezTo>
                <a:cubicBezTo>
                  <a:pt x="16019" y="17819"/>
                  <a:pt x="16199" y="17279"/>
                  <a:pt x="16199" y="17279"/>
                </a:cubicBezTo>
                <a:cubicBezTo>
                  <a:pt x="16379" y="16559"/>
                  <a:pt x="16379" y="16559"/>
                  <a:pt x="16379" y="16559"/>
                </a:cubicBezTo>
                <a:cubicBezTo>
                  <a:pt x="16379" y="15299"/>
                  <a:pt x="16379" y="15299"/>
                  <a:pt x="16379" y="15299"/>
                </a:cubicBezTo>
                <a:cubicBezTo>
                  <a:pt x="16379" y="15299"/>
                  <a:pt x="16379" y="13859"/>
                  <a:pt x="15119" y="14579"/>
                </a:cubicBezTo>
                <a:cubicBezTo>
                  <a:pt x="13859" y="14940"/>
                  <a:pt x="14400" y="14940"/>
                  <a:pt x="12959" y="14940"/>
                </a:cubicBezTo>
                <a:cubicBezTo>
                  <a:pt x="11520" y="15119"/>
                  <a:pt x="11880" y="12059"/>
                  <a:pt x="11880" y="12059"/>
                </a:cubicBezTo>
                <a:cubicBezTo>
                  <a:pt x="11880" y="7739"/>
                  <a:pt x="15119" y="10979"/>
                  <a:pt x="15119" y="10979"/>
                </a:cubicBezTo>
                <a:cubicBezTo>
                  <a:pt x="17099" y="12419"/>
                  <a:pt x="17459" y="10079"/>
                  <a:pt x="17459" y="10079"/>
                </a:cubicBezTo>
                <a:cubicBezTo>
                  <a:pt x="18719" y="9539"/>
                  <a:pt x="18719" y="9539"/>
                  <a:pt x="18719" y="9539"/>
                </a:cubicBezTo>
                <a:cubicBezTo>
                  <a:pt x="18899" y="8819"/>
                  <a:pt x="18899" y="8819"/>
                  <a:pt x="18899" y="8819"/>
                </a:cubicBezTo>
                <a:cubicBezTo>
                  <a:pt x="18719" y="7919"/>
                  <a:pt x="18719" y="7919"/>
                  <a:pt x="18719" y="7919"/>
                </a:cubicBezTo>
                <a:cubicBezTo>
                  <a:pt x="16739" y="7019"/>
                  <a:pt x="16739" y="7019"/>
                  <a:pt x="16739" y="7019"/>
                </a:cubicBezTo>
                <a:cubicBezTo>
                  <a:pt x="16739" y="7019"/>
                  <a:pt x="16379" y="7739"/>
                  <a:pt x="16919" y="8639"/>
                </a:cubicBezTo>
                <a:cubicBezTo>
                  <a:pt x="16919" y="8639"/>
                  <a:pt x="16739" y="9539"/>
                  <a:pt x="16379" y="9359"/>
                </a:cubicBezTo>
                <a:cubicBezTo>
                  <a:pt x="15119" y="8639"/>
                  <a:pt x="15119" y="8639"/>
                  <a:pt x="15119" y="8639"/>
                </a:cubicBezTo>
                <a:cubicBezTo>
                  <a:pt x="15119" y="8639"/>
                  <a:pt x="14759" y="8459"/>
                  <a:pt x="14220" y="8819"/>
                </a:cubicBezTo>
                <a:cubicBezTo>
                  <a:pt x="13500" y="9359"/>
                  <a:pt x="12419" y="8819"/>
                  <a:pt x="12419" y="8819"/>
                </a:cubicBezTo>
                <a:cubicBezTo>
                  <a:pt x="12419" y="8819"/>
                  <a:pt x="12419" y="8279"/>
                  <a:pt x="13139" y="7919"/>
                </a:cubicBezTo>
                <a:cubicBezTo>
                  <a:pt x="13679" y="7559"/>
                  <a:pt x="13679" y="7559"/>
                  <a:pt x="13679" y="7559"/>
                </a:cubicBezTo>
                <a:cubicBezTo>
                  <a:pt x="13679" y="7559"/>
                  <a:pt x="13500" y="6839"/>
                  <a:pt x="13679" y="6299"/>
                </a:cubicBezTo>
                <a:cubicBezTo>
                  <a:pt x="13859" y="5759"/>
                  <a:pt x="14039" y="6299"/>
                  <a:pt x="14579" y="5939"/>
                </a:cubicBezTo>
                <a:cubicBezTo>
                  <a:pt x="15119" y="5580"/>
                  <a:pt x="15479" y="6659"/>
                  <a:pt x="16199" y="6479"/>
                </a:cubicBezTo>
                <a:cubicBezTo>
                  <a:pt x="16919" y="6479"/>
                  <a:pt x="16559" y="6299"/>
                  <a:pt x="17099" y="5939"/>
                </a:cubicBezTo>
                <a:cubicBezTo>
                  <a:pt x="17639" y="5759"/>
                  <a:pt x="17999" y="6479"/>
                  <a:pt x="17999" y="6479"/>
                </a:cubicBezTo>
                <a:cubicBezTo>
                  <a:pt x="19080" y="6659"/>
                  <a:pt x="19080" y="6659"/>
                  <a:pt x="19080" y="6659"/>
                </a:cubicBezTo>
                <a:cubicBezTo>
                  <a:pt x="19080" y="6659"/>
                  <a:pt x="18899" y="5399"/>
                  <a:pt x="18899" y="5759"/>
                </a:cubicBezTo>
                <a:cubicBezTo>
                  <a:pt x="19619" y="6839"/>
                  <a:pt x="20520" y="9899"/>
                  <a:pt x="20159" y="10439"/>
                </a:cubicBezTo>
                <a:cubicBezTo>
                  <a:pt x="19979" y="10259"/>
                  <a:pt x="19799" y="10259"/>
                  <a:pt x="19799" y="10259"/>
                </a:cubicBezTo>
                <a:cubicBezTo>
                  <a:pt x="18539" y="10259"/>
                  <a:pt x="18539" y="10259"/>
                  <a:pt x="18539" y="10259"/>
                </a:cubicBezTo>
                <a:lnTo>
                  <a:pt x="19259" y="11160"/>
                </a:lnTo>
                <a:close/>
              </a:path>
            </a:pathLst>
          </a:custGeom>
          <a:solidFill>
            <a:srgbClr val="FFFFFF"/>
          </a:solidFill>
          <a:ln>
            <a:noFill/>
          </a:ln>
          <a:effectLst/>
        </p:spPr>
        <p:txBody>
          <a:bodyPr lIns="45719" tIns="45719" rIns="45719" bIns="45719"/>
          <a:lstStyle/>
          <a:p>
            <a:pPr>
              <a:defRPr/>
            </a:pPr>
            <a:endParaRPr lang="es-ES" dirty="0">
              <a:solidFill>
                <a:schemeClr val="bg1"/>
              </a:solidFill>
              <a:latin typeface="Arial" panose="020B0604020202020204" pitchFamily="34" charset="0"/>
              <a:cs typeface="Arial" panose="020B0604020202020204" pitchFamily="34" charset="0"/>
              <a:sym typeface="+mn-lt"/>
            </a:endParaRPr>
          </a:p>
        </p:txBody>
      </p:sp>
      <p:sp>
        <p:nvSpPr>
          <p:cNvPr id="10" name="矩形 9"/>
          <p:cNvSpPr/>
          <p:nvPr/>
        </p:nvSpPr>
        <p:spPr>
          <a:xfrm>
            <a:off x="3760855" y="2654649"/>
            <a:ext cx="2828018" cy="461665"/>
          </a:xfrm>
          <a:prstGeom prst="rect">
            <a:avLst/>
          </a:prstGeom>
        </p:spPr>
        <p:txBody>
          <a:bodyPr wrap="none">
            <a:spAutoFit/>
          </a:bodyPr>
          <a:lstStyle/>
          <a:p>
            <a:r>
              <a:rPr lang="en-US" altLang="zh-TW" sz="2400" b="1" dirty="0">
                <a:solidFill>
                  <a:schemeClr val="accent3">
                    <a:lumMod val="40000"/>
                    <a:lumOff val="60000"/>
                  </a:schemeClr>
                </a:solidFill>
                <a:latin typeface="Arial" panose="020B0604020202020204" pitchFamily="34" charset="0"/>
                <a:ea typeface="Microsoft YaHei UI" panose="020B0503020204020204" pitchFamily="34" charset="-122"/>
                <a:cs typeface="Arial" panose="020B0604020202020204" pitchFamily="34" charset="0"/>
              </a:rPr>
              <a:t>Personal Service </a:t>
            </a:r>
          </a:p>
        </p:txBody>
      </p:sp>
      <p:sp>
        <p:nvSpPr>
          <p:cNvPr id="11" name="PA-矩形 4"/>
          <p:cNvSpPr>
            <a:spLocks noChangeArrowheads="1"/>
          </p:cNvSpPr>
          <p:nvPr>
            <p:custDataLst>
              <p:tags r:id="rId2"/>
            </p:custDataLst>
          </p:nvPr>
        </p:nvSpPr>
        <p:spPr bwMode="auto">
          <a:xfrm>
            <a:off x="3841177" y="3547368"/>
            <a:ext cx="522967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Employee personal inquiry on PC</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Personal inquiry on mobile (Mobile App) </a:t>
            </a:r>
          </a:p>
          <a:p>
            <a:pPr eaLnBrk="1" hangingPunct="1">
              <a:lnSpc>
                <a:spcPct val="150000"/>
              </a:lnSpc>
            </a:pPr>
            <a:r>
              <a:rPr lang="en-US" altLang="zh-CN" sz="2000" dirty="0">
                <a:solidFill>
                  <a:schemeClr val="bg1"/>
                </a:solidFill>
                <a:ea typeface="Microsoft YaHei UI" panose="020B0503020204020204" pitchFamily="34" charset="-122"/>
                <a:cs typeface="Arial" panose="020B0604020202020204" pitchFamily="34" charset="0"/>
                <a:sym typeface="+mn-lt"/>
              </a:rPr>
              <a:t>Leave application on mobile (Mobile App) </a:t>
            </a:r>
          </a:p>
        </p:txBody>
      </p:sp>
    </p:spTree>
    <p:extLst>
      <p:ext uri="{BB962C8B-B14F-4D97-AF65-F5344CB8AC3E}">
        <p14:creationId xmlns:p14="http://schemas.microsoft.com/office/powerpoint/2010/main" val="183784155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Personal </a:t>
            </a:r>
            <a:r>
              <a:rPr lang="en-US" altLang="zh-TW" dirty="0" smtClean="0"/>
              <a:t>Service </a:t>
            </a:r>
            <a:r>
              <a:rPr lang="en-US" altLang="zh-TW" dirty="0"/>
              <a:t>on PC- 1 </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73</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sp>
        <p:nvSpPr>
          <p:cNvPr id="6" name="文字方塊 5"/>
          <p:cNvSpPr txBox="1"/>
          <p:nvPr/>
        </p:nvSpPr>
        <p:spPr>
          <a:xfrm>
            <a:off x="578840" y="831675"/>
            <a:ext cx="7170040" cy="646331"/>
          </a:xfrm>
          <a:prstGeom prst="rect">
            <a:avLst/>
          </a:prstGeom>
          <a:noFill/>
        </p:spPr>
        <p:txBody>
          <a:bodyPr wrap="none" rtlCol="0">
            <a:spAutoFit/>
          </a:bodyPr>
          <a:lstStyle/>
          <a:p>
            <a:r>
              <a:rPr lang="en-US" altLang="zh-TW" dirty="0">
                <a:solidFill>
                  <a:schemeClr val="accent6"/>
                </a:solidFill>
              </a:rPr>
              <a:t>Abnormal Record: </a:t>
            </a:r>
            <a:r>
              <a:rPr lang="en-US" altLang="zh-TW" sz="1600" dirty="0">
                <a:solidFill>
                  <a:schemeClr val="bg1"/>
                </a:solidFill>
              </a:rPr>
              <a:t>The type, reason and hours of the employee’s absence.</a:t>
            </a:r>
          </a:p>
          <a:p>
            <a:endParaRPr lang="zh-TW" altLang="en-US" dirty="0">
              <a:solidFill>
                <a:schemeClr val="bg1"/>
              </a:solidFill>
            </a:endParaRPr>
          </a:p>
        </p:txBody>
      </p:sp>
      <p:sp>
        <p:nvSpPr>
          <p:cNvPr id="7" name="文字方塊 6"/>
          <p:cNvSpPr txBox="1"/>
          <p:nvPr/>
        </p:nvSpPr>
        <p:spPr>
          <a:xfrm>
            <a:off x="578840" y="3893112"/>
            <a:ext cx="5222905" cy="646331"/>
          </a:xfrm>
          <a:prstGeom prst="rect">
            <a:avLst/>
          </a:prstGeom>
          <a:noFill/>
        </p:spPr>
        <p:txBody>
          <a:bodyPr wrap="none" rtlCol="0">
            <a:spAutoFit/>
          </a:bodyPr>
          <a:lstStyle/>
          <a:p>
            <a:r>
              <a:rPr lang="en-US" altLang="zh-TW" dirty="0">
                <a:solidFill>
                  <a:schemeClr val="accent6"/>
                </a:solidFill>
              </a:rPr>
              <a:t>Clock Record: </a:t>
            </a:r>
            <a:r>
              <a:rPr lang="en-US" altLang="zh-TW" sz="1600" dirty="0">
                <a:solidFill>
                  <a:schemeClr val="bg1"/>
                </a:solidFill>
              </a:rPr>
              <a:t>Employee entry and exit clock records.</a:t>
            </a:r>
          </a:p>
          <a:p>
            <a:endParaRPr lang="zh-TW" altLang="en-US" dirty="0">
              <a:solidFill>
                <a:schemeClr val="bg1"/>
              </a:solidFill>
            </a:endParaRPr>
          </a:p>
        </p:txBody>
      </p:sp>
      <p:pic>
        <p:nvPicPr>
          <p:cNvPr id="8" name="圖片 7"/>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44816" y="1293722"/>
            <a:ext cx="10382250" cy="1913116"/>
          </a:xfrm>
          <a:prstGeom prst="rect">
            <a:avLst/>
          </a:prstGeom>
        </p:spPr>
      </p:pic>
      <p:pic>
        <p:nvPicPr>
          <p:cNvPr id="9" name="圖片 8"/>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83535" y="4315343"/>
            <a:ext cx="10343531" cy="1862987"/>
          </a:xfrm>
          <a:prstGeom prst="rect">
            <a:avLst/>
          </a:prstGeom>
        </p:spPr>
      </p:pic>
      <p:sp>
        <p:nvSpPr>
          <p:cNvPr id="10" name="圓角矩形 9"/>
          <p:cNvSpPr/>
          <p:nvPr/>
        </p:nvSpPr>
        <p:spPr>
          <a:xfrm>
            <a:off x="6334298" y="1871969"/>
            <a:ext cx="4330931" cy="1334869"/>
          </a:xfrm>
          <a:prstGeom prst="roundRect">
            <a:avLst>
              <a:gd name="adj" fmla="val 8910"/>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p:cNvSpPr txBox="1"/>
          <p:nvPr/>
        </p:nvSpPr>
        <p:spPr>
          <a:xfrm>
            <a:off x="683535" y="3332593"/>
            <a:ext cx="9040873" cy="307777"/>
          </a:xfrm>
          <a:prstGeom prst="rect">
            <a:avLst/>
          </a:prstGeom>
          <a:noFill/>
        </p:spPr>
        <p:txBody>
          <a:bodyPr wrap="none" rtlCol="0">
            <a:spAutoFit/>
          </a:bodyPr>
          <a:lstStyle/>
          <a:p>
            <a:r>
              <a:rPr lang="en-US" altLang="zh-TW" sz="1400" dirty="0" smtClean="0">
                <a:solidFill>
                  <a:schemeClr val="accent6"/>
                </a:solidFill>
              </a:rPr>
              <a:t>There </a:t>
            </a:r>
            <a:r>
              <a:rPr lang="en-US" altLang="zh-TW" sz="1400" dirty="0">
                <a:solidFill>
                  <a:schemeClr val="accent6"/>
                </a:solidFill>
              </a:rPr>
              <a:t>are roughly 7 categories of absence types: Absent</a:t>
            </a:r>
            <a:r>
              <a:rPr lang="en-US" altLang="zh-TW" sz="1400" dirty="0" smtClean="0">
                <a:solidFill>
                  <a:schemeClr val="accent6"/>
                </a:solidFill>
              </a:rPr>
              <a:t>, LateToWork, OffWorkEarly, Leave, Trip and Support.</a:t>
            </a:r>
            <a:endParaRPr lang="zh-TW" altLang="en-US" sz="1400" dirty="0">
              <a:solidFill>
                <a:schemeClr val="accent6"/>
              </a:solidFill>
            </a:endParaRPr>
          </a:p>
        </p:txBody>
      </p:sp>
    </p:spTree>
    <p:extLst>
      <p:ext uri="{BB962C8B-B14F-4D97-AF65-F5344CB8AC3E}">
        <p14:creationId xmlns:p14="http://schemas.microsoft.com/office/powerpoint/2010/main" val="160087695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fontScale="90000"/>
          </a:bodyPr>
          <a:lstStyle/>
          <a:p>
            <a:r>
              <a:rPr lang="en-US" altLang="zh-TW" dirty="0"/>
              <a:t>Personal </a:t>
            </a:r>
            <a:r>
              <a:rPr lang="en-US" altLang="zh-TW" dirty="0" smtClean="0"/>
              <a:t>Service </a:t>
            </a:r>
            <a:r>
              <a:rPr lang="en-US" altLang="zh-TW" dirty="0"/>
              <a:t>on PC- 2 </a:t>
            </a:r>
            <a:endParaRPr lang="zh-TW" altLang="en-US" dirty="0"/>
          </a:p>
        </p:txBody>
      </p:sp>
      <p:sp>
        <p:nvSpPr>
          <p:cNvPr id="3" name="投影片編號版面配置區 2"/>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74</a:t>
            </a:fld>
            <a:r>
              <a:rPr lang="en-US" altLang="zh-TW" smtClean="0"/>
              <a:t> /</a:t>
            </a:r>
            <a:endParaRPr lang="en-US" altLang="zh-TW" dirty="0"/>
          </a:p>
        </p:txBody>
      </p:sp>
      <p:sp>
        <p:nvSpPr>
          <p:cNvPr id="4" name="頁尾版面配置區 3"/>
          <p:cNvSpPr>
            <a:spLocks noGrp="1"/>
          </p:cNvSpPr>
          <p:nvPr>
            <p:ph type="ftr" sz="quarter" idx="3"/>
          </p:nvPr>
        </p:nvSpPr>
        <p:spPr/>
        <p:txBody>
          <a:bodyPr/>
          <a:lstStyle/>
          <a:p>
            <a:r>
              <a:rPr lang="en-US" altLang="zh-TW" smtClean="0"/>
              <a:t>79</a:t>
            </a:r>
            <a:endParaRPr lang="zh-TW" altLang="en-US" dirty="0"/>
          </a:p>
        </p:txBody>
      </p:sp>
      <p:pic>
        <p:nvPicPr>
          <p:cNvPr id="13" name="圖片 12"/>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01442" y="1256590"/>
            <a:ext cx="10296525" cy="1685482"/>
          </a:xfrm>
          <a:prstGeom prst="rect">
            <a:avLst/>
          </a:prstGeom>
        </p:spPr>
      </p:pic>
      <p:pic>
        <p:nvPicPr>
          <p:cNvPr id="14" name="圖片 13"/>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61306" y="3936030"/>
            <a:ext cx="10236661" cy="1696443"/>
          </a:xfrm>
          <a:prstGeom prst="rect">
            <a:avLst/>
          </a:prstGeom>
        </p:spPr>
      </p:pic>
      <p:sp>
        <p:nvSpPr>
          <p:cNvPr id="15" name="文字方塊 14"/>
          <p:cNvSpPr txBox="1"/>
          <p:nvPr/>
        </p:nvSpPr>
        <p:spPr>
          <a:xfrm>
            <a:off x="649417" y="834624"/>
            <a:ext cx="5729454" cy="646331"/>
          </a:xfrm>
          <a:prstGeom prst="rect">
            <a:avLst/>
          </a:prstGeom>
          <a:noFill/>
        </p:spPr>
        <p:txBody>
          <a:bodyPr wrap="none" rtlCol="0">
            <a:spAutoFit/>
          </a:bodyPr>
          <a:lstStyle/>
          <a:p>
            <a:r>
              <a:rPr lang="en-US" altLang="zh-TW" dirty="0">
                <a:solidFill>
                  <a:schemeClr val="accent6"/>
                </a:solidFill>
              </a:rPr>
              <a:t>Period Overtime </a:t>
            </a:r>
            <a:r>
              <a:rPr lang="en-US" altLang="zh-TW" dirty="0" smtClean="0">
                <a:solidFill>
                  <a:schemeClr val="accent6"/>
                </a:solidFill>
              </a:rPr>
              <a:t>: </a:t>
            </a:r>
            <a:r>
              <a:rPr lang="en-US" altLang="zh-TW" sz="1600" dirty="0" smtClean="0">
                <a:solidFill>
                  <a:schemeClr val="bg1"/>
                </a:solidFill>
              </a:rPr>
              <a:t>Details </a:t>
            </a:r>
            <a:r>
              <a:rPr lang="en-US" altLang="zh-TW" sz="1600" dirty="0">
                <a:solidFill>
                  <a:schemeClr val="bg1"/>
                </a:solidFill>
              </a:rPr>
              <a:t>of overtime results after analysis.</a:t>
            </a:r>
          </a:p>
          <a:p>
            <a:endParaRPr lang="zh-TW" altLang="en-US" dirty="0"/>
          </a:p>
        </p:txBody>
      </p:sp>
      <p:sp>
        <p:nvSpPr>
          <p:cNvPr id="16" name="文字方塊 15"/>
          <p:cNvSpPr txBox="1"/>
          <p:nvPr/>
        </p:nvSpPr>
        <p:spPr>
          <a:xfrm>
            <a:off x="649417" y="3583083"/>
            <a:ext cx="10505889" cy="646331"/>
          </a:xfrm>
          <a:prstGeom prst="rect">
            <a:avLst/>
          </a:prstGeom>
          <a:noFill/>
        </p:spPr>
        <p:txBody>
          <a:bodyPr wrap="none" rtlCol="0">
            <a:spAutoFit/>
          </a:bodyPr>
          <a:lstStyle/>
          <a:p>
            <a:r>
              <a:rPr lang="en-US" altLang="zh-TW" dirty="0">
                <a:solidFill>
                  <a:schemeClr val="accent6"/>
                </a:solidFill>
              </a:rPr>
              <a:t>Monthly Overtime: </a:t>
            </a:r>
            <a:r>
              <a:rPr lang="en-US" altLang="zh-TW" sz="1600" dirty="0">
                <a:solidFill>
                  <a:schemeClr val="bg1"/>
                </a:solidFill>
              </a:rPr>
              <a:t>Monthly statistics on effective overtime hours, compensated rest hours and remaining hours.</a:t>
            </a:r>
          </a:p>
          <a:p>
            <a:endParaRPr lang="zh-TW" altLang="en-US" dirty="0"/>
          </a:p>
        </p:txBody>
      </p:sp>
      <p:sp>
        <p:nvSpPr>
          <p:cNvPr id="17" name="文字方塊 16"/>
          <p:cNvSpPr txBox="1"/>
          <p:nvPr/>
        </p:nvSpPr>
        <p:spPr>
          <a:xfrm>
            <a:off x="761305" y="2953898"/>
            <a:ext cx="10236661" cy="523220"/>
          </a:xfrm>
          <a:prstGeom prst="rect">
            <a:avLst/>
          </a:prstGeom>
          <a:solidFill>
            <a:schemeClr val="accent1">
              <a:lumMod val="75000"/>
            </a:schemeClr>
          </a:solidFill>
        </p:spPr>
        <p:txBody>
          <a:bodyPr wrap="square" rtlCol="0">
            <a:spAutoFit/>
          </a:bodyPr>
          <a:lstStyle/>
          <a:p>
            <a:r>
              <a:rPr lang="en-US" altLang="zh-TW" sz="1400" dirty="0">
                <a:solidFill>
                  <a:schemeClr val="accent6"/>
                </a:solidFill>
              </a:rPr>
              <a:t>1</a:t>
            </a:r>
            <a:r>
              <a:rPr lang="en-US" altLang="zh-TW" sz="1400" dirty="0" smtClean="0">
                <a:solidFill>
                  <a:schemeClr val="accent6"/>
                </a:solidFill>
              </a:rPr>
              <a:t>. Valid </a:t>
            </a:r>
            <a:r>
              <a:rPr lang="en-US" altLang="zh-TW" sz="1400" dirty="0">
                <a:solidFill>
                  <a:schemeClr val="accent6"/>
                </a:solidFill>
              </a:rPr>
              <a:t>Overtime is </a:t>
            </a:r>
            <a:r>
              <a:rPr lang="en-US" altLang="zh-TW" sz="1400" dirty="0" smtClean="0">
                <a:solidFill>
                  <a:schemeClr val="accent6"/>
                </a:solidFill>
              </a:rPr>
              <a:t>generated </a:t>
            </a:r>
            <a:r>
              <a:rPr lang="en-US" altLang="zh-TW" sz="1400" dirty="0">
                <a:solidFill>
                  <a:schemeClr val="accent6"/>
                </a:solidFill>
              </a:rPr>
              <a:t>based on overtime application, clock Record, etc.</a:t>
            </a:r>
          </a:p>
          <a:p>
            <a:r>
              <a:rPr lang="en-US" altLang="zh-TW" sz="1400" dirty="0">
                <a:solidFill>
                  <a:schemeClr val="accent6"/>
                </a:solidFill>
              </a:rPr>
              <a:t>2. Consistency </a:t>
            </a:r>
            <a:r>
              <a:rPr lang="en-US" altLang="zh-CN" sz="1400" dirty="0">
                <a:solidFill>
                  <a:schemeClr val="accent6"/>
                </a:solidFill>
              </a:rPr>
              <a:t>is the </a:t>
            </a:r>
            <a:r>
              <a:rPr lang="en-US" altLang="zh-CN" sz="1400" dirty="0" smtClean="0">
                <a:solidFill>
                  <a:schemeClr val="accent6"/>
                </a:solidFill>
              </a:rPr>
              <a:t>analysis’s result.</a:t>
            </a:r>
            <a:endParaRPr lang="en-US" altLang="zh-TW" sz="1400" dirty="0">
              <a:solidFill>
                <a:schemeClr val="accent6"/>
              </a:solidFill>
            </a:endParaRPr>
          </a:p>
        </p:txBody>
      </p:sp>
      <p:sp>
        <p:nvSpPr>
          <p:cNvPr id="18" name="圓角矩形 17"/>
          <p:cNvSpPr/>
          <p:nvPr/>
        </p:nvSpPr>
        <p:spPr>
          <a:xfrm>
            <a:off x="6914054" y="1765393"/>
            <a:ext cx="1349730" cy="1172190"/>
          </a:xfrm>
          <a:prstGeom prst="roundRect">
            <a:avLst>
              <a:gd name="adj" fmla="val 7037"/>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圓角矩形 18"/>
          <p:cNvSpPr/>
          <p:nvPr/>
        </p:nvSpPr>
        <p:spPr>
          <a:xfrm>
            <a:off x="8304025" y="1765393"/>
            <a:ext cx="2020382" cy="1172190"/>
          </a:xfrm>
          <a:prstGeom prst="roundRect">
            <a:avLst>
              <a:gd name="adj" fmla="val 6366"/>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文字方塊 19"/>
          <p:cNvSpPr txBox="1"/>
          <p:nvPr/>
        </p:nvSpPr>
        <p:spPr>
          <a:xfrm>
            <a:off x="731373" y="5670991"/>
            <a:ext cx="10266593" cy="738664"/>
          </a:xfrm>
          <a:prstGeom prst="rect">
            <a:avLst/>
          </a:prstGeom>
          <a:solidFill>
            <a:schemeClr val="accent1">
              <a:lumMod val="75000"/>
            </a:schemeClr>
          </a:solidFill>
        </p:spPr>
        <p:txBody>
          <a:bodyPr wrap="square" rtlCol="0">
            <a:spAutoFit/>
          </a:bodyPr>
          <a:lstStyle/>
          <a:p>
            <a:r>
              <a:rPr lang="en-US" altLang="zh-TW" sz="1400" dirty="0" smtClean="0">
                <a:solidFill>
                  <a:schemeClr val="accent6"/>
                </a:solidFill>
              </a:rPr>
              <a:t>1. 'Effective </a:t>
            </a:r>
            <a:r>
              <a:rPr lang="en-US" altLang="zh-TW" sz="1400" dirty="0">
                <a:solidFill>
                  <a:schemeClr val="accent6"/>
                </a:solidFill>
              </a:rPr>
              <a:t>OT Hours’ is the effective overtime statistics for this </a:t>
            </a:r>
            <a:r>
              <a:rPr lang="en-US" altLang="zh-TW" sz="1400" dirty="0" smtClean="0">
                <a:solidFill>
                  <a:schemeClr val="accent6"/>
                </a:solidFill>
              </a:rPr>
              <a:t>month. </a:t>
            </a:r>
          </a:p>
          <a:p>
            <a:r>
              <a:rPr lang="en-US" altLang="zh-TW" sz="1400" dirty="0">
                <a:solidFill>
                  <a:schemeClr val="accent6"/>
                </a:solidFill>
              </a:rPr>
              <a:t>2</a:t>
            </a:r>
            <a:r>
              <a:rPr lang="en-US" altLang="zh-TW" sz="1400" dirty="0" smtClean="0">
                <a:solidFill>
                  <a:schemeClr val="accent6"/>
                </a:solidFill>
              </a:rPr>
              <a:t>. 'Off </a:t>
            </a:r>
            <a:r>
              <a:rPr lang="en-US" altLang="zh-TW" sz="1400" dirty="0">
                <a:solidFill>
                  <a:schemeClr val="accent6"/>
                </a:solidFill>
              </a:rPr>
              <a:t>this month(H)' and 'Hours Remaining' are the used hours and remaining hours of 'Lieu leave from OT'.</a:t>
            </a:r>
          </a:p>
          <a:p>
            <a:r>
              <a:rPr lang="en-US" altLang="zh-TW" sz="1400" dirty="0" smtClean="0">
                <a:solidFill>
                  <a:schemeClr val="accent6"/>
                </a:solidFill>
              </a:rPr>
              <a:t>3. </a:t>
            </a:r>
            <a:r>
              <a:rPr lang="en-US" altLang="zh-TW" sz="1400" dirty="0">
                <a:solidFill>
                  <a:schemeClr val="accent6"/>
                </a:solidFill>
              </a:rPr>
              <a:t>Effective overtime hours per day this month.</a:t>
            </a:r>
            <a:endParaRPr lang="zh-TW" altLang="en-US" sz="1400" dirty="0">
              <a:solidFill>
                <a:schemeClr val="accent6"/>
              </a:solidFill>
            </a:endParaRPr>
          </a:p>
        </p:txBody>
      </p:sp>
      <p:sp>
        <p:nvSpPr>
          <p:cNvPr id="21" name="圓角矩形 20"/>
          <p:cNvSpPr/>
          <p:nvPr/>
        </p:nvSpPr>
        <p:spPr>
          <a:xfrm>
            <a:off x="4245473" y="4645559"/>
            <a:ext cx="1136591" cy="47001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圓角矩形 21"/>
          <p:cNvSpPr/>
          <p:nvPr/>
        </p:nvSpPr>
        <p:spPr>
          <a:xfrm>
            <a:off x="7515792" y="4635149"/>
            <a:ext cx="3149437" cy="48042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圓角矩形 22"/>
          <p:cNvSpPr/>
          <p:nvPr/>
        </p:nvSpPr>
        <p:spPr>
          <a:xfrm>
            <a:off x="761306" y="5179034"/>
            <a:ext cx="10206728" cy="45344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55771495"/>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fontScale="90000"/>
          </a:bodyPr>
          <a:lstStyle/>
          <a:p>
            <a:r>
              <a:rPr lang="en-US" altLang="zh-TW" dirty="0"/>
              <a:t>Personal </a:t>
            </a:r>
            <a:r>
              <a:rPr lang="en-US" altLang="zh-TW" dirty="0" smtClean="0"/>
              <a:t>Service </a:t>
            </a:r>
            <a:r>
              <a:rPr lang="en-US" altLang="zh-TW" dirty="0"/>
              <a:t>on PC- </a:t>
            </a:r>
            <a:r>
              <a:rPr lang="en-US" altLang="zh-TW" dirty="0" smtClean="0"/>
              <a:t>3</a:t>
            </a:r>
            <a:endParaRPr lang="zh-TW" altLang="en-US" dirty="0"/>
          </a:p>
        </p:txBody>
      </p:sp>
      <p:sp>
        <p:nvSpPr>
          <p:cNvPr id="3" name="投影片編號版面配置區 2"/>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75</a:t>
            </a:fld>
            <a:r>
              <a:rPr lang="en-US" altLang="zh-TW" smtClean="0"/>
              <a:t> /</a:t>
            </a:r>
            <a:endParaRPr lang="en-US" altLang="zh-TW" dirty="0"/>
          </a:p>
        </p:txBody>
      </p:sp>
      <p:sp>
        <p:nvSpPr>
          <p:cNvPr id="4" name="頁尾版面配置區 3"/>
          <p:cNvSpPr>
            <a:spLocks noGrp="1"/>
          </p:cNvSpPr>
          <p:nvPr>
            <p:ph type="ftr" sz="quarter" idx="3"/>
          </p:nvPr>
        </p:nvSpPr>
        <p:spPr/>
        <p:txBody>
          <a:bodyPr/>
          <a:lstStyle/>
          <a:p>
            <a:r>
              <a:rPr lang="en-US" altLang="zh-TW" smtClean="0"/>
              <a:t>79</a:t>
            </a:r>
            <a:endParaRPr lang="zh-TW" altLang="en-US" dirty="0"/>
          </a:p>
        </p:txBody>
      </p:sp>
      <p:sp>
        <p:nvSpPr>
          <p:cNvPr id="7" name="文字方塊 6"/>
          <p:cNvSpPr txBox="1"/>
          <p:nvPr/>
        </p:nvSpPr>
        <p:spPr>
          <a:xfrm>
            <a:off x="649417" y="906344"/>
            <a:ext cx="8882560" cy="646331"/>
          </a:xfrm>
          <a:prstGeom prst="rect">
            <a:avLst/>
          </a:prstGeom>
          <a:noFill/>
        </p:spPr>
        <p:txBody>
          <a:bodyPr wrap="none" rtlCol="0">
            <a:spAutoFit/>
          </a:bodyPr>
          <a:lstStyle/>
          <a:p>
            <a:r>
              <a:rPr lang="en-US" altLang="zh-TW" dirty="0">
                <a:solidFill>
                  <a:schemeClr val="accent6"/>
                </a:solidFill>
              </a:rPr>
              <a:t>Integrated Query: </a:t>
            </a:r>
            <a:r>
              <a:rPr lang="en-US" altLang="zh-TW" sz="1600" dirty="0">
                <a:solidFill>
                  <a:schemeClr val="bg1"/>
                </a:solidFill>
              </a:rPr>
              <a:t>One day's </a:t>
            </a:r>
            <a:r>
              <a:rPr lang="en-US" altLang="zh-TW" sz="1600" dirty="0" smtClean="0">
                <a:solidFill>
                  <a:schemeClr val="bg1"/>
                </a:solidFill>
              </a:rPr>
              <a:t>punch-in/out, </a:t>
            </a:r>
            <a:r>
              <a:rPr lang="en-US" altLang="zh-TW" sz="1600" dirty="0">
                <a:solidFill>
                  <a:schemeClr val="bg1"/>
                </a:solidFill>
              </a:rPr>
              <a:t>shift schedule, absence details, working hours, </a:t>
            </a:r>
            <a:r>
              <a:rPr lang="en-US" altLang="zh-TW" sz="1600" dirty="0" smtClean="0">
                <a:solidFill>
                  <a:schemeClr val="bg1"/>
                </a:solidFill>
              </a:rPr>
              <a:t>etc.</a:t>
            </a:r>
            <a:endParaRPr lang="en-US" altLang="zh-TW" sz="1600" dirty="0">
              <a:solidFill>
                <a:schemeClr val="bg1"/>
              </a:solidFill>
            </a:endParaRPr>
          </a:p>
          <a:p>
            <a:endParaRPr lang="zh-TW" altLang="en-US" dirty="0"/>
          </a:p>
        </p:txBody>
      </p:sp>
      <p:pic>
        <p:nvPicPr>
          <p:cNvPr id="8" name="圖片 7"/>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35621" y="1301559"/>
            <a:ext cx="10097212" cy="4841545"/>
          </a:xfrm>
          <a:prstGeom prst="rect">
            <a:avLst/>
          </a:prstGeom>
        </p:spPr>
      </p:pic>
    </p:spTree>
    <p:extLst>
      <p:ext uri="{BB962C8B-B14F-4D97-AF65-F5344CB8AC3E}">
        <p14:creationId xmlns:p14="http://schemas.microsoft.com/office/powerpoint/2010/main" val="281873871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Personal </a:t>
            </a:r>
            <a:r>
              <a:rPr lang="en-US" altLang="zh-TW" dirty="0" smtClean="0"/>
              <a:t>Service </a:t>
            </a:r>
            <a:r>
              <a:rPr lang="en-US" altLang="zh-TW" dirty="0"/>
              <a:t>on PC- </a:t>
            </a:r>
            <a:r>
              <a:rPr lang="en-US" altLang="zh-TW" dirty="0" smtClean="0"/>
              <a:t>4</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76</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pic>
        <p:nvPicPr>
          <p:cNvPr id="6" name="圖片 5"/>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500618" y="2183006"/>
            <a:ext cx="1999989" cy="1449656"/>
          </a:xfrm>
          <a:prstGeom prst="rect">
            <a:avLst/>
          </a:prstGeom>
        </p:spPr>
      </p:pic>
      <p:pic>
        <p:nvPicPr>
          <p:cNvPr id="7" name="圖片 6"/>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529457" y="4184604"/>
            <a:ext cx="2189171" cy="1568906"/>
          </a:xfrm>
          <a:prstGeom prst="rect">
            <a:avLst/>
          </a:prstGeom>
          <a:ln>
            <a:noFill/>
          </a:ln>
        </p:spPr>
      </p:pic>
      <p:pic>
        <p:nvPicPr>
          <p:cNvPr id="8" name="圖片 7"/>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75025" y="1348620"/>
            <a:ext cx="5657551" cy="4653077"/>
          </a:xfrm>
          <a:prstGeom prst="rect">
            <a:avLst/>
          </a:prstGeom>
        </p:spPr>
      </p:pic>
      <p:sp>
        <p:nvSpPr>
          <p:cNvPr id="9" name="文字方塊 8"/>
          <p:cNvSpPr txBox="1"/>
          <p:nvPr/>
        </p:nvSpPr>
        <p:spPr>
          <a:xfrm>
            <a:off x="649417" y="906344"/>
            <a:ext cx="7169078" cy="369332"/>
          </a:xfrm>
          <a:prstGeom prst="rect">
            <a:avLst/>
          </a:prstGeom>
          <a:noFill/>
        </p:spPr>
        <p:txBody>
          <a:bodyPr wrap="none" rtlCol="0">
            <a:spAutoFit/>
          </a:bodyPr>
          <a:lstStyle/>
          <a:p>
            <a:r>
              <a:rPr lang="en-US" altLang="zh-TW" dirty="0">
                <a:solidFill>
                  <a:schemeClr val="accent6"/>
                </a:solidFill>
              </a:rPr>
              <a:t>Calendar View: </a:t>
            </a:r>
            <a:r>
              <a:rPr lang="en-US" altLang="zh-TW" sz="1600" dirty="0">
                <a:solidFill>
                  <a:schemeClr val="bg1"/>
                </a:solidFill>
              </a:rPr>
              <a:t>One month’s shift schedule, leave type, working hours, etc.</a:t>
            </a:r>
            <a:endParaRPr lang="zh-TW" altLang="en-US" dirty="0">
              <a:solidFill>
                <a:schemeClr val="bg1"/>
              </a:solidFill>
            </a:endParaRPr>
          </a:p>
        </p:txBody>
      </p:sp>
      <p:sp>
        <p:nvSpPr>
          <p:cNvPr id="10" name="圓角矩形 9"/>
          <p:cNvSpPr/>
          <p:nvPr/>
        </p:nvSpPr>
        <p:spPr>
          <a:xfrm>
            <a:off x="656511" y="1684963"/>
            <a:ext cx="4774434" cy="260215"/>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向右箭號 10"/>
          <p:cNvSpPr/>
          <p:nvPr/>
        </p:nvSpPr>
        <p:spPr>
          <a:xfrm>
            <a:off x="5600700" y="1723663"/>
            <a:ext cx="819150" cy="283507"/>
          </a:xfrm>
          <a:prstGeom prst="rightArrow">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TW" altLang="en-US"/>
          </a:p>
        </p:txBody>
      </p:sp>
      <p:sp>
        <p:nvSpPr>
          <p:cNvPr id="12" name="文字方塊 11"/>
          <p:cNvSpPr txBox="1"/>
          <p:nvPr/>
        </p:nvSpPr>
        <p:spPr>
          <a:xfrm>
            <a:off x="6762954" y="1406355"/>
            <a:ext cx="4361130" cy="646331"/>
          </a:xfrm>
          <a:prstGeom prst="rect">
            <a:avLst/>
          </a:prstGeom>
          <a:noFill/>
        </p:spPr>
        <p:txBody>
          <a:bodyPr wrap="none" rtlCol="0">
            <a:spAutoFit/>
          </a:bodyPr>
          <a:lstStyle/>
          <a:p>
            <a:r>
              <a:rPr lang="en-US" altLang="zh-TW" dirty="0">
                <a:solidFill>
                  <a:schemeClr val="bg1"/>
                </a:solidFill>
              </a:rPr>
              <a:t/>
            </a:r>
            <a:br>
              <a:rPr lang="en-US" altLang="zh-TW" dirty="0">
                <a:solidFill>
                  <a:schemeClr val="bg1"/>
                </a:solidFill>
              </a:rPr>
            </a:br>
            <a:r>
              <a:rPr lang="en-US" altLang="zh-TW" dirty="0">
                <a:solidFill>
                  <a:schemeClr val="bg1"/>
                </a:solidFill>
              </a:rPr>
              <a:t>Monthly effective working hours statistics</a:t>
            </a:r>
            <a:endParaRPr lang="zh-TW" altLang="en-US" dirty="0">
              <a:solidFill>
                <a:schemeClr val="bg1"/>
              </a:solidFill>
            </a:endParaRPr>
          </a:p>
        </p:txBody>
      </p:sp>
      <p:sp>
        <p:nvSpPr>
          <p:cNvPr id="13" name="圓角矩形 12"/>
          <p:cNvSpPr/>
          <p:nvPr/>
        </p:nvSpPr>
        <p:spPr>
          <a:xfrm>
            <a:off x="2263996" y="2756147"/>
            <a:ext cx="1607018" cy="117114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4" name="圖片 13"/>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9312190" y="4184604"/>
            <a:ext cx="2041728" cy="1568906"/>
          </a:xfrm>
          <a:prstGeom prst="rect">
            <a:avLst/>
          </a:prstGeom>
        </p:spPr>
      </p:pic>
      <p:pic>
        <p:nvPicPr>
          <p:cNvPr id="15" name="圖片 14"/>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9224760" y="2162399"/>
            <a:ext cx="2196275" cy="1582976"/>
          </a:xfrm>
          <a:prstGeom prst="rect">
            <a:avLst/>
          </a:prstGeom>
        </p:spPr>
      </p:pic>
      <p:sp>
        <p:nvSpPr>
          <p:cNvPr id="16" name="向右箭號 15"/>
          <p:cNvSpPr/>
          <p:nvPr/>
        </p:nvSpPr>
        <p:spPr>
          <a:xfrm>
            <a:off x="3917777" y="3749106"/>
            <a:ext cx="2433313" cy="326253"/>
          </a:xfrm>
          <a:prstGeom prst="rightArrow">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TW" altLang="en-US"/>
          </a:p>
        </p:txBody>
      </p:sp>
      <p:grpSp>
        <p:nvGrpSpPr>
          <p:cNvPr id="17" name="Group 2"/>
          <p:cNvGrpSpPr>
            <a:grpSpLocks noChangeAspect="1"/>
          </p:cNvGrpSpPr>
          <p:nvPr/>
        </p:nvGrpSpPr>
        <p:grpSpPr>
          <a:xfrm>
            <a:off x="6443297" y="4151677"/>
            <a:ext cx="2338632" cy="1634760"/>
            <a:chOff x="0" y="0"/>
            <a:chExt cx="4605020" cy="2268474"/>
          </a:xfrm>
        </p:grpSpPr>
        <p:sp>
          <p:nvSpPr>
            <p:cNvPr id="18" name="Freeform 3"/>
            <p:cNvSpPr/>
            <p:nvPr/>
          </p:nvSpPr>
          <p:spPr>
            <a:xfrm>
              <a:off x="0" y="0"/>
              <a:ext cx="4605020" cy="2268474"/>
            </a:xfrm>
            <a:custGeom>
              <a:avLst/>
              <a:gdLst/>
              <a:ahLst/>
              <a:cxnLst/>
              <a:rect l="l" t="t" r="r" b="b"/>
              <a:pathLst>
                <a:path w="4605020" h="2268474">
                  <a:moveTo>
                    <a:pt x="0" y="394970"/>
                  </a:moveTo>
                  <a:cubicBezTo>
                    <a:pt x="0" y="176530"/>
                    <a:pt x="179070" y="0"/>
                    <a:pt x="399288" y="0"/>
                  </a:cubicBezTo>
                  <a:lnTo>
                    <a:pt x="4205732" y="0"/>
                  </a:lnTo>
                  <a:lnTo>
                    <a:pt x="4205732" y="25400"/>
                  </a:lnTo>
                  <a:lnTo>
                    <a:pt x="4205732" y="0"/>
                  </a:lnTo>
                  <a:cubicBezTo>
                    <a:pt x="4425950" y="0"/>
                    <a:pt x="4605020" y="176530"/>
                    <a:pt x="4605020" y="394970"/>
                  </a:cubicBezTo>
                  <a:lnTo>
                    <a:pt x="4579620" y="394970"/>
                  </a:lnTo>
                  <a:lnTo>
                    <a:pt x="4605020" y="394970"/>
                  </a:lnTo>
                  <a:lnTo>
                    <a:pt x="4605020" y="1873504"/>
                  </a:lnTo>
                  <a:lnTo>
                    <a:pt x="4579620" y="1873504"/>
                  </a:lnTo>
                  <a:lnTo>
                    <a:pt x="4605020" y="1873504"/>
                  </a:lnTo>
                  <a:cubicBezTo>
                    <a:pt x="4605020" y="2091944"/>
                    <a:pt x="4425950" y="2268474"/>
                    <a:pt x="4205732" y="2268474"/>
                  </a:cubicBezTo>
                  <a:lnTo>
                    <a:pt x="4205732" y="2243074"/>
                  </a:lnTo>
                  <a:lnTo>
                    <a:pt x="4205732" y="2268474"/>
                  </a:lnTo>
                  <a:lnTo>
                    <a:pt x="399288" y="2268474"/>
                  </a:lnTo>
                  <a:lnTo>
                    <a:pt x="399288" y="2243074"/>
                  </a:lnTo>
                  <a:lnTo>
                    <a:pt x="399288" y="2268474"/>
                  </a:lnTo>
                  <a:cubicBezTo>
                    <a:pt x="179070" y="2268474"/>
                    <a:pt x="0" y="2091944"/>
                    <a:pt x="0" y="1873504"/>
                  </a:cubicBezTo>
                  <a:lnTo>
                    <a:pt x="0" y="394970"/>
                  </a:lnTo>
                  <a:lnTo>
                    <a:pt x="25400" y="394970"/>
                  </a:lnTo>
                  <a:lnTo>
                    <a:pt x="0" y="394970"/>
                  </a:lnTo>
                  <a:moveTo>
                    <a:pt x="50800" y="394970"/>
                  </a:moveTo>
                  <a:lnTo>
                    <a:pt x="50800" y="1873504"/>
                  </a:lnTo>
                  <a:lnTo>
                    <a:pt x="25400" y="1873504"/>
                  </a:lnTo>
                  <a:lnTo>
                    <a:pt x="50800" y="1873504"/>
                  </a:lnTo>
                  <a:cubicBezTo>
                    <a:pt x="50800" y="2063369"/>
                    <a:pt x="206502" y="2217674"/>
                    <a:pt x="399288" y="2217674"/>
                  </a:cubicBezTo>
                  <a:lnTo>
                    <a:pt x="4205732" y="2217674"/>
                  </a:lnTo>
                  <a:cubicBezTo>
                    <a:pt x="4398518" y="2217674"/>
                    <a:pt x="4554220" y="2063242"/>
                    <a:pt x="4554220" y="1873504"/>
                  </a:cubicBezTo>
                  <a:lnTo>
                    <a:pt x="4554220" y="394970"/>
                  </a:lnTo>
                  <a:cubicBezTo>
                    <a:pt x="4554220" y="205105"/>
                    <a:pt x="4398518" y="50800"/>
                    <a:pt x="4205732" y="50800"/>
                  </a:cubicBezTo>
                  <a:lnTo>
                    <a:pt x="399288" y="50800"/>
                  </a:lnTo>
                  <a:lnTo>
                    <a:pt x="399288" y="25400"/>
                  </a:lnTo>
                  <a:lnTo>
                    <a:pt x="399288" y="50800"/>
                  </a:lnTo>
                  <a:cubicBezTo>
                    <a:pt x="206502" y="50800"/>
                    <a:pt x="50800" y="205232"/>
                    <a:pt x="50800" y="394970"/>
                  </a:cubicBezTo>
                  <a:close/>
                </a:path>
              </a:pathLst>
            </a:custGeom>
            <a:solidFill>
              <a:schemeClr val="accent3"/>
            </a:solidFill>
            <a:ln>
              <a:noFill/>
            </a:ln>
          </p:spPr>
          <p:txBody>
            <a:bodyPr/>
            <a:lstStyle/>
            <a:p>
              <a:endParaRPr lang="zh-TW" altLang="en-US"/>
            </a:p>
          </p:txBody>
        </p:sp>
      </p:grpSp>
      <p:sp>
        <p:nvSpPr>
          <p:cNvPr id="19" name="流程圖: 接點 18"/>
          <p:cNvSpPr/>
          <p:nvPr/>
        </p:nvSpPr>
        <p:spPr>
          <a:xfrm>
            <a:off x="8138953" y="3419229"/>
            <a:ext cx="1576630" cy="1108680"/>
          </a:xfrm>
          <a:prstGeom prst="flowChart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dirty="0"/>
          </a:p>
        </p:txBody>
      </p:sp>
      <p:cxnSp>
        <p:nvCxnSpPr>
          <p:cNvPr id="20" name="直線接點 19"/>
          <p:cNvCxnSpPr/>
          <p:nvPr/>
        </p:nvCxnSpPr>
        <p:spPr>
          <a:xfrm>
            <a:off x="8919894" y="3419229"/>
            <a:ext cx="0" cy="110868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直線接點 20"/>
          <p:cNvCxnSpPr/>
          <p:nvPr/>
        </p:nvCxnSpPr>
        <p:spPr>
          <a:xfrm>
            <a:off x="8132596" y="3957154"/>
            <a:ext cx="157663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2" name="Group 2"/>
          <p:cNvGrpSpPr>
            <a:grpSpLocks noChangeAspect="1"/>
          </p:cNvGrpSpPr>
          <p:nvPr/>
        </p:nvGrpSpPr>
        <p:grpSpPr>
          <a:xfrm>
            <a:off x="9191015" y="2124514"/>
            <a:ext cx="2338632" cy="1634760"/>
            <a:chOff x="0" y="0"/>
            <a:chExt cx="4605020" cy="2268474"/>
          </a:xfrm>
        </p:grpSpPr>
        <p:sp>
          <p:nvSpPr>
            <p:cNvPr id="23" name="Freeform 3"/>
            <p:cNvSpPr/>
            <p:nvPr/>
          </p:nvSpPr>
          <p:spPr>
            <a:xfrm>
              <a:off x="0" y="0"/>
              <a:ext cx="4605020" cy="2268474"/>
            </a:xfrm>
            <a:custGeom>
              <a:avLst/>
              <a:gdLst/>
              <a:ahLst/>
              <a:cxnLst/>
              <a:rect l="l" t="t" r="r" b="b"/>
              <a:pathLst>
                <a:path w="4605020" h="2268474">
                  <a:moveTo>
                    <a:pt x="0" y="394970"/>
                  </a:moveTo>
                  <a:cubicBezTo>
                    <a:pt x="0" y="176530"/>
                    <a:pt x="179070" y="0"/>
                    <a:pt x="399288" y="0"/>
                  </a:cubicBezTo>
                  <a:lnTo>
                    <a:pt x="4205732" y="0"/>
                  </a:lnTo>
                  <a:lnTo>
                    <a:pt x="4205732" y="25400"/>
                  </a:lnTo>
                  <a:lnTo>
                    <a:pt x="4205732" y="0"/>
                  </a:lnTo>
                  <a:cubicBezTo>
                    <a:pt x="4425950" y="0"/>
                    <a:pt x="4605020" y="176530"/>
                    <a:pt x="4605020" y="394970"/>
                  </a:cubicBezTo>
                  <a:lnTo>
                    <a:pt x="4579620" y="394970"/>
                  </a:lnTo>
                  <a:lnTo>
                    <a:pt x="4605020" y="394970"/>
                  </a:lnTo>
                  <a:lnTo>
                    <a:pt x="4605020" y="1873504"/>
                  </a:lnTo>
                  <a:lnTo>
                    <a:pt x="4579620" y="1873504"/>
                  </a:lnTo>
                  <a:lnTo>
                    <a:pt x="4605020" y="1873504"/>
                  </a:lnTo>
                  <a:cubicBezTo>
                    <a:pt x="4605020" y="2091944"/>
                    <a:pt x="4425950" y="2268474"/>
                    <a:pt x="4205732" y="2268474"/>
                  </a:cubicBezTo>
                  <a:lnTo>
                    <a:pt x="4205732" y="2243074"/>
                  </a:lnTo>
                  <a:lnTo>
                    <a:pt x="4205732" y="2268474"/>
                  </a:lnTo>
                  <a:lnTo>
                    <a:pt x="399288" y="2268474"/>
                  </a:lnTo>
                  <a:lnTo>
                    <a:pt x="399288" y="2243074"/>
                  </a:lnTo>
                  <a:lnTo>
                    <a:pt x="399288" y="2268474"/>
                  </a:lnTo>
                  <a:cubicBezTo>
                    <a:pt x="179070" y="2268474"/>
                    <a:pt x="0" y="2091944"/>
                    <a:pt x="0" y="1873504"/>
                  </a:cubicBezTo>
                  <a:lnTo>
                    <a:pt x="0" y="394970"/>
                  </a:lnTo>
                  <a:lnTo>
                    <a:pt x="25400" y="394970"/>
                  </a:lnTo>
                  <a:lnTo>
                    <a:pt x="0" y="394970"/>
                  </a:lnTo>
                  <a:moveTo>
                    <a:pt x="50800" y="394970"/>
                  </a:moveTo>
                  <a:lnTo>
                    <a:pt x="50800" y="1873504"/>
                  </a:lnTo>
                  <a:lnTo>
                    <a:pt x="25400" y="1873504"/>
                  </a:lnTo>
                  <a:lnTo>
                    <a:pt x="50800" y="1873504"/>
                  </a:lnTo>
                  <a:cubicBezTo>
                    <a:pt x="50800" y="2063369"/>
                    <a:pt x="206502" y="2217674"/>
                    <a:pt x="399288" y="2217674"/>
                  </a:cubicBezTo>
                  <a:lnTo>
                    <a:pt x="4205732" y="2217674"/>
                  </a:lnTo>
                  <a:cubicBezTo>
                    <a:pt x="4398518" y="2217674"/>
                    <a:pt x="4554220" y="2063242"/>
                    <a:pt x="4554220" y="1873504"/>
                  </a:cubicBezTo>
                  <a:lnTo>
                    <a:pt x="4554220" y="394970"/>
                  </a:lnTo>
                  <a:cubicBezTo>
                    <a:pt x="4554220" y="205105"/>
                    <a:pt x="4398518" y="50800"/>
                    <a:pt x="4205732" y="50800"/>
                  </a:cubicBezTo>
                  <a:lnTo>
                    <a:pt x="399288" y="50800"/>
                  </a:lnTo>
                  <a:lnTo>
                    <a:pt x="399288" y="25400"/>
                  </a:lnTo>
                  <a:lnTo>
                    <a:pt x="399288" y="50800"/>
                  </a:lnTo>
                  <a:cubicBezTo>
                    <a:pt x="206502" y="50800"/>
                    <a:pt x="50800" y="205232"/>
                    <a:pt x="50800" y="394970"/>
                  </a:cubicBezTo>
                  <a:close/>
                </a:path>
              </a:pathLst>
            </a:custGeom>
            <a:solidFill>
              <a:schemeClr val="accent3"/>
            </a:solidFill>
            <a:ln>
              <a:noFill/>
            </a:ln>
          </p:spPr>
          <p:txBody>
            <a:bodyPr/>
            <a:lstStyle/>
            <a:p>
              <a:endParaRPr lang="zh-TW" altLang="en-US"/>
            </a:p>
          </p:txBody>
        </p:sp>
      </p:grpSp>
      <p:sp>
        <p:nvSpPr>
          <p:cNvPr id="24" name="文字方塊 89"/>
          <p:cNvSpPr txBox="1"/>
          <p:nvPr/>
        </p:nvSpPr>
        <p:spPr>
          <a:xfrm>
            <a:off x="8245698" y="3961042"/>
            <a:ext cx="774503" cy="584775"/>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TW" sz="1600" b="1" dirty="0" smtClean="0">
                <a:latin typeface="Arial" panose="020B0604020202020204" pitchFamily="34" charset="0"/>
                <a:cs typeface="Arial" panose="020B0604020202020204" pitchFamily="34" charset="0"/>
              </a:rPr>
              <a:t>Comp</a:t>
            </a:r>
          </a:p>
          <a:p>
            <a:r>
              <a:rPr lang="en-US" altLang="zh-TW" sz="1600" b="1" dirty="0" smtClean="0">
                <a:latin typeface="Arial" panose="020B0604020202020204" pitchFamily="34" charset="0"/>
                <a:cs typeface="Arial" panose="020B0604020202020204" pitchFamily="34" charset="0"/>
              </a:rPr>
              <a:t>   off</a:t>
            </a:r>
            <a:endParaRPr lang="zh-TW" altLang="en-US" sz="1600" b="1" dirty="0">
              <a:latin typeface="Arial" panose="020B0604020202020204" pitchFamily="34" charset="0"/>
              <a:cs typeface="Arial" panose="020B0604020202020204" pitchFamily="34" charset="0"/>
            </a:endParaRPr>
          </a:p>
        </p:txBody>
      </p:sp>
      <p:grpSp>
        <p:nvGrpSpPr>
          <p:cNvPr id="25" name="Group 2"/>
          <p:cNvGrpSpPr>
            <a:grpSpLocks noChangeAspect="1"/>
          </p:cNvGrpSpPr>
          <p:nvPr/>
        </p:nvGrpSpPr>
        <p:grpSpPr>
          <a:xfrm>
            <a:off x="6462320" y="2150694"/>
            <a:ext cx="2338632" cy="1634760"/>
            <a:chOff x="0" y="0"/>
            <a:chExt cx="4605020" cy="2268474"/>
          </a:xfrm>
        </p:grpSpPr>
        <p:sp>
          <p:nvSpPr>
            <p:cNvPr id="26" name="Freeform 3"/>
            <p:cNvSpPr/>
            <p:nvPr/>
          </p:nvSpPr>
          <p:spPr>
            <a:xfrm>
              <a:off x="0" y="0"/>
              <a:ext cx="4605020" cy="2268474"/>
            </a:xfrm>
            <a:custGeom>
              <a:avLst/>
              <a:gdLst/>
              <a:ahLst/>
              <a:cxnLst/>
              <a:rect l="l" t="t" r="r" b="b"/>
              <a:pathLst>
                <a:path w="4605020" h="2268474">
                  <a:moveTo>
                    <a:pt x="0" y="394970"/>
                  </a:moveTo>
                  <a:cubicBezTo>
                    <a:pt x="0" y="176530"/>
                    <a:pt x="179070" y="0"/>
                    <a:pt x="399288" y="0"/>
                  </a:cubicBezTo>
                  <a:lnTo>
                    <a:pt x="4205732" y="0"/>
                  </a:lnTo>
                  <a:lnTo>
                    <a:pt x="4205732" y="25400"/>
                  </a:lnTo>
                  <a:lnTo>
                    <a:pt x="4205732" y="0"/>
                  </a:lnTo>
                  <a:cubicBezTo>
                    <a:pt x="4425950" y="0"/>
                    <a:pt x="4605020" y="176530"/>
                    <a:pt x="4605020" y="394970"/>
                  </a:cubicBezTo>
                  <a:lnTo>
                    <a:pt x="4579620" y="394970"/>
                  </a:lnTo>
                  <a:lnTo>
                    <a:pt x="4605020" y="394970"/>
                  </a:lnTo>
                  <a:lnTo>
                    <a:pt x="4605020" y="1873504"/>
                  </a:lnTo>
                  <a:lnTo>
                    <a:pt x="4579620" y="1873504"/>
                  </a:lnTo>
                  <a:lnTo>
                    <a:pt x="4605020" y="1873504"/>
                  </a:lnTo>
                  <a:cubicBezTo>
                    <a:pt x="4605020" y="2091944"/>
                    <a:pt x="4425950" y="2268474"/>
                    <a:pt x="4205732" y="2268474"/>
                  </a:cubicBezTo>
                  <a:lnTo>
                    <a:pt x="4205732" y="2243074"/>
                  </a:lnTo>
                  <a:lnTo>
                    <a:pt x="4205732" y="2268474"/>
                  </a:lnTo>
                  <a:lnTo>
                    <a:pt x="399288" y="2268474"/>
                  </a:lnTo>
                  <a:lnTo>
                    <a:pt x="399288" y="2243074"/>
                  </a:lnTo>
                  <a:lnTo>
                    <a:pt x="399288" y="2268474"/>
                  </a:lnTo>
                  <a:cubicBezTo>
                    <a:pt x="179070" y="2268474"/>
                    <a:pt x="0" y="2091944"/>
                    <a:pt x="0" y="1873504"/>
                  </a:cubicBezTo>
                  <a:lnTo>
                    <a:pt x="0" y="394970"/>
                  </a:lnTo>
                  <a:lnTo>
                    <a:pt x="25400" y="394970"/>
                  </a:lnTo>
                  <a:lnTo>
                    <a:pt x="0" y="394970"/>
                  </a:lnTo>
                  <a:moveTo>
                    <a:pt x="50800" y="394970"/>
                  </a:moveTo>
                  <a:lnTo>
                    <a:pt x="50800" y="1873504"/>
                  </a:lnTo>
                  <a:lnTo>
                    <a:pt x="25400" y="1873504"/>
                  </a:lnTo>
                  <a:lnTo>
                    <a:pt x="50800" y="1873504"/>
                  </a:lnTo>
                  <a:cubicBezTo>
                    <a:pt x="50800" y="2063369"/>
                    <a:pt x="206502" y="2217674"/>
                    <a:pt x="399288" y="2217674"/>
                  </a:cubicBezTo>
                  <a:lnTo>
                    <a:pt x="4205732" y="2217674"/>
                  </a:lnTo>
                  <a:cubicBezTo>
                    <a:pt x="4398518" y="2217674"/>
                    <a:pt x="4554220" y="2063242"/>
                    <a:pt x="4554220" y="1873504"/>
                  </a:cubicBezTo>
                  <a:lnTo>
                    <a:pt x="4554220" y="394970"/>
                  </a:lnTo>
                  <a:cubicBezTo>
                    <a:pt x="4554220" y="205105"/>
                    <a:pt x="4398518" y="50800"/>
                    <a:pt x="4205732" y="50800"/>
                  </a:cubicBezTo>
                  <a:lnTo>
                    <a:pt x="399288" y="50800"/>
                  </a:lnTo>
                  <a:lnTo>
                    <a:pt x="399288" y="25400"/>
                  </a:lnTo>
                  <a:lnTo>
                    <a:pt x="399288" y="50800"/>
                  </a:lnTo>
                  <a:cubicBezTo>
                    <a:pt x="206502" y="50800"/>
                    <a:pt x="50800" y="205232"/>
                    <a:pt x="50800" y="394970"/>
                  </a:cubicBezTo>
                  <a:close/>
                </a:path>
              </a:pathLst>
            </a:custGeom>
            <a:solidFill>
              <a:schemeClr val="accent3"/>
            </a:solidFill>
            <a:ln>
              <a:noFill/>
            </a:ln>
          </p:spPr>
          <p:txBody>
            <a:bodyPr/>
            <a:lstStyle/>
            <a:p>
              <a:endParaRPr lang="zh-TW" altLang="en-US"/>
            </a:p>
          </p:txBody>
        </p:sp>
      </p:grpSp>
      <p:sp>
        <p:nvSpPr>
          <p:cNvPr id="27" name="文字方塊 88"/>
          <p:cNvSpPr txBox="1"/>
          <p:nvPr/>
        </p:nvSpPr>
        <p:spPr>
          <a:xfrm>
            <a:off x="8919456" y="3557034"/>
            <a:ext cx="956410" cy="338554"/>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TW" sz="1600" b="1" dirty="0" smtClean="0">
                <a:latin typeface="Arial" panose="020B0604020202020204" pitchFamily="34" charset="0"/>
                <a:cs typeface="Arial" panose="020B0604020202020204" pitchFamily="34" charset="0"/>
              </a:rPr>
              <a:t>Leave</a:t>
            </a:r>
            <a:endParaRPr lang="zh-TW" altLang="en-US" sz="1600" b="1" dirty="0">
              <a:latin typeface="Arial" panose="020B0604020202020204" pitchFamily="34" charset="0"/>
              <a:cs typeface="Arial" panose="020B0604020202020204" pitchFamily="34" charset="0"/>
            </a:endParaRPr>
          </a:p>
        </p:txBody>
      </p:sp>
      <p:sp>
        <p:nvSpPr>
          <p:cNvPr id="28" name="文字方塊 37"/>
          <p:cNvSpPr txBox="1"/>
          <p:nvPr/>
        </p:nvSpPr>
        <p:spPr>
          <a:xfrm>
            <a:off x="8252156" y="3573075"/>
            <a:ext cx="701038" cy="338554"/>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TW" sz="1600" b="1" dirty="0" smtClean="0">
                <a:latin typeface="Arial" panose="020B0604020202020204" pitchFamily="34" charset="0"/>
                <a:cs typeface="Arial" panose="020B0604020202020204" pitchFamily="34" charset="0"/>
              </a:rPr>
              <a:t>Shift</a:t>
            </a:r>
            <a:endParaRPr lang="zh-TW" altLang="en-US" sz="1600" b="1" dirty="0">
              <a:latin typeface="Arial" panose="020B0604020202020204" pitchFamily="34" charset="0"/>
              <a:cs typeface="Arial" panose="020B0604020202020204" pitchFamily="34" charset="0"/>
            </a:endParaRPr>
          </a:p>
        </p:txBody>
      </p:sp>
      <p:grpSp>
        <p:nvGrpSpPr>
          <p:cNvPr id="29" name="Group 2"/>
          <p:cNvGrpSpPr>
            <a:grpSpLocks noChangeAspect="1"/>
          </p:cNvGrpSpPr>
          <p:nvPr/>
        </p:nvGrpSpPr>
        <p:grpSpPr>
          <a:xfrm>
            <a:off x="9174224" y="4161684"/>
            <a:ext cx="2338632" cy="1634760"/>
            <a:chOff x="0" y="0"/>
            <a:chExt cx="4605020" cy="2268474"/>
          </a:xfrm>
        </p:grpSpPr>
        <p:sp>
          <p:nvSpPr>
            <p:cNvPr id="30" name="Freeform 3"/>
            <p:cNvSpPr/>
            <p:nvPr/>
          </p:nvSpPr>
          <p:spPr>
            <a:xfrm>
              <a:off x="0" y="0"/>
              <a:ext cx="4605020" cy="2268474"/>
            </a:xfrm>
            <a:custGeom>
              <a:avLst/>
              <a:gdLst/>
              <a:ahLst/>
              <a:cxnLst/>
              <a:rect l="l" t="t" r="r" b="b"/>
              <a:pathLst>
                <a:path w="4605020" h="2268474">
                  <a:moveTo>
                    <a:pt x="0" y="394970"/>
                  </a:moveTo>
                  <a:cubicBezTo>
                    <a:pt x="0" y="176530"/>
                    <a:pt x="179070" y="0"/>
                    <a:pt x="399288" y="0"/>
                  </a:cubicBezTo>
                  <a:lnTo>
                    <a:pt x="4205732" y="0"/>
                  </a:lnTo>
                  <a:lnTo>
                    <a:pt x="4205732" y="25400"/>
                  </a:lnTo>
                  <a:lnTo>
                    <a:pt x="4205732" y="0"/>
                  </a:lnTo>
                  <a:cubicBezTo>
                    <a:pt x="4425950" y="0"/>
                    <a:pt x="4605020" y="176530"/>
                    <a:pt x="4605020" y="394970"/>
                  </a:cubicBezTo>
                  <a:lnTo>
                    <a:pt x="4579620" y="394970"/>
                  </a:lnTo>
                  <a:lnTo>
                    <a:pt x="4605020" y="394970"/>
                  </a:lnTo>
                  <a:lnTo>
                    <a:pt x="4605020" y="1873504"/>
                  </a:lnTo>
                  <a:lnTo>
                    <a:pt x="4579620" y="1873504"/>
                  </a:lnTo>
                  <a:lnTo>
                    <a:pt x="4605020" y="1873504"/>
                  </a:lnTo>
                  <a:cubicBezTo>
                    <a:pt x="4605020" y="2091944"/>
                    <a:pt x="4425950" y="2268474"/>
                    <a:pt x="4205732" y="2268474"/>
                  </a:cubicBezTo>
                  <a:lnTo>
                    <a:pt x="4205732" y="2243074"/>
                  </a:lnTo>
                  <a:lnTo>
                    <a:pt x="4205732" y="2268474"/>
                  </a:lnTo>
                  <a:lnTo>
                    <a:pt x="399288" y="2268474"/>
                  </a:lnTo>
                  <a:lnTo>
                    <a:pt x="399288" y="2243074"/>
                  </a:lnTo>
                  <a:lnTo>
                    <a:pt x="399288" y="2268474"/>
                  </a:lnTo>
                  <a:cubicBezTo>
                    <a:pt x="179070" y="2268474"/>
                    <a:pt x="0" y="2091944"/>
                    <a:pt x="0" y="1873504"/>
                  </a:cubicBezTo>
                  <a:lnTo>
                    <a:pt x="0" y="394970"/>
                  </a:lnTo>
                  <a:lnTo>
                    <a:pt x="25400" y="394970"/>
                  </a:lnTo>
                  <a:lnTo>
                    <a:pt x="0" y="394970"/>
                  </a:lnTo>
                  <a:moveTo>
                    <a:pt x="50800" y="394970"/>
                  </a:moveTo>
                  <a:lnTo>
                    <a:pt x="50800" y="1873504"/>
                  </a:lnTo>
                  <a:lnTo>
                    <a:pt x="25400" y="1873504"/>
                  </a:lnTo>
                  <a:lnTo>
                    <a:pt x="50800" y="1873504"/>
                  </a:lnTo>
                  <a:cubicBezTo>
                    <a:pt x="50800" y="2063369"/>
                    <a:pt x="206502" y="2217674"/>
                    <a:pt x="399288" y="2217674"/>
                  </a:cubicBezTo>
                  <a:lnTo>
                    <a:pt x="4205732" y="2217674"/>
                  </a:lnTo>
                  <a:cubicBezTo>
                    <a:pt x="4398518" y="2217674"/>
                    <a:pt x="4554220" y="2063242"/>
                    <a:pt x="4554220" y="1873504"/>
                  </a:cubicBezTo>
                  <a:lnTo>
                    <a:pt x="4554220" y="394970"/>
                  </a:lnTo>
                  <a:cubicBezTo>
                    <a:pt x="4554220" y="205105"/>
                    <a:pt x="4398518" y="50800"/>
                    <a:pt x="4205732" y="50800"/>
                  </a:cubicBezTo>
                  <a:lnTo>
                    <a:pt x="399288" y="50800"/>
                  </a:lnTo>
                  <a:lnTo>
                    <a:pt x="399288" y="25400"/>
                  </a:lnTo>
                  <a:lnTo>
                    <a:pt x="399288" y="50800"/>
                  </a:lnTo>
                  <a:cubicBezTo>
                    <a:pt x="206502" y="50800"/>
                    <a:pt x="50800" y="205232"/>
                    <a:pt x="50800" y="394970"/>
                  </a:cubicBezTo>
                  <a:close/>
                </a:path>
              </a:pathLst>
            </a:custGeom>
            <a:solidFill>
              <a:schemeClr val="accent3"/>
            </a:solidFill>
            <a:ln>
              <a:noFill/>
            </a:ln>
          </p:spPr>
          <p:txBody>
            <a:bodyPr/>
            <a:lstStyle/>
            <a:p>
              <a:endParaRPr lang="zh-TW" altLang="en-US"/>
            </a:p>
          </p:txBody>
        </p:sp>
      </p:grpSp>
      <p:sp>
        <p:nvSpPr>
          <p:cNvPr id="31" name="文字方塊 87"/>
          <p:cNvSpPr txBox="1"/>
          <p:nvPr/>
        </p:nvSpPr>
        <p:spPr>
          <a:xfrm>
            <a:off x="8944952" y="3988700"/>
            <a:ext cx="588744" cy="523220"/>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TW" sz="1400" b="1" dirty="0" smtClean="0">
                <a:latin typeface="Arial" panose="020B0604020202020204" pitchFamily="34" charset="0"/>
                <a:cs typeface="Arial" panose="020B0604020202020204" pitchFamily="34" charset="0"/>
              </a:rPr>
              <a:t>Paid</a:t>
            </a:r>
          </a:p>
          <a:p>
            <a:r>
              <a:rPr lang="en-US" altLang="zh-TW" sz="1400" b="1" dirty="0" smtClean="0">
                <a:latin typeface="Arial" panose="020B0604020202020204" pitchFamily="34" charset="0"/>
                <a:cs typeface="Arial" panose="020B0604020202020204" pitchFamily="34" charset="0"/>
              </a:rPr>
              <a:t> OT</a:t>
            </a:r>
            <a:endParaRPr lang="zh-TW" altLang="en-US" sz="1400" b="1" dirty="0">
              <a:latin typeface="Arial" panose="020B0604020202020204" pitchFamily="34" charset="0"/>
              <a:cs typeface="Arial" panose="020B0604020202020204" pitchFamily="34" charset="0"/>
            </a:endParaRPr>
          </a:p>
        </p:txBody>
      </p:sp>
      <p:pic>
        <p:nvPicPr>
          <p:cNvPr id="32" name="圖片 31"/>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675025" y="6074641"/>
            <a:ext cx="5489786" cy="263399"/>
          </a:xfrm>
          <a:prstGeom prst="rect">
            <a:avLst/>
          </a:prstGeom>
        </p:spPr>
      </p:pic>
    </p:spTree>
    <p:extLst>
      <p:ext uri="{BB962C8B-B14F-4D97-AF65-F5344CB8AC3E}">
        <p14:creationId xmlns:p14="http://schemas.microsoft.com/office/powerpoint/2010/main" val="188485871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Personal </a:t>
            </a:r>
            <a:r>
              <a:rPr lang="en-US" altLang="zh-TW" dirty="0" smtClean="0"/>
              <a:t>Service </a:t>
            </a:r>
            <a:r>
              <a:rPr lang="en-US" altLang="zh-TW" dirty="0"/>
              <a:t>on Mobile </a:t>
            </a:r>
            <a:r>
              <a:rPr lang="en-US" altLang="zh-TW" dirty="0" smtClean="0"/>
              <a:t>App</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77</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pic>
        <p:nvPicPr>
          <p:cNvPr id="6" name="圖片 5"/>
          <p:cNvPicPr>
            <a:picLocks noChangeAspect="1"/>
          </p:cNvPicPr>
          <p:nvPr/>
        </p:nvPicPr>
        <p:blipFill>
          <a:blip r:embed="rId2"/>
          <a:stretch>
            <a:fillRect/>
          </a:stretch>
        </p:blipFill>
        <p:spPr>
          <a:xfrm>
            <a:off x="4606164" y="1372357"/>
            <a:ext cx="2763420" cy="4553700"/>
          </a:xfrm>
          <a:prstGeom prst="rect">
            <a:avLst/>
          </a:prstGeom>
        </p:spPr>
      </p:pic>
      <p:pic>
        <p:nvPicPr>
          <p:cNvPr id="7" name="圖片 6"/>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16996" y="1831870"/>
            <a:ext cx="2742994" cy="2029308"/>
          </a:xfrm>
          <a:prstGeom prst="rect">
            <a:avLst/>
          </a:prstGeom>
        </p:spPr>
      </p:pic>
      <p:sp>
        <p:nvSpPr>
          <p:cNvPr id="8" name="向右箭號 7"/>
          <p:cNvSpPr/>
          <p:nvPr/>
        </p:nvSpPr>
        <p:spPr>
          <a:xfrm>
            <a:off x="3911966" y="2164700"/>
            <a:ext cx="676476" cy="1574399"/>
          </a:xfrm>
          <a:prstGeom prst="rightArrow">
            <a:avLst/>
          </a:prstGeom>
          <a:solidFill>
            <a:schemeClr val="accent3">
              <a:alpha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TW" altLang="en-US"/>
          </a:p>
        </p:txBody>
      </p:sp>
      <p:grpSp>
        <p:nvGrpSpPr>
          <p:cNvPr id="9" name="群組 8"/>
          <p:cNvGrpSpPr/>
          <p:nvPr/>
        </p:nvGrpSpPr>
        <p:grpSpPr>
          <a:xfrm>
            <a:off x="1005087" y="1033316"/>
            <a:ext cx="2999388" cy="337760"/>
            <a:chOff x="1725284" y="2439946"/>
            <a:chExt cx="2999388" cy="337760"/>
          </a:xfrm>
        </p:grpSpPr>
        <p:sp>
          <p:nvSpPr>
            <p:cNvPr id="10" name="圓角矩形 9"/>
            <p:cNvSpPr/>
            <p:nvPr/>
          </p:nvSpPr>
          <p:spPr>
            <a:xfrm>
              <a:off x="1725284" y="2439946"/>
              <a:ext cx="2999388" cy="337760"/>
            </a:xfrm>
            <a:prstGeom prst="roundRect">
              <a:avLst>
                <a:gd name="adj" fmla="val 50000"/>
              </a:avLst>
            </a:prstGeom>
            <a:solidFill>
              <a:schemeClr val="accent3">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p:cNvSpPr/>
            <p:nvPr/>
          </p:nvSpPr>
          <p:spPr>
            <a:xfrm>
              <a:off x="1756908" y="2475116"/>
              <a:ext cx="267420" cy="267420"/>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a:t>
              </a:r>
              <a:endParaRPr lang="zh-TW" altLang="en-US" dirty="0"/>
            </a:p>
          </p:txBody>
        </p:sp>
        <p:sp>
          <p:nvSpPr>
            <p:cNvPr id="12" name="文字方塊 11"/>
            <p:cNvSpPr txBox="1"/>
            <p:nvPr/>
          </p:nvSpPr>
          <p:spPr>
            <a:xfrm>
              <a:off x="2096219" y="2464996"/>
              <a:ext cx="2353273" cy="307777"/>
            </a:xfrm>
            <a:prstGeom prst="rect">
              <a:avLst/>
            </a:prstGeom>
            <a:noFill/>
          </p:spPr>
          <p:txBody>
            <a:bodyPr wrap="none" rtlCol="0">
              <a:spAutoFit/>
            </a:bodyPr>
            <a:lstStyle/>
            <a:p>
              <a:r>
                <a:rPr lang="en-US" altLang="zh-CN" sz="1400" dirty="0" smtClean="0"/>
                <a:t>Choose “India Attendance”.</a:t>
              </a:r>
              <a:endParaRPr lang="zh-TW" altLang="en-US" sz="1400" dirty="0"/>
            </a:p>
          </p:txBody>
        </p:sp>
      </p:grpSp>
      <p:grpSp>
        <p:nvGrpSpPr>
          <p:cNvPr id="13" name="群組 12"/>
          <p:cNvGrpSpPr/>
          <p:nvPr/>
        </p:nvGrpSpPr>
        <p:grpSpPr>
          <a:xfrm>
            <a:off x="4632566" y="1031396"/>
            <a:ext cx="2425596" cy="337760"/>
            <a:chOff x="1725284" y="2439946"/>
            <a:chExt cx="2425596" cy="337760"/>
          </a:xfrm>
        </p:grpSpPr>
        <p:sp>
          <p:nvSpPr>
            <p:cNvPr id="14" name="圓角矩形 13"/>
            <p:cNvSpPr/>
            <p:nvPr/>
          </p:nvSpPr>
          <p:spPr>
            <a:xfrm>
              <a:off x="1725284" y="2439946"/>
              <a:ext cx="2425596" cy="337760"/>
            </a:xfrm>
            <a:prstGeom prst="roundRect">
              <a:avLst>
                <a:gd name="adj" fmla="val 50000"/>
              </a:avLst>
            </a:prstGeom>
            <a:solidFill>
              <a:schemeClr val="accent3">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p:cNvSpPr/>
            <p:nvPr/>
          </p:nvSpPr>
          <p:spPr>
            <a:xfrm>
              <a:off x="1765297" y="2475116"/>
              <a:ext cx="267420" cy="267420"/>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2</a:t>
              </a:r>
              <a:endParaRPr lang="zh-TW" altLang="en-US" dirty="0"/>
            </a:p>
          </p:txBody>
        </p:sp>
        <p:sp>
          <p:nvSpPr>
            <p:cNvPr id="16" name="文字方塊 15"/>
            <p:cNvSpPr txBox="1"/>
            <p:nvPr/>
          </p:nvSpPr>
          <p:spPr>
            <a:xfrm>
              <a:off x="2096219" y="2464996"/>
              <a:ext cx="1797030" cy="307777"/>
            </a:xfrm>
            <a:prstGeom prst="rect">
              <a:avLst/>
            </a:prstGeom>
            <a:noFill/>
          </p:spPr>
          <p:txBody>
            <a:bodyPr wrap="none" rtlCol="0">
              <a:spAutoFit/>
            </a:bodyPr>
            <a:lstStyle/>
            <a:p>
              <a:r>
                <a:rPr lang="en-US" altLang="zh-TW" sz="1400" dirty="0"/>
                <a:t>Enter calendar </a:t>
              </a:r>
              <a:r>
                <a:rPr lang="en-US" altLang="zh-TW" sz="1400" dirty="0" smtClean="0"/>
                <a:t>view</a:t>
              </a:r>
              <a:r>
                <a:rPr lang="en-US" altLang="zh-CN" sz="1400" dirty="0" smtClean="0"/>
                <a:t>.</a:t>
              </a:r>
              <a:endParaRPr lang="zh-TW" altLang="en-US" sz="1400" dirty="0"/>
            </a:p>
          </p:txBody>
        </p:sp>
      </p:grpSp>
      <p:sp>
        <p:nvSpPr>
          <p:cNvPr id="17" name="橢圓 16"/>
          <p:cNvSpPr/>
          <p:nvPr/>
        </p:nvSpPr>
        <p:spPr>
          <a:xfrm>
            <a:off x="8494101" y="4551807"/>
            <a:ext cx="293614" cy="286803"/>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solidFill>
                  <a:schemeClr val="bg1"/>
                </a:solidFill>
              </a:rPr>
              <a:t>2</a:t>
            </a:r>
            <a:endParaRPr lang="zh-TW" altLang="en-US" sz="2000" dirty="0">
              <a:solidFill>
                <a:schemeClr val="bg1"/>
              </a:solidFill>
            </a:endParaRPr>
          </a:p>
        </p:txBody>
      </p:sp>
      <p:sp>
        <p:nvSpPr>
          <p:cNvPr id="18" name="Isosceles Triangle 149"/>
          <p:cNvSpPr/>
          <p:nvPr/>
        </p:nvSpPr>
        <p:spPr>
          <a:xfrm rot="5130213" flipV="1">
            <a:off x="7908820" y="3893675"/>
            <a:ext cx="212069" cy="955201"/>
          </a:xfrm>
          <a:prstGeom prst="triangle">
            <a:avLst/>
          </a:prstGeom>
          <a:solidFill>
            <a:schemeClr val="accent3"/>
          </a:solidFill>
          <a:ln>
            <a:noFill/>
          </a:ln>
        </p:spPr>
        <p:txBody>
          <a:bodyPr wrap="none" anchor="ctr"/>
          <a:lstStyle/>
          <a:p>
            <a:endParaRPr lang="en-US" sz="2000" dirty="0">
              <a:cs typeface="+mn-ea"/>
              <a:sym typeface="+mn-lt"/>
            </a:endParaRPr>
          </a:p>
        </p:txBody>
      </p:sp>
      <p:sp>
        <p:nvSpPr>
          <p:cNvPr id="19" name="圓角矩形 18"/>
          <p:cNvSpPr/>
          <p:nvPr/>
        </p:nvSpPr>
        <p:spPr>
          <a:xfrm>
            <a:off x="8492880" y="938509"/>
            <a:ext cx="2699664" cy="5385840"/>
          </a:xfrm>
          <a:prstGeom prst="roundRect">
            <a:avLst/>
          </a:prstGeom>
          <a:solidFill>
            <a:schemeClr val="accent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圓角矩形 19"/>
          <p:cNvSpPr/>
          <p:nvPr/>
        </p:nvSpPr>
        <p:spPr>
          <a:xfrm>
            <a:off x="2468476" y="3417626"/>
            <a:ext cx="570416" cy="31021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圓角矩形 20"/>
          <p:cNvSpPr/>
          <p:nvPr/>
        </p:nvSpPr>
        <p:spPr>
          <a:xfrm>
            <a:off x="4570700" y="4312066"/>
            <a:ext cx="2730820" cy="460079"/>
          </a:xfrm>
          <a:prstGeom prst="roundRect">
            <a:avLst/>
          </a:prstGeom>
          <a:noFill/>
          <a:ln w="28575">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圓角矩形 21"/>
          <p:cNvSpPr/>
          <p:nvPr/>
        </p:nvSpPr>
        <p:spPr>
          <a:xfrm>
            <a:off x="4584402" y="4841424"/>
            <a:ext cx="2735810" cy="1059097"/>
          </a:xfrm>
          <a:prstGeom prst="roundRect">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圓角矩形 22"/>
          <p:cNvSpPr/>
          <p:nvPr/>
        </p:nvSpPr>
        <p:spPr>
          <a:xfrm>
            <a:off x="5638410" y="5633513"/>
            <a:ext cx="1928733" cy="338554"/>
          </a:xfrm>
          <a:prstGeom prst="roundRect">
            <a:avLst>
              <a:gd name="adj" fmla="val 14095"/>
            </a:avLst>
          </a:prstGeom>
          <a:solidFill>
            <a:schemeClr val="accent1">
              <a:lumMod val="5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p:cNvSpPr/>
          <p:nvPr/>
        </p:nvSpPr>
        <p:spPr>
          <a:xfrm>
            <a:off x="5601678" y="5635165"/>
            <a:ext cx="1928733" cy="338554"/>
          </a:xfrm>
          <a:prstGeom prst="rect">
            <a:avLst/>
          </a:prstGeom>
        </p:spPr>
        <p:txBody>
          <a:bodyPr wrap="none">
            <a:spAutoFit/>
          </a:bodyPr>
          <a:lstStyle/>
          <a:p>
            <a:r>
              <a:rPr lang="en-US" altLang="zh-TW" sz="1600" dirty="0">
                <a:solidFill>
                  <a:schemeClr val="bg1"/>
                </a:solidFill>
              </a:rPr>
              <a:t>Details of each day</a:t>
            </a:r>
            <a:endParaRPr lang="zh-TW" altLang="en-US" sz="1600" dirty="0">
              <a:solidFill>
                <a:schemeClr val="bg1"/>
              </a:solidFill>
            </a:endParaRPr>
          </a:p>
        </p:txBody>
      </p:sp>
      <p:sp>
        <p:nvSpPr>
          <p:cNvPr id="25" name="橢圓 24"/>
          <p:cNvSpPr/>
          <p:nvPr/>
        </p:nvSpPr>
        <p:spPr>
          <a:xfrm>
            <a:off x="6830327" y="2015263"/>
            <a:ext cx="663957" cy="458917"/>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6" name="群組 25"/>
          <p:cNvGrpSpPr/>
          <p:nvPr/>
        </p:nvGrpSpPr>
        <p:grpSpPr>
          <a:xfrm>
            <a:off x="4204103" y="3856289"/>
            <a:ext cx="2940768" cy="337760"/>
            <a:chOff x="1725285" y="2439946"/>
            <a:chExt cx="2868348" cy="337760"/>
          </a:xfrm>
        </p:grpSpPr>
        <p:sp>
          <p:nvSpPr>
            <p:cNvPr id="27" name="圓角矩形 26"/>
            <p:cNvSpPr/>
            <p:nvPr/>
          </p:nvSpPr>
          <p:spPr>
            <a:xfrm>
              <a:off x="1725285" y="2439946"/>
              <a:ext cx="2868348" cy="337760"/>
            </a:xfrm>
            <a:prstGeom prst="roundRect">
              <a:avLst>
                <a:gd name="adj" fmla="val 50000"/>
              </a:avLst>
            </a:prstGeom>
            <a:solidFill>
              <a:schemeClr val="accent3">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p:cNvSpPr/>
            <p:nvPr/>
          </p:nvSpPr>
          <p:spPr>
            <a:xfrm>
              <a:off x="1768229" y="2475116"/>
              <a:ext cx="267420" cy="267420"/>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3</a:t>
              </a:r>
              <a:endParaRPr lang="zh-TW" altLang="en-US" dirty="0"/>
            </a:p>
          </p:txBody>
        </p:sp>
        <p:sp>
          <p:nvSpPr>
            <p:cNvPr id="29" name="文字方塊 28"/>
            <p:cNvSpPr txBox="1"/>
            <p:nvPr/>
          </p:nvSpPr>
          <p:spPr>
            <a:xfrm>
              <a:off x="2096219" y="2464996"/>
              <a:ext cx="2412840" cy="307777"/>
            </a:xfrm>
            <a:prstGeom prst="rect">
              <a:avLst/>
            </a:prstGeom>
            <a:noFill/>
          </p:spPr>
          <p:txBody>
            <a:bodyPr wrap="none" rtlCol="0">
              <a:spAutoFit/>
            </a:bodyPr>
            <a:lstStyle/>
            <a:p>
              <a:r>
                <a:rPr lang="en-US" altLang="zh-CN" sz="1400" dirty="0"/>
                <a:t>Click on the module or date.</a:t>
              </a:r>
              <a:endParaRPr lang="zh-TW" altLang="en-US" sz="1400" dirty="0"/>
            </a:p>
          </p:txBody>
        </p:sp>
      </p:grpSp>
      <p:sp>
        <p:nvSpPr>
          <p:cNvPr id="30" name="圓角矩形 29"/>
          <p:cNvSpPr/>
          <p:nvPr/>
        </p:nvSpPr>
        <p:spPr>
          <a:xfrm>
            <a:off x="8871339" y="759523"/>
            <a:ext cx="1928733" cy="338554"/>
          </a:xfrm>
          <a:prstGeom prst="roundRect">
            <a:avLst/>
          </a:prstGeom>
          <a:solidFill>
            <a:schemeClr val="accent1">
              <a:lumMod val="5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1" name="文字方塊 30"/>
          <p:cNvSpPr txBox="1"/>
          <p:nvPr/>
        </p:nvSpPr>
        <p:spPr>
          <a:xfrm>
            <a:off x="8968915" y="759523"/>
            <a:ext cx="1747594" cy="338554"/>
          </a:xfrm>
          <a:prstGeom prst="rect">
            <a:avLst/>
          </a:prstGeom>
          <a:noFill/>
        </p:spPr>
        <p:txBody>
          <a:bodyPr wrap="none" rtlCol="0">
            <a:spAutoFit/>
          </a:bodyPr>
          <a:lstStyle/>
          <a:p>
            <a:r>
              <a:rPr lang="en-US" altLang="zh-TW" sz="1600" dirty="0" smtClean="0">
                <a:solidFill>
                  <a:schemeClr val="bg1"/>
                </a:solidFill>
              </a:rPr>
              <a:t>Monthly statistics</a:t>
            </a:r>
            <a:endParaRPr lang="zh-TW" altLang="en-US" sz="1600" dirty="0">
              <a:solidFill>
                <a:schemeClr val="bg1"/>
              </a:solidFill>
            </a:endParaRPr>
          </a:p>
        </p:txBody>
      </p:sp>
      <p:sp>
        <p:nvSpPr>
          <p:cNvPr id="32" name="向右箭號 31"/>
          <p:cNvSpPr/>
          <p:nvPr/>
        </p:nvSpPr>
        <p:spPr>
          <a:xfrm>
            <a:off x="7494533" y="2274190"/>
            <a:ext cx="794799" cy="1617269"/>
          </a:xfrm>
          <a:prstGeom prst="rightArrow">
            <a:avLst/>
          </a:prstGeom>
          <a:solidFill>
            <a:schemeClr val="accent3">
              <a:alpha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TW" altLang="en-US"/>
          </a:p>
        </p:txBody>
      </p:sp>
      <p:sp>
        <p:nvSpPr>
          <p:cNvPr id="33" name="圓角矩形 32"/>
          <p:cNvSpPr/>
          <p:nvPr/>
        </p:nvSpPr>
        <p:spPr>
          <a:xfrm>
            <a:off x="2994190" y="2662510"/>
            <a:ext cx="765800" cy="61387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4" name="圖片 33"/>
          <p:cNvPicPr>
            <a:picLocks noChangeAspect="1"/>
          </p:cNvPicPr>
          <p:nvPr/>
        </p:nvPicPr>
        <p:blipFill>
          <a:blip r:embed="rId4"/>
          <a:stretch>
            <a:fillRect/>
          </a:stretch>
        </p:blipFill>
        <p:spPr>
          <a:xfrm>
            <a:off x="8739811" y="5051342"/>
            <a:ext cx="2270898" cy="1101416"/>
          </a:xfrm>
          <a:prstGeom prst="rect">
            <a:avLst/>
          </a:prstGeom>
        </p:spPr>
      </p:pic>
      <p:pic>
        <p:nvPicPr>
          <p:cNvPr id="35" name="圖片 34"/>
          <p:cNvPicPr>
            <a:picLocks noChangeAspect="1"/>
          </p:cNvPicPr>
          <p:nvPr/>
        </p:nvPicPr>
        <p:blipFill>
          <a:blip r:embed="rId5"/>
          <a:stretch>
            <a:fillRect/>
          </a:stretch>
        </p:blipFill>
        <p:spPr>
          <a:xfrm>
            <a:off x="8676152" y="1121810"/>
            <a:ext cx="2404660" cy="1299816"/>
          </a:xfrm>
          <a:prstGeom prst="rect">
            <a:avLst/>
          </a:prstGeom>
        </p:spPr>
      </p:pic>
      <p:pic>
        <p:nvPicPr>
          <p:cNvPr id="36" name="圖片 35"/>
          <p:cNvPicPr>
            <a:picLocks noChangeAspect="1"/>
          </p:cNvPicPr>
          <p:nvPr/>
        </p:nvPicPr>
        <p:blipFill>
          <a:blip r:embed="rId6"/>
          <a:stretch>
            <a:fillRect/>
          </a:stretch>
        </p:blipFill>
        <p:spPr>
          <a:xfrm>
            <a:off x="8705742" y="4202928"/>
            <a:ext cx="2339014" cy="817398"/>
          </a:xfrm>
          <a:prstGeom prst="rect">
            <a:avLst/>
          </a:prstGeom>
        </p:spPr>
      </p:pic>
      <p:pic>
        <p:nvPicPr>
          <p:cNvPr id="37" name="圖片 36"/>
          <p:cNvPicPr>
            <a:picLocks noChangeAspect="1"/>
          </p:cNvPicPr>
          <p:nvPr/>
        </p:nvPicPr>
        <p:blipFill>
          <a:blip r:embed="rId7"/>
          <a:stretch>
            <a:fillRect/>
          </a:stretch>
        </p:blipFill>
        <p:spPr>
          <a:xfrm>
            <a:off x="8687479" y="2495912"/>
            <a:ext cx="2375540" cy="1693204"/>
          </a:xfrm>
          <a:prstGeom prst="rect">
            <a:avLst/>
          </a:prstGeom>
        </p:spPr>
      </p:pic>
    </p:spTree>
    <p:extLst>
      <p:ext uri="{BB962C8B-B14F-4D97-AF65-F5344CB8AC3E}">
        <p14:creationId xmlns:p14="http://schemas.microsoft.com/office/powerpoint/2010/main" val="2632458827"/>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Leave application on Mobile </a:t>
            </a:r>
            <a:r>
              <a:rPr lang="en-US" altLang="zh-TW" dirty="0" smtClean="0"/>
              <a:t>App</a:t>
            </a:r>
            <a:endParaRPr lang="zh-TW" altLang="en-US" dirty="0"/>
          </a:p>
        </p:txBody>
      </p:sp>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pPr marL="50799">
                <a:spcBef>
                  <a:spcPts val="133"/>
                </a:spcBef>
              </a:pPr>
              <a:t>78</a:t>
            </a:fld>
            <a:r>
              <a:rPr lang="en-US" altLang="zh-TW" smtClean="0"/>
              <a:t> /</a:t>
            </a:r>
            <a:endParaRPr lang="en-US" altLang="zh-TW" dirty="0"/>
          </a:p>
        </p:txBody>
      </p:sp>
      <p:sp>
        <p:nvSpPr>
          <p:cNvPr id="5" name="頁尾版面配置區 4"/>
          <p:cNvSpPr>
            <a:spLocks noGrp="1"/>
          </p:cNvSpPr>
          <p:nvPr>
            <p:ph type="ftr" sz="quarter" idx="3"/>
          </p:nvPr>
        </p:nvSpPr>
        <p:spPr/>
        <p:txBody>
          <a:bodyPr/>
          <a:lstStyle/>
          <a:p>
            <a:r>
              <a:rPr lang="en-US" altLang="zh-TW" smtClean="0"/>
              <a:t>79</a:t>
            </a:r>
            <a:endParaRPr lang="zh-TW" altLang="en-US" dirty="0"/>
          </a:p>
        </p:txBody>
      </p:sp>
      <p:pic>
        <p:nvPicPr>
          <p:cNvPr id="6" name="圖片 5"/>
          <p:cNvPicPr>
            <a:picLocks noChangeAspect="1"/>
          </p:cNvPicPr>
          <p:nvPr/>
        </p:nvPicPr>
        <p:blipFill>
          <a:blip r:embed="rId2"/>
          <a:stretch>
            <a:fillRect/>
          </a:stretch>
        </p:blipFill>
        <p:spPr>
          <a:xfrm>
            <a:off x="8400852" y="1555057"/>
            <a:ext cx="2342726" cy="4104402"/>
          </a:xfrm>
          <a:prstGeom prst="rect">
            <a:avLst/>
          </a:prstGeom>
        </p:spPr>
      </p:pic>
      <p:pic>
        <p:nvPicPr>
          <p:cNvPr id="7" name="圖片 6"/>
          <p:cNvPicPr>
            <a:picLocks noChangeAspect="1"/>
          </p:cNvPicPr>
          <p:nvPr/>
        </p:nvPicPr>
        <p:blipFill>
          <a:blip r:embed="rId3"/>
          <a:stretch>
            <a:fillRect/>
          </a:stretch>
        </p:blipFill>
        <p:spPr>
          <a:xfrm>
            <a:off x="4659644" y="1653769"/>
            <a:ext cx="2583980" cy="3906978"/>
          </a:xfrm>
          <a:prstGeom prst="rect">
            <a:avLst/>
          </a:prstGeom>
        </p:spPr>
      </p:pic>
      <p:pic>
        <p:nvPicPr>
          <p:cNvPr id="8" name="圖片 7"/>
          <p:cNvPicPr>
            <a:picLocks noChangeAspect="1"/>
          </p:cNvPicPr>
          <p:nvPr/>
        </p:nvPicPr>
        <p:blipFill>
          <a:blip r:embed="rId4"/>
          <a:stretch>
            <a:fillRect/>
          </a:stretch>
        </p:blipFill>
        <p:spPr>
          <a:xfrm>
            <a:off x="1085573" y="1934944"/>
            <a:ext cx="2411930" cy="1755886"/>
          </a:xfrm>
          <a:prstGeom prst="rect">
            <a:avLst/>
          </a:prstGeom>
        </p:spPr>
      </p:pic>
      <p:grpSp>
        <p:nvGrpSpPr>
          <p:cNvPr id="9" name="群組 8"/>
          <p:cNvGrpSpPr/>
          <p:nvPr/>
        </p:nvGrpSpPr>
        <p:grpSpPr>
          <a:xfrm>
            <a:off x="892023" y="1331752"/>
            <a:ext cx="3049062" cy="337760"/>
            <a:chOff x="2130408" y="2340209"/>
            <a:chExt cx="3049062" cy="337760"/>
          </a:xfrm>
        </p:grpSpPr>
        <p:sp>
          <p:nvSpPr>
            <p:cNvPr id="10" name="圓角矩形 9"/>
            <p:cNvSpPr/>
            <p:nvPr/>
          </p:nvSpPr>
          <p:spPr>
            <a:xfrm>
              <a:off x="2130408" y="2340209"/>
              <a:ext cx="3049062" cy="337760"/>
            </a:xfrm>
            <a:prstGeom prst="roundRect">
              <a:avLst>
                <a:gd name="adj" fmla="val 50000"/>
              </a:avLst>
            </a:prstGeom>
            <a:solidFill>
              <a:schemeClr val="accent3">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p:cNvSpPr/>
            <p:nvPr/>
          </p:nvSpPr>
          <p:spPr>
            <a:xfrm>
              <a:off x="2190047" y="2370192"/>
              <a:ext cx="267420" cy="267420"/>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a:t>
              </a:r>
              <a:endParaRPr lang="zh-TW" altLang="en-US" dirty="0"/>
            </a:p>
          </p:txBody>
        </p:sp>
        <p:sp>
          <p:nvSpPr>
            <p:cNvPr id="12" name="文字方塊 11"/>
            <p:cNvSpPr txBox="1"/>
            <p:nvPr/>
          </p:nvSpPr>
          <p:spPr>
            <a:xfrm>
              <a:off x="2517106" y="2355200"/>
              <a:ext cx="2573140" cy="307777"/>
            </a:xfrm>
            <a:prstGeom prst="rect">
              <a:avLst/>
            </a:prstGeom>
            <a:noFill/>
          </p:spPr>
          <p:txBody>
            <a:bodyPr wrap="none" rtlCol="0">
              <a:spAutoFit/>
            </a:bodyPr>
            <a:lstStyle/>
            <a:p>
              <a:r>
                <a:rPr lang="en-US" altLang="zh-CN" sz="1400" dirty="0" smtClean="0"/>
                <a:t>Choose Select module Leave</a:t>
              </a:r>
              <a:endParaRPr lang="zh-TW" altLang="en-US" sz="1400" dirty="0"/>
            </a:p>
          </p:txBody>
        </p:sp>
      </p:grpSp>
      <p:sp>
        <p:nvSpPr>
          <p:cNvPr id="13" name="圓角矩形 12"/>
          <p:cNvSpPr/>
          <p:nvPr/>
        </p:nvSpPr>
        <p:spPr>
          <a:xfrm>
            <a:off x="1255882" y="3363521"/>
            <a:ext cx="2079420" cy="39319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4" name="群組 13"/>
          <p:cNvGrpSpPr/>
          <p:nvPr/>
        </p:nvGrpSpPr>
        <p:grpSpPr>
          <a:xfrm>
            <a:off x="993671" y="3822608"/>
            <a:ext cx="1805675" cy="337760"/>
            <a:chOff x="2130408" y="2340209"/>
            <a:chExt cx="1805675" cy="337760"/>
          </a:xfrm>
        </p:grpSpPr>
        <p:sp>
          <p:nvSpPr>
            <p:cNvPr id="15" name="圓角矩形 14"/>
            <p:cNvSpPr/>
            <p:nvPr/>
          </p:nvSpPr>
          <p:spPr>
            <a:xfrm>
              <a:off x="2130408" y="2340209"/>
              <a:ext cx="1805675" cy="337760"/>
            </a:xfrm>
            <a:prstGeom prst="roundRect">
              <a:avLst>
                <a:gd name="adj" fmla="val 50000"/>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p:cNvSpPr/>
            <p:nvPr/>
          </p:nvSpPr>
          <p:spPr>
            <a:xfrm>
              <a:off x="2190046" y="2380566"/>
              <a:ext cx="267420" cy="267420"/>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2</a:t>
              </a:r>
              <a:endParaRPr lang="zh-TW" altLang="en-US" dirty="0"/>
            </a:p>
          </p:txBody>
        </p:sp>
        <p:sp>
          <p:nvSpPr>
            <p:cNvPr id="17" name="文字方塊 16"/>
            <p:cNvSpPr txBox="1"/>
            <p:nvPr/>
          </p:nvSpPr>
          <p:spPr>
            <a:xfrm>
              <a:off x="2462143" y="2340209"/>
              <a:ext cx="1418978" cy="307777"/>
            </a:xfrm>
            <a:prstGeom prst="rect">
              <a:avLst/>
            </a:prstGeom>
            <a:noFill/>
          </p:spPr>
          <p:txBody>
            <a:bodyPr wrap="none" rtlCol="0">
              <a:spAutoFit/>
            </a:bodyPr>
            <a:lstStyle/>
            <a:p>
              <a:r>
                <a:rPr lang="en-US" altLang="zh-TW" sz="1400" dirty="0" smtClean="0"/>
                <a:t>Click the button</a:t>
              </a:r>
              <a:endParaRPr lang="zh-TW" altLang="en-US" sz="1400" dirty="0"/>
            </a:p>
          </p:txBody>
        </p:sp>
      </p:grpSp>
      <p:grpSp>
        <p:nvGrpSpPr>
          <p:cNvPr id="18" name="群組 17"/>
          <p:cNvGrpSpPr/>
          <p:nvPr/>
        </p:nvGrpSpPr>
        <p:grpSpPr>
          <a:xfrm>
            <a:off x="4846577" y="1292465"/>
            <a:ext cx="2002458" cy="337760"/>
            <a:chOff x="2130408" y="2340209"/>
            <a:chExt cx="2002458" cy="337760"/>
          </a:xfrm>
        </p:grpSpPr>
        <p:sp>
          <p:nvSpPr>
            <p:cNvPr id="19" name="圓角矩形 18"/>
            <p:cNvSpPr/>
            <p:nvPr/>
          </p:nvSpPr>
          <p:spPr>
            <a:xfrm>
              <a:off x="2130408" y="2340209"/>
              <a:ext cx="2002458" cy="337760"/>
            </a:xfrm>
            <a:prstGeom prst="roundRect">
              <a:avLst>
                <a:gd name="adj" fmla="val 50000"/>
              </a:avLst>
            </a:prstGeom>
            <a:solidFill>
              <a:schemeClr val="accent3">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橢圓 19"/>
            <p:cNvSpPr/>
            <p:nvPr/>
          </p:nvSpPr>
          <p:spPr>
            <a:xfrm>
              <a:off x="2186925" y="2375378"/>
              <a:ext cx="267420" cy="267420"/>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3</a:t>
              </a:r>
            </a:p>
          </p:txBody>
        </p:sp>
        <p:sp>
          <p:nvSpPr>
            <p:cNvPr id="21" name="文字方塊 20"/>
            <p:cNvSpPr txBox="1"/>
            <p:nvPr/>
          </p:nvSpPr>
          <p:spPr>
            <a:xfrm>
              <a:off x="2517106" y="2355200"/>
              <a:ext cx="1418978" cy="307777"/>
            </a:xfrm>
            <a:prstGeom prst="rect">
              <a:avLst/>
            </a:prstGeom>
            <a:noFill/>
          </p:spPr>
          <p:txBody>
            <a:bodyPr wrap="none" rtlCol="0">
              <a:spAutoFit/>
            </a:bodyPr>
            <a:lstStyle/>
            <a:p>
              <a:r>
                <a:rPr lang="en-US" altLang="zh-CN" sz="1400" dirty="0" smtClean="0"/>
                <a:t>Fill in leave info</a:t>
              </a:r>
              <a:endParaRPr lang="zh-TW" altLang="en-US" sz="1400" dirty="0"/>
            </a:p>
          </p:txBody>
        </p:sp>
      </p:grpSp>
      <p:sp>
        <p:nvSpPr>
          <p:cNvPr id="22" name="圓角矩形 21"/>
          <p:cNvSpPr/>
          <p:nvPr/>
        </p:nvSpPr>
        <p:spPr>
          <a:xfrm>
            <a:off x="4547448" y="4581739"/>
            <a:ext cx="2826439" cy="97900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3" name="群組 22"/>
          <p:cNvGrpSpPr/>
          <p:nvPr/>
        </p:nvGrpSpPr>
        <p:grpSpPr>
          <a:xfrm>
            <a:off x="3497503" y="5676876"/>
            <a:ext cx="4431139" cy="337760"/>
            <a:chOff x="2130408" y="2340209"/>
            <a:chExt cx="4431139" cy="337760"/>
          </a:xfrm>
        </p:grpSpPr>
        <p:sp>
          <p:nvSpPr>
            <p:cNvPr id="24" name="圓角矩形 23"/>
            <p:cNvSpPr/>
            <p:nvPr/>
          </p:nvSpPr>
          <p:spPr>
            <a:xfrm>
              <a:off x="2130408" y="2340209"/>
              <a:ext cx="4335638" cy="337760"/>
            </a:xfrm>
            <a:prstGeom prst="roundRect">
              <a:avLst>
                <a:gd name="adj" fmla="val 50000"/>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p:cNvSpPr/>
            <p:nvPr/>
          </p:nvSpPr>
          <p:spPr>
            <a:xfrm>
              <a:off x="2178305" y="2375378"/>
              <a:ext cx="267420" cy="267420"/>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4</a:t>
              </a:r>
              <a:endParaRPr lang="zh-TW" altLang="en-US" dirty="0"/>
            </a:p>
          </p:txBody>
        </p:sp>
        <p:sp>
          <p:nvSpPr>
            <p:cNvPr id="26" name="文字方塊 25"/>
            <p:cNvSpPr txBox="1"/>
            <p:nvPr/>
          </p:nvSpPr>
          <p:spPr>
            <a:xfrm>
              <a:off x="2517106" y="2355200"/>
              <a:ext cx="4044441" cy="307777"/>
            </a:xfrm>
            <a:prstGeom prst="rect">
              <a:avLst/>
            </a:prstGeom>
            <a:noFill/>
          </p:spPr>
          <p:txBody>
            <a:bodyPr wrap="none" rtlCol="0">
              <a:spAutoFit/>
            </a:bodyPr>
            <a:lstStyle/>
            <a:p>
              <a:r>
                <a:rPr lang="en-US" altLang="zh-CN" sz="1400" dirty="0"/>
                <a:t>Verify saved leave </a:t>
              </a:r>
              <a:r>
                <a:rPr lang="en-US" altLang="zh-CN" sz="1400" dirty="0" smtClean="0"/>
                <a:t>info and </a:t>
              </a:r>
              <a:r>
                <a:rPr lang="en-US" altLang="zh-CN" sz="1400" dirty="0"/>
                <a:t>show error message</a:t>
              </a:r>
              <a:endParaRPr lang="zh-TW" altLang="en-US" sz="1400" dirty="0"/>
            </a:p>
          </p:txBody>
        </p:sp>
      </p:grpSp>
      <p:grpSp>
        <p:nvGrpSpPr>
          <p:cNvPr id="27" name="群組 26"/>
          <p:cNvGrpSpPr/>
          <p:nvPr/>
        </p:nvGrpSpPr>
        <p:grpSpPr>
          <a:xfrm>
            <a:off x="8041172" y="1308136"/>
            <a:ext cx="3039204" cy="337760"/>
            <a:chOff x="2130408" y="2340209"/>
            <a:chExt cx="3039204" cy="337760"/>
          </a:xfrm>
        </p:grpSpPr>
        <p:sp>
          <p:nvSpPr>
            <p:cNvPr id="28" name="圓角矩形 27"/>
            <p:cNvSpPr/>
            <p:nvPr/>
          </p:nvSpPr>
          <p:spPr>
            <a:xfrm>
              <a:off x="2130408" y="2340209"/>
              <a:ext cx="3039204" cy="337760"/>
            </a:xfrm>
            <a:prstGeom prst="roundRect">
              <a:avLst>
                <a:gd name="adj" fmla="val 50000"/>
              </a:avLst>
            </a:prstGeom>
            <a:solidFill>
              <a:schemeClr val="accent3">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p:cNvSpPr/>
            <p:nvPr/>
          </p:nvSpPr>
          <p:spPr>
            <a:xfrm>
              <a:off x="2184915" y="2372485"/>
              <a:ext cx="267420" cy="267420"/>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5</a:t>
              </a:r>
              <a:endParaRPr lang="zh-TW" altLang="en-US" dirty="0"/>
            </a:p>
          </p:txBody>
        </p:sp>
        <p:sp>
          <p:nvSpPr>
            <p:cNvPr id="30" name="文字方塊 29"/>
            <p:cNvSpPr txBox="1"/>
            <p:nvPr/>
          </p:nvSpPr>
          <p:spPr>
            <a:xfrm>
              <a:off x="2517106" y="2355200"/>
              <a:ext cx="2492990" cy="307777"/>
            </a:xfrm>
            <a:prstGeom prst="rect">
              <a:avLst/>
            </a:prstGeom>
            <a:noFill/>
          </p:spPr>
          <p:txBody>
            <a:bodyPr wrap="none" rtlCol="0">
              <a:spAutoFit/>
            </a:bodyPr>
            <a:lstStyle/>
            <a:p>
              <a:r>
                <a:rPr lang="en-US" altLang="zh-CN" sz="1400" dirty="0"/>
                <a:t>Submit </a:t>
              </a:r>
              <a:r>
                <a:rPr lang="en-US" altLang="zh-CN" sz="1400" dirty="0" smtClean="0"/>
                <a:t>verified </a:t>
              </a:r>
              <a:r>
                <a:rPr lang="en-US" altLang="zh-CN" sz="1400" dirty="0"/>
                <a:t>leave request</a:t>
              </a:r>
              <a:endParaRPr lang="zh-TW" altLang="en-US" sz="1400" dirty="0"/>
            </a:p>
          </p:txBody>
        </p:sp>
      </p:grpSp>
      <p:sp>
        <p:nvSpPr>
          <p:cNvPr id="31" name="圓角矩形 30"/>
          <p:cNvSpPr/>
          <p:nvPr/>
        </p:nvSpPr>
        <p:spPr>
          <a:xfrm>
            <a:off x="8339402" y="5305536"/>
            <a:ext cx="1359016" cy="41844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向右箭號 31"/>
          <p:cNvSpPr/>
          <p:nvPr/>
        </p:nvSpPr>
        <p:spPr>
          <a:xfrm>
            <a:off x="3829262" y="2355808"/>
            <a:ext cx="676476" cy="1574399"/>
          </a:xfrm>
          <a:prstGeom prst="rightArrow">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TW" altLang="en-US"/>
          </a:p>
        </p:txBody>
      </p:sp>
      <p:sp>
        <p:nvSpPr>
          <p:cNvPr id="33" name="向右箭號 32"/>
          <p:cNvSpPr/>
          <p:nvPr/>
        </p:nvSpPr>
        <p:spPr>
          <a:xfrm>
            <a:off x="7461832" y="2500388"/>
            <a:ext cx="676476" cy="1574399"/>
          </a:xfrm>
          <a:prstGeom prst="rightArrow">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TW" altLang="en-US"/>
          </a:p>
        </p:txBody>
      </p:sp>
      <p:sp>
        <p:nvSpPr>
          <p:cNvPr id="34" name="文字方塊 33"/>
          <p:cNvSpPr txBox="1"/>
          <p:nvPr/>
        </p:nvSpPr>
        <p:spPr>
          <a:xfrm>
            <a:off x="888282" y="884892"/>
            <a:ext cx="5000023" cy="307777"/>
          </a:xfrm>
          <a:prstGeom prst="rect">
            <a:avLst/>
          </a:prstGeom>
          <a:noFill/>
        </p:spPr>
        <p:txBody>
          <a:bodyPr wrap="none" rtlCol="0">
            <a:spAutoFit/>
          </a:bodyPr>
          <a:lstStyle/>
          <a:p>
            <a:pPr algn="ctr"/>
            <a:r>
              <a:rPr lang="en-US" altLang="zh-CN" sz="1400" b="1" dirty="0">
                <a:solidFill>
                  <a:schemeClr val="bg1"/>
                </a:solidFill>
                <a:cs typeface="+mn-ea"/>
                <a:sym typeface="+mn-lt"/>
              </a:rPr>
              <a:t>Leave application on </a:t>
            </a:r>
            <a:r>
              <a:rPr lang="en-US" altLang="zh-CN" sz="1400" b="1" dirty="0" smtClean="0">
                <a:solidFill>
                  <a:schemeClr val="bg1"/>
                </a:solidFill>
                <a:cs typeface="+mn-ea"/>
                <a:sym typeface="+mn-lt"/>
              </a:rPr>
              <a:t>iProud app only for IDL employees.</a:t>
            </a:r>
            <a:endParaRPr lang="en-US" altLang="zh-CN" sz="1400" b="1" dirty="0">
              <a:solidFill>
                <a:schemeClr val="bg1"/>
              </a:solidFill>
              <a:cs typeface="+mn-ea"/>
              <a:sym typeface="+mn-lt"/>
            </a:endParaRPr>
          </a:p>
        </p:txBody>
      </p:sp>
    </p:spTree>
    <p:extLst>
      <p:ext uri="{BB962C8B-B14F-4D97-AF65-F5344CB8AC3E}">
        <p14:creationId xmlns:p14="http://schemas.microsoft.com/office/powerpoint/2010/main" val="228446089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4"/>
          </p:nvPr>
        </p:nvSpPr>
        <p:spPr/>
        <p:txBody>
          <a:bodyPr/>
          <a:lstStyle/>
          <a:p>
            <a:pPr marL="50799">
              <a:spcBef>
                <a:spcPts val="133"/>
              </a:spcBef>
            </a:pPr>
            <a:fld id="{81D60167-4931-47E6-BA6A-407CBD079E47}" type="slidenum">
              <a:rPr lang="en-US" altLang="zh-TW" smtClean="0">
                <a:latin typeface="Arial" panose="020B0604020202020204" pitchFamily="34" charset="0"/>
                <a:cs typeface="Arial" panose="020B0604020202020204" pitchFamily="34" charset="0"/>
              </a:rPr>
              <a:pPr marL="50799">
                <a:spcBef>
                  <a:spcPts val="133"/>
                </a:spcBef>
              </a:pPr>
              <a:t>79</a:t>
            </a:fld>
            <a:r>
              <a:rPr lang="en-US" altLang="zh-TW" smtClean="0">
                <a:latin typeface="Arial" panose="020B0604020202020204" pitchFamily="34" charset="0"/>
                <a:cs typeface="Arial" panose="020B0604020202020204" pitchFamily="34" charset="0"/>
              </a:rPr>
              <a:t> /</a:t>
            </a:r>
            <a:endParaRPr lang="en-US" altLang="zh-TW" dirty="0">
              <a:latin typeface="Arial" panose="020B0604020202020204" pitchFamily="34" charset="0"/>
              <a:cs typeface="Arial" panose="020B0604020202020204" pitchFamily="34" charset="0"/>
            </a:endParaRPr>
          </a:p>
        </p:txBody>
      </p:sp>
      <p:sp>
        <p:nvSpPr>
          <p:cNvPr id="5" name="頁尾版面配置區 4"/>
          <p:cNvSpPr>
            <a:spLocks noGrp="1"/>
          </p:cNvSpPr>
          <p:nvPr>
            <p:ph type="ftr" sz="quarter" idx="3"/>
          </p:nvPr>
        </p:nvSpPr>
        <p:spPr/>
        <p:txBody>
          <a:bodyPr/>
          <a:lstStyle/>
          <a:p>
            <a:r>
              <a:rPr lang="en-US" altLang="zh-TW" smtClean="0">
                <a:latin typeface="Arial" panose="020B0604020202020204" pitchFamily="34" charset="0"/>
                <a:cs typeface="Arial" panose="020B0604020202020204" pitchFamily="34" charset="0"/>
              </a:rPr>
              <a:t>79</a:t>
            </a:r>
            <a:endParaRPr lang="zh-TW" altLang="en-US" dirty="0">
              <a:latin typeface="Arial" panose="020B0604020202020204" pitchFamily="34" charset="0"/>
              <a:cs typeface="Arial" panose="020B0604020202020204" pitchFamily="34" charset="0"/>
            </a:endParaRPr>
          </a:p>
        </p:txBody>
      </p:sp>
      <p:sp>
        <p:nvSpPr>
          <p:cNvPr id="2" name="標題 1"/>
          <p:cNvSpPr>
            <a:spLocks noGrp="1"/>
          </p:cNvSpPr>
          <p:nvPr>
            <p:ph type="title"/>
          </p:nvPr>
        </p:nvSpPr>
        <p:spPr>
          <a:xfrm>
            <a:off x="374904" y="274174"/>
            <a:ext cx="7891271" cy="770259"/>
          </a:xfrm>
        </p:spPr>
        <p:txBody>
          <a:bodyPr>
            <a:normAutofit/>
          </a:bodyPr>
          <a:lstStyle/>
          <a:p>
            <a:r>
              <a:rPr lang="en-US" altLang="zh-TW" sz="3200" dirty="0" smtClean="0">
                <a:latin typeface="Arial" panose="020B0604020202020204" pitchFamily="34" charset="0"/>
                <a:cs typeface="Arial" panose="020B0604020202020204" pitchFamily="34" charset="0"/>
              </a:rPr>
              <a:t>IT Support</a:t>
            </a:r>
            <a:endParaRPr lang="zh-TW" altLang="en-US" sz="3200" dirty="0">
              <a:latin typeface="Arial" panose="020B0604020202020204" pitchFamily="34" charset="0"/>
              <a:cs typeface="Arial" panose="020B0604020202020204" pitchFamily="34" charset="0"/>
            </a:endParaRPr>
          </a:p>
        </p:txBody>
      </p:sp>
      <p:sp>
        <p:nvSpPr>
          <p:cNvPr id="6" name="矩形 5"/>
          <p:cNvSpPr/>
          <p:nvPr/>
        </p:nvSpPr>
        <p:spPr>
          <a:xfrm>
            <a:off x="6106512" y="3209662"/>
            <a:ext cx="1511952" cy="400110"/>
          </a:xfrm>
          <a:prstGeom prst="rect">
            <a:avLst/>
          </a:prstGeom>
        </p:spPr>
        <p:txBody>
          <a:bodyPr wrap="none">
            <a:spAutoFit/>
          </a:bodyPr>
          <a:lstStyle/>
          <a:p>
            <a:pPr algn="ctr"/>
            <a:r>
              <a:rPr lang="en-US" altLang="zh-CN" sz="2000" b="1" dirty="0">
                <a:solidFill>
                  <a:schemeClr val="accent3"/>
                </a:solidFill>
                <a:latin typeface="Arial" panose="020B0604020202020204" pitchFamily="34" charset="0"/>
                <a:cs typeface="Arial" panose="020B0604020202020204" pitchFamily="34" charset="0"/>
                <a:sym typeface="+mn-lt"/>
              </a:rPr>
              <a:t>Ran </a:t>
            </a:r>
            <a:r>
              <a:rPr lang="en-US" altLang="zh-CN" sz="2000" b="1" dirty="0" smtClean="0">
                <a:solidFill>
                  <a:schemeClr val="accent3"/>
                </a:solidFill>
                <a:latin typeface="Arial" panose="020B0604020202020204" pitchFamily="34" charset="0"/>
                <a:cs typeface="Arial" panose="020B0604020202020204" pitchFamily="34" charset="0"/>
                <a:sym typeface="+mn-lt"/>
              </a:rPr>
              <a:t>Zhang</a:t>
            </a:r>
            <a:endParaRPr lang="en-US" altLang="zh-CN" sz="2000" b="1" dirty="0">
              <a:solidFill>
                <a:schemeClr val="accent3"/>
              </a:solidFill>
              <a:latin typeface="Arial" panose="020B0604020202020204" pitchFamily="34" charset="0"/>
              <a:cs typeface="Arial" panose="020B0604020202020204" pitchFamily="34" charset="0"/>
              <a:sym typeface="+mn-lt"/>
            </a:endParaRPr>
          </a:p>
        </p:txBody>
      </p:sp>
      <p:sp>
        <p:nvSpPr>
          <p:cNvPr id="8" name="矩形 7"/>
          <p:cNvSpPr/>
          <p:nvPr/>
        </p:nvSpPr>
        <p:spPr>
          <a:xfrm>
            <a:off x="6862491" y="2459060"/>
            <a:ext cx="3479350" cy="369332"/>
          </a:xfrm>
          <a:prstGeom prst="rect">
            <a:avLst/>
          </a:prstGeom>
        </p:spPr>
        <p:txBody>
          <a:bodyPr wrap="none">
            <a:spAutoFit/>
          </a:bodyPr>
          <a:lstStyle/>
          <a:p>
            <a:r>
              <a:rPr lang="en-US" altLang="zh-TW" dirty="0">
                <a:solidFill>
                  <a:schemeClr val="bg1"/>
                </a:solidFill>
                <a:latin typeface="Arial" panose="020B0604020202020204" pitchFamily="34" charset="0"/>
                <a:cs typeface="Arial" panose="020B0604020202020204" pitchFamily="34" charset="0"/>
              </a:rPr>
              <a:t>wade.ws.xiao@fih-foxconn.com</a:t>
            </a:r>
          </a:p>
        </p:txBody>
      </p:sp>
      <p:sp>
        <p:nvSpPr>
          <p:cNvPr id="9" name="矩形 8"/>
          <p:cNvSpPr/>
          <p:nvPr/>
        </p:nvSpPr>
        <p:spPr>
          <a:xfrm>
            <a:off x="6867202" y="3918278"/>
            <a:ext cx="3188693" cy="369332"/>
          </a:xfrm>
          <a:prstGeom prst="rect">
            <a:avLst/>
          </a:prstGeom>
        </p:spPr>
        <p:txBody>
          <a:bodyPr wrap="none">
            <a:spAutoFit/>
          </a:bodyPr>
          <a:lstStyle/>
          <a:p>
            <a:r>
              <a:rPr lang="en-US" altLang="zh-TW" dirty="0">
                <a:solidFill>
                  <a:schemeClr val="bg1"/>
                </a:solidFill>
                <a:latin typeface="Arial" panose="020B0604020202020204" pitchFamily="34" charset="0"/>
                <a:cs typeface="Arial" panose="020B0604020202020204" pitchFamily="34" charset="0"/>
              </a:rPr>
              <a:t>ran.zhang@fih-foxconn.com</a:t>
            </a:r>
          </a:p>
        </p:txBody>
      </p:sp>
      <p:sp>
        <p:nvSpPr>
          <p:cNvPr id="10" name="矩形 9"/>
          <p:cNvSpPr/>
          <p:nvPr/>
        </p:nvSpPr>
        <p:spPr>
          <a:xfrm>
            <a:off x="6862491" y="3610829"/>
            <a:ext cx="1287532" cy="369332"/>
          </a:xfrm>
          <a:prstGeom prst="rect">
            <a:avLst/>
          </a:prstGeom>
        </p:spPr>
        <p:txBody>
          <a:bodyPr wrap="none">
            <a:spAutoFit/>
          </a:bodyPr>
          <a:lstStyle/>
          <a:p>
            <a:r>
              <a:rPr lang="en-US" altLang="zh-TW" dirty="0">
                <a:solidFill>
                  <a:schemeClr val="bg1"/>
                </a:solidFill>
                <a:latin typeface="Arial" panose="020B0604020202020204" pitchFamily="34" charset="0"/>
                <a:cs typeface="Arial" panose="020B0604020202020204" pitchFamily="34" charset="0"/>
              </a:rPr>
              <a:t>566-76786</a:t>
            </a:r>
            <a:endParaRPr lang="zh-TW" altLang="en-US" dirty="0">
              <a:solidFill>
                <a:schemeClr val="bg1"/>
              </a:solidFill>
              <a:latin typeface="Arial" panose="020B0604020202020204" pitchFamily="34" charset="0"/>
              <a:cs typeface="Arial" panose="020B0604020202020204" pitchFamily="34" charset="0"/>
            </a:endParaRPr>
          </a:p>
        </p:txBody>
      </p:sp>
      <p:sp>
        <p:nvSpPr>
          <p:cNvPr id="11" name="矩形 10"/>
          <p:cNvSpPr/>
          <p:nvPr/>
        </p:nvSpPr>
        <p:spPr>
          <a:xfrm>
            <a:off x="6862491" y="2151586"/>
            <a:ext cx="1352550" cy="368300"/>
          </a:xfrm>
          <a:prstGeom prst="rect">
            <a:avLst/>
          </a:prstGeom>
        </p:spPr>
        <p:txBody>
          <a:bodyPr wrap="none">
            <a:spAutoFit/>
          </a:bodyPr>
          <a:lstStyle/>
          <a:p>
            <a:r>
              <a:rPr lang="en-US" altLang="zh-TW" dirty="0">
                <a:solidFill>
                  <a:schemeClr val="bg1"/>
                </a:solidFill>
                <a:latin typeface="Arial" panose="020B0604020202020204" pitchFamily="34" charset="0"/>
                <a:ea typeface="新細明體" panose="02020500000000000000" pitchFamily="18" charset="-120"/>
                <a:cs typeface="Arial" panose="020B0604020202020204" pitchFamily="34" charset="0"/>
              </a:rPr>
              <a:t>560-23311</a:t>
            </a:r>
            <a:r>
              <a:rPr lang="zh-TW" altLang="en-US" dirty="0" smtClean="0">
                <a:solidFill>
                  <a:schemeClr val="bg1"/>
                </a:solidFill>
                <a:latin typeface="Arial" panose="020B0604020202020204" pitchFamily="34" charset="0"/>
                <a:cs typeface="Arial" panose="020B0604020202020204" pitchFamily="34" charset="0"/>
              </a:rPr>
              <a:t> </a:t>
            </a:r>
            <a:endParaRPr lang="zh-TW" altLang="en-US" dirty="0">
              <a:solidFill>
                <a:schemeClr val="bg1"/>
              </a:solidFill>
              <a:latin typeface="Arial" panose="020B0604020202020204" pitchFamily="34" charset="0"/>
              <a:cs typeface="Arial" panose="020B0604020202020204" pitchFamily="34" charset="0"/>
            </a:endParaRPr>
          </a:p>
        </p:txBody>
      </p:sp>
      <p:sp>
        <p:nvSpPr>
          <p:cNvPr id="12" name="矩形 11"/>
          <p:cNvSpPr/>
          <p:nvPr/>
        </p:nvSpPr>
        <p:spPr>
          <a:xfrm>
            <a:off x="6112416" y="1759857"/>
            <a:ext cx="1472006" cy="400110"/>
          </a:xfrm>
          <a:prstGeom prst="rect">
            <a:avLst/>
          </a:prstGeom>
        </p:spPr>
        <p:txBody>
          <a:bodyPr wrap="none">
            <a:spAutoFit/>
          </a:bodyPr>
          <a:lstStyle/>
          <a:p>
            <a:pPr algn="ctr"/>
            <a:r>
              <a:rPr lang="en-US" altLang="zh-CN" sz="2000" b="1" dirty="0">
                <a:solidFill>
                  <a:schemeClr val="accent3"/>
                </a:solidFill>
                <a:latin typeface="Arial" panose="020B0604020202020204" pitchFamily="34" charset="0"/>
                <a:cs typeface="Arial" panose="020B0604020202020204" pitchFamily="34" charset="0"/>
                <a:sym typeface="+mn-lt"/>
              </a:rPr>
              <a:t>Wade Xiao</a:t>
            </a:r>
          </a:p>
        </p:txBody>
      </p:sp>
      <p:cxnSp>
        <p:nvCxnSpPr>
          <p:cNvPr id="13" name="直線接點 12">
            <a:extLst>
              <a:ext uri="{FF2B5EF4-FFF2-40B4-BE49-F238E27FC236}">
                <a16:creationId xmlns:a16="http://schemas.microsoft.com/office/drawing/2014/main" id="{3A6E65A9-7BCA-7FA2-ED0E-ABE69576E0B7}"/>
              </a:ext>
            </a:extLst>
          </p:cNvPr>
          <p:cNvCxnSpPr>
            <a:cxnSpLocks/>
          </p:cNvCxnSpPr>
          <p:nvPr/>
        </p:nvCxnSpPr>
        <p:spPr>
          <a:xfrm>
            <a:off x="6006722" y="1667351"/>
            <a:ext cx="0" cy="2823882"/>
          </a:xfrm>
          <a:prstGeom prst="line">
            <a:avLst/>
          </a:prstGeom>
          <a:ln>
            <a:solidFill>
              <a:srgbClr val="00D5E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546871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older 6">
            <a:extLst>
              <a:ext uri="{FF2B5EF4-FFF2-40B4-BE49-F238E27FC236}">
                <a16:creationId xmlns:a16="http://schemas.microsoft.com/office/drawing/2014/main" id="{4423FDEB-E359-0EED-C68F-D2CAE0F2C414}"/>
              </a:ext>
            </a:extLst>
          </p:cNvPr>
          <p:cNvSpPr>
            <a:spLocks noGrp="1"/>
          </p:cNvSpPr>
          <p:nvPr>
            <p:ph type="sldNum" sz="quarter" idx="4"/>
          </p:nvPr>
        </p:nvSpPr>
        <p:spPr>
          <a:xfrm>
            <a:off x="10972800" y="6500304"/>
            <a:ext cx="660399" cy="169277"/>
          </a:xfrm>
          <a:prstGeom prst="rect">
            <a:avLst/>
          </a:prstGeom>
          <a:noFill/>
        </p:spPr>
        <p:txBody>
          <a:bodyPr wrap="square" lIns="0" tIns="0" rIns="0" bIns="0">
            <a:spAutoFit/>
          </a:bodyPr>
          <a:lstStyle>
            <a:lvl1pPr algn="r">
              <a:defRPr sz="1100" b="1" i="0">
                <a:solidFill>
                  <a:schemeClr val="bg1"/>
                </a:solidFill>
                <a:latin typeface="Microsoft YaHei" panose="020B0503020204020204" pitchFamily="34" charset="-122"/>
                <a:ea typeface="Microsoft YaHei" panose="020B0503020204020204" pitchFamily="34" charset="-122"/>
                <a:cs typeface="Tahoma"/>
              </a:defRPr>
            </a:lvl1pPr>
          </a:lstStyle>
          <a:p>
            <a:pPr marL="50799">
              <a:spcBef>
                <a:spcPts val="133"/>
              </a:spcBef>
            </a:pPr>
            <a:fld id="{81D60167-4931-47E6-BA6A-407CBD079E47}" type="slidenum">
              <a:rPr lang="en-US" altLang="zh-TW" smtClean="0"/>
              <a:pPr marL="50799">
                <a:spcBef>
                  <a:spcPts val="133"/>
                </a:spcBef>
              </a:pPr>
              <a:t>80</a:t>
            </a:fld>
            <a:r>
              <a:rPr lang="en-US" altLang="zh-TW" dirty="0"/>
              <a:t> /</a:t>
            </a:r>
          </a:p>
        </p:txBody>
      </p:sp>
      <p:sp>
        <p:nvSpPr>
          <p:cNvPr id="5" name="頁尾版面配置區 2">
            <a:extLst>
              <a:ext uri="{FF2B5EF4-FFF2-40B4-BE49-F238E27FC236}">
                <a16:creationId xmlns:a16="http://schemas.microsoft.com/office/drawing/2014/main" id="{0B2E465F-0EE7-A52F-E23A-9033E57F41D2}"/>
              </a:ext>
            </a:extLst>
          </p:cNvPr>
          <p:cNvSpPr>
            <a:spLocks noGrp="1"/>
          </p:cNvSpPr>
          <p:nvPr>
            <p:ph type="ftr" sz="quarter" idx="3"/>
          </p:nvPr>
        </p:nvSpPr>
        <p:spPr>
          <a:xfrm>
            <a:off x="11431564" y="6501600"/>
            <a:ext cx="660399" cy="167981"/>
          </a:xfrm>
          <a:prstGeom prst="rect">
            <a:avLst/>
          </a:prstGeom>
          <a:noFill/>
        </p:spPr>
        <p:txBody>
          <a:bodyPr anchor="ctr"/>
          <a:lstStyle>
            <a:lvl1pPr algn="ctr">
              <a:defRPr lang="en-US" sz="1100" b="1" i="0" kern="1200" dirty="0">
                <a:solidFill>
                  <a:schemeClr val="bg1"/>
                </a:solidFill>
                <a:latin typeface="Microsoft YaHei" panose="020B0503020204020204" pitchFamily="34" charset="-122"/>
                <a:ea typeface="Microsoft YaHei" panose="020B0503020204020204" pitchFamily="34" charset="-122"/>
                <a:cs typeface="Tahoma"/>
              </a:defRPr>
            </a:lvl1pPr>
          </a:lstStyle>
          <a:p>
            <a:r>
              <a:rPr lang="en-US" altLang="zh-TW" smtClean="0"/>
              <a:t>79</a:t>
            </a:r>
            <a:endParaRPr lang="zh-TW" altLang="en-US" dirty="0"/>
          </a:p>
        </p:txBody>
      </p:sp>
    </p:spTree>
    <p:extLst>
      <p:ext uri="{BB962C8B-B14F-4D97-AF65-F5344CB8AC3E}">
        <p14:creationId xmlns:p14="http://schemas.microsoft.com/office/powerpoint/2010/main" val="3230823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PA" val="v5.2.9"/>
</p:tagLst>
</file>

<file path=ppt/tags/tag2.xml><?xml version="1.0" encoding="utf-8"?>
<p:tagLst xmlns:a="http://schemas.openxmlformats.org/drawingml/2006/main" xmlns:r="http://schemas.openxmlformats.org/officeDocument/2006/relationships" xmlns:p="http://schemas.openxmlformats.org/presentationml/2006/main">
  <p:tag name="PA" val="v5.2.11"/>
</p:tagLst>
</file>

<file path=ppt/tags/tag3.xml><?xml version="1.0" encoding="utf-8"?>
<p:tagLst xmlns:a="http://schemas.openxmlformats.org/drawingml/2006/main" xmlns:r="http://schemas.openxmlformats.org/officeDocument/2006/relationships" xmlns:p="http://schemas.openxmlformats.org/presentationml/2006/main">
  <p:tag name="PA" val="v5.2.11"/>
</p:tagLst>
</file>

<file path=ppt/tags/tag4.xml><?xml version="1.0" encoding="utf-8"?>
<p:tagLst xmlns:a="http://schemas.openxmlformats.org/drawingml/2006/main" xmlns:r="http://schemas.openxmlformats.org/officeDocument/2006/relationships" xmlns:p="http://schemas.openxmlformats.org/presentationml/2006/main">
  <p:tag name="PA" val="v5.2.11"/>
</p:tagLst>
</file>

<file path=ppt/tags/tag5.xml><?xml version="1.0" encoding="utf-8"?>
<p:tagLst xmlns:a="http://schemas.openxmlformats.org/drawingml/2006/main" xmlns:r="http://schemas.openxmlformats.org/officeDocument/2006/relationships" xmlns:p="http://schemas.openxmlformats.org/presentationml/2006/main">
  <p:tag name="PA" val="v5.2.11"/>
</p:tagLst>
</file>

<file path=ppt/tags/tag6.xml><?xml version="1.0" encoding="utf-8"?>
<p:tagLst xmlns:a="http://schemas.openxmlformats.org/drawingml/2006/main" xmlns:r="http://schemas.openxmlformats.org/officeDocument/2006/relationships" xmlns:p="http://schemas.openxmlformats.org/presentationml/2006/main">
  <p:tag name="PA" val="v5.2.9"/>
</p:tagLst>
</file>

<file path=ppt/tags/tag7.xml><?xml version="1.0" encoding="utf-8"?>
<p:tagLst xmlns:a="http://schemas.openxmlformats.org/drawingml/2006/main" xmlns:r="http://schemas.openxmlformats.org/officeDocument/2006/relationships" xmlns:p="http://schemas.openxmlformats.org/presentationml/2006/main">
  <p:tag name="PA" val="v5.2.4"/>
</p:tagLst>
</file>

<file path=ppt/tags/tag8.xml><?xml version="1.0" encoding="utf-8"?>
<p:tagLst xmlns:a="http://schemas.openxmlformats.org/drawingml/2006/main" xmlns:r="http://schemas.openxmlformats.org/officeDocument/2006/relationships" xmlns:p="http://schemas.openxmlformats.org/presentationml/2006/main">
  <p:tag name="PA" val="v5.2.11"/>
</p:tagLst>
</file>

<file path=ppt/tags/tag9.xml><?xml version="1.0" encoding="utf-8"?>
<p:tagLst xmlns:a="http://schemas.openxmlformats.org/drawingml/2006/main" xmlns:r="http://schemas.openxmlformats.org/officeDocument/2006/relationships" xmlns:p="http://schemas.openxmlformats.org/presentationml/2006/main">
  <p:tag name="PA" val="v5.2.11"/>
</p:tagLst>
</file>

<file path=ppt/tags/tag10.xml><?xml version="1.0" encoding="utf-8"?>
<p:tagLst xmlns:a="http://schemas.openxmlformats.org/drawingml/2006/main" xmlns:r="http://schemas.openxmlformats.org/officeDocument/2006/relationships" xmlns:p="http://schemas.openxmlformats.org/presentationml/2006/main">
  <p:tag name="PA" val="v5.2.11"/>
</p:tagLst>
</file>

<file path=ppt/tags/tag11.xml><?xml version="1.0" encoding="utf-8"?>
<p:tagLst xmlns:a="http://schemas.openxmlformats.org/drawingml/2006/main" xmlns:r="http://schemas.openxmlformats.org/officeDocument/2006/relationships" xmlns:p="http://schemas.openxmlformats.org/presentationml/2006/main">
  <p:tag name="PA" val="v5.2.11"/>
</p:tagLst>
</file>

<file path=ppt/tags/tag12.xml><?xml version="1.0" encoding="utf-8"?>
<p:tagLst xmlns:a="http://schemas.openxmlformats.org/drawingml/2006/main" xmlns:r="http://schemas.openxmlformats.org/officeDocument/2006/relationships" xmlns:p="http://schemas.openxmlformats.org/presentationml/2006/main">
  <p:tag name="PA" val="v5.2.11"/>
</p:tagLst>
</file>

<file path=ppt/tags/tag13.xml><?xml version="1.0" encoding="utf-8"?>
<p:tagLst xmlns:a="http://schemas.openxmlformats.org/drawingml/2006/main" xmlns:r="http://schemas.openxmlformats.org/officeDocument/2006/relationships" xmlns:p="http://schemas.openxmlformats.org/presentationml/2006/main">
  <p:tag name="PA" val="v5.2.11"/>
</p:tagLst>
</file>

<file path=ppt/tags/tag14.xml><?xml version="1.0" encoding="utf-8"?>
<p:tagLst xmlns:a="http://schemas.openxmlformats.org/drawingml/2006/main" xmlns:r="http://schemas.openxmlformats.org/officeDocument/2006/relationships" xmlns:p="http://schemas.openxmlformats.org/presentationml/2006/main">
  <p:tag name="PA" val="v5.2.9"/>
</p:tagLst>
</file>

<file path=ppt/tags/tag15.xml><?xml version="1.0" encoding="utf-8"?>
<p:tagLst xmlns:a="http://schemas.openxmlformats.org/drawingml/2006/main" xmlns:r="http://schemas.openxmlformats.org/officeDocument/2006/relationships" xmlns:p="http://schemas.openxmlformats.org/presentationml/2006/main">
  <p:tag name="PA" val="v5.2.11"/>
</p:tagLst>
</file>

<file path=ppt/tags/tag16.xml><?xml version="1.0" encoding="utf-8"?>
<p:tagLst xmlns:a="http://schemas.openxmlformats.org/drawingml/2006/main" xmlns:r="http://schemas.openxmlformats.org/officeDocument/2006/relationships" xmlns:p="http://schemas.openxmlformats.org/presentationml/2006/main">
  <p:tag name="PA" val="v5.2.9"/>
</p:tagLst>
</file>

<file path=ppt/tags/tag17.xml><?xml version="1.0" encoding="utf-8"?>
<p:tagLst xmlns:a="http://schemas.openxmlformats.org/drawingml/2006/main" xmlns:r="http://schemas.openxmlformats.org/officeDocument/2006/relationships" xmlns:p="http://schemas.openxmlformats.org/presentationml/2006/main">
  <p:tag name="PA" val="v5.2.11"/>
</p:tagLst>
</file>

<file path=ppt/tags/tag18.xml><?xml version="1.0" encoding="utf-8"?>
<p:tagLst xmlns:a="http://schemas.openxmlformats.org/drawingml/2006/main" xmlns:r="http://schemas.openxmlformats.org/officeDocument/2006/relationships" xmlns:p="http://schemas.openxmlformats.org/presentationml/2006/main">
  <p:tag name="PA" val="v5.2.9"/>
</p:tagLst>
</file>

<file path=ppt/tags/tag19.xml><?xml version="1.0" encoding="utf-8"?>
<p:tagLst xmlns:a="http://schemas.openxmlformats.org/drawingml/2006/main" xmlns:r="http://schemas.openxmlformats.org/officeDocument/2006/relationships" xmlns:p="http://schemas.openxmlformats.org/presentationml/2006/main">
  <p:tag name="PA" val="v5.2.11"/>
</p:tagLst>
</file>

<file path=ppt/tags/tag20.xml><?xml version="1.0" encoding="utf-8"?>
<p:tagLst xmlns:a="http://schemas.openxmlformats.org/drawingml/2006/main" xmlns:r="http://schemas.openxmlformats.org/officeDocument/2006/relationships" xmlns:p="http://schemas.openxmlformats.org/presentationml/2006/main">
  <p:tag name="PA" val="v5.2.9"/>
</p:tagLst>
</file>

<file path=ppt/tags/tag21.xml><?xml version="1.0" encoding="utf-8"?>
<p:tagLst xmlns:a="http://schemas.openxmlformats.org/drawingml/2006/main" xmlns:r="http://schemas.openxmlformats.org/officeDocument/2006/relationships" xmlns:p="http://schemas.openxmlformats.org/presentationml/2006/main">
  <p:tag name="PA" val="v5.2.11"/>
</p:tagLst>
</file>

<file path=ppt/tags/tag22.xml><?xml version="1.0" encoding="utf-8"?>
<p:tagLst xmlns:a="http://schemas.openxmlformats.org/drawingml/2006/main" xmlns:r="http://schemas.openxmlformats.org/officeDocument/2006/relationships" xmlns:p="http://schemas.openxmlformats.org/presentationml/2006/main">
  <p:tag name="PA" val="v5.2.9"/>
</p:tagLst>
</file>

<file path=ppt/tags/tag23.xml><?xml version="1.0" encoding="utf-8"?>
<p:tagLst xmlns:a="http://schemas.openxmlformats.org/drawingml/2006/main" xmlns:r="http://schemas.openxmlformats.org/officeDocument/2006/relationships" xmlns:p="http://schemas.openxmlformats.org/presentationml/2006/main">
  <p:tag name="PA" val="v5.2.11"/>
</p:tagLst>
</file>

<file path=ppt/tags/tag24.xml><?xml version="1.0" encoding="utf-8"?>
<p:tagLst xmlns:a="http://schemas.openxmlformats.org/drawingml/2006/main" xmlns:r="http://schemas.openxmlformats.org/officeDocument/2006/relationships" xmlns:p="http://schemas.openxmlformats.org/presentationml/2006/main">
  <p:tag name="PA" val="v5.2.9"/>
</p:tagLst>
</file>

<file path=ppt/tags/tag25.xml><?xml version="1.0" encoding="utf-8"?>
<p:tagLst xmlns:a="http://schemas.openxmlformats.org/drawingml/2006/main" xmlns:r="http://schemas.openxmlformats.org/officeDocument/2006/relationships" xmlns:p="http://schemas.openxmlformats.org/presentationml/2006/main">
  <p:tag name="PA" val="v5.2.11"/>
</p:tagLst>
</file>

<file path=ppt/tags/tag26.xml><?xml version="1.0" encoding="utf-8"?>
<p:tagLst xmlns:a="http://schemas.openxmlformats.org/drawingml/2006/main" xmlns:r="http://schemas.openxmlformats.org/officeDocument/2006/relationships" xmlns:p="http://schemas.openxmlformats.org/presentationml/2006/main">
  <p:tag name="PA" val="v5.2.9"/>
</p:tagLst>
</file>

<file path=ppt/tags/tag27.xml><?xml version="1.0" encoding="utf-8"?>
<p:tagLst xmlns:a="http://schemas.openxmlformats.org/drawingml/2006/main" xmlns:r="http://schemas.openxmlformats.org/officeDocument/2006/relationships" xmlns:p="http://schemas.openxmlformats.org/presentationml/2006/main">
  <p:tag name="PA" val="v5.2.11"/>
</p:tagLst>
</file>

<file path=ppt/tags/tag28.xml><?xml version="1.0" encoding="utf-8"?>
<p:tagLst xmlns:a="http://schemas.openxmlformats.org/drawingml/2006/main" xmlns:r="http://schemas.openxmlformats.org/officeDocument/2006/relationships" xmlns:p="http://schemas.openxmlformats.org/presentationml/2006/main">
  <p:tag name="PA" val="v5.2.9"/>
</p:tagLst>
</file>

<file path=ppt/tags/tag29.xml><?xml version="1.0" encoding="utf-8"?>
<p:tagLst xmlns:a="http://schemas.openxmlformats.org/drawingml/2006/main" xmlns:r="http://schemas.openxmlformats.org/officeDocument/2006/relationships" xmlns:p="http://schemas.openxmlformats.org/presentationml/2006/main">
  <p:tag name="PA" val="v5.2.11"/>
</p:tagLst>
</file>

<file path=ppt/tags/tag30.xml><?xml version="1.0" encoding="utf-8"?>
<p:tagLst xmlns:a="http://schemas.openxmlformats.org/drawingml/2006/main" xmlns:r="http://schemas.openxmlformats.org/officeDocument/2006/relationships" xmlns:p="http://schemas.openxmlformats.org/presentationml/2006/main">
  <p:tag name="PA" val="v5.2.9"/>
</p:tagLst>
</file>

<file path=ppt/tags/tag31.xml><?xml version="1.0" encoding="utf-8"?>
<p:tagLst xmlns:a="http://schemas.openxmlformats.org/drawingml/2006/main" xmlns:r="http://schemas.openxmlformats.org/officeDocument/2006/relationships" xmlns:p="http://schemas.openxmlformats.org/presentationml/2006/main">
  <p:tag name="PA" val="v5.2.11"/>
</p:tagLst>
</file>

<file path=ppt/tags/tag32.xml><?xml version="1.0" encoding="utf-8"?>
<p:tagLst xmlns:a="http://schemas.openxmlformats.org/drawingml/2006/main" xmlns:r="http://schemas.openxmlformats.org/officeDocument/2006/relationships" xmlns:p="http://schemas.openxmlformats.org/presentationml/2006/main">
  <p:tag name="PA" val="v5.2.9"/>
</p:tagLst>
</file>

<file path=ppt/tags/tag33.xml><?xml version="1.0" encoding="utf-8"?>
<p:tagLst xmlns:a="http://schemas.openxmlformats.org/drawingml/2006/main" xmlns:r="http://schemas.openxmlformats.org/officeDocument/2006/relationships" xmlns:p="http://schemas.openxmlformats.org/presentationml/2006/main">
  <p:tag name="PA" val="v5.2.11"/>
</p:tagLst>
</file>

<file path=ppt/tags/tag34.xml><?xml version="1.0" encoding="utf-8"?>
<p:tagLst xmlns:a="http://schemas.openxmlformats.org/drawingml/2006/main" xmlns:r="http://schemas.openxmlformats.org/officeDocument/2006/relationships" xmlns:p="http://schemas.openxmlformats.org/presentationml/2006/main">
  <p:tag name="PA" val="v5.2.9"/>
</p:tagLst>
</file>

<file path=ppt/tags/tag35.xml><?xml version="1.0" encoding="utf-8"?>
<p:tagLst xmlns:a="http://schemas.openxmlformats.org/drawingml/2006/main" xmlns:r="http://schemas.openxmlformats.org/officeDocument/2006/relationships" xmlns:p="http://schemas.openxmlformats.org/presentationml/2006/main">
  <p:tag name="PA" val="v5.2.11"/>
</p:tagLst>
</file>

<file path=ppt/theme/theme1.xml><?xml version="1.0" encoding="utf-8"?>
<a:theme xmlns:a="http://schemas.openxmlformats.org/drawingml/2006/main" name="2_Office 佈景主題">
  <a:themeElements>
    <a:clrScheme name="自訂 17">
      <a:dk1>
        <a:srgbClr val="000000"/>
      </a:dk1>
      <a:lt1>
        <a:srgbClr val="FFFFFF"/>
      </a:lt1>
      <a:dk2>
        <a:srgbClr val="4B4B4B"/>
      </a:dk2>
      <a:lt2>
        <a:srgbClr val="E7E6E6"/>
      </a:lt2>
      <a:accent1>
        <a:srgbClr val="0070C0"/>
      </a:accent1>
      <a:accent2>
        <a:srgbClr val="C00000"/>
      </a:accent2>
      <a:accent3>
        <a:srgbClr val="00ECFF"/>
      </a:accent3>
      <a:accent4>
        <a:srgbClr val="00B0F0"/>
      </a:accent4>
      <a:accent5>
        <a:srgbClr val="4472C4"/>
      </a:accent5>
      <a:accent6>
        <a:srgbClr val="FFFF00"/>
      </a:accent6>
      <a:hlink>
        <a:srgbClr val="CCFBFF"/>
      </a:hlink>
      <a:folHlink>
        <a:srgbClr val="CCFBF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文件" ma:contentTypeID="0x010100761830E8B28710429A03C47BC3AF496B" ma:contentTypeVersion="15" ma:contentTypeDescription="建立新的文件。" ma:contentTypeScope="" ma:versionID="c5c7cf66049908f597442d06e9fb9101">
  <xsd:schema xmlns:xsd="http://www.w3.org/2001/XMLSchema" xmlns:xs="http://www.w3.org/2001/XMLSchema" xmlns:p="http://schemas.microsoft.com/office/2006/metadata/properties" xmlns:ns3="999fdead-0321-44fd-be72-0f87e2f34cac" targetNamespace="http://schemas.microsoft.com/office/2006/metadata/properties" ma:root="true" ma:fieldsID="b03296d6332c36f5ea34dff26046e668" ns3:_="">
    <xsd:import namespace="999fdead-0321-44fd-be72-0f87e2f34cac"/>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Location"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9fdead-0321-44fd-be72-0f87e2f34ca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element name="_activity" ma:index="18" nillable="true" ma:displayName="_activity" ma:hidden="true" ma:internalName="_activity">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99fdead-0321-44fd-be72-0f87e2f34cac" xsi:nil="true"/>
  </documentManagement>
</p:properties>
</file>

<file path=customXml/itemProps1.xml><?xml version="1.0" encoding="utf-8"?>
<ds:datastoreItem xmlns:ds="http://schemas.openxmlformats.org/officeDocument/2006/customXml" ds:itemID="{91AA1840-26A9-4EBE-82FD-3B9FDF707969}">
  <ds:schemaRefs>
    <ds:schemaRef ds:uri="http://schemas.microsoft.com/sharepoint/v3/contenttype/forms"/>
  </ds:schemaRefs>
</ds:datastoreItem>
</file>

<file path=customXml/itemProps2.xml><?xml version="1.0" encoding="utf-8"?>
<ds:datastoreItem xmlns:ds="http://schemas.openxmlformats.org/officeDocument/2006/customXml" ds:itemID="{0B08399B-9B32-47D7-9626-F24945608A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99fdead-0321-44fd-be72-0f87e2f34c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8C0F7E1-9319-452E-8E07-45B1E0A0FBE0}">
  <ds:schemaRefs>
    <ds:schemaRef ds:uri="http://schemas.microsoft.com/office/infopath/2007/PartnerControls"/>
    <ds:schemaRef ds:uri="http://schemas.microsoft.com/office/2006/documentManagement/types"/>
    <ds:schemaRef ds:uri="http://purl.org/dc/terms/"/>
    <ds:schemaRef ds:uri="http://purl.org/dc/elements/1.1/"/>
    <ds:schemaRef ds:uri="http://purl.org/dc/dcmitype/"/>
    <ds:schemaRef ds:uri="http://schemas.openxmlformats.org/package/2006/metadata/core-properties"/>
    <ds:schemaRef ds:uri="999fdead-0321-44fd-be72-0f87e2f34cac"/>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45131</TotalTime>
  <Words>5529</Words>
  <Application>Microsoft Office PowerPoint</Application>
  <PresentationFormat>寬螢幕</PresentationFormat>
  <Paragraphs>1116</Paragraphs>
  <Slides>80</Slides>
  <Notes>6</Notes>
  <HiddenSlides>0</HiddenSlides>
  <MMClips>0</MMClips>
  <ScaleCrop>false</ScaleCrop>
  <HeadingPairs>
    <vt:vector size="8" baseType="variant">
      <vt:variant>
        <vt:lpstr>使用字型</vt:lpstr>
      </vt:variant>
      <vt:variant>
        <vt:i4>16</vt:i4>
      </vt:variant>
      <vt:variant>
        <vt:lpstr>佈景主題</vt:lpstr>
      </vt:variant>
      <vt:variant>
        <vt:i4>1</vt:i4>
      </vt:variant>
      <vt:variant>
        <vt:lpstr>內嵌 OLE 伺服程式</vt:lpstr>
      </vt:variant>
      <vt:variant>
        <vt:i4>1</vt:i4>
      </vt:variant>
      <vt:variant>
        <vt:lpstr>投影片標題</vt:lpstr>
      </vt:variant>
      <vt:variant>
        <vt:i4>80</vt:i4>
      </vt:variant>
    </vt:vector>
  </HeadingPairs>
  <TitlesOfParts>
    <vt:vector size="98" baseType="lpstr">
      <vt:lpstr>等线</vt:lpstr>
      <vt:lpstr>inherit</vt:lpstr>
      <vt:lpstr>Microsoft YaHei UI</vt:lpstr>
      <vt:lpstr>Nokia Sans Wide</vt:lpstr>
      <vt:lpstr>黑体</vt:lpstr>
      <vt:lpstr>宋体</vt:lpstr>
      <vt:lpstr>Microsoft JhengHei</vt:lpstr>
      <vt:lpstr>Microsoft JhengHei</vt:lpstr>
      <vt:lpstr>新細明體</vt:lpstr>
      <vt:lpstr>Arial</vt:lpstr>
      <vt:lpstr>Calibri</vt:lpstr>
      <vt:lpstr>Microsoft YaHei</vt:lpstr>
      <vt:lpstr>Microsoft YaHei</vt:lpstr>
      <vt:lpstr>Tahoma</vt:lpstr>
      <vt:lpstr>Times New Roman</vt:lpstr>
      <vt:lpstr>Wingdings</vt:lpstr>
      <vt:lpstr>2_Office 佈景主題</vt:lpstr>
      <vt:lpstr>工作表</vt:lpstr>
      <vt:lpstr>PowerPoint 簡報</vt:lpstr>
      <vt:lpstr>Agenda</vt:lpstr>
      <vt:lpstr>PowerPoint 簡報</vt:lpstr>
      <vt:lpstr>System Advantages</vt:lpstr>
      <vt:lpstr>Data Analysis Process</vt:lpstr>
      <vt:lpstr>Functional Architecture</vt:lpstr>
      <vt:lpstr>Server Deploy Architecture</vt:lpstr>
      <vt:lpstr>Batch Excel Data Import Process</vt:lpstr>
      <vt:lpstr>PowerPoint 簡報</vt:lpstr>
      <vt:lpstr>Authentication(Login)</vt:lpstr>
      <vt:lpstr>Authorization 1 - Dimensions</vt:lpstr>
      <vt:lpstr>Authorization 2 – Examples</vt:lpstr>
      <vt:lpstr>PowerPoint 簡報</vt:lpstr>
      <vt:lpstr>Organization Structure </vt:lpstr>
      <vt:lpstr>Employee Fields</vt:lpstr>
      <vt:lpstr>PowerPoint 簡報</vt:lpstr>
      <vt:lpstr>How support impact permissions</vt:lpstr>
      <vt:lpstr>Support Out - 1 </vt:lpstr>
      <vt:lpstr>Support Out - 2 </vt:lpstr>
      <vt:lpstr>Support In - 1 </vt:lpstr>
      <vt:lpstr>Support In - 2 </vt:lpstr>
      <vt:lpstr>PowerPoint 簡報</vt:lpstr>
      <vt:lpstr>Shift and Schedule overview</vt:lpstr>
      <vt:lpstr>Shift Definition</vt:lpstr>
      <vt:lpstr>Shift Pattern Definition</vt:lpstr>
      <vt:lpstr>Shift Arrangement </vt:lpstr>
      <vt:lpstr>Shift Arrangement - 2 </vt:lpstr>
      <vt:lpstr>Employee Daily Schedule - 1 </vt:lpstr>
      <vt:lpstr>Employee Daily Schedule - 2 </vt:lpstr>
      <vt:lpstr>Date Type Exchange - 1 </vt:lpstr>
      <vt:lpstr>Date type exchange - 2 </vt:lpstr>
      <vt:lpstr>PowerPoint 簡報</vt:lpstr>
      <vt:lpstr>Clock Records Data Source</vt:lpstr>
      <vt:lpstr>Clock Records Rules</vt:lpstr>
      <vt:lpstr>Clock record import manually</vt:lpstr>
      <vt:lpstr>Clock record import manually</vt:lpstr>
      <vt:lpstr>Clock record import manually</vt:lpstr>
      <vt:lpstr>PowerPoint 簡報</vt:lpstr>
      <vt:lpstr>Type Of Abnormal Attendance</vt:lpstr>
      <vt:lpstr>Attendance - Special Treatment</vt:lpstr>
      <vt:lpstr>PowerPoint 簡報</vt:lpstr>
      <vt:lpstr>Leave Type</vt:lpstr>
      <vt:lpstr>Leave Data Import - 1 </vt:lpstr>
      <vt:lpstr>Leave Data Import - 2</vt:lpstr>
      <vt:lpstr>Leave Data Import - 3 </vt:lpstr>
      <vt:lpstr>Leave Approval Process</vt:lpstr>
      <vt:lpstr>Leave Approval (UI)</vt:lpstr>
      <vt:lpstr>PowerPoint 簡報</vt:lpstr>
      <vt:lpstr>Date Type &amp; OT Class</vt:lpstr>
      <vt:lpstr>Overtime Limitation Definition</vt:lpstr>
      <vt:lpstr>Employee Overtime Class -1 </vt:lpstr>
      <vt:lpstr>Employee Overtime Class - 2 </vt:lpstr>
      <vt:lpstr>Overtime Data Maintenance</vt:lpstr>
      <vt:lpstr>Overtime Data Import Check - 1 </vt:lpstr>
      <vt:lpstr>Overtime Data Import Check - 2 </vt:lpstr>
      <vt:lpstr>Overtime Data Import Check - 3 </vt:lpstr>
      <vt:lpstr>Overtime Approval Process</vt:lpstr>
      <vt:lpstr>Overtime Approval Process</vt:lpstr>
      <vt:lpstr>Overtime Approval Supervisor review </vt:lpstr>
      <vt:lpstr>Overtime - Special Treatment</vt:lpstr>
      <vt:lpstr>PowerPoint 簡報</vt:lpstr>
      <vt:lpstr>Report Overview</vt:lpstr>
      <vt:lpstr>Report Filters</vt:lpstr>
      <vt:lpstr>Daily Report</vt:lpstr>
      <vt:lpstr>Other Reports</vt:lpstr>
      <vt:lpstr>PowerPoint 簡報</vt:lpstr>
      <vt:lpstr>Mail notification and approval</vt:lpstr>
      <vt:lpstr>Approvers Customize - 1</vt:lpstr>
      <vt:lpstr>Approvers Customize - 2</vt:lpstr>
      <vt:lpstr>Batch Approval &amp; Mobile Approval </vt:lpstr>
      <vt:lpstr>Approval Process Tracking</vt:lpstr>
      <vt:lpstr>PowerPoint 簡報</vt:lpstr>
      <vt:lpstr>Personal Service on PC- 1 </vt:lpstr>
      <vt:lpstr>Personal Service on PC- 2 </vt:lpstr>
      <vt:lpstr>Personal Service on PC- 3</vt:lpstr>
      <vt:lpstr>Personal Service on PC- 4</vt:lpstr>
      <vt:lpstr>Personal Service on Mobile App</vt:lpstr>
      <vt:lpstr>Leave application on Mobile App</vt:lpstr>
      <vt:lpstr>IT Support</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Allenblue Lan (藍子翔)</dc:creator>
  <cp:lastModifiedBy>朱優良</cp:lastModifiedBy>
  <cp:revision>719</cp:revision>
  <dcterms:created xsi:type="dcterms:W3CDTF">2021-12-10T01:00:26Z</dcterms:created>
  <dcterms:modified xsi:type="dcterms:W3CDTF">2025-03-19T01:33:38Z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y fmtid="{D5CDD505-2E9C-101B-9397-08002B2CF9AE}" pid="3" name="ContentTypeId">
    <vt:lpwstr>0x010100761830E8B28710429A03C47BC3AF496B</vt:lpwstr>
  </property>
  <property fmtid="{D5CDD505-2E9C-101B-9397-08002B2CF9AE}" pid="4" name="MediaServiceImageTags">
    <vt:lpwstr/>
  </property>
  <property fmtid="{D5CDD505-2E9C-101B-9397-08002B2CF9AE}" pid="5" name="MSIP_Label_defa4170-0d19-0005-0004-bc88714345d2_Enabled">
    <vt:lpwstr>true</vt:lpwstr>
  </property>
  <property fmtid="{D5CDD505-2E9C-101B-9397-08002B2CF9AE}" pid="6" name="MSIP_Label_defa4170-0d19-0005-0004-bc88714345d2_SetDate">
    <vt:lpwstr>2024-06-05T07:39:44Z</vt:lpwstr>
  </property>
  <property fmtid="{D5CDD505-2E9C-101B-9397-08002B2CF9AE}" pid="7" name="MSIP_Label_defa4170-0d19-0005-0004-bc88714345d2_Method">
    <vt:lpwstr>Standard</vt:lpwstr>
  </property>
  <property fmtid="{D5CDD505-2E9C-101B-9397-08002B2CF9AE}" pid="8" name="MSIP_Label_defa4170-0d19-0005-0004-bc88714345d2_Name">
    <vt:lpwstr>defa4170-0d19-0005-0004-bc88714345d2</vt:lpwstr>
  </property>
  <property fmtid="{D5CDD505-2E9C-101B-9397-08002B2CF9AE}" pid="9" name="MSIP_Label_defa4170-0d19-0005-0004-bc88714345d2_SiteId">
    <vt:lpwstr>9f0517da-e775-400f-a989-c647f3e3fe3c</vt:lpwstr>
  </property>
  <property fmtid="{D5CDD505-2E9C-101B-9397-08002B2CF9AE}" pid="10" name="MSIP_Label_defa4170-0d19-0005-0004-bc88714345d2_ActionId">
    <vt:lpwstr>66046386-7cad-4423-bd94-fac35febc51e</vt:lpwstr>
  </property>
  <property fmtid="{D5CDD505-2E9C-101B-9397-08002B2CF9AE}" pid="11" name="MSIP_Label_defa4170-0d19-0005-0004-bc88714345d2_ContentBits">
    <vt:lpwstr>0</vt:lpwstr>
  </property>
</Properties>
</file>