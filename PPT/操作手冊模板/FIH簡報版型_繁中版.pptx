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0"/>
  </p:notesMasterIdLst>
  <p:sldIdLst>
    <p:sldId id="2147377270" r:id="rId5"/>
    <p:sldId id="2147377271" r:id="rId6"/>
    <p:sldId id="2147377272" r:id="rId7"/>
    <p:sldId id="2147377273" r:id="rId8"/>
    <p:sldId id="2147377274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E0FF"/>
    <a:srgbClr val="002A88"/>
    <a:srgbClr val="3799E2"/>
    <a:srgbClr val="FFFFFF"/>
    <a:srgbClr val="0052A3"/>
    <a:srgbClr val="FC0B25"/>
    <a:srgbClr val="00ECFF"/>
    <a:srgbClr val="2A8395"/>
    <a:srgbClr val="319DB3"/>
    <a:srgbClr val="36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00" autoAdjust="0"/>
    <p:restoredTop sz="96327" autoAdjust="0"/>
  </p:normalViewPr>
  <p:slideViewPr>
    <p:cSldViewPr snapToGrid="0" snapToObjects="1">
      <p:cViewPr varScale="1">
        <p:scale>
          <a:sx n="105" d="100"/>
          <a:sy n="105" d="100"/>
        </p:scale>
        <p:origin x="474" y="102"/>
      </p:cViewPr>
      <p:guideLst>
        <p:guide orient="horz" pos="2160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瑜 鄭" userId="ff9595f1-2a48-486b-8ad7-45889a0e32d3" providerId="ADAL" clId="{A93430CE-5C42-43BA-82E3-26E2E43E98ED}"/>
    <pc:docChg chg="undo custSel modSld modMainMaster">
      <pc:chgData name="瑜 鄭" userId="ff9595f1-2a48-486b-8ad7-45889a0e32d3" providerId="ADAL" clId="{A93430CE-5C42-43BA-82E3-26E2E43E98ED}" dt="2024-04-29T02:49:38.872" v="84"/>
      <pc:docMkLst>
        <pc:docMk/>
      </pc:docMkLst>
      <pc:sldChg chg="modSp">
        <pc:chgData name="瑜 鄭" userId="ff9595f1-2a48-486b-8ad7-45889a0e32d3" providerId="ADAL" clId="{A93430CE-5C42-43BA-82E3-26E2E43E98ED}" dt="2024-04-29T02:35:47.520" v="62" actId="20577"/>
        <pc:sldMkLst>
          <pc:docMk/>
          <pc:sldMk cId="4282278545" sldId="2147377271"/>
        </pc:sldMkLst>
        <pc:spChg chg="mod">
          <ac:chgData name="瑜 鄭" userId="ff9595f1-2a48-486b-8ad7-45889a0e32d3" providerId="ADAL" clId="{A93430CE-5C42-43BA-82E3-26E2E43E98ED}" dt="2024-04-29T02:35:47.520" v="62" actId="20577"/>
          <ac:spMkLst>
            <pc:docMk/>
            <pc:sldMk cId="4282278545" sldId="2147377271"/>
            <ac:spMk id="17" creationId="{C88CB6E2-F36E-F734-14FB-95A8639E046C}"/>
          </ac:spMkLst>
        </pc:spChg>
      </pc:sldChg>
      <pc:sldMasterChg chg="modSldLayout">
        <pc:chgData name="瑜 鄭" userId="ff9595f1-2a48-486b-8ad7-45889a0e32d3" providerId="ADAL" clId="{A93430CE-5C42-43BA-82E3-26E2E43E98ED}" dt="2024-04-29T02:49:38.872" v="84"/>
        <pc:sldMasterMkLst>
          <pc:docMk/>
          <pc:sldMasterMk cId="0" sldId="2147483648"/>
        </pc:sldMasterMkLst>
        <pc:sldLayoutChg chg="addSp delSp modSp">
          <pc:chgData name="瑜 鄭" userId="ff9595f1-2a48-486b-8ad7-45889a0e32d3" providerId="ADAL" clId="{A93430CE-5C42-43BA-82E3-26E2E43E98ED}" dt="2024-04-29T02:49:25.188" v="81" actId="478"/>
          <pc:sldLayoutMkLst>
            <pc:docMk/>
            <pc:sldMasterMk cId="0" sldId="2147483648"/>
            <pc:sldLayoutMk cId="3716488668" sldId="2147483666"/>
          </pc:sldLayoutMkLst>
          <pc:spChg chg="add del mod">
            <ac:chgData name="瑜 鄭" userId="ff9595f1-2a48-486b-8ad7-45889a0e32d3" providerId="ADAL" clId="{A93430CE-5C42-43BA-82E3-26E2E43E98ED}" dt="2024-04-29T02:49:25.188" v="81" actId="478"/>
            <ac:spMkLst>
              <pc:docMk/>
              <pc:sldMasterMk cId="0" sldId="2147483648"/>
              <pc:sldLayoutMk cId="3716488668" sldId="2147483666"/>
              <ac:spMk id="2" creationId="{74F60B97-D549-7C3B-256E-77C5BC42DF87}"/>
            </ac:spMkLst>
          </pc:spChg>
          <pc:spChg chg="add del">
            <ac:chgData name="瑜 鄭" userId="ff9595f1-2a48-486b-8ad7-45889a0e32d3" providerId="ADAL" clId="{A93430CE-5C42-43BA-82E3-26E2E43E98ED}" dt="2024-04-29T02:29:21.383" v="19"/>
            <ac:spMkLst>
              <pc:docMk/>
              <pc:sldMasterMk cId="0" sldId="2147483648"/>
              <pc:sldLayoutMk cId="3716488668" sldId="2147483666"/>
              <ac:spMk id="5" creationId="{47E3235C-493E-4D42-9FF2-F0246CB1AA16}"/>
            </ac:spMkLst>
          </pc:spChg>
          <pc:spChg chg="add del">
            <ac:chgData name="瑜 鄭" userId="ff9595f1-2a48-486b-8ad7-45889a0e32d3" providerId="ADAL" clId="{A93430CE-5C42-43BA-82E3-26E2E43E98ED}" dt="2024-04-29T02:30:08.223" v="31"/>
            <ac:spMkLst>
              <pc:docMk/>
              <pc:sldMasterMk cId="0" sldId="2147483648"/>
              <pc:sldLayoutMk cId="3716488668" sldId="2147483666"/>
              <ac:spMk id="6" creationId="{290B30C6-C70B-4050-99B3-8B586467F60B}"/>
            </ac:spMkLst>
          </pc:spChg>
          <pc:spChg chg="add del">
            <ac:chgData name="瑜 鄭" userId="ff9595f1-2a48-486b-8ad7-45889a0e32d3" providerId="ADAL" clId="{A93430CE-5C42-43BA-82E3-26E2E43E98ED}" dt="2024-04-29T02:24:50.308" v="9"/>
            <ac:spMkLst>
              <pc:docMk/>
              <pc:sldMasterMk cId="0" sldId="2147483648"/>
              <pc:sldLayoutMk cId="3716488668" sldId="2147483666"/>
              <ac:spMk id="70" creationId="{6E94B891-E558-42C9-93E1-7D43C7F7D58A}"/>
            </ac:spMkLst>
          </pc:spChg>
          <pc:spChg chg="add">
            <ac:chgData name="瑜 鄭" userId="ff9595f1-2a48-486b-8ad7-45889a0e32d3" providerId="ADAL" clId="{A93430CE-5C42-43BA-82E3-26E2E43E98ED}" dt="2024-04-29T02:25:22.744" v="10"/>
            <ac:spMkLst>
              <pc:docMk/>
              <pc:sldMasterMk cId="0" sldId="2147483648"/>
              <pc:sldLayoutMk cId="3716488668" sldId="2147483666"/>
              <ac:spMk id="102" creationId="{55FB6FA4-9DD3-4CA5-A5C5-5424125D0D6D}"/>
            </ac:spMkLst>
          </pc:spChg>
          <pc:spChg chg="add">
            <ac:chgData name="瑜 鄭" userId="ff9595f1-2a48-486b-8ad7-45889a0e32d3" providerId="ADAL" clId="{A93430CE-5C42-43BA-82E3-26E2E43E98ED}" dt="2024-04-29T02:49:20.451" v="79"/>
            <ac:spMkLst>
              <pc:docMk/>
              <pc:sldMasterMk cId="0" sldId="2147483648"/>
              <pc:sldLayoutMk cId="3716488668" sldId="2147483666"/>
              <ac:spMk id="104" creationId="{C294BC74-DED5-494D-9B87-4C71A1146C48}"/>
            </ac:spMkLst>
          </pc:spChg>
          <pc:grpChg chg="del">
            <ac:chgData name="瑜 鄭" userId="ff9595f1-2a48-486b-8ad7-45889a0e32d3" providerId="ADAL" clId="{A93430CE-5C42-43BA-82E3-26E2E43E98ED}" dt="2024-04-29T02:24:42.651" v="7" actId="478"/>
            <ac:grpSpMkLst>
              <pc:docMk/>
              <pc:sldMasterMk cId="0" sldId="2147483648"/>
              <pc:sldLayoutMk cId="3716488668" sldId="2147483666"/>
              <ac:grpSpMk id="58" creationId="{DF602825-E2C3-7C39-B13D-A913493A3CCA}"/>
            </ac:grpSpMkLst>
          </pc:grpChg>
          <pc:grpChg chg="add">
            <ac:chgData name="瑜 鄭" userId="ff9595f1-2a48-486b-8ad7-45889a0e32d3" providerId="ADAL" clId="{A93430CE-5C42-43BA-82E3-26E2E43E98ED}" dt="2024-04-29T02:25:22.744" v="10"/>
            <ac:grpSpMkLst>
              <pc:docMk/>
              <pc:sldMasterMk cId="0" sldId="2147483648"/>
              <pc:sldLayoutMk cId="3716488668" sldId="2147483666"/>
              <ac:grpSpMk id="71" creationId="{6D473CA5-CCFE-47AB-A85B-79D37CB729CA}"/>
            </ac:grpSpMkLst>
          </pc:grpChg>
          <pc:grpChg chg="add">
            <ac:chgData name="瑜 鄭" userId="ff9595f1-2a48-486b-8ad7-45889a0e32d3" providerId="ADAL" clId="{A93430CE-5C42-43BA-82E3-26E2E43E98ED}" dt="2024-04-29T02:25:22.744" v="10"/>
            <ac:grpSpMkLst>
              <pc:docMk/>
              <pc:sldMasterMk cId="0" sldId="2147483648"/>
              <pc:sldLayoutMk cId="3716488668" sldId="2147483666"/>
              <ac:grpSpMk id="77" creationId="{E7AB7749-EA98-4C32-8971-659400951930}"/>
            </ac:grpSpMkLst>
          </pc:grpChg>
          <pc:grpChg chg="add">
            <ac:chgData name="瑜 鄭" userId="ff9595f1-2a48-486b-8ad7-45889a0e32d3" providerId="ADAL" clId="{A93430CE-5C42-43BA-82E3-26E2E43E98ED}" dt="2024-04-29T02:25:22.744" v="10"/>
            <ac:grpSpMkLst>
              <pc:docMk/>
              <pc:sldMasterMk cId="0" sldId="2147483648"/>
              <pc:sldLayoutMk cId="3716488668" sldId="2147483666"/>
              <ac:grpSpMk id="88" creationId="{AC43B950-54E0-4F0C-AF33-7EC935F45CDB}"/>
            </ac:grpSpMkLst>
          </pc:grpChg>
          <pc:grpChg chg="add">
            <ac:chgData name="瑜 鄭" userId="ff9595f1-2a48-486b-8ad7-45889a0e32d3" providerId="ADAL" clId="{A93430CE-5C42-43BA-82E3-26E2E43E98ED}" dt="2024-04-29T02:25:22.744" v="10"/>
            <ac:grpSpMkLst>
              <pc:docMk/>
              <pc:sldMasterMk cId="0" sldId="2147483648"/>
              <pc:sldLayoutMk cId="3716488668" sldId="2147483666"/>
              <ac:grpSpMk id="98" creationId="{93BA9393-C72E-476F-8A88-6E9B47B41CF3}"/>
            </ac:grpSpMkLst>
          </pc:grpChg>
          <pc:picChg chg="del">
            <ac:chgData name="瑜 鄭" userId="ff9595f1-2a48-486b-8ad7-45889a0e32d3" providerId="ADAL" clId="{A93430CE-5C42-43BA-82E3-26E2E43E98ED}" dt="2024-04-29T02:24:17.001" v="0" actId="478"/>
            <ac:picMkLst>
              <pc:docMk/>
              <pc:sldMasterMk cId="0" sldId="2147483648"/>
              <pc:sldLayoutMk cId="3716488668" sldId="2147483666"/>
              <ac:picMk id="4" creationId="{FDF1F5DA-9448-0343-E9FB-F6B978E05739}"/>
            </ac:picMkLst>
          </pc:picChg>
          <pc:picChg chg="del">
            <ac:chgData name="瑜 鄭" userId="ff9595f1-2a48-486b-8ad7-45889a0e32d3" providerId="ADAL" clId="{A93430CE-5C42-43BA-82E3-26E2E43E98ED}" dt="2024-04-29T02:24:19.740" v="1" actId="478"/>
            <ac:picMkLst>
              <pc:docMk/>
              <pc:sldMasterMk cId="0" sldId="2147483648"/>
              <pc:sldLayoutMk cId="3716488668" sldId="2147483666"/>
              <ac:picMk id="18" creationId="{A1CFEB91-F9D9-9E9C-E7A0-6919088BD558}"/>
            </ac:picMkLst>
          </pc:picChg>
          <pc:picChg chg="add">
            <ac:chgData name="瑜 鄭" userId="ff9595f1-2a48-486b-8ad7-45889a0e32d3" providerId="ADAL" clId="{A93430CE-5C42-43BA-82E3-26E2E43E98ED}" dt="2024-04-29T02:27:27.880" v="13"/>
            <ac:picMkLst>
              <pc:docMk/>
              <pc:sldMasterMk cId="0" sldId="2147483648"/>
              <pc:sldLayoutMk cId="3716488668" sldId="2147483666"/>
              <ac:picMk id="103" creationId="{94354324-1881-4245-B270-F6AC763361D2}"/>
            </ac:picMkLst>
          </pc:picChg>
        </pc:sldLayoutChg>
        <pc:sldLayoutChg chg="addSp delSp modSp">
          <pc:chgData name="瑜 鄭" userId="ff9595f1-2a48-486b-8ad7-45889a0e32d3" providerId="ADAL" clId="{A93430CE-5C42-43BA-82E3-26E2E43E98ED}" dt="2024-04-29T02:49:07.002" v="78"/>
          <pc:sldLayoutMkLst>
            <pc:docMk/>
            <pc:sldMasterMk cId="0" sldId="2147483648"/>
            <pc:sldLayoutMk cId="4186054562" sldId="2147483667"/>
          </pc:sldLayoutMkLst>
          <pc:spChg chg="add del">
            <ac:chgData name="瑜 鄭" userId="ff9595f1-2a48-486b-8ad7-45889a0e32d3" providerId="ADAL" clId="{A93430CE-5C42-43BA-82E3-26E2E43E98ED}" dt="2024-04-29T02:30:12.491" v="34"/>
            <ac:spMkLst>
              <pc:docMk/>
              <pc:sldMasterMk cId="0" sldId="2147483648"/>
              <pc:sldLayoutMk cId="4186054562" sldId="2147483667"/>
              <ac:spMk id="4" creationId="{1E1A4594-E7B8-444A-99BF-A360FDEA74E0}"/>
            </ac:spMkLst>
          </pc:spChg>
          <pc:spChg chg="add del mod">
            <ac:chgData name="瑜 鄭" userId="ff9595f1-2a48-486b-8ad7-45889a0e32d3" providerId="ADAL" clId="{A93430CE-5C42-43BA-82E3-26E2E43E98ED}" dt="2024-04-29T02:30:13.536" v="35" actId="47"/>
            <ac:spMkLst>
              <pc:docMk/>
              <pc:sldMasterMk cId="0" sldId="2147483648"/>
              <pc:sldLayoutMk cId="4186054562" sldId="2147483667"/>
              <ac:spMk id="7" creationId="{BB93BC5F-58BE-FC50-17E4-70CC838CD824}"/>
            </ac:spMkLst>
          </pc:spChg>
          <pc:spChg chg="add del">
            <ac:chgData name="瑜 鄭" userId="ff9595f1-2a48-486b-8ad7-45889a0e32d3" providerId="ADAL" clId="{A93430CE-5C42-43BA-82E3-26E2E43E98ED}" dt="2024-04-29T02:29:36.660" v="23"/>
            <ac:spMkLst>
              <pc:docMk/>
              <pc:sldMasterMk cId="0" sldId="2147483648"/>
              <pc:sldLayoutMk cId="4186054562" sldId="2147483667"/>
              <ac:spMk id="10" creationId="{1E06ADD4-C6CA-4746-9A17-E64AC27C8D1E}"/>
            </ac:spMkLst>
          </pc:spChg>
          <pc:spChg chg="add del">
            <ac:chgData name="瑜 鄭" userId="ff9595f1-2a48-486b-8ad7-45889a0e32d3" providerId="ADAL" clId="{A93430CE-5C42-43BA-82E3-26E2E43E98ED}" dt="2024-04-29T02:29:47.453" v="26"/>
            <ac:spMkLst>
              <pc:docMk/>
              <pc:sldMasterMk cId="0" sldId="2147483648"/>
              <pc:sldLayoutMk cId="4186054562" sldId="2147483667"/>
              <ac:spMk id="11" creationId="{DB5A83C5-4132-4C33-B533-0FA39A39E97F}"/>
            </ac:spMkLst>
          </pc:spChg>
          <pc:spChg chg="add del mod">
            <ac:chgData name="瑜 鄭" userId="ff9595f1-2a48-486b-8ad7-45889a0e32d3" providerId="ADAL" clId="{A93430CE-5C42-43BA-82E3-26E2E43E98ED}" dt="2024-04-29T02:32:31.416" v="46" actId="478"/>
            <ac:spMkLst>
              <pc:docMk/>
              <pc:sldMasterMk cId="0" sldId="2147483648"/>
              <pc:sldLayoutMk cId="4186054562" sldId="2147483667"/>
              <ac:spMk id="13" creationId="{B4C779EF-DCDB-4568-B225-6EEB0361AE11}"/>
            </ac:spMkLst>
          </pc:spChg>
          <pc:spChg chg="add del">
            <ac:chgData name="瑜 鄭" userId="ff9595f1-2a48-486b-8ad7-45889a0e32d3" providerId="ADAL" clId="{A93430CE-5C42-43BA-82E3-26E2E43E98ED}" dt="2024-04-29T02:30:47.017" v="44"/>
            <ac:spMkLst>
              <pc:docMk/>
              <pc:sldMasterMk cId="0" sldId="2147483648"/>
              <pc:sldLayoutMk cId="4186054562" sldId="2147483667"/>
              <ac:spMk id="14" creationId="{27C299FE-2E44-4B7E-A78D-ECA1A0530570}"/>
            </ac:spMkLst>
          </pc:spChg>
          <pc:spChg chg="add del">
            <ac:chgData name="瑜 鄭" userId="ff9595f1-2a48-486b-8ad7-45889a0e32d3" providerId="ADAL" clId="{A93430CE-5C42-43BA-82E3-26E2E43E98ED}" dt="2024-04-29T02:32:37.352" v="48"/>
            <ac:spMkLst>
              <pc:docMk/>
              <pc:sldMasterMk cId="0" sldId="2147483648"/>
              <pc:sldLayoutMk cId="4186054562" sldId="2147483667"/>
              <ac:spMk id="15" creationId="{6853C3E0-CA5E-4147-84A5-7F0A8A5A0701}"/>
            </ac:spMkLst>
          </pc:spChg>
          <pc:spChg chg="add del">
            <ac:chgData name="瑜 鄭" userId="ff9595f1-2a48-486b-8ad7-45889a0e32d3" providerId="ADAL" clId="{A93430CE-5C42-43BA-82E3-26E2E43E98ED}" dt="2024-04-29T02:35:34.601" v="50" actId="478"/>
            <ac:spMkLst>
              <pc:docMk/>
              <pc:sldMasterMk cId="0" sldId="2147483648"/>
              <pc:sldLayoutMk cId="4186054562" sldId="2147483667"/>
              <ac:spMk id="17" creationId="{5E17841B-DB50-4083-9915-C08A26F8F349}"/>
            </ac:spMkLst>
          </pc:spChg>
          <pc:spChg chg="add del">
            <ac:chgData name="瑜 鄭" userId="ff9595f1-2a48-486b-8ad7-45889a0e32d3" providerId="ADAL" clId="{A93430CE-5C42-43BA-82E3-26E2E43E98ED}" dt="2024-04-29T02:44:33.137" v="68" actId="478"/>
            <ac:spMkLst>
              <pc:docMk/>
              <pc:sldMasterMk cId="0" sldId="2147483648"/>
              <pc:sldLayoutMk cId="4186054562" sldId="2147483667"/>
              <ac:spMk id="18" creationId="{8CDBA0B6-0770-47B5-9ECE-16520B74B782}"/>
            </ac:spMkLst>
          </pc:spChg>
          <pc:spChg chg="add del">
            <ac:chgData name="瑜 鄭" userId="ff9595f1-2a48-486b-8ad7-45889a0e32d3" providerId="ADAL" clId="{A93430CE-5C42-43BA-82E3-26E2E43E98ED}" dt="2024-04-29T02:45:20.865" v="75" actId="478"/>
            <ac:spMkLst>
              <pc:docMk/>
              <pc:sldMasterMk cId="0" sldId="2147483648"/>
              <pc:sldLayoutMk cId="4186054562" sldId="2147483667"/>
              <ac:spMk id="20" creationId="{C8E3F3A6-05E2-4DC8-9D14-ADCD16193040}"/>
            </ac:spMkLst>
          </pc:spChg>
          <pc:spChg chg="add mod">
            <ac:chgData name="瑜 鄭" userId="ff9595f1-2a48-486b-8ad7-45889a0e32d3" providerId="ADAL" clId="{A93430CE-5C42-43BA-82E3-26E2E43E98ED}" dt="2024-04-29T02:49:07.002" v="78"/>
            <ac:spMkLst>
              <pc:docMk/>
              <pc:sldMasterMk cId="0" sldId="2147483648"/>
              <pc:sldLayoutMk cId="4186054562" sldId="2147483667"/>
              <ac:spMk id="21" creationId="{EC41338C-A960-4E0E-BAA1-A484A7AD0A00}"/>
            </ac:spMkLst>
          </pc:spChg>
          <pc:picChg chg="add">
            <ac:chgData name="瑜 鄭" userId="ff9595f1-2a48-486b-8ad7-45889a0e32d3" providerId="ADAL" clId="{A93430CE-5C42-43BA-82E3-26E2E43E98ED}" dt="2024-04-29T02:27:28.814" v="14"/>
            <ac:picMkLst>
              <pc:docMk/>
              <pc:sldMasterMk cId="0" sldId="2147483648"/>
              <pc:sldLayoutMk cId="4186054562" sldId="2147483667"/>
              <ac:picMk id="9" creationId="{D3FB6116-A4FB-4EF3-9C16-B29D171D7429}"/>
            </ac:picMkLst>
          </pc:picChg>
          <pc:picChg chg="del">
            <ac:chgData name="瑜 鄭" userId="ff9595f1-2a48-486b-8ad7-45889a0e32d3" providerId="ADAL" clId="{A93430CE-5C42-43BA-82E3-26E2E43E98ED}" dt="2024-04-29T02:24:25.159" v="2" actId="478"/>
            <ac:picMkLst>
              <pc:docMk/>
              <pc:sldMasterMk cId="0" sldId="2147483648"/>
              <pc:sldLayoutMk cId="4186054562" sldId="2147483667"/>
              <ac:picMk id="19" creationId="{8EDD7B72-97CC-D616-616F-15DADB63D880}"/>
            </ac:picMkLst>
          </pc:picChg>
          <pc:cxnChg chg="add del">
            <ac:chgData name="瑜 鄭" userId="ff9595f1-2a48-486b-8ad7-45889a0e32d3" providerId="ADAL" clId="{A93430CE-5C42-43BA-82E3-26E2E43E98ED}" dt="2024-04-29T02:35:34.601" v="50" actId="478"/>
            <ac:cxnSpMkLst>
              <pc:docMk/>
              <pc:sldMasterMk cId="0" sldId="2147483648"/>
              <pc:sldLayoutMk cId="4186054562" sldId="2147483667"/>
              <ac:cxnSpMk id="16" creationId="{F306E2F5-BFDC-459B-B990-CC37A54DCFCE}"/>
            </ac:cxnSpMkLst>
          </pc:cxnChg>
        </pc:sldLayoutChg>
        <pc:sldLayoutChg chg="addSp delSp">
          <pc:chgData name="瑜 鄭" userId="ff9595f1-2a48-486b-8ad7-45889a0e32d3" providerId="ADAL" clId="{A93430CE-5C42-43BA-82E3-26E2E43E98ED}" dt="2024-04-29T02:49:36.522" v="82"/>
          <pc:sldLayoutMkLst>
            <pc:docMk/>
            <pc:sldMasterMk cId="0" sldId="2147483648"/>
            <pc:sldLayoutMk cId="3143847636" sldId="2147483668"/>
          </pc:sldLayoutMkLst>
          <pc:spChg chg="del">
            <ac:chgData name="瑜 鄭" userId="ff9595f1-2a48-486b-8ad7-45889a0e32d3" providerId="ADAL" clId="{A93430CE-5C42-43BA-82E3-26E2E43E98ED}" dt="2024-04-29T02:30:25.339" v="38" actId="478"/>
            <ac:spMkLst>
              <pc:docMk/>
              <pc:sldMasterMk cId="0" sldId="2147483648"/>
              <pc:sldLayoutMk cId="3143847636" sldId="2147483668"/>
              <ac:spMk id="3" creationId="{64828E5E-4006-893E-605D-E17EDFAAF122}"/>
            </ac:spMkLst>
          </pc:spChg>
          <pc:spChg chg="add del">
            <ac:chgData name="瑜 鄭" userId="ff9595f1-2a48-486b-8ad7-45889a0e32d3" providerId="ADAL" clId="{A93430CE-5C42-43BA-82E3-26E2E43E98ED}" dt="2024-04-29T02:44:35.001" v="69" actId="478"/>
            <ac:spMkLst>
              <pc:docMk/>
              <pc:sldMasterMk cId="0" sldId="2147483648"/>
              <pc:sldLayoutMk cId="3143847636" sldId="2147483668"/>
              <ac:spMk id="10" creationId="{1592D15D-1459-41DA-BECF-B1FDBF47FC08}"/>
            </ac:spMkLst>
          </pc:spChg>
          <pc:spChg chg="add">
            <ac:chgData name="瑜 鄭" userId="ff9595f1-2a48-486b-8ad7-45889a0e32d3" providerId="ADAL" clId="{A93430CE-5C42-43BA-82E3-26E2E43E98ED}" dt="2024-04-29T02:49:36.522" v="82"/>
            <ac:spMkLst>
              <pc:docMk/>
              <pc:sldMasterMk cId="0" sldId="2147483648"/>
              <pc:sldLayoutMk cId="3143847636" sldId="2147483668"/>
              <ac:spMk id="12" creationId="{214D1CF2-AE77-43DA-BB58-392C44B59644}"/>
            </ac:spMkLst>
          </pc:spChg>
          <pc:picChg chg="add">
            <ac:chgData name="瑜 鄭" userId="ff9595f1-2a48-486b-8ad7-45889a0e32d3" providerId="ADAL" clId="{A93430CE-5C42-43BA-82E3-26E2E43E98ED}" dt="2024-04-29T02:27:30.175" v="15"/>
            <ac:picMkLst>
              <pc:docMk/>
              <pc:sldMasterMk cId="0" sldId="2147483648"/>
              <pc:sldLayoutMk cId="3143847636" sldId="2147483668"/>
              <ac:picMk id="9" creationId="{1818D6BC-4A26-4C23-9E3B-4D9DAEC0667B}"/>
            </ac:picMkLst>
          </pc:picChg>
          <pc:picChg chg="del">
            <ac:chgData name="瑜 鄭" userId="ff9595f1-2a48-486b-8ad7-45889a0e32d3" providerId="ADAL" clId="{A93430CE-5C42-43BA-82E3-26E2E43E98ED}" dt="2024-04-29T02:24:26.806" v="3" actId="478"/>
            <ac:picMkLst>
              <pc:docMk/>
              <pc:sldMasterMk cId="0" sldId="2147483648"/>
              <pc:sldLayoutMk cId="3143847636" sldId="2147483668"/>
              <ac:picMk id="11" creationId="{FA439C00-C8CD-C93D-13A6-CE0E81B64CB3}"/>
            </ac:picMkLst>
          </pc:picChg>
        </pc:sldLayoutChg>
        <pc:sldLayoutChg chg="addSp delSp modSp">
          <pc:chgData name="瑜 鄭" userId="ff9595f1-2a48-486b-8ad7-45889a0e32d3" providerId="ADAL" clId="{A93430CE-5C42-43BA-82E3-26E2E43E98ED}" dt="2024-04-29T02:49:37.937" v="83"/>
          <pc:sldLayoutMkLst>
            <pc:docMk/>
            <pc:sldMasterMk cId="0" sldId="2147483648"/>
            <pc:sldLayoutMk cId="130230256" sldId="2147483669"/>
          </pc:sldLayoutMkLst>
          <pc:spChg chg="mod">
            <ac:chgData name="瑜 鄭" userId="ff9595f1-2a48-486b-8ad7-45889a0e32d3" providerId="ADAL" clId="{A93430CE-5C42-43BA-82E3-26E2E43E98ED}" dt="2024-04-29T02:44:39.039" v="71" actId="1076"/>
            <ac:spMkLst>
              <pc:docMk/>
              <pc:sldMasterMk cId="0" sldId="2147483648"/>
              <pc:sldLayoutMk cId="130230256" sldId="2147483669"/>
              <ac:spMk id="2" creationId="{E1CD139B-FF7F-CFD5-4CC2-E84FFE9448A4}"/>
            </ac:spMkLst>
          </pc:spChg>
          <pc:spChg chg="del">
            <ac:chgData name="瑜 鄭" userId="ff9595f1-2a48-486b-8ad7-45889a0e32d3" providerId="ADAL" clId="{A93430CE-5C42-43BA-82E3-26E2E43E98ED}" dt="2024-04-29T02:30:29.845" v="39" actId="478"/>
            <ac:spMkLst>
              <pc:docMk/>
              <pc:sldMasterMk cId="0" sldId="2147483648"/>
              <pc:sldLayoutMk cId="130230256" sldId="2147483669"/>
              <ac:spMk id="6" creationId="{4180C139-D4E9-CA82-0435-8DB832006FA3}"/>
            </ac:spMkLst>
          </pc:spChg>
          <pc:spChg chg="add del">
            <ac:chgData name="瑜 鄭" userId="ff9595f1-2a48-486b-8ad7-45889a0e32d3" providerId="ADAL" clId="{A93430CE-5C42-43BA-82E3-26E2E43E98ED}" dt="2024-04-29T02:44:40.495" v="72" actId="478"/>
            <ac:spMkLst>
              <pc:docMk/>
              <pc:sldMasterMk cId="0" sldId="2147483648"/>
              <pc:sldLayoutMk cId="130230256" sldId="2147483669"/>
              <ac:spMk id="13" creationId="{941169BE-C122-44E9-82ED-0D677AE5ADC3}"/>
            </ac:spMkLst>
          </pc:spChg>
          <pc:spChg chg="add">
            <ac:chgData name="瑜 鄭" userId="ff9595f1-2a48-486b-8ad7-45889a0e32d3" providerId="ADAL" clId="{A93430CE-5C42-43BA-82E3-26E2E43E98ED}" dt="2024-04-29T02:49:37.937" v="83"/>
            <ac:spMkLst>
              <pc:docMk/>
              <pc:sldMasterMk cId="0" sldId="2147483648"/>
              <pc:sldLayoutMk cId="130230256" sldId="2147483669"/>
              <ac:spMk id="14" creationId="{DACC38CB-FE7F-43B2-8F77-380477BD594D}"/>
            </ac:spMkLst>
          </pc:spChg>
          <pc:picChg chg="add">
            <ac:chgData name="瑜 鄭" userId="ff9595f1-2a48-486b-8ad7-45889a0e32d3" providerId="ADAL" clId="{A93430CE-5C42-43BA-82E3-26E2E43E98ED}" dt="2024-04-29T02:27:31.088" v="16"/>
            <ac:picMkLst>
              <pc:docMk/>
              <pc:sldMasterMk cId="0" sldId="2147483648"/>
              <pc:sldLayoutMk cId="130230256" sldId="2147483669"/>
              <ac:picMk id="12" creationId="{0C24BF47-F4D7-4E41-9BFC-2147F0BBDBDE}"/>
            </ac:picMkLst>
          </pc:picChg>
          <pc:picChg chg="del">
            <ac:chgData name="瑜 鄭" userId="ff9595f1-2a48-486b-8ad7-45889a0e32d3" providerId="ADAL" clId="{A93430CE-5C42-43BA-82E3-26E2E43E98ED}" dt="2024-04-29T02:24:29.044" v="4" actId="478"/>
            <ac:picMkLst>
              <pc:docMk/>
              <pc:sldMasterMk cId="0" sldId="2147483648"/>
              <pc:sldLayoutMk cId="130230256" sldId="2147483669"/>
              <ac:picMk id="15" creationId="{2B3EEE32-BC06-3991-33A0-A6DEC4CAC3D6}"/>
            </ac:picMkLst>
          </pc:picChg>
        </pc:sldLayoutChg>
        <pc:sldLayoutChg chg="addSp delSp">
          <pc:chgData name="瑜 鄭" userId="ff9595f1-2a48-486b-8ad7-45889a0e32d3" providerId="ADAL" clId="{A93430CE-5C42-43BA-82E3-26E2E43E98ED}" dt="2024-04-29T02:49:38.872" v="84"/>
          <pc:sldLayoutMkLst>
            <pc:docMk/>
            <pc:sldMasterMk cId="0" sldId="2147483648"/>
            <pc:sldLayoutMk cId="1610746076" sldId="2147483673"/>
          </pc:sldLayoutMkLst>
          <pc:spChg chg="del">
            <ac:chgData name="瑜 鄭" userId="ff9595f1-2a48-486b-8ad7-45889a0e32d3" providerId="ADAL" clId="{A93430CE-5C42-43BA-82E3-26E2E43E98ED}" dt="2024-04-29T02:30:33.440" v="41" actId="478"/>
            <ac:spMkLst>
              <pc:docMk/>
              <pc:sldMasterMk cId="0" sldId="2147483648"/>
              <pc:sldLayoutMk cId="1610746076" sldId="2147483673"/>
              <ac:spMk id="10" creationId="{3D560236-590F-8C25-92A1-57DE015D78EA}"/>
            </ac:spMkLst>
          </pc:spChg>
          <pc:spChg chg="add">
            <ac:chgData name="瑜 鄭" userId="ff9595f1-2a48-486b-8ad7-45889a0e32d3" providerId="ADAL" clId="{A93430CE-5C42-43BA-82E3-26E2E43E98ED}" dt="2024-04-29T02:25:26.535" v="11"/>
            <ac:spMkLst>
              <pc:docMk/>
              <pc:sldMasterMk cId="0" sldId="2147483648"/>
              <pc:sldLayoutMk cId="1610746076" sldId="2147483673"/>
              <ac:spMk id="41" creationId="{0E633EE2-2DFC-4BDD-B549-1EB6FEB26233}"/>
            </ac:spMkLst>
          </pc:spChg>
          <pc:spChg chg="add del">
            <ac:chgData name="瑜 鄭" userId="ff9595f1-2a48-486b-8ad7-45889a0e32d3" providerId="ADAL" clId="{A93430CE-5C42-43BA-82E3-26E2E43E98ED}" dt="2024-04-29T02:44:42.327" v="73" actId="478"/>
            <ac:spMkLst>
              <pc:docMk/>
              <pc:sldMasterMk cId="0" sldId="2147483648"/>
              <pc:sldLayoutMk cId="1610746076" sldId="2147483673"/>
              <ac:spMk id="43" creationId="{657C642E-CA36-4696-836C-01162B32881E}"/>
            </ac:spMkLst>
          </pc:spChg>
          <pc:spChg chg="add">
            <ac:chgData name="瑜 鄭" userId="ff9595f1-2a48-486b-8ad7-45889a0e32d3" providerId="ADAL" clId="{A93430CE-5C42-43BA-82E3-26E2E43E98ED}" dt="2024-04-29T02:49:38.872" v="84"/>
            <ac:spMkLst>
              <pc:docMk/>
              <pc:sldMasterMk cId="0" sldId="2147483648"/>
              <pc:sldLayoutMk cId="1610746076" sldId="2147483673"/>
              <ac:spMk id="44" creationId="{2356E908-EF4F-4C6A-BAC1-16287DB6FA36}"/>
            </ac:spMkLst>
          </pc:spChg>
          <pc:grpChg chg="add">
            <ac:chgData name="瑜 鄭" userId="ff9595f1-2a48-486b-8ad7-45889a0e32d3" providerId="ADAL" clId="{A93430CE-5C42-43BA-82E3-26E2E43E98ED}" dt="2024-04-29T02:25:26.535" v="11"/>
            <ac:grpSpMkLst>
              <pc:docMk/>
              <pc:sldMasterMk cId="0" sldId="2147483648"/>
              <pc:sldLayoutMk cId="1610746076" sldId="2147483673"/>
              <ac:grpSpMk id="8" creationId="{5264E337-664B-4457-8864-DE4E9FB63F88}"/>
            </ac:grpSpMkLst>
          </pc:grpChg>
          <pc:grpChg chg="add">
            <ac:chgData name="瑜 鄭" userId="ff9595f1-2a48-486b-8ad7-45889a0e32d3" providerId="ADAL" clId="{A93430CE-5C42-43BA-82E3-26E2E43E98ED}" dt="2024-04-29T02:25:26.535" v="11"/>
            <ac:grpSpMkLst>
              <pc:docMk/>
              <pc:sldMasterMk cId="0" sldId="2147483648"/>
              <pc:sldLayoutMk cId="1610746076" sldId="2147483673"/>
              <ac:grpSpMk id="16" creationId="{1F333AF6-70CB-49EF-89C9-C74F475ABDC4}"/>
            </ac:grpSpMkLst>
          </pc:grpChg>
          <pc:grpChg chg="add">
            <ac:chgData name="瑜 鄭" userId="ff9595f1-2a48-486b-8ad7-45889a0e32d3" providerId="ADAL" clId="{A93430CE-5C42-43BA-82E3-26E2E43E98ED}" dt="2024-04-29T02:25:26.535" v="11"/>
            <ac:grpSpMkLst>
              <pc:docMk/>
              <pc:sldMasterMk cId="0" sldId="2147483648"/>
              <pc:sldLayoutMk cId="1610746076" sldId="2147483673"/>
              <ac:grpSpMk id="27" creationId="{9629ABA9-2939-4293-AD9A-5A044689887F}"/>
            </ac:grpSpMkLst>
          </pc:grpChg>
          <pc:grpChg chg="add">
            <ac:chgData name="瑜 鄭" userId="ff9595f1-2a48-486b-8ad7-45889a0e32d3" providerId="ADAL" clId="{A93430CE-5C42-43BA-82E3-26E2E43E98ED}" dt="2024-04-29T02:25:26.535" v="11"/>
            <ac:grpSpMkLst>
              <pc:docMk/>
              <pc:sldMasterMk cId="0" sldId="2147483648"/>
              <pc:sldLayoutMk cId="1610746076" sldId="2147483673"/>
              <ac:grpSpMk id="37" creationId="{AFDF9A1F-FB61-4600-AD54-6327FDC0386B}"/>
            </ac:grpSpMkLst>
          </pc:grpChg>
          <pc:picChg chg="del">
            <ac:chgData name="瑜 鄭" userId="ff9595f1-2a48-486b-8ad7-45889a0e32d3" providerId="ADAL" clId="{A93430CE-5C42-43BA-82E3-26E2E43E98ED}" dt="2024-04-29T02:24:31.886" v="6" actId="478"/>
            <ac:picMkLst>
              <pc:docMk/>
              <pc:sldMasterMk cId="0" sldId="2147483648"/>
              <pc:sldLayoutMk cId="1610746076" sldId="2147483673"/>
              <ac:picMk id="2" creationId="{12662548-A6C6-C6F7-3073-5538D5CC1124}"/>
            </ac:picMkLst>
          </pc:picChg>
          <pc:picChg chg="del">
            <ac:chgData name="瑜 鄭" userId="ff9595f1-2a48-486b-8ad7-45889a0e32d3" providerId="ADAL" clId="{A93430CE-5C42-43BA-82E3-26E2E43E98ED}" dt="2024-04-29T02:24:31.465" v="5" actId="478"/>
            <ac:picMkLst>
              <pc:docMk/>
              <pc:sldMasterMk cId="0" sldId="2147483648"/>
              <pc:sldLayoutMk cId="1610746076" sldId="2147483673"/>
              <ac:picMk id="9" creationId="{B5902F10-7401-E5C3-58E8-80962E4B485C}"/>
            </ac:picMkLst>
          </pc:picChg>
          <pc:picChg chg="add">
            <ac:chgData name="瑜 鄭" userId="ff9595f1-2a48-486b-8ad7-45889a0e32d3" providerId="ADAL" clId="{A93430CE-5C42-43BA-82E3-26E2E43E98ED}" dt="2024-04-29T02:26:59.004" v="12"/>
            <ac:picMkLst>
              <pc:docMk/>
              <pc:sldMasterMk cId="0" sldId="2147483648"/>
              <pc:sldLayoutMk cId="1610746076" sldId="2147483673"/>
              <ac:picMk id="42" creationId="{B097F359-BDE5-4F84-AB3D-33D9180878CB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9B53B-620E-3D4A-87BE-77D1486708AD}" type="datetimeFigureOut">
              <a:rPr kumimoji="1" lang="zh-TW" altLang="en-US" smtClean="0"/>
              <a:t>2025/3/19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22C8B-D4FA-6746-A76A-77494DE74E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6126" indent="-296126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kumimoji="1" lang="zh-TW" altLang="en-US" b="1" spc="104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0CC0CC-13C6-4CBF-B31C-E993F1DC339E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761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22C8B-D4FA-6746-A76A-77494DE74EA8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1757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FFC9CAFD-6F99-7E24-27D1-87FD112940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17402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0B6EC3E-CC1E-6051-C553-C051D60AE3DB}"/>
              </a:ext>
            </a:extLst>
          </p:cNvPr>
          <p:cNvSpPr/>
          <p:nvPr userDrawn="1"/>
        </p:nvSpPr>
        <p:spPr>
          <a:xfrm>
            <a:off x="-12701" y="0"/>
            <a:ext cx="12217402" cy="6858000"/>
          </a:xfrm>
          <a:prstGeom prst="rect">
            <a:avLst/>
          </a:prstGeom>
          <a:gradFill flip="none" rotWithShape="1">
            <a:gsLst>
              <a:gs pos="97000">
                <a:srgbClr val="0090D8">
                  <a:alpha val="79000"/>
                </a:srgbClr>
              </a:gs>
              <a:gs pos="63000">
                <a:srgbClr val="0090D8">
                  <a:alpha val="34909"/>
                </a:srgbClr>
              </a:gs>
              <a:gs pos="6000">
                <a:srgbClr val="00B0F0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5" name="Holder 6">
            <a:extLst>
              <a:ext uri="{FF2B5EF4-FFF2-40B4-BE49-F238E27FC236}">
                <a16:creationId xmlns:a16="http://schemas.microsoft.com/office/drawing/2014/main" id="{1BF1F709-AF7C-32F1-88D2-4238A317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9AA4576D-EC9D-A626-AC93-C9C7582E1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grpSp>
        <p:nvGrpSpPr>
          <p:cNvPr id="71" name="圖形 20">
            <a:extLst>
              <a:ext uri="{FF2B5EF4-FFF2-40B4-BE49-F238E27FC236}">
                <a16:creationId xmlns:a16="http://schemas.microsoft.com/office/drawing/2014/main" id="{6D473CA5-CCFE-47AB-A85B-79D37CB729CA}"/>
              </a:ext>
            </a:extLst>
          </p:cNvPr>
          <p:cNvGrpSpPr/>
          <p:nvPr userDrawn="1"/>
        </p:nvGrpSpPr>
        <p:grpSpPr>
          <a:xfrm>
            <a:off x="7308808" y="5652740"/>
            <a:ext cx="410111" cy="409547"/>
            <a:chOff x="8806326" y="6007964"/>
            <a:chExt cx="505337" cy="504642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72" name="手繪多邊形 150">
              <a:extLst>
                <a:ext uri="{FF2B5EF4-FFF2-40B4-BE49-F238E27FC236}">
                  <a16:creationId xmlns:a16="http://schemas.microsoft.com/office/drawing/2014/main" id="{22D7834E-5112-4262-8A64-E0DC42960693}"/>
                </a:ext>
              </a:extLst>
            </p:cNvPr>
            <p:cNvSpPr/>
            <p:nvPr/>
          </p:nvSpPr>
          <p:spPr>
            <a:xfrm>
              <a:off x="8806326" y="6007964"/>
              <a:ext cx="505337" cy="504642"/>
            </a:xfrm>
            <a:custGeom>
              <a:avLst/>
              <a:gdLst>
                <a:gd name="connsiteX0" fmla="*/ 502251 w 505337"/>
                <a:gd name="connsiteY0" fmla="*/ 371198 h 504642"/>
                <a:gd name="connsiteX1" fmla="*/ 427671 w 505337"/>
                <a:gd name="connsiteY1" fmla="*/ 282040 h 504642"/>
                <a:gd name="connsiteX2" fmla="*/ 418349 w 505337"/>
                <a:gd name="connsiteY2" fmla="*/ 276796 h 504642"/>
                <a:gd name="connsiteX3" fmla="*/ 418349 w 505337"/>
                <a:gd name="connsiteY3" fmla="*/ 276796 h 504642"/>
                <a:gd name="connsiteX4" fmla="*/ 404365 w 505337"/>
                <a:gd name="connsiteY4" fmla="*/ 281458 h 504642"/>
                <a:gd name="connsiteX5" fmla="*/ 351926 w 505337"/>
                <a:gd name="connsiteY5" fmla="*/ 325162 h 504642"/>
                <a:gd name="connsiteX6" fmla="*/ 344351 w 505337"/>
                <a:gd name="connsiteY6" fmla="*/ 315839 h 504642"/>
                <a:gd name="connsiteX7" fmla="*/ 413105 w 505337"/>
                <a:gd name="connsiteY7" fmla="*/ 258731 h 504642"/>
                <a:gd name="connsiteX8" fmla="*/ 424758 w 505337"/>
                <a:gd name="connsiteY8" fmla="*/ 237753 h 504642"/>
                <a:gd name="connsiteX9" fmla="*/ 412522 w 505337"/>
                <a:gd name="connsiteY9" fmla="*/ 205703 h 504642"/>
                <a:gd name="connsiteX10" fmla="*/ 346099 w 505337"/>
                <a:gd name="connsiteY10" fmla="*/ 126452 h 504642"/>
                <a:gd name="connsiteX11" fmla="*/ 321045 w 505337"/>
                <a:gd name="connsiteY11" fmla="*/ 110718 h 504642"/>
                <a:gd name="connsiteX12" fmla="*/ 293660 w 505337"/>
                <a:gd name="connsiteY12" fmla="*/ 116546 h 504642"/>
                <a:gd name="connsiteX13" fmla="*/ 225489 w 505337"/>
                <a:gd name="connsiteY13" fmla="*/ 172487 h 504642"/>
                <a:gd name="connsiteX14" fmla="*/ 216749 w 505337"/>
                <a:gd name="connsiteY14" fmla="*/ 161416 h 504642"/>
                <a:gd name="connsiteX15" fmla="*/ 269771 w 505337"/>
                <a:gd name="connsiteY15" fmla="*/ 117128 h 504642"/>
                <a:gd name="connsiteX16" fmla="*/ 273849 w 505337"/>
                <a:gd name="connsiteY16" fmla="*/ 93819 h 504642"/>
                <a:gd name="connsiteX17" fmla="*/ 198686 w 505337"/>
                <a:gd name="connsiteY17" fmla="*/ 5245 h 504642"/>
                <a:gd name="connsiteX18" fmla="*/ 189364 w 505337"/>
                <a:gd name="connsiteY18" fmla="*/ 0 h 504642"/>
                <a:gd name="connsiteX19" fmla="*/ 175380 w 505337"/>
                <a:gd name="connsiteY19" fmla="*/ 5245 h 504642"/>
                <a:gd name="connsiteX20" fmla="*/ 55935 w 505337"/>
                <a:gd name="connsiteY20" fmla="*/ 106057 h 504642"/>
                <a:gd name="connsiteX21" fmla="*/ 51857 w 505337"/>
                <a:gd name="connsiteY21" fmla="*/ 129366 h 504642"/>
                <a:gd name="connsiteX22" fmla="*/ 126437 w 505337"/>
                <a:gd name="connsiteY22" fmla="*/ 217940 h 504642"/>
                <a:gd name="connsiteX23" fmla="*/ 135759 w 505337"/>
                <a:gd name="connsiteY23" fmla="*/ 223185 h 504642"/>
                <a:gd name="connsiteX24" fmla="*/ 135759 w 505337"/>
                <a:gd name="connsiteY24" fmla="*/ 223185 h 504642"/>
                <a:gd name="connsiteX25" fmla="*/ 149743 w 505337"/>
                <a:gd name="connsiteY25" fmla="*/ 218523 h 504642"/>
                <a:gd name="connsiteX26" fmla="*/ 202182 w 505337"/>
                <a:gd name="connsiteY26" fmla="*/ 174818 h 504642"/>
                <a:gd name="connsiteX27" fmla="*/ 210922 w 505337"/>
                <a:gd name="connsiteY27" fmla="*/ 185890 h 504642"/>
                <a:gd name="connsiteX28" fmla="*/ 134011 w 505337"/>
                <a:gd name="connsiteY28" fmla="*/ 250573 h 504642"/>
                <a:gd name="connsiteX29" fmla="*/ 134594 w 505337"/>
                <a:gd name="connsiteY29" fmla="*/ 304184 h 504642"/>
                <a:gd name="connsiteX30" fmla="*/ 143917 w 505337"/>
                <a:gd name="connsiteY30" fmla="*/ 315839 h 504642"/>
                <a:gd name="connsiteX31" fmla="*/ 120610 w 505337"/>
                <a:gd name="connsiteY31" fmla="*/ 335651 h 504642"/>
                <a:gd name="connsiteX32" fmla="*/ 12818 w 505337"/>
                <a:gd name="connsiteY32" fmla="*/ 323414 h 504642"/>
                <a:gd name="connsiteX33" fmla="*/ 0 w 505337"/>
                <a:gd name="connsiteY33" fmla="*/ 327493 h 504642"/>
                <a:gd name="connsiteX34" fmla="*/ 66423 w 505337"/>
                <a:gd name="connsiteY34" fmla="*/ 406744 h 504642"/>
                <a:gd name="connsiteX35" fmla="*/ 50109 w 505337"/>
                <a:gd name="connsiteY35" fmla="*/ 419564 h 504642"/>
                <a:gd name="connsiteX36" fmla="*/ 48943 w 505337"/>
                <a:gd name="connsiteY36" fmla="*/ 438794 h 504642"/>
                <a:gd name="connsiteX37" fmla="*/ 68754 w 505337"/>
                <a:gd name="connsiteY37" fmla="*/ 440542 h 504642"/>
                <a:gd name="connsiteX38" fmla="*/ 84485 w 505337"/>
                <a:gd name="connsiteY38" fmla="*/ 427140 h 504642"/>
                <a:gd name="connsiteX39" fmla="*/ 149743 w 505337"/>
                <a:gd name="connsiteY39" fmla="*/ 504642 h 504642"/>
                <a:gd name="connsiteX40" fmla="*/ 155570 w 505337"/>
                <a:gd name="connsiteY40" fmla="*/ 492988 h 504642"/>
                <a:gd name="connsiteX41" fmla="*/ 165475 w 505337"/>
                <a:gd name="connsiteY41" fmla="*/ 391011 h 504642"/>
                <a:gd name="connsiteX42" fmla="*/ 191112 w 505337"/>
                <a:gd name="connsiteY42" fmla="*/ 369450 h 504642"/>
                <a:gd name="connsiteX43" fmla="*/ 202182 w 505337"/>
                <a:gd name="connsiteY43" fmla="*/ 382852 h 504642"/>
                <a:gd name="connsiteX44" fmla="*/ 228985 w 505337"/>
                <a:gd name="connsiteY44" fmla="*/ 398003 h 504642"/>
                <a:gd name="connsiteX45" fmla="*/ 230150 w 505337"/>
                <a:gd name="connsiteY45" fmla="*/ 398003 h 504642"/>
                <a:gd name="connsiteX46" fmla="*/ 261031 w 505337"/>
                <a:gd name="connsiteY46" fmla="*/ 387514 h 504642"/>
                <a:gd name="connsiteX47" fmla="*/ 330950 w 505337"/>
                <a:gd name="connsiteY47" fmla="*/ 329241 h 504642"/>
                <a:gd name="connsiteX48" fmla="*/ 338524 w 505337"/>
                <a:gd name="connsiteY48" fmla="*/ 338565 h 504642"/>
                <a:gd name="connsiteX49" fmla="*/ 285503 w 505337"/>
                <a:gd name="connsiteY49" fmla="*/ 382852 h 504642"/>
                <a:gd name="connsiteX50" fmla="*/ 278511 w 505337"/>
                <a:gd name="connsiteY50" fmla="*/ 392759 h 504642"/>
                <a:gd name="connsiteX51" fmla="*/ 281424 w 505337"/>
                <a:gd name="connsiteY51" fmla="*/ 406744 h 504642"/>
                <a:gd name="connsiteX52" fmla="*/ 356004 w 505337"/>
                <a:gd name="connsiteY52" fmla="*/ 495902 h 504642"/>
                <a:gd name="connsiteX53" fmla="*/ 365327 w 505337"/>
                <a:gd name="connsiteY53" fmla="*/ 501146 h 504642"/>
                <a:gd name="connsiteX54" fmla="*/ 365327 w 505337"/>
                <a:gd name="connsiteY54" fmla="*/ 501146 h 504642"/>
                <a:gd name="connsiteX55" fmla="*/ 379311 w 505337"/>
                <a:gd name="connsiteY55" fmla="*/ 496484 h 504642"/>
                <a:gd name="connsiteX56" fmla="*/ 499338 w 505337"/>
                <a:gd name="connsiteY56" fmla="*/ 396255 h 504642"/>
                <a:gd name="connsiteX57" fmla="*/ 502251 w 505337"/>
                <a:gd name="connsiteY57" fmla="*/ 371198 h 504642"/>
                <a:gd name="connsiteX58" fmla="*/ 204513 w 505337"/>
                <a:gd name="connsiteY58" fmla="*/ 146265 h 504642"/>
                <a:gd name="connsiteX59" fmla="*/ 176545 w 505337"/>
                <a:gd name="connsiteY59" fmla="*/ 113049 h 504642"/>
                <a:gd name="connsiteX60" fmla="*/ 227819 w 505337"/>
                <a:gd name="connsiteY60" fmla="*/ 69927 h 504642"/>
                <a:gd name="connsiteX61" fmla="*/ 255787 w 505337"/>
                <a:gd name="connsiteY61" fmla="*/ 103143 h 504642"/>
                <a:gd name="connsiteX62" fmla="*/ 204513 w 505337"/>
                <a:gd name="connsiteY62" fmla="*/ 146265 h 504642"/>
                <a:gd name="connsiteX63" fmla="*/ 187616 w 505337"/>
                <a:gd name="connsiteY63" fmla="*/ 21561 h 504642"/>
                <a:gd name="connsiteX64" fmla="*/ 216166 w 505337"/>
                <a:gd name="connsiteY64" fmla="*/ 55359 h 504642"/>
                <a:gd name="connsiteX65" fmla="*/ 164892 w 505337"/>
                <a:gd name="connsiteY65" fmla="*/ 98481 h 504642"/>
                <a:gd name="connsiteX66" fmla="*/ 136342 w 505337"/>
                <a:gd name="connsiteY66" fmla="*/ 64683 h 504642"/>
                <a:gd name="connsiteX67" fmla="*/ 187616 w 505337"/>
                <a:gd name="connsiteY67" fmla="*/ 21561 h 504642"/>
                <a:gd name="connsiteX68" fmla="*/ 120610 w 505337"/>
                <a:gd name="connsiteY68" fmla="*/ 76920 h 504642"/>
                <a:gd name="connsiteX69" fmla="*/ 149161 w 505337"/>
                <a:gd name="connsiteY69" fmla="*/ 110718 h 504642"/>
                <a:gd name="connsiteX70" fmla="*/ 98469 w 505337"/>
                <a:gd name="connsiteY70" fmla="*/ 153257 h 504642"/>
                <a:gd name="connsiteX71" fmla="*/ 69919 w 505337"/>
                <a:gd name="connsiteY71" fmla="*/ 119459 h 504642"/>
                <a:gd name="connsiteX72" fmla="*/ 120610 w 505337"/>
                <a:gd name="connsiteY72" fmla="*/ 76920 h 504642"/>
                <a:gd name="connsiteX73" fmla="*/ 138673 w 505337"/>
                <a:gd name="connsiteY73" fmla="*/ 201624 h 504642"/>
                <a:gd name="connsiteX74" fmla="*/ 110705 w 505337"/>
                <a:gd name="connsiteY74" fmla="*/ 168408 h 504642"/>
                <a:gd name="connsiteX75" fmla="*/ 161396 w 505337"/>
                <a:gd name="connsiteY75" fmla="*/ 125869 h 504642"/>
                <a:gd name="connsiteX76" fmla="*/ 189364 w 505337"/>
                <a:gd name="connsiteY76" fmla="*/ 159085 h 504642"/>
                <a:gd name="connsiteX77" fmla="*/ 138673 w 505337"/>
                <a:gd name="connsiteY77" fmla="*/ 201624 h 504642"/>
                <a:gd name="connsiteX78" fmla="*/ 143917 w 505337"/>
                <a:gd name="connsiteY78" fmla="*/ 471427 h 504642"/>
                <a:gd name="connsiteX79" fmla="*/ 30881 w 505337"/>
                <a:gd name="connsiteY79" fmla="*/ 335069 h 504642"/>
                <a:gd name="connsiteX80" fmla="*/ 132846 w 505337"/>
                <a:gd name="connsiteY80" fmla="*/ 365370 h 504642"/>
                <a:gd name="connsiteX81" fmla="*/ 143917 w 505337"/>
                <a:gd name="connsiteY81" fmla="*/ 471427 h 504642"/>
                <a:gd name="connsiteX82" fmla="*/ 153822 w 505337"/>
                <a:gd name="connsiteY82" fmla="*/ 367701 h 504642"/>
                <a:gd name="connsiteX83" fmla="*/ 145082 w 505337"/>
                <a:gd name="connsiteY83" fmla="*/ 354299 h 504642"/>
                <a:gd name="connsiteX84" fmla="*/ 138090 w 505337"/>
                <a:gd name="connsiteY84" fmla="*/ 347306 h 504642"/>
                <a:gd name="connsiteX85" fmla="*/ 157900 w 505337"/>
                <a:gd name="connsiteY85" fmla="*/ 330990 h 504642"/>
                <a:gd name="connsiteX86" fmla="*/ 174215 w 505337"/>
                <a:gd name="connsiteY86" fmla="*/ 350802 h 504642"/>
                <a:gd name="connsiteX87" fmla="*/ 153822 w 505337"/>
                <a:gd name="connsiteY87" fmla="*/ 367701 h 504642"/>
                <a:gd name="connsiteX88" fmla="*/ 245882 w 505337"/>
                <a:gd name="connsiteY88" fmla="*/ 371781 h 504642"/>
                <a:gd name="connsiteX89" fmla="*/ 229567 w 505337"/>
                <a:gd name="connsiteY89" fmla="*/ 377608 h 504642"/>
                <a:gd name="connsiteX90" fmla="*/ 215584 w 505337"/>
                <a:gd name="connsiteY90" fmla="*/ 369450 h 504642"/>
                <a:gd name="connsiteX91" fmla="*/ 149161 w 505337"/>
                <a:gd name="connsiteY91" fmla="*/ 290199 h 504642"/>
                <a:gd name="connsiteX92" fmla="*/ 146247 w 505337"/>
                <a:gd name="connsiteY92" fmla="*/ 264559 h 504642"/>
                <a:gd name="connsiteX93" fmla="*/ 307061 w 505337"/>
                <a:gd name="connsiteY93" fmla="*/ 131114 h 504642"/>
                <a:gd name="connsiteX94" fmla="*/ 307061 w 505337"/>
                <a:gd name="connsiteY94" fmla="*/ 131114 h 504642"/>
                <a:gd name="connsiteX95" fmla="*/ 314635 w 505337"/>
                <a:gd name="connsiteY95" fmla="*/ 128783 h 504642"/>
                <a:gd name="connsiteX96" fmla="*/ 316966 w 505337"/>
                <a:gd name="connsiteY96" fmla="*/ 128783 h 504642"/>
                <a:gd name="connsiteX97" fmla="*/ 331533 w 505337"/>
                <a:gd name="connsiteY97" fmla="*/ 137524 h 504642"/>
                <a:gd name="connsiteX98" fmla="*/ 397956 w 505337"/>
                <a:gd name="connsiteY98" fmla="*/ 216775 h 504642"/>
                <a:gd name="connsiteX99" fmla="*/ 405530 w 505337"/>
                <a:gd name="connsiteY99" fmla="*/ 234257 h 504642"/>
                <a:gd name="connsiteX100" fmla="*/ 400869 w 505337"/>
                <a:gd name="connsiteY100" fmla="*/ 241832 h 504642"/>
                <a:gd name="connsiteX101" fmla="*/ 245882 w 505337"/>
                <a:gd name="connsiteY101" fmla="*/ 371781 h 504642"/>
                <a:gd name="connsiteX102" fmla="*/ 415435 w 505337"/>
                <a:gd name="connsiteY102" fmla="*/ 298357 h 504642"/>
                <a:gd name="connsiteX103" fmla="*/ 443986 w 505337"/>
                <a:gd name="connsiteY103" fmla="*/ 332155 h 504642"/>
                <a:gd name="connsiteX104" fmla="*/ 393294 w 505337"/>
                <a:gd name="connsiteY104" fmla="*/ 374694 h 504642"/>
                <a:gd name="connsiteX105" fmla="*/ 364744 w 505337"/>
                <a:gd name="connsiteY105" fmla="*/ 340896 h 504642"/>
                <a:gd name="connsiteX106" fmla="*/ 415435 w 505337"/>
                <a:gd name="connsiteY106" fmla="*/ 298357 h 504642"/>
                <a:gd name="connsiteX107" fmla="*/ 349012 w 505337"/>
                <a:gd name="connsiteY107" fmla="*/ 353133 h 504642"/>
                <a:gd name="connsiteX108" fmla="*/ 377563 w 505337"/>
                <a:gd name="connsiteY108" fmla="*/ 386931 h 504642"/>
                <a:gd name="connsiteX109" fmla="*/ 326289 w 505337"/>
                <a:gd name="connsiteY109" fmla="*/ 430053 h 504642"/>
                <a:gd name="connsiteX110" fmla="*/ 297738 w 505337"/>
                <a:gd name="connsiteY110" fmla="*/ 396255 h 504642"/>
                <a:gd name="connsiteX111" fmla="*/ 349012 w 505337"/>
                <a:gd name="connsiteY111" fmla="*/ 353133 h 504642"/>
                <a:gd name="connsiteX112" fmla="*/ 366492 w 505337"/>
                <a:gd name="connsiteY112" fmla="*/ 478420 h 504642"/>
                <a:gd name="connsiteX113" fmla="*/ 338524 w 505337"/>
                <a:gd name="connsiteY113" fmla="*/ 445204 h 504642"/>
                <a:gd name="connsiteX114" fmla="*/ 389798 w 505337"/>
                <a:gd name="connsiteY114" fmla="*/ 402082 h 504642"/>
                <a:gd name="connsiteX115" fmla="*/ 417766 w 505337"/>
                <a:gd name="connsiteY115" fmla="*/ 435298 h 504642"/>
                <a:gd name="connsiteX116" fmla="*/ 366492 w 505337"/>
                <a:gd name="connsiteY116" fmla="*/ 478420 h 504642"/>
                <a:gd name="connsiteX117" fmla="*/ 433498 w 505337"/>
                <a:gd name="connsiteY117" fmla="*/ 422478 h 504642"/>
                <a:gd name="connsiteX118" fmla="*/ 405530 w 505337"/>
                <a:gd name="connsiteY118" fmla="*/ 389262 h 504642"/>
                <a:gd name="connsiteX119" fmla="*/ 456221 w 505337"/>
                <a:gd name="connsiteY119" fmla="*/ 346723 h 504642"/>
                <a:gd name="connsiteX120" fmla="*/ 484189 w 505337"/>
                <a:gd name="connsiteY120" fmla="*/ 379939 h 504642"/>
                <a:gd name="connsiteX121" fmla="*/ 433498 w 505337"/>
                <a:gd name="connsiteY121" fmla="*/ 422478 h 50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505337" h="504642">
                  <a:moveTo>
                    <a:pt x="502251" y="371198"/>
                  </a:moveTo>
                  <a:lnTo>
                    <a:pt x="427671" y="282040"/>
                  </a:lnTo>
                  <a:cubicBezTo>
                    <a:pt x="425341" y="279709"/>
                    <a:pt x="421845" y="277379"/>
                    <a:pt x="418349" y="276796"/>
                  </a:cubicBezTo>
                  <a:lnTo>
                    <a:pt x="418349" y="276796"/>
                  </a:lnTo>
                  <a:cubicBezTo>
                    <a:pt x="413687" y="276213"/>
                    <a:pt x="409026" y="277961"/>
                    <a:pt x="404365" y="281458"/>
                  </a:cubicBezTo>
                  <a:lnTo>
                    <a:pt x="351926" y="325162"/>
                  </a:lnTo>
                  <a:lnTo>
                    <a:pt x="344351" y="315839"/>
                  </a:lnTo>
                  <a:lnTo>
                    <a:pt x="413105" y="258731"/>
                  </a:lnTo>
                  <a:cubicBezTo>
                    <a:pt x="420097" y="252904"/>
                    <a:pt x="424175" y="245911"/>
                    <a:pt x="424758" y="237753"/>
                  </a:cubicBezTo>
                  <a:cubicBezTo>
                    <a:pt x="425923" y="227264"/>
                    <a:pt x="421845" y="215609"/>
                    <a:pt x="412522" y="205703"/>
                  </a:cubicBezTo>
                  <a:lnTo>
                    <a:pt x="346099" y="126452"/>
                  </a:lnTo>
                  <a:cubicBezTo>
                    <a:pt x="339107" y="118294"/>
                    <a:pt x="330367" y="112467"/>
                    <a:pt x="321045" y="110718"/>
                  </a:cubicBezTo>
                  <a:cubicBezTo>
                    <a:pt x="310557" y="108387"/>
                    <a:pt x="301234" y="110718"/>
                    <a:pt x="293660" y="116546"/>
                  </a:cubicBezTo>
                  <a:lnTo>
                    <a:pt x="225489" y="172487"/>
                  </a:lnTo>
                  <a:lnTo>
                    <a:pt x="216749" y="161416"/>
                  </a:lnTo>
                  <a:lnTo>
                    <a:pt x="269771" y="117128"/>
                  </a:lnTo>
                  <a:cubicBezTo>
                    <a:pt x="277345" y="110718"/>
                    <a:pt x="279093" y="100229"/>
                    <a:pt x="273849" y="93819"/>
                  </a:cubicBezTo>
                  <a:lnTo>
                    <a:pt x="198686" y="5245"/>
                  </a:lnTo>
                  <a:cubicBezTo>
                    <a:pt x="195773" y="2914"/>
                    <a:pt x="192860" y="583"/>
                    <a:pt x="189364" y="0"/>
                  </a:cubicBezTo>
                  <a:cubicBezTo>
                    <a:pt x="184703" y="0"/>
                    <a:pt x="180041" y="1748"/>
                    <a:pt x="175380" y="5245"/>
                  </a:cubicBezTo>
                  <a:lnTo>
                    <a:pt x="55935" y="106057"/>
                  </a:lnTo>
                  <a:cubicBezTo>
                    <a:pt x="48361" y="112467"/>
                    <a:pt x="46613" y="122956"/>
                    <a:pt x="51857" y="129366"/>
                  </a:cubicBezTo>
                  <a:lnTo>
                    <a:pt x="126437" y="217940"/>
                  </a:lnTo>
                  <a:cubicBezTo>
                    <a:pt x="128767" y="220271"/>
                    <a:pt x="132263" y="222602"/>
                    <a:pt x="135759" y="223185"/>
                  </a:cubicBezTo>
                  <a:lnTo>
                    <a:pt x="135759" y="223185"/>
                  </a:lnTo>
                  <a:cubicBezTo>
                    <a:pt x="140421" y="223768"/>
                    <a:pt x="145082" y="222019"/>
                    <a:pt x="149743" y="218523"/>
                  </a:cubicBezTo>
                  <a:lnTo>
                    <a:pt x="202182" y="174818"/>
                  </a:lnTo>
                  <a:lnTo>
                    <a:pt x="210922" y="185890"/>
                  </a:lnTo>
                  <a:lnTo>
                    <a:pt x="134011" y="250573"/>
                  </a:lnTo>
                  <a:cubicBezTo>
                    <a:pt x="120028" y="262810"/>
                    <a:pt x="120028" y="286702"/>
                    <a:pt x="134594" y="304184"/>
                  </a:cubicBezTo>
                  <a:lnTo>
                    <a:pt x="143917" y="315839"/>
                  </a:lnTo>
                  <a:lnTo>
                    <a:pt x="120610" y="335651"/>
                  </a:lnTo>
                  <a:cubicBezTo>
                    <a:pt x="87981" y="316421"/>
                    <a:pt x="44282" y="314090"/>
                    <a:pt x="12818" y="323414"/>
                  </a:cubicBezTo>
                  <a:lnTo>
                    <a:pt x="0" y="327493"/>
                  </a:lnTo>
                  <a:lnTo>
                    <a:pt x="66423" y="406744"/>
                  </a:lnTo>
                  <a:lnTo>
                    <a:pt x="50109" y="419564"/>
                  </a:lnTo>
                  <a:cubicBezTo>
                    <a:pt x="44282" y="424226"/>
                    <a:pt x="43699" y="432967"/>
                    <a:pt x="48943" y="438794"/>
                  </a:cubicBezTo>
                  <a:cubicBezTo>
                    <a:pt x="53605" y="444622"/>
                    <a:pt x="62344" y="445787"/>
                    <a:pt x="68754" y="440542"/>
                  </a:cubicBezTo>
                  <a:lnTo>
                    <a:pt x="84485" y="427140"/>
                  </a:lnTo>
                  <a:lnTo>
                    <a:pt x="149743" y="504642"/>
                  </a:lnTo>
                  <a:lnTo>
                    <a:pt x="155570" y="492988"/>
                  </a:lnTo>
                  <a:cubicBezTo>
                    <a:pt x="170136" y="465017"/>
                    <a:pt x="175380" y="425391"/>
                    <a:pt x="165475" y="391011"/>
                  </a:cubicBezTo>
                  <a:lnTo>
                    <a:pt x="191112" y="369450"/>
                  </a:lnTo>
                  <a:lnTo>
                    <a:pt x="202182" y="382852"/>
                  </a:lnTo>
                  <a:cubicBezTo>
                    <a:pt x="209757" y="391593"/>
                    <a:pt x="219080" y="396838"/>
                    <a:pt x="228985" y="398003"/>
                  </a:cubicBezTo>
                  <a:cubicBezTo>
                    <a:pt x="229567" y="398003"/>
                    <a:pt x="229567" y="398003"/>
                    <a:pt x="230150" y="398003"/>
                  </a:cubicBezTo>
                  <a:cubicBezTo>
                    <a:pt x="240638" y="399169"/>
                    <a:pt x="251708" y="395090"/>
                    <a:pt x="261031" y="387514"/>
                  </a:cubicBezTo>
                  <a:lnTo>
                    <a:pt x="330950" y="329241"/>
                  </a:lnTo>
                  <a:lnTo>
                    <a:pt x="338524" y="338565"/>
                  </a:lnTo>
                  <a:lnTo>
                    <a:pt x="285503" y="382852"/>
                  </a:lnTo>
                  <a:cubicBezTo>
                    <a:pt x="282589" y="385183"/>
                    <a:pt x="280259" y="388680"/>
                    <a:pt x="278511" y="392759"/>
                  </a:cubicBezTo>
                  <a:cubicBezTo>
                    <a:pt x="276763" y="398003"/>
                    <a:pt x="277928" y="402665"/>
                    <a:pt x="281424" y="406744"/>
                  </a:cubicBezTo>
                  <a:lnTo>
                    <a:pt x="356004" y="495902"/>
                  </a:lnTo>
                  <a:cubicBezTo>
                    <a:pt x="358335" y="498232"/>
                    <a:pt x="361831" y="500563"/>
                    <a:pt x="365327" y="501146"/>
                  </a:cubicBezTo>
                  <a:lnTo>
                    <a:pt x="365327" y="501146"/>
                  </a:lnTo>
                  <a:cubicBezTo>
                    <a:pt x="369988" y="501729"/>
                    <a:pt x="374649" y="499981"/>
                    <a:pt x="379311" y="496484"/>
                  </a:cubicBezTo>
                  <a:lnTo>
                    <a:pt x="499338" y="396255"/>
                  </a:lnTo>
                  <a:cubicBezTo>
                    <a:pt x="505747" y="388097"/>
                    <a:pt x="507495" y="377608"/>
                    <a:pt x="502251" y="371198"/>
                  </a:cubicBezTo>
                  <a:close/>
                  <a:moveTo>
                    <a:pt x="204513" y="146265"/>
                  </a:moveTo>
                  <a:lnTo>
                    <a:pt x="176545" y="113049"/>
                  </a:lnTo>
                  <a:lnTo>
                    <a:pt x="227819" y="69927"/>
                  </a:lnTo>
                  <a:lnTo>
                    <a:pt x="255787" y="103143"/>
                  </a:lnTo>
                  <a:lnTo>
                    <a:pt x="204513" y="146265"/>
                  </a:lnTo>
                  <a:close/>
                  <a:moveTo>
                    <a:pt x="187616" y="21561"/>
                  </a:moveTo>
                  <a:lnTo>
                    <a:pt x="216166" y="55359"/>
                  </a:lnTo>
                  <a:lnTo>
                    <a:pt x="164892" y="98481"/>
                  </a:lnTo>
                  <a:lnTo>
                    <a:pt x="136342" y="64683"/>
                  </a:lnTo>
                  <a:lnTo>
                    <a:pt x="187616" y="21561"/>
                  </a:lnTo>
                  <a:close/>
                  <a:moveTo>
                    <a:pt x="120610" y="76920"/>
                  </a:moveTo>
                  <a:lnTo>
                    <a:pt x="149161" y="110718"/>
                  </a:lnTo>
                  <a:lnTo>
                    <a:pt x="98469" y="153257"/>
                  </a:lnTo>
                  <a:lnTo>
                    <a:pt x="69919" y="119459"/>
                  </a:lnTo>
                  <a:lnTo>
                    <a:pt x="120610" y="76920"/>
                  </a:lnTo>
                  <a:close/>
                  <a:moveTo>
                    <a:pt x="138673" y="201624"/>
                  </a:moveTo>
                  <a:lnTo>
                    <a:pt x="110705" y="168408"/>
                  </a:lnTo>
                  <a:lnTo>
                    <a:pt x="161396" y="125869"/>
                  </a:lnTo>
                  <a:lnTo>
                    <a:pt x="189364" y="159085"/>
                  </a:lnTo>
                  <a:lnTo>
                    <a:pt x="138673" y="201624"/>
                  </a:lnTo>
                  <a:close/>
                  <a:moveTo>
                    <a:pt x="143917" y="471427"/>
                  </a:moveTo>
                  <a:lnTo>
                    <a:pt x="30881" y="335069"/>
                  </a:lnTo>
                  <a:cubicBezTo>
                    <a:pt x="62344" y="329824"/>
                    <a:pt x="107792" y="336234"/>
                    <a:pt x="132846" y="365370"/>
                  </a:cubicBezTo>
                  <a:cubicBezTo>
                    <a:pt x="156735" y="396255"/>
                    <a:pt x="154404" y="441708"/>
                    <a:pt x="143917" y="471427"/>
                  </a:cubicBezTo>
                  <a:close/>
                  <a:moveTo>
                    <a:pt x="153822" y="367701"/>
                  </a:moveTo>
                  <a:cubicBezTo>
                    <a:pt x="151491" y="363622"/>
                    <a:pt x="147995" y="358960"/>
                    <a:pt x="145082" y="354299"/>
                  </a:cubicBezTo>
                  <a:cubicBezTo>
                    <a:pt x="142751" y="351968"/>
                    <a:pt x="141003" y="349054"/>
                    <a:pt x="138090" y="347306"/>
                  </a:cubicBezTo>
                  <a:lnTo>
                    <a:pt x="157900" y="330990"/>
                  </a:lnTo>
                  <a:lnTo>
                    <a:pt x="174215" y="350802"/>
                  </a:lnTo>
                  <a:lnTo>
                    <a:pt x="153822" y="367701"/>
                  </a:lnTo>
                  <a:close/>
                  <a:moveTo>
                    <a:pt x="245882" y="371781"/>
                  </a:moveTo>
                  <a:cubicBezTo>
                    <a:pt x="240055" y="376442"/>
                    <a:pt x="234811" y="378191"/>
                    <a:pt x="229567" y="377608"/>
                  </a:cubicBezTo>
                  <a:cubicBezTo>
                    <a:pt x="224323" y="377025"/>
                    <a:pt x="219662" y="374111"/>
                    <a:pt x="215584" y="369450"/>
                  </a:cubicBezTo>
                  <a:lnTo>
                    <a:pt x="149161" y="290199"/>
                  </a:lnTo>
                  <a:cubicBezTo>
                    <a:pt x="141586" y="281458"/>
                    <a:pt x="140421" y="269220"/>
                    <a:pt x="146247" y="264559"/>
                  </a:cubicBezTo>
                  <a:lnTo>
                    <a:pt x="307061" y="131114"/>
                  </a:lnTo>
                  <a:lnTo>
                    <a:pt x="307061" y="131114"/>
                  </a:lnTo>
                  <a:cubicBezTo>
                    <a:pt x="309392" y="128783"/>
                    <a:pt x="312305" y="128783"/>
                    <a:pt x="314635" y="128783"/>
                  </a:cubicBezTo>
                  <a:cubicBezTo>
                    <a:pt x="315218" y="128783"/>
                    <a:pt x="316383" y="128783"/>
                    <a:pt x="316966" y="128783"/>
                  </a:cubicBezTo>
                  <a:cubicBezTo>
                    <a:pt x="322210" y="129948"/>
                    <a:pt x="326871" y="133445"/>
                    <a:pt x="331533" y="137524"/>
                  </a:cubicBezTo>
                  <a:lnTo>
                    <a:pt x="397956" y="216775"/>
                  </a:lnTo>
                  <a:cubicBezTo>
                    <a:pt x="403200" y="223185"/>
                    <a:pt x="406113" y="229012"/>
                    <a:pt x="405530" y="234257"/>
                  </a:cubicBezTo>
                  <a:cubicBezTo>
                    <a:pt x="405530" y="237170"/>
                    <a:pt x="403782" y="240084"/>
                    <a:pt x="400869" y="241832"/>
                  </a:cubicBezTo>
                  <a:lnTo>
                    <a:pt x="245882" y="371781"/>
                  </a:lnTo>
                  <a:close/>
                  <a:moveTo>
                    <a:pt x="415435" y="298357"/>
                  </a:moveTo>
                  <a:lnTo>
                    <a:pt x="443986" y="332155"/>
                  </a:lnTo>
                  <a:lnTo>
                    <a:pt x="393294" y="374694"/>
                  </a:lnTo>
                  <a:lnTo>
                    <a:pt x="364744" y="340896"/>
                  </a:lnTo>
                  <a:lnTo>
                    <a:pt x="415435" y="298357"/>
                  </a:lnTo>
                  <a:close/>
                  <a:moveTo>
                    <a:pt x="349012" y="353133"/>
                  </a:moveTo>
                  <a:lnTo>
                    <a:pt x="377563" y="386931"/>
                  </a:lnTo>
                  <a:lnTo>
                    <a:pt x="326289" y="430053"/>
                  </a:lnTo>
                  <a:lnTo>
                    <a:pt x="297738" y="396255"/>
                  </a:lnTo>
                  <a:lnTo>
                    <a:pt x="349012" y="353133"/>
                  </a:lnTo>
                  <a:close/>
                  <a:moveTo>
                    <a:pt x="366492" y="478420"/>
                  </a:moveTo>
                  <a:lnTo>
                    <a:pt x="338524" y="445204"/>
                  </a:lnTo>
                  <a:lnTo>
                    <a:pt x="389798" y="402082"/>
                  </a:lnTo>
                  <a:lnTo>
                    <a:pt x="417766" y="435298"/>
                  </a:lnTo>
                  <a:lnTo>
                    <a:pt x="366492" y="478420"/>
                  </a:lnTo>
                  <a:close/>
                  <a:moveTo>
                    <a:pt x="433498" y="422478"/>
                  </a:moveTo>
                  <a:lnTo>
                    <a:pt x="405530" y="389262"/>
                  </a:lnTo>
                  <a:lnTo>
                    <a:pt x="456221" y="346723"/>
                  </a:lnTo>
                  <a:lnTo>
                    <a:pt x="484189" y="379939"/>
                  </a:lnTo>
                  <a:lnTo>
                    <a:pt x="433498" y="422478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3" name="手繪多邊形 151">
              <a:extLst>
                <a:ext uri="{FF2B5EF4-FFF2-40B4-BE49-F238E27FC236}">
                  <a16:creationId xmlns:a16="http://schemas.microsoft.com/office/drawing/2014/main" id="{356907CB-B6ED-4719-8F35-8D5D27E0E9B7}"/>
                </a:ext>
              </a:extLst>
            </p:cNvPr>
            <p:cNvSpPr/>
            <p:nvPr/>
          </p:nvSpPr>
          <p:spPr>
            <a:xfrm>
              <a:off x="9173984" y="6121043"/>
              <a:ext cx="65409" cy="74559"/>
            </a:xfrm>
            <a:custGeom>
              <a:avLst/>
              <a:gdLst>
                <a:gd name="connsiteX0" fmla="*/ 57683 w 65409"/>
                <a:gd name="connsiteY0" fmla="*/ 38431 h 74559"/>
                <a:gd name="connsiteX1" fmla="*/ 34959 w 65409"/>
                <a:gd name="connsiteY1" fmla="*/ 11042 h 74559"/>
                <a:gd name="connsiteX2" fmla="*/ 0 w 65409"/>
                <a:gd name="connsiteY2" fmla="*/ 4632 h 74559"/>
                <a:gd name="connsiteX3" fmla="*/ 58266 w 65409"/>
                <a:gd name="connsiteY3" fmla="*/ 74560 h 74559"/>
                <a:gd name="connsiteX4" fmla="*/ 57683 w 65409"/>
                <a:gd name="connsiteY4" fmla="*/ 38431 h 7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409" h="74559">
                  <a:moveTo>
                    <a:pt x="57683" y="38431"/>
                  </a:moveTo>
                  <a:lnTo>
                    <a:pt x="34959" y="11042"/>
                  </a:lnTo>
                  <a:cubicBezTo>
                    <a:pt x="25054" y="-612"/>
                    <a:pt x="9323" y="-3526"/>
                    <a:pt x="0" y="4632"/>
                  </a:cubicBezTo>
                  <a:lnTo>
                    <a:pt x="58266" y="74560"/>
                  </a:lnTo>
                  <a:cubicBezTo>
                    <a:pt x="68171" y="66402"/>
                    <a:pt x="67588" y="50085"/>
                    <a:pt x="57683" y="3843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4" name="手繪多邊形 152">
              <a:extLst>
                <a:ext uri="{FF2B5EF4-FFF2-40B4-BE49-F238E27FC236}">
                  <a16:creationId xmlns:a16="http://schemas.microsoft.com/office/drawing/2014/main" id="{6F80EC95-7312-4D3F-B122-5033AB8CD819}"/>
                </a:ext>
              </a:extLst>
            </p:cNvPr>
            <p:cNvSpPr/>
            <p:nvPr/>
          </p:nvSpPr>
          <p:spPr>
            <a:xfrm>
              <a:off x="8991611" y="6258378"/>
              <a:ext cx="82978" cy="82323"/>
            </a:xfrm>
            <a:custGeom>
              <a:avLst/>
              <a:gdLst>
                <a:gd name="connsiteX0" fmla="*/ 78076 w 82978"/>
                <a:gd name="connsiteY0" fmla="*/ 29878 h 82323"/>
                <a:gd name="connsiteX1" fmla="*/ 68754 w 82978"/>
                <a:gd name="connsiteY1" fmla="*/ 23468 h 82323"/>
                <a:gd name="connsiteX2" fmla="*/ 57101 w 82978"/>
                <a:gd name="connsiteY2" fmla="*/ 24633 h 82323"/>
                <a:gd name="connsiteX3" fmla="*/ 58848 w 82978"/>
                <a:gd name="connsiteY3" fmla="*/ 15310 h 82323"/>
                <a:gd name="connsiteX4" fmla="*/ 54770 w 82978"/>
                <a:gd name="connsiteY4" fmla="*/ 6569 h 82323"/>
                <a:gd name="connsiteX5" fmla="*/ 47778 w 82978"/>
                <a:gd name="connsiteY5" fmla="*/ 1324 h 82323"/>
                <a:gd name="connsiteX6" fmla="*/ 39621 w 82978"/>
                <a:gd name="connsiteY6" fmla="*/ 159 h 82323"/>
                <a:gd name="connsiteX7" fmla="*/ 32046 w 82978"/>
                <a:gd name="connsiteY7" fmla="*/ 2490 h 82323"/>
                <a:gd name="connsiteX8" fmla="*/ 22141 w 82978"/>
                <a:gd name="connsiteY8" fmla="*/ 9482 h 82323"/>
                <a:gd name="connsiteX9" fmla="*/ 0 w 82978"/>
                <a:gd name="connsiteY9" fmla="*/ 26964 h 82323"/>
                <a:gd name="connsiteX10" fmla="*/ 44282 w 82978"/>
                <a:gd name="connsiteY10" fmla="*/ 82323 h 82323"/>
                <a:gd name="connsiteX11" fmla="*/ 63510 w 82978"/>
                <a:gd name="connsiteY11" fmla="*/ 67173 h 82323"/>
                <a:gd name="connsiteX12" fmla="*/ 76911 w 82978"/>
                <a:gd name="connsiteY12" fmla="*/ 56101 h 82323"/>
                <a:gd name="connsiteX13" fmla="*/ 82155 w 82978"/>
                <a:gd name="connsiteY13" fmla="*/ 47360 h 82323"/>
                <a:gd name="connsiteX14" fmla="*/ 82737 w 82978"/>
                <a:gd name="connsiteY14" fmla="*/ 38036 h 82323"/>
                <a:gd name="connsiteX15" fmla="*/ 78076 w 82978"/>
                <a:gd name="connsiteY15" fmla="*/ 29878 h 82323"/>
                <a:gd name="connsiteX16" fmla="*/ 28550 w 82978"/>
                <a:gd name="connsiteY16" fmla="*/ 40950 h 82323"/>
                <a:gd name="connsiteX17" fmla="*/ 18062 w 82978"/>
                <a:gd name="connsiteY17" fmla="*/ 28130 h 82323"/>
                <a:gd name="connsiteX18" fmla="*/ 24472 w 82978"/>
                <a:gd name="connsiteY18" fmla="*/ 22885 h 82323"/>
                <a:gd name="connsiteX19" fmla="*/ 33794 w 82978"/>
                <a:gd name="connsiteY19" fmla="*/ 15892 h 82323"/>
                <a:gd name="connsiteX20" fmla="*/ 39621 w 82978"/>
                <a:gd name="connsiteY20" fmla="*/ 14727 h 82323"/>
                <a:gd name="connsiteX21" fmla="*/ 44865 w 82978"/>
                <a:gd name="connsiteY21" fmla="*/ 17641 h 82323"/>
                <a:gd name="connsiteX22" fmla="*/ 46613 w 82978"/>
                <a:gd name="connsiteY22" fmla="*/ 22885 h 82323"/>
                <a:gd name="connsiteX23" fmla="*/ 43699 w 82978"/>
                <a:gd name="connsiteY23" fmla="*/ 28712 h 82323"/>
                <a:gd name="connsiteX24" fmla="*/ 36125 w 82978"/>
                <a:gd name="connsiteY24" fmla="*/ 35122 h 82323"/>
                <a:gd name="connsiteX25" fmla="*/ 28550 w 82978"/>
                <a:gd name="connsiteY25" fmla="*/ 40950 h 82323"/>
                <a:gd name="connsiteX26" fmla="*/ 65840 w 82978"/>
                <a:gd name="connsiteY26" fmla="*/ 49691 h 82323"/>
                <a:gd name="connsiteX27" fmla="*/ 58266 w 82978"/>
                <a:gd name="connsiteY27" fmla="*/ 56101 h 82323"/>
                <a:gd name="connsiteX28" fmla="*/ 48361 w 82978"/>
                <a:gd name="connsiteY28" fmla="*/ 64259 h 82323"/>
                <a:gd name="connsiteX29" fmla="*/ 36125 w 82978"/>
                <a:gd name="connsiteY29" fmla="*/ 49691 h 82323"/>
                <a:gd name="connsiteX30" fmla="*/ 44865 w 82978"/>
                <a:gd name="connsiteY30" fmla="*/ 42115 h 82323"/>
                <a:gd name="connsiteX31" fmla="*/ 55353 w 82978"/>
                <a:gd name="connsiteY31" fmla="*/ 35122 h 82323"/>
                <a:gd name="connsiteX32" fmla="*/ 60596 w 82978"/>
                <a:gd name="connsiteY32" fmla="*/ 35122 h 82323"/>
                <a:gd name="connsiteX33" fmla="*/ 64675 w 82978"/>
                <a:gd name="connsiteY33" fmla="*/ 38619 h 82323"/>
                <a:gd name="connsiteX34" fmla="*/ 67006 w 82978"/>
                <a:gd name="connsiteY34" fmla="*/ 44446 h 82323"/>
                <a:gd name="connsiteX35" fmla="*/ 65840 w 82978"/>
                <a:gd name="connsiteY35" fmla="*/ 49691 h 8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2978" h="82323">
                  <a:moveTo>
                    <a:pt x="78076" y="29878"/>
                  </a:moveTo>
                  <a:cubicBezTo>
                    <a:pt x="75746" y="26964"/>
                    <a:pt x="72250" y="24633"/>
                    <a:pt x="68754" y="23468"/>
                  </a:cubicBezTo>
                  <a:cubicBezTo>
                    <a:pt x="65258" y="22302"/>
                    <a:pt x="61179" y="22885"/>
                    <a:pt x="57101" y="24633"/>
                  </a:cubicBezTo>
                  <a:cubicBezTo>
                    <a:pt x="58266" y="21720"/>
                    <a:pt x="59431" y="18223"/>
                    <a:pt x="58848" y="15310"/>
                  </a:cubicBezTo>
                  <a:cubicBezTo>
                    <a:pt x="58848" y="11813"/>
                    <a:pt x="57101" y="9482"/>
                    <a:pt x="54770" y="6569"/>
                  </a:cubicBezTo>
                  <a:cubicBezTo>
                    <a:pt x="52439" y="4238"/>
                    <a:pt x="50691" y="2490"/>
                    <a:pt x="47778" y="1324"/>
                  </a:cubicBezTo>
                  <a:cubicBezTo>
                    <a:pt x="44865" y="742"/>
                    <a:pt x="42534" y="-424"/>
                    <a:pt x="39621" y="159"/>
                  </a:cubicBezTo>
                  <a:cubicBezTo>
                    <a:pt x="37290" y="742"/>
                    <a:pt x="34377" y="1324"/>
                    <a:pt x="32046" y="2490"/>
                  </a:cubicBezTo>
                  <a:cubicBezTo>
                    <a:pt x="29716" y="4238"/>
                    <a:pt x="26220" y="5986"/>
                    <a:pt x="22141" y="9482"/>
                  </a:cubicBezTo>
                  <a:lnTo>
                    <a:pt x="0" y="26964"/>
                  </a:lnTo>
                  <a:lnTo>
                    <a:pt x="44282" y="82323"/>
                  </a:lnTo>
                  <a:lnTo>
                    <a:pt x="63510" y="67173"/>
                  </a:lnTo>
                  <a:cubicBezTo>
                    <a:pt x="70502" y="61345"/>
                    <a:pt x="75163" y="57849"/>
                    <a:pt x="76911" y="56101"/>
                  </a:cubicBezTo>
                  <a:cubicBezTo>
                    <a:pt x="79242" y="53187"/>
                    <a:pt x="81572" y="50856"/>
                    <a:pt x="82155" y="47360"/>
                  </a:cubicBezTo>
                  <a:cubicBezTo>
                    <a:pt x="82737" y="44446"/>
                    <a:pt x="83320" y="40950"/>
                    <a:pt x="82737" y="38036"/>
                  </a:cubicBezTo>
                  <a:cubicBezTo>
                    <a:pt x="81572" y="35122"/>
                    <a:pt x="79824" y="32209"/>
                    <a:pt x="78076" y="29878"/>
                  </a:cubicBezTo>
                  <a:close/>
                  <a:moveTo>
                    <a:pt x="28550" y="40950"/>
                  </a:moveTo>
                  <a:lnTo>
                    <a:pt x="18062" y="28130"/>
                  </a:lnTo>
                  <a:lnTo>
                    <a:pt x="24472" y="22885"/>
                  </a:lnTo>
                  <a:cubicBezTo>
                    <a:pt x="29716" y="18806"/>
                    <a:pt x="32629" y="15892"/>
                    <a:pt x="33794" y="15892"/>
                  </a:cubicBezTo>
                  <a:cubicBezTo>
                    <a:pt x="35542" y="14144"/>
                    <a:pt x="37290" y="14144"/>
                    <a:pt x="39621" y="14727"/>
                  </a:cubicBezTo>
                  <a:cubicBezTo>
                    <a:pt x="41951" y="15310"/>
                    <a:pt x="43117" y="16475"/>
                    <a:pt x="44865" y="17641"/>
                  </a:cubicBezTo>
                  <a:cubicBezTo>
                    <a:pt x="46613" y="19389"/>
                    <a:pt x="46613" y="21137"/>
                    <a:pt x="46613" y="22885"/>
                  </a:cubicBezTo>
                  <a:cubicBezTo>
                    <a:pt x="46613" y="24633"/>
                    <a:pt x="45447" y="26964"/>
                    <a:pt x="43699" y="28712"/>
                  </a:cubicBezTo>
                  <a:cubicBezTo>
                    <a:pt x="43117" y="29295"/>
                    <a:pt x="40203" y="31626"/>
                    <a:pt x="36125" y="35122"/>
                  </a:cubicBezTo>
                  <a:lnTo>
                    <a:pt x="28550" y="40950"/>
                  </a:lnTo>
                  <a:close/>
                  <a:moveTo>
                    <a:pt x="65840" y="49691"/>
                  </a:moveTo>
                  <a:cubicBezTo>
                    <a:pt x="65258" y="50856"/>
                    <a:pt x="62344" y="52604"/>
                    <a:pt x="58266" y="56101"/>
                  </a:cubicBezTo>
                  <a:lnTo>
                    <a:pt x="48361" y="64259"/>
                  </a:lnTo>
                  <a:lnTo>
                    <a:pt x="36125" y="49691"/>
                  </a:lnTo>
                  <a:lnTo>
                    <a:pt x="44865" y="42115"/>
                  </a:lnTo>
                  <a:cubicBezTo>
                    <a:pt x="50109" y="38036"/>
                    <a:pt x="53605" y="35122"/>
                    <a:pt x="55353" y="35122"/>
                  </a:cubicBezTo>
                  <a:cubicBezTo>
                    <a:pt x="57101" y="33957"/>
                    <a:pt x="58848" y="34540"/>
                    <a:pt x="60596" y="35122"/>
                  </a:cubicBezTo>
                  <a:cubicBezTo>
                    <a:pt x="62344" y="35705"/>
                    <a:pt x="64092" y="36871"/>
                    <a:pt x="64675" y="38619"/>
                  </a:cubicBezTo>
                  <a:cubicBezTo>
                    <a:pt x="66423" y="40367"/>
                    <a:pt x="67006" y="42115"/>
                    <a:pt x="67006" y="44446"/>
                  </a:cubicBezTo>
                  <a:cubicBezTo>
                    <a:pt x="68171" y="46777"/>
                    <a:pt x="67588" y="48525"/>
                    <a:pt x="65840" y="4969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5" name="手繪多邊形 153">
              <a:extLst>
                <a:ext uri="{FF2B5EF4-FFF2-40B4-BE49-F238E27FC236}">
                  <a16:creationId xmlns:a16="http://schemas.microsoft.com/office/drawing/2014/main" id="{346B3960-1522-417C-A8CE-0190BC0ED669}"/>
                </a:ext>
              </a:extLst>
            </p:cNvPr>
            <p:cNvSpPr/>
            <p:nvPr/>
          </p:nvSpPr>
          <p:spPr>
            <a:xfrm>
              <a:off x="9048129" y="6218912"/>
              <a:ext cx="64202" cy="74677"/>
            </a:xfrm>
            <a:custGeom>
              <a:avLst/>
              <a:gdLst>
                <a:gd name="connsiteX0" fmla="*/ 59431 w 64202"/>
                <a:gd name="connsiteY0" fmla="*/ 34381 h 74677"/>
                <a:gd name="connsiteX1" fmla="*/ 43699 w 64202"/>
                <a:gd name="connsiteY1" fmla="*/ 25057 h 74677"/>
                <a:gd name="connsiteX2" fmla="*/ 27385 w 64202"/>
                <a:gd name="connsiteY2" fmla="*/ 29136 h 74677"/>
                <a:gd name="connsiteX3" fmla="*/ 21558 w 64202"/>
                <a:gd name="connsiteY3" fmla="*/ 36712 h 74677"/>
                <a:gd name="connsiteX4" fmla="*/ 15732 w 64202"/>
                <a:gd name="connsiteY4" fmla="*/ 26223 h 74677"/>
                <a:gd name="connsiteX5" fmla="*/ 35542 w 64202"/>
                <a:gd name="connsiteY5" fmla="*/ 9906 h 74677"/>
                <a:gd name="connsiteX6" fmla="*/ 27968 w 64202"/>
                <a:gd name="connsiteY6" fmla="*/ 0 h 74677"/>
                <a:gd name="connsiteX7" fmla="*/ 0 w 64202"/>
                <a:gd name="connsiteY7" fmla="*/ 22726 h 74677"/>
                <a:gd name="connsiteX8" fmla="*/ 18062 w 64202"/>
                <a:gd name="connsiteY8" fmla="*/ 55942 h 74677"/>
                <a:gd name="connsiteX9" fmla="*/ 27385 w 64202"/>
                <a:gd name="connsiteY9" fmla="*/ 50115 h 74677"/>
                <a:gd name="connsiteX10" fmla="*/ 32629 w 64202"/>
                <a:gd name="connsiteY10" fmla="*/ 39626 h 74677"/>
                <a:gd name="connsiteX11" fmla="*/ 40203 w 64202"/>
                <a:gd name="connsiteY11" fmla="*/ 37295 h 74677"/>
                <a:gd name="connsiteX12" fmla="*/ 48361 w 64202"/>
                <a:gd name="connsiteY12" fmla="*/ 42539 h 74677"/>
                <a:gd name="connsiteX13" fmla="*/ 52439 w 64202"/>
                <a:gd name="connsiteY13" fmla="*/ 52446 h 74677"/>
                <a:gd name="connsiteX14" fmla="*/ 48943 w 64202"/>
                <a:gd name="connsiteY14" fmla="*/ 59438 h 74677"/>
                <a:gd name="connsiteX15" fmla="*/ 42534 w 64202"/>
                <a:gd name="connsiteY15" fmla="*/ 61769 h 74677"/>
                <a:gd name="connsiteX16" fmla="*/ 35542 w 64202"/>
                <a:gd name="connsiteY16" fmla="*/ 58273 h 74677"/>
                <a:gd name="connsiteX17" fmla="*/ 25054 w 64202"/>
                <a:gd name="connsiteY17" fmla="*/ 68762 h 74677"/>
                <a:gd name="connsiteX18" fmla="*/ 39621 w 64202"/>
                <a:gd name="connsiteY18" fmla="*/ 74589 h 74677"/>
                <a:gd name="connsiteX19" fmla="*/ 55353 w 64202"/>
                <a:gd name="connsiteY19" fmla="*/ 68762 h 74677"/>
                <a:gd name="connsiteX20" fmla="*/ 64092 w 64202"/>
                <a:gd name="connsiteY20" fmla="*/ 48949 h 74677"/>
                <a:gd name="connsiteX21" fmla="*/ 59431 w 64202"/>
                <a:gd name="connsiteY21" fmla="*/ 34381 h 7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4202" h="74677">
                  <a:moveTo>
                    <a:pt x="59431" y="34381"/>
                  </a:moveTo>
                  <a:cubicBezTo>
                    <a:pt x="55353" y="28554"/>
                    <a:pt x="49526" y="25640"/>
                    <a:pt x="43699" y="25057"/>
                  </a:cubicBezTo>
                  <a:cubicBezTo>
                    <a:pt x="37873" y="24475"/>
                    <a:pt x="32629" y="25640"/>
                    <a:pt x="27385" y="29136"/>
                  </a:cubicBezTo>
                  <a:cubicBezTo>
                    <a:pt x="25054" y="31467"/>
                    <a:pt x="22724" y="33216"/>
                    <a:pt x="21558" y="36712"/>
                  </a:cubicBezTo>
                  <a:lnTo>
                    <a:pt x="15732" y="26223"/>
                  </a:lnTo>
                  <a:lnTo>
                    <a:pt x="35542" y="9906"/>
                  </a:lnTo>
                  <a:lnTo>
                    <a:pt x="27968" y="0"/>
                  </a:lnTo>
                  <a:lnTo>
                    <a:pt x="0" y="22726"/>
                  </a:lnTo>
                  <a:lnTo>
                    <a:pt x="18062" y="55942"/>
                  </a:lnTo>
                  <a:lnTo>
                    <a:pt x="27385" y="50115"/>
                  </a:lnTo>
                  <a:cubicBezTo>
                    <a:pt x="27968" y="45453"/>
                    <a:pt x="29133" y="41956"/>
                    <a:pt x="32629" y="39626"/>
                  </a:cubicBezTo>
                  <a:cubicBezTo>
                    <a:pt x="34959" y="37295"/>
                    <a:pt x="37290" y="37295"/>
                    <a:pt x="40203" y="37295"/>
                  </a:cubicBezTo>
                  <a:cubicBezTo>
                    <a:pt x="43117" y="37295"/>
                    <a:pt x="46030" y="39626"/>
                    <a:pt x="48361" y="42539"/>
                  </a:cubicBezTo>
                  <a:cubicBezTo>
                    <a:pt x="51274" y="46618"/>
                    <a:pt x="53022" y="49532"/>
                    <a:pt x="52439" y="52446"/>
                  </a:cubicBezTo>
                  <a:cubicBezTo>
                    <a:pt x="51857" y="55359"/>
                    <a:pt x="51274" y="57690"/>
                    <a:pt x="48943" y="59438"/>
                  </a:cubicBezTo>
                  <a:cubicBezTo>
                    <a:pt x="47195" y="61186"/>
                    <a:pt x="44865" y="61769"/>
                    <a:pt x="42534" y="61769"/>
                  </a:cubicBezTo>
                  <a:cubicBezTo>
                    <a:pt x="40203" y="61769"/>
                    <a:pt x="37290" y="60021"/>
                    <a:pt x="35542" y="58273"/>
                  </a:cubicBezTo>
                  <a:lnTo>
                    <a:pt x="25054" y="68762"/>
                  </a:lnTo>
                  <a:cubicBezTo>
                    <a:pt x="29133" y="72841"/>
                    <a:pt x="34377" y="75172"/>
                    <a:pt x="39621" y="74589"/>
                  </a:cubicBezTo>
                  <a:cubicBezTo>
                    <a:pt x="44865" y="74589"/>
                    <a:pt x="50109" y="72841"/>
                    <a:pt x="55353" y="68762"/>
                  </a:cubicBezTo>
                  <a:cubicBezTo>
                    <a:pt x="61762" y="63517"/>
                    <a:pt x="64675" y="57107"/>
                    <a:pt x="64092" y="48949"/>
                  </a:cubicBezTo>
                  <a:cubicBezTo>
                    <a:pt x="64675" y="44287"/>
                    <a:pt x="62927" y="39043"/>
                    <a:pt x="59431" y="3438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6" name="手繪多邊形 154">
              <a:extLst>
                <a:ext uri="{FF2B5EF4-FFF2-40B4-BE49-F238E27FC236}">
                  <a16:creationId xmlns:a16="http://schemas.microsoft.com/office/drawing/2014/main" id="{576986E1-9122-4633-B925-7D234093ED00}"/>
                </a:ext>
              </a:extLst>
            </p:cNvPr>
            <p:cNvSpPr/>
            <p:nvPr/>
          </p:nvSpPr>
          <p:spPr>
            <a:xfrm>
              <a:off x="9091849" y="6184442"/>
              <a:ext cx="76890" cy="75240"/>
            </a:xfrm>
            <a:custGeom>
              <a:avLst/>
              <a:gdLst>
                <a:gd name="connsiteX0" fmla="*/ 35522 w 76890"/>
                <a:gd name="connsiteY0" fmla="*/ 34470 h 75240"/>
                <a:gd name="connsiteX1" fmla="*/ 42514 w 76890"/>
                <a:gd name="connsiteY1" fmla="*/ 43793 h 75240"/>
                <a:gd name="connsiteX2" fmla="*/ 55333 w 76890"/>
                <a:gd name="connsiteY2" fmla="*/ 33304 h 75240"/>
                <a:gd name="connsiteX3" fmla="*/ 61159 w 76890"/>
                <a:gd name="connsiteY3" fmla="*/ 40297 h 75240"/>
                <a:gd name="connsiteX4" fmla="*/ 58246 w 76890"/>
                <a:gd name="connsiteY4" fmla="*/ 49038 h 75240"/>
                <a:gd name="connsiteX5" fmla="*/ 52419 w 76890"/>
                <a:gd name="connsiteY5" fmla="*/ 56031 h 75240"/>
                <a:gd name="connsiteX6" fmla="*/ 36688 w 76890"/>
                <a:gd name="connsiteY6" fmla="*/ 60110 h 75240"/>
                <a:gd name="connsiteX7" fmla="*/ 20373 w 76890"/>
                <a:gd name="connsiteY7" fmla="*/ 49038 h 75240"/>
                <a:gd name="connsiteX8" fmla="*/ 13964 w 76890"/>
                <a:gd name="connsiteY8" fmla="*/ 32139 h 75240"/>
                <a:gd name="connsiteX9" fmla="*/ 21538 w 76890"/>
                <a:gd name="connsiteY9" fmla="*/ 18153 h 75240"/>
                <a:gd name="connsiteX10" fmla="*/ 31444 w 76890"/>
                <a:gd name="connsiteY10" fmla="*/ 14074 h 75240"/>
                <a:gd name="connsiteX11" fmla="*/ 41349 w 76890"/>
                <a:gd name="connsiteY11" fmla="*/ 16988 h 75240"/>
                <a:gd name="connsiteX12" fmla="*/ 50671 w 76890"/>
                <a:gd name="connsiteY12" fmla="*/ 5916 h 75240"/>
                <a:gd name="connsiteX13" fmla="*/ 33774 w 76890"/>
                <a:gd name="connsiteY13" fmla="*/ 89 h 75240"/>
                <a:gd name="connsiteX14" fmla="*/ 13964 w 76890"/>
                <a:gd name="connsiteY14" fmla="*/ 8830 h 75240"/>
                <a:gd name="connsiteX15" fmla="*/ 2893 w 76890"/>
                <a:gd name="connsiteY15" fmla="*/ 22232 h 75240"/>
                <a:gd name="connsiteX16" fmla="*/ 563 w 76890"/>
                <a:gd name="connsiteY16" fmla="*/ 41462 h 75240"/>
                <a:gd name="connsiteX17" fmla="*/ 9303 w 76890"/>
                <a:gd name="connsiteY17" fmla="*/ 60110 h 75240"/>
                <a:gd name="connsiteX18" fmla="*/ 24452 w 76890"/>
                <a:gd name="connsiteY18" fmla="*/ 72347 h 75240"/>
                <a:gd name="connsiteX19" fmla="*/ 42514 w 76890"/>
                <a:gd name="connsiteY19" fmla="*/ 74678 h 75240"/>
                <a:gd name="connsiteX20" fmla="*/ 60576 w 76890"/>
                <a:gd name="connsiteY20" fmla="*/ 65937 h 75240"/>
                <a:gd name="connsiteX21" fmla="*/ 71647 w 76890"/>
                <a:gd name="connsiteY21" fmla="*/ 52534 h 75240"/>
                <a:gd name="connsiteX22" fmla="*/ 76891 w 76890"/>
                <a:gd name="connsiteY22" fmla="*/ 38549 h 75240"/>
                <a:gd name="connsiteX23" fmla="*/ 59411 w 76890"/>
                <a:gd name="connsiteY23" fmla="*/ 16405 h 75240"/>
                <a:gd name="connsiteX24" fmla="*/ 35522 w 76890"/>
                <a:gd name="connsiteY24" fmla="*/ 34470 h 75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890" h="75240">
                  <a:moveTo>
                    <a:pt x="35522" y="34470"/>
                  </a:moveTo>
                  <a:lnTo>
                    <a:pt x="42514" y="43793"/>
                  </a:lnTo>
                  <a:lnTo>
                    <a:pt x="55333" y="33304"/>
                  </a:lnTo>
                  <a:lnTo>
                    <a:pt x="61159" y="40297"/>
                  </a:lnTo>
                  <a:cubicBezTo>
                    <a:pt x="60576" y="43210"/>
                    <a:pt x="59411" y="46124"/>
                    <a:pt x="58246" y="49038"/>
                  </a:cubicBezTo>
                  <a:cubicBezTo>
                    <a:pt x="57081" y="51951"/>
                    <a:pt x="54750" y="53700"/>
                    <a:pt x="52419" y="56031"/>
                  </a:cubicBezTo>
                  <a:cubicBezTo>
                    <a:pt x="47758" y="59527"/>
                    <a:pt x="42514" y="61275"/>
                    <a:pt x="36688" y="60110"/>
                  </a:cubicBezTo>
                  <a:cubicBezTo>
                    <a:pt x="30861" y="58944"/>
                    <a:pt x="25617" y="55448"/>
                    <a:pt x="20373" y="49038"/>
                  </a:cubicBezTo>
                  <a:cubicBezTo>
                    <a:pt x="15712" y="42628"/>
                    <a:pt x="13381" y="37383"/>
                    <a:pt x="13964" y="32139"/>
                  </a:cubicBezTo>
                  <a:cubicBezTo>
                    <a:pt x="14546" y="26894"/>
                    <a:pt x="16877" y="21650"/>
                    <a:pt x="21538" y="18153"/>
                  </a:cubicBezTo>
                  <a:cubicBezTo>
                    <a:pt x="24452" y="15822"/>
                    <a:pt x="27948" y="14074"/>
                    <a:pt x="31444" y="14074"/>
                  </a:cubicBezTo>
                  <a:cubicBezTo>
                    <a:pt x="34940" y="14074"/>
                    <a:pt x="37853" y="14657"/>
                    <a:pt x="41349" y="16988"/>
                  </a:cubicBezTo>
                  <a:lnTo>
                    <a:pt x="50671" y="5916"/>
                  </a:lnTo>
                  <a:cubicBezTo>
                    <a:pt x="45427" y="1837"/>
                    <a:pt x="39601" y="-494"/>
                    <a:pt x="33774" y="89"/>
                  </a:cubicBezTo>
                  <a:cubicBezTo>
                    <a:pt x="27365" y="89"/>
                    <a:pt x="20956" y="3002"/>
                    <a:pt x="13964" y="8830"/>
                  </a:cubicBezTo>
                  <a:cubicBezTo>
                    <a:pt x="8720" y="12909"/>
                    <a:pt x="5224" y="17570"/>
                    <a:pt x="2893" y="22232"/>
                  </a:cubicBezTo>
                  <a:cubicBezTo>
                    <a:pt x="-20" y="28642"/>
                    <a:pt x="-603" y="35052"/>
                    <a:pt x="563" y="41462"/>
                  </a:cubicBezTo>
                  <a:cubicBezTo>
                    <a:pt x="1728" y="47872"/>
                    <a:pt x="4641" y="54282"/>
                    <a:pt x="9303" y="60110"/>
                  </a:cubicBezTo>
                  <a:cubicBezTo>
                    <a:pt x="13381" y="65354"/>
                    <a:pt x="18625" y="69433"/>
                    <a:pt x="24452" y="72347"/>
                  </a:cubicBezTo>
                  <a:cubicBezTo>
                    <a:pt x="30278" y="75261"/>
                    <a:pt x="36688" y="75843"/>
                    <a:pt x="42514" y="74678"/>
                  </a:cubicBezTo>
                  <a:cubicBezTo>
                    <a:pt x="48341" y="73512"/>
                    <a:pt x="54750" y="70599"/>
                    <a:pt x="60576" y="65937"/>
                  </a:cubicBezTo>
                  <a:cubicBezTo>
                    <a:pt x="65238" y="62441"/>
                    <a:pt x="68734" y="57779"/>
                    <a:pt x="71647" y="52534"/>
                  </a:cubicBezTo>
                  <a:cubicBezTo>
                    <a:pt x="74560" y="46707"/>
                    <a:pt x="76891" y="42628"/>
                    <a:pt x="76891" y="38549"/>
                  </a:cubicBezTo>
                  <a:lnTo>
                    <a:pt x="59411" y="16405"/>
                  </a:lnTo>
                  <a:lnTo>
                    <a:pt x="35522" y="34470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77" name="圖形 24">
            <a:extLst>
              <a:ext uri="{FF2B5EF4-FFF2-40B4-BE49-F238E27FC236}">
                <a16:creationId xmlns:a16="http://schemas.microsoft.com/office/drawing/2014/main" id="{E7AB7749-EA98-4C32-8971-659400951930}"/>
              </a:ext>
            </a:extLst>
          </p:cNvPr>
          <p:cNvGrpSpPr/>
          <p:nvPr userDrawn="1"/>
        </p:nvGrpSpPr>
        <p:grpSpPr>
          <a:xfrm>
            <a:off x="5364117" y="5608722"/>
            <a:ext cx="347657" cy="414333"/>
            <a:chOff x="6257100" y="5991336"/>
            <a:chExt cx="428381" cy="510539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78" name="手繪多邊形 140">
              <a:extLst>
                <a:ext uri="{FF2B5EF4-FFF2-40B4-BE49-F238E27FC236}">
                  <a16:creationId xmlns:a16="http://schemas.microsoft.com/office/drawing/2014/main" id="{3AB906E9-3394-4318-B7B3-43BD1CA50B9F}"/>
                </a:ext>
              </a:extLst>
            </p:cNvPr>
            <p:cNvSpPr/>
            <p:nvPr/>
          </p:nvSpPr>
          <p:spPr>
            <a:xfrm>
              <a:off x="6357424" y="6358475"/>
              <a:ext cx="51232" cy="81634"/>
            </a:xfrm>
            <a:custGeom>
              <a:avLst/>
              <a:gdLst>
                <a:gd name="connsiteX0" fmla="*/ 13346 w 51232"/>
                <a:gd name="connsiteY0" fmla="*/ 51831 h 81634"/>
                <a:gd name="connsiteX1" fmla="*/ 24109 w 51232"/>
                <a:gd name="connsiteY1" fmla="*/ 51831 h 81634"/>
                <a:gd name="connsiteX2" fmla="*/ 36594 w 51232"/>
                <a:gd name="connsiteY2" fmla="*/ 81635 h 81634"/>
                <a:gd name="connsiteX3" fmla="*/ 51232 w 51232"/>
                <a:gd name="connsiteY3" fmla="*/ 81635 h 81634"/>
                <a:gd name="connsiteX4" fmla="*/ 51232 w 51232"/>
                <a:gd name="connsiteY4" fmla="*/ 80771 h 81634"/>
                <a:gd name="connsiteX5" fmla="*/ 37025 w 51232"/>
                <a:gd name="connsiteY5" fmla="*/ 47512 h 81634"/>
                <a:gd name="connsiteX6" fmla="*/ 46066 w 51232"/>
                <a:gd name="connsiteY6" fmla="*/ 38442 h 81634"/>
                <a:gd name="connsiteX7" fmla="*/ 49079 w 51232"/>
                <a:gd name="connsiteY7" fmla="*/ 24620 h 81634"/>
                <a:gd name="connsiteX8" fmla="*/ 42622 w 51232"/>
                <a:gd name="connsiteY8" fmla="*/ 6479 h 81634"/>
                <a:gd name="connsiteX9" fmla="*/ 24540 w 51232"/>
                <a:gd name="connsiteY9" fmla="*/ 0 h 81634"/>
                <a:gd name="connsiteX10" fmla="*/ 0 w 51232"/>
                <a:gd name="connsiteY10" fmla="*/ 0 h 81634"/>
                <a:gd name="connsiteX11" fmla="*/ 0 w 51232"/>
                <a:gd name="connsiteY11" fmla="*/ 81635 h 81634"/>
                <a:gd name="connsiteX12" fmla="*/ 13777 w 51232"/>
                <a:gd name="connsiteY12" fmla="*/ 81635 h 81634"/>
                <a:gd name="connsiteX13" fmla="*/ 13777 w 51232"/>
                <a:gd name="connsiteY13" fmla="*/ 51831 h 81634"/>
                <a:gd name="connsiteX14" fmla="*/ 13346 w 51232"/>
                <a:gd name="connsiteY14" fmla="*/ 13390 h 81634"/>
                <a:gd name="connsiteX15" fmla="*/ 24109 w 51232"/>
                <a:gd name="connsiteY15" fmla="*/ 13390 h 81634"/>
                <a:gd name="connsiteX16" fmla="*/ 32289 w 51232"/>
                <a:gd name="connsiteY16" fmla="*/ 16845 h 81634"/>
                <a:gd name="connsiteX17" fmla="*/ 34872 w 51232"/>
                <a:gd name="connsiteY17" fmla="*/ 25916 h 81634"/>
                <a:gd name="connsiteX18" fmla="*/ 31859 w 51232"/>
                <a:gd name="connsiteY18" fmla="*/ 34986 h 81634"/>
                <a:gd name="connsiteX19" fmla="*/ 24109 w 51232"/>
                <a:gd name="connsiteY19" fmla="*/ 38010 h 81634"/>
                <a:gd name="connsiteX20" fmla="*/ 13346 w 51232"/>
                <a:gd name="connsiteY20" fmla="*/ 38010 h 81634"/>
                <a:gd name="connsiteX21" fmla="*/ 13346 w 51232"/>
                <a:gd name="connsiteY21" fmla="*/ 13390 h 8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232" h="81634">
                  <a:moveTo>
                    <a:pt x="13346" y="51831"/>
                  </a:moveTo>
                  <a:lnTo>
                    <a:pt x="24109" y="51831"/>
                  </a:lnTo>
                  <a:lnTo>
                    <a:pt x="36594" y="81635"/>
                  </a:lnTo>
                  <a:lnTo>
                    <a:pt x="51232" y="81635"/>
                  </a:lnTo>
                  <a:lnTo>
                    <a:pt x="51232" y="80771"/>
                  </a:lnTo>
                  <a:lnTo>
                    <a:pt x="37025" y="47512"/>
                  </a:lnTo>
                  <a:cubicBezTo>
                    <a:pt x="40900" y="45353"/>
                    <a:pt x="43913" y="42329"/>
                    <a:pt x="46066" y="38442"/>
                  </a:cubicBezTo>
                  <a:cubicBezTo>
                    <a:pt x="48218" y="34554"/>
                    <a:pt x="49079" y="30235"/>
                    <a:pt x="49079" y="24620"/>
                  </a:cubicBezTo>
                  <a:cubicBezTo>
                    <a:pt x="49079" y="16845"/>
                    <a:pt x="46927" y="10798"/>
                    <a:pt x="42622" y="6479"/>
                  </a:cubicBezTo>
                  <a:cubicBezTo>
                    <a:pt x="38316" y="2160"/>
                    <a:pt x="32289" y="0"/>
                    <a:pt x="24540" y="0"/>
                  </a:cubicBezTo>
                  <a:lnTo>
                    <a:pt x="0" y="0"/>
                  </a:lnTo>
                  <a:lnTo>
                    <a:pt x="0" y="81635"/>
                  </a:lnTo>
                  <a:lnTo>
                    <a:pt x="13777" y="81635"/>
                  </a:lnTo>
                  <a:lnTo>
                    <a:pt x="13777" y="51831"/>
                  </a:lnTo>
                  <a:close/>
                  <a:moveTo>
                    <a:pt x="13346" y="13390"/>
                  </a:moveTo>
                  <a:lnTo>
                    <a:pt x="24109" y="13390"/>
                  </a:lnTo>
                  <a:cubicBezTo>
                    <a:pt x="27553" y="13390"/>
                    <a:pt x="30567" y="14686"/>
                    <a:pt x="32289" y="16845"/>
                  </a:cubicBezTo>
                  <a:cubicBezTo>
                    <a:pt x="34011" y="19005"/>
                    <a:pt x="34872" y="22028"/>
                    <a:pt x="34872" y="25916"/>
                  </a:cubicBezTo>
                  <a:cubicBezTo>
                    <a:pt x="34872" y="29803"/>
                    <a:pt x="34011" y="32827"/>
                    <a:pt x="31859" y="34986"/>
                  </a:cubicBezTo>
                  <a:cubicBezTo>
                    <a:pt x="30136" y="37146"/>
                    <a:pt x="27553" y="38010"/>
                    <a:pt x="24109" y="38010"/>
                  </a:cubicBezTo>
                  <a:lnTo>
                    <a:pt x="13346" y="38010"/>
                  </a:lnTo>
                  <a:lnTo>
                    <a:pt x="13346" y="13390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9" name="手繪多邊形 141">
              <a:extLst>
                <a:ext uri="{FF2B5EF4-FFF2-40B4-BE49-F238E27FC236}">
                  <a16:creationId xmlns:a16="http://schemas.microsoft.com/office/drawing/2014/main" id="{0EF945FC-457C-456A-8606-3634C715EB5C}"/>
                </a:ext>
              </a:extLst>
            </p:cNvPr>
            <p:cNvSpPr/>
            <p:nvPr/>
          </p:nvSpPr>
          <p:spPr>
            <a:xfrm>
              <a:off x="6413391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4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0" name="手繪多邊形 142">
              <a:extLst>
                <a:ext uri="{FF2B5EF4-FFF2-40B4-BE49-F238E27FC236}">
                  <a16:creationId xmlns:a16="http://schemas.microsoft.com/office/drawing/2014/main" id="{4EACD0C1-EFCD-482B-A478-A5D5AF98C7A1}"/>
                </a:ext>
              </a:extLst>
            </p:cNvPr>
            <p:cNvSpPr/>
            <p:nvPr/>
          </p:nvSpPr>
          <p:spPr>
            <a:xfrm>
              <a:off x="6468068" y="6354156"/>
              <a:ext cx="44343" cy="87249"/>
            </a:xfrm>
            <a:custGeom>
              <a:avLst/>
              <a:gdLst>
                <a:gd name="connsiteX0" fmla="*/ 12055 w 44343"/>
                <a:gd name="connsiteY0" fmla="*/ 79475 h 87249"/>
                <a:gd name="connsiteX1" fmla="*/ 24970 w 44343"/>
                <a:gd name="connsiteY1" fmla="*/ 87250 h 87249"/>
                <a:gd name="connsiteX2" fmla="*/ 39177 w 44343"/>
                <a:gd name="connsiteY2" fmla="*/ 79043 h 87249"/>
                <a:gd name="connsiteX3" fmla="*/ 44344 w 44343"/>
                <a:gd name="connsiteY3" fmla="*/ 56151 h 87249"/>
                <a:gd name="connsiteX4" fmla="*/ 44344 w 44343"/>
                <a:gd name="connsiteY4" fmla="*/ 55287 h 87249"/>
                <a:gd name="connsiteX5" fmla="*/ 39177 w 44343"/>
                <a:gd name="connsiteY5" fmla="*/ 32395 h 87249"/>
                <a:gd name="connsiteX6" fmla="*/ 24970 w 44343"/>
                <a:gd name="connsiteY6" fmla="*/ 24188 h 87249"/>
                <a:gd name="connsiteX7" fmla="*/ 12916 w 44343"/>
                <a:gd name="connsiteY7" fmla="*/ 30667 h 87249"/>
                <a:gd name="connsiteX8" fmla="*/ 12916 w 44343"/>
                <a:gd name="connsiteY8" fmla="*/ 0 h 87249"/>
                <a:gd name="connsiteX9" fmla="*/ 0 w 44343"/>
                <a:gd name="connsiteY9" fmla="*/ 0 h 87249"/>
                <a:gd name="connsiteX10" fmla="*/ 0 w 44343"/>
                <a:gd name="connsiteY10" fmla="*/ 85954 h 87249"/>
                <a:gd name="connsiteX11" fmla="*/ 11624 w 44343"/>
                <a:gd name="connsiteY11" fmla="*/ 85954 h 87249"/>
                <a:gd name="connsiteX12" fmla="*/ 12055 w 44343"/>
                <a:gd name="connsiteY12" fmla="*/ 79475 h 87249"/>
                <a:gd name="connsiteX13" fmla="*/ 12916 w 44343"/>
                <a:gd name="connsiteY13" fmla="*/ 43625 h 87249"/>
                <a:gd name="connsiteX14" fmla="*/ 21526 w 44343"/>
                <a:gd name="connsiteY14" fmla="*/ 37146 h 87249"/>
                <a:gd name="connsiteX15" fmla="*/ 28414 w 44343"/>
                <a:gd name="connsiteY15" fmla="*/ 41465 h 87249"/>
                <a:gd name="connsiteX16" fmla="*/ 30567 w 44343"/>
                <a:gd name="connsiteY16" fmla="*/ 54855 h 87249"/>
                <a:gd name="connsiteX17" fmla="*/ 29706 w 44343"/>
                <a:gd name="connsiteY17" fmla="*/ 66085 h 87249"/>
                <a:gd name="connsiteX18" fmla="*/ 21526 w 44343"/>
                <a:gd name="connsiteY18" fmla="*/ 73860 h 87249"/>
                <a:gd name="connsiteX19" fmla="*/ 12916 w 44343"/>
                <a:gd name="connsiteY19" fmla="*/ 67381 h 87249"/>
                <a:gd name="connsiteX20" fmla="*/ 12916 w 44343"/>
                <a:gd name="connsiteY20" fmla="*/ 43625 h 87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43" h="87249">
                  <a:moveTo>
                    <a:pt x="12055" y="79475"/>
                  </a:moveTo>
                  <a:cubicBezTo>
                    <a:pt x="15068" y="84658"/>
                    <a:pt x="19373" y="87250"/>
                    <a:pt x="24970" y="87250"/>
                  </a:cubicBezTo>
                  <a:cubicBezTo>
                    <a:pt x="30998" y="87250"/>
                    <a:pt x="35733" y="84658"/>
                    <a:pt x="39177" y="79043"/>
                  </a:cubicBezTo>
                  <a:cubicBezTo>
                    <a:pt x="42622" y="73428"/>
                    <a:pt x="44344" y="66085"/>
                    <a:pt x="44344" y="56151"/>
                  </a:cubicBezTo>
                  <a:lnTo>
                    <a:pt x="44344" y="55287"/>
                  </a:lnTo>
                  <a:cubicBezTo>
                    <a:pt x="44344" y="45353"/>
                    <a:pt x="42622" y="37578"/>
                    <a:pt x="39177" y="32395"/>
                  </a:cubicBezTo>
                  <a:cubicBezTo>
                    <a:pt x="35733" y="26780"/>
                    <a:pt x="30998" y="24188"/>
                    <a:pt x="24970" y="24188"/>
                  </a:cubicBezTo>
                  <a:cubicBezTo>
                    <a:pt x="20235" y="24188"/>
                    <a:pt x="15929" y="26348"/>
                    <a:pt x="12916" y="30667"/>
                  </a:cubicBezTo>
                  <a:lnTo>
                    <a:pt x="12916" y="0"/>
                  </a:lnTo>
                  <a:lnTo>
                    <a:pt x="0" y="0"/>
                  </a:lnTo>
                  <a:lnTo>
                    <a:pt x="0" y="85954"/>
                  </a:lnTo>
                  <a:lnTo>
                    <a:pt x="11624" y="85954"/>
                  </a:lnTo>
                  <a:lnTo>
                    <a:pt x="12055" y="79475"/>
                  </a:lnTo>
                  <a:close/>
                  <a:moveTo>
                    <a:pt x="12916" y="43625"/>
                  </a:moveTo>
                  <a:cubicBezTo>
                    <a:pt x="14638" y="39306"/>
                    <a:pt x="17221" y="37146"/>
                    <a:pt x="21526" y="37146"/>
                  </a:cubicBezTo>
                  <a:cubicBezTo>
                    <a:pt x="24540" y="37146"/>
                    <a:pt x="27123" y="38442"/>
                    <a:pt x="28414" y="41465"/>
                  </a:cubicBezTo>
                  <a:cubicBezTo>
                    <a:pt x="30136" y="44489"/>
                    <a:pt x="30567" y="48808"/>
                    <a:pt x="30567" y="54855"/>
                  </a:cubicBezTo>
                  <a:cubicBezTo>
                    <a:pt x="30567" y="60038"/>
                    <a:pt x="30136" y="63494"/>
                    <a:pt x="29706" y="66085"/>
                  </a:cubicBezTo>
                  <a:cubicBezTo>
                    <a:pt x="28414" y="71268"/>
                    <a:pt x="25401" y="73860"/>
                    <a:pt x="21526" y="73860"/>
                  </a:cubicBezTo>
                  <a:cubicBezTo>
                    <a:pt x="17221" y="73860"/>
                    <a:pt x="14638" y="71700"/>
                    <a:pt x="12916" y="67381"/>
                  </a:cubicBezTo>
                  <a:lnTo>
                    <a:pt x="12916" y="43625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1" name="手繪多邊形 143">
              <a:extLst>
                <a:ext uri="{FF2B5EF4-FFF2-40B4-BE49-F238E27FC236}">
                  <a16:creationId xmlns:a16="http://schemas.microsoft.com/office/drawing/2014/main" id="{656FCE4F-6D3B-4057-9678-204DAEF03235}"/>
                </a:ext>
              </a:extLst>
            </p:cNvPr>
            <p:cNvSpPr/>
            <p:nvPr/>
          </p:nvSpPr>
          <p:spPr>
            <a:xfrm>
              <a:off x="6518008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5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" name="手繪多邊形 144">
              <a:extLst>
                <a:ext uri="{FF2B5EF4-FFF2-40B4-BE49-F238E27FC236}">
                  <a16:creationId xmlns:a16="http://schemas.microsoft.com/office/drawing/2014/main" id="{0B53F1EB-1204-45FA-A456-0A9CBA02E539}"/>
                </a:ext>
              </a:extLst>
            </p:cNvPr>
            <p:cNvSpPr/>
            <p:nvPr/>
          </p:nvSpPr>
          <p:spPr>
            <a:xfrm>
              <a:off x="6567948" y="6364523"/>
              <a:ext cx="29275" cy="76451"/>
            </a:xfrm>
            <a:custGeom>
              <a:avLst/>
              <a:gdLst>
                <a:gd name="connsiteX0" fmla="*/ 7319 w 29275"/>
                <a:gd name="connsiteY0" fmla="*/ 59174 h 76451"/>
                <a:gd name="connsiteX1" fmla="*/ 21526 w 29275"/>
                <a:gd name="connsiteY1" fmla="*/ 76451 h 76451"/>
                <a:gd name="connsiteX2" fmla="*/ 29275 w 29275"/>
                <a:gd name="connsiteY2" fmla="*/ 75156 h 76451"/>
                <a:gd name="connsiteX3" fmla="*/ 29275 w 29275"/>
                <a:gd name="connsiteY3" fmla="*/ 63062 h 76451"/>
                <a:gd name="connsiteX4" fmla="*/ 25401 w 29275"/>
                <a:gd name="connsiteY4" fmla="*/ 63494 h 76451"/>
                <a:gd name="connsiteX5" fmla="*/ 21526 w 29275"/>
                <a:gd name="connsiteY5" fmla="*/ 62198 h 76451"/>
                <a:gd name="connsiteX6" fmla="*/ 20234 w 29275"/>
                <a:gd name="connsiteY6" fmla="*/ 57015 h 76451"/>
                <a:gd name="connsiteX7" fmla="*/ 20234 w 29275"/>
                <a:gd name="connsiteY7" fmla="*/ 26780 h 76451"/>
                <a:gd name="connsiteX8" fmla="*/ 28845 w 29275"/>
                <a:gd name="connsiteY8" fmla="*/ 26780 h 76451"/>
                <a:gd name="connsiteX9" fmla="*/ 28845 w 29275"/>
                <a:gd name="connsiteY9" fmla="*/ 15118 h 76451"/>
                <a:gd name="connsiteX10" fmla="*/ 20234 w 29275"/>
                <a:gd name="connsiteY10" fmla="*/ 15118 h 76451"/>
                <a:gd name="connsiteX11" fmla="*/ 20234 w 29275"/>
                <a:gd name="connsiteY11" fmla="*/ 0 h 76451"/>
                <a:gd name="connsiteX12" fmla="*/ 7319 w 29275"/>
                <a:gd name="connsiteY12" fmla="*/ 0 h 76451"/>
                <a:gd name="connsiteX13" fmla="*/ 7319 w 29275"/>
                <a:gd name="connsiteY13" fmla="*/ 15118 h 76451"/>
                <a:gd name="connsiteX14" fmla="*/ 0 w 29275"/>
                <a:gd name="connsiteY14" fmla="*/ 15118 h 76451"/>
                <a:gd name="connsiteX15" fmla="*/ 0 w 29275"/>
                <a:gd name="connsiteY15" fmla="*/ 26780 h 76451"/>
                <a:gd name="connsiteX16" fmla="*/ 7319 w 29275"/>
                <a:gd name="connsiteY16" fmla="*/ 26780 h 76451"/>
                <a:gd name="connsiteX17" fmla="*/ 7319 w 29275"/>
                <a:gd name="connsiteY17" fmla="*/ 59174 h 76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275" h="76451">
                  <a:moveTo>
                    <a:pt x="7319" y="59174"/>
                  </a:moveTo>
                  <a:cubicBezTo>
                    <a:pt x="7319" y="70836"/>
                    <a:pt x="12055" y="76451"/>
                    <a:pt x="21526" y="76451"/>
                  </a:cubicBezTo>
                  <a:cubicBezTo>
                    <a:pt x="24109" y="76451"/>
                    <a:pt x="26692" y="76019"/>
                    <a:pt x="29275" y="75156"/>
                  </a:cubicBezTo>
                  <a:lnTo>
                    <a:pt x="29275" y="63062"/>
                  </a:lnTo>
                  <a:cubicBezTo>
                    <a:pt x="27984" y="63494"/>
                    <a:pt x="26692" y="63494"/>
                    <a:pt x="25401" y="63494"/>
                  </a:cubicBezTo>
                  <a:cubicBezTo>
                    <a:pt x="23248" y="63494"/>
                    <a:pt x="21957" y="63062"/>
                    <a:pt x="21526" y="62198"/>
                  </a:cubicBezTo>
                  <a:cubicBezTo>
                    <a:pt x="21096" y="61334"/>
                    <a:pt x="20234" y="59174"/>
                    <a:pt x="20234" y="57015"/>
                  </a:cubicBezTo>
                  <a:lnTo>
                    <a:pt x="20234" y="26780"/>
                  </a:lnTo>
                  <a:lnTo>
                    <a:pt x="28845" y="26780"/>
                  </a:lnTo>
                  <a:lnTo>
                    <a:pt x="28845" y="15118"/>
                  </a:lnTo>
                  <a:lnTo>
                    <a:pt x="20234" y="15118"/>
                  </a:lnTo>
                  <a:lnTo>
                    <a:pt x="20234" y="0"/>
                  </a:lnTo>
                  <a:lnTo>
                    <a:pt x="7319" y="0"/>
                  </a:lnTo>
                  <a:lnTo>
                    <a:pt x="7319" y="15118"/>
                  </a:lnTo>
                  <a:lnTo>
                    <a:pt x="0" y="15118"/>
                  </a:lnTo>
                  <a:lnTo>
                    <a:pt x="0" y="26780"/>
                  </a:lnTo>
                  <a:lnTo>
                    <a:pt x="7319" y="26780"/>
                  </a:lnTo>
                  <a:lnTo>
                    <a:pt x="7319" y="59174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" name="手繪多邊形 145">
              <a:extLst>
                <a:ext uri="{FF2B5EF4-FFF2-40B4-BE49-F238E27FC236}">
                  <a16:creationId xmlns:a16="http://schemas.microsoft.com/office/drawing/2014/main" id="{4C590CCF-1C08-46A4-A2EB-7DED1D443DB4}"/>
                </a:ext>
              </a:extLst>
            </p:cNvPr>
            <p:cNvSpPr/>
            <p:nvPr/>
          </p:nvSpPr>
          <p:spPr>
            <a:xfrm>
              <a:off x="6299734" y="5991336"/>
              <a:ext cx="343125" cy="510539"/>
            </a:xfrm>
            <a:custGeom>
              <a:avLst/>
              <a:gdLst>
                <a:gd name="connsiteX0" fmla="*/ 334946 w 343125"/>
                <a:gd name="connsiteY0" fmla="*/ 54855 h 510539"/>
                <a:gd name="connsiteX1" fmla="*/ 315142 w 343125"/>
                <a:gd name="connsiteY1" fmla="*/ 46648 h 510539"/>
                <a:gd name="connsiteX2" fmla="*/ 210955 w 343125"/>
                <a:gd name="connsiteY2" fmla="*/ 46648 h 510539"/>
                <a:gd name="connsiteX3" fmla="*/ 210955 w 343125"/>
                <a:gd name="connsiteY3" fmla="*/ 44489 h 510539"/>
                <a:gd name="connsiteX4" fmla="*/ 210955 w 343125"/>
                <a:gd name="connsiteY4" fmla="*/ 18573 h 510539"/>
                <a:gd name="connsiteX5" fmla="*/ 205359 w 343125"/>
                <a:gd name="connsiteY5" fmla="*/ 5615 h 510539"/>
                <a:gd name="connsiteX6" fmla="*/ 192443 w 343125"/>
                <a:gd name="connsiteY6" fmla="*/ 0 h 510539"/>
                <a:gd name="connsiteX7" fmla="*/ 150682 w 343125"/>
                <a:gd name="connsiteY7" fmla="*/ 0 h 510539"/>
                <a:gd name="connsiteX8" fmla="*/ 137767 w 343125"/>
                <a:gd name="connsiteY8" fmla="*/ 5615 h 510539"/>
                <a:gd name="connsiteX9" fmla="*/ 137767 w 343125"/>
                <a:gd name="connsiteY9" fmla="*/ 5615 h 510539"/>
                <a:gd name="connsiteX10" fmla="*/ 132170 w 343125"/>
                <a:gd name="connsiteY10" fmla="*/ 18573 h 510539"/>
                <a:gd name="connsiteX11" fmla="*/ 132170 w 343125"/>
                <a:gd name="connsiteY11" fmla="*/ 44489 h 510539"/>
                <a:gd name="connsiteX12" fmla="*/ 132170 w 343125"/>
                <a:gd name="connsiteY12" fmla="*/ 46648 h 510539"/>
                <a:gd name="connsiteX13" fmla="*/ 27984 w 343125"/>
                <a:gd name="connsiteY13" fmla="*/ 46648 h 510539"/>
                <a:gd name="connsiteX14" fmla="*/ 8180 w 343125"/>
                <a:gd name="connsiteY14" fmla="*/ 54855 h 510539"/>
                <a:gd name="connsiteX15" fmla="*/ 8180 w 343125"/>
                <a:gd name="connsiteY15" fmla="*/ 54855 h 510539"/>
                <a:gd name="connsiteX16" fmla="*/ 0 w 343125"/>
                <a:gd name="connsiteY16" fmla="*/ 74724 h 510539"/>
                <a:gd name="connsiteX17" fmla="*/ 0 w 343125"/>
                <a:gd name="connsiteY17" fmla="*/ 255702 h 510539"/>
                <a:gd name="connsiteX18" fmla="*/ 8180 w 343125"/>
                <a:gd name="connsiteY18" fmla="*/ 275571 h 510539"/>
                <a:gd name="connsiteX19" fmla="*/ 8180 w 343125"/>
                <a:gd name="connsiteY19" fmla="*/ 275571 h 510539"/>
                <a:gd name="connsiteX20" fmla="*/ 27984 w 343125"/>
                <a:gd name="connsiteY20" fmla="*/ 283777 h 510539"/>
                <a:gd name="connsiteX21" fmla="*/ 132170 w 343125"/>
                <a:gd name="connsiteY21" fmla="*/ 283777 h 510539"/>
                <a:gd name="connsiteX22" fmla="*/ 132170 w 343125"/>
                <a:gd name="connsiteY22" fmla="*/ 315740 h 510539"/>
                <a:gd name="connsiteX23" fmla="*/ 27984 w 343125"/>
                <a:gd name="connsiteY23" fmla="*/ 315740 h 510539"/>
                <a:gd name="connsiteX24" fmla="*/ 8180 w 343125"/>
                <a:gd name="connsiteY24" fmla="*/ 323947 h 510539"/>
                <a:gd name="connsiteX25" fmla="*/ 8180 w 343125"/>
                <a:gd name="connsiteY25" fmla="*/ 323947 h 510539"/>
                <a:gd name="connsiteX26" fmla="*/ 0 w 343125"/>
                <a:gd name="connsiteY26" fmla="*/ 343815 h 510539"/>
                <a:gd name="connsiteX27" fmla="*/ 0 w 343125"/>
                <a:gd name="connsiteY27" fmla="*/ 482464 h 510539"/>
                <a:gd name="connsiteX28" fmla="*/ 8180 w 343125"/>
                <a:gd name="connsiteY28" fmla="*/ 502333 h 510539"/>
                <a:gd name="connsiteX29" fmla="*/ 8180 w 343125"/>
                <a:gd name="connsiteY29" fmla="*/ 502333 h 510539"/>
                <a:gd name="connsiteX30" fmla="*/ 27984 w 343125"/>
                <a:gd name="connsiteY30" fmla="*/ 510540 h 510539"/>
                <a:gd name="connsiteX31" fmla="*/ 315142 w 343125"/>
                <a:gd name="connsiteY31" fmla="*/ 510540 h 510539"/>
                <a:gd name="connsiteX32" fmla="*/ 334946 w 343125"/>
                <a:gd name="connsiteY32" fmla="*/ 502333 h 510539"/>
                <a:gd name="connsiteX33" fmla="*/ 334946 w 343125"/>
                <a:gd name="connsiteY33" fmla="*/ 502333 h 510539"/>
                <a:gd name="connsiteX34" fmla="*/ 343125 w 343125"/>
                <a:gd name="connsiteY34" fmla="*/ 482464 h 510539"/>
                <a:gd name="connsiteX35" fmla="*/ 343125 w 343125"/>
                <a:gd name="connsiteY35" fmla="*/ 343815 h 510539"/>
                <a:gd name="connsiteX36" fmla="*/ 334946 w 343125"/>
                <a:gd name="connsiteY36" fmla="*/ 323947 h 510539"/>
                <a:gd name="connsiteX37" fmla="*/ 334946 w 343125"/>
                <a:gd name="connsiteY37" fmla="*/ 323947 h 510539"/>
                <a:gd name="connsiteX38" fmla="*/ 315142 w 343125"/>
                <a:gd name="connsiteY38" fmla="*/ 315740 h 510539"/>
                <a:gd name="connsiteX39" fmla="*/ 210955 w 343125"/>
                <a:gd name="connsiteY39" fmla="*/ 315740 h 510539"/>
                <a:gd name="connsiteX40" fmla="*/ 210955 w 343125"/>
                <a:gd name="connsiteY40" fmla="*/ 283777 h 510539"/>
                <a:gd name="connsiteX41" fmla="*/ 314711 w 343125"/>
                <a:gd name="connsiteY41" fmla="*/ 283777 h 510539"/>
                <a:gd name="connsiteX42" fmla="*/ 334515 w 343125"/>
                <a:gd name="connsiteY42" fmla="*/ 275571 h 510539"/>
                <a:gd name="connsiteX43" fmla="*/ 334515 w 343125"/>
                <a:gd name="connsiteY43" fmla="*/ 275571 h 510539"/>
                <a:gd name="connsiteX44" fmla="*/ 342695 w 343125"/>
                <a:gd name="connsiteY44" fmla="*/ 255702 h 510539"/>
                <a:gd name="connsiteX45" fmla="*/ 342695 w 343125"/>
                <a:gd name="connsiteY45" fmla="*/ 74724 h 510539"/>
                <a:gd name="connsiteX46" fmla="*/ 334946 w 343125"/>
                <a:gd name="connsiteY46" fmla="*/ 54855 h 510539"/>
                <a:gd name="connsiteX47" fmla="*/ 334946 w 343125"/>
                <a:gd name="connsiteY47" fmla="*/ 54855 h 510539"/>
                <a:gd name="connsiteX48" fmla="*/ 148530 w 343125"/>
                <a:gd name="connsiteY48" fmla="*/ 18141 h 510539"/>
                <a:gd name="connsiteX49" fmla="*/ 149391 w 343125"/>
                <a:gd name="connsiteY49" fmla="*/ 16413 h 510539"/>
                <a:gd name="connsiteX50" fmla="*/ 149391 w 343125"/>
                <a:gd name="connsiteY50" fmla="*/ 16413 h 510539"/>
                <a:gd name="connsiteX51" fmla="*/ 151113 w 343125"/>
                <a:gd name="connsiteY51" fmla="*/ 15549 h 510539"/>
                <a:gd name="connsiteX52" fmla="*/ 192874 w 343125"/>
                <a:gd name="connsiteY52" fmla="*/ 15549 h 510539"/>
                <a:gd name="connsiteX53" fmla="*/ 194596 w 343125"/>
                <a:gd name="connsiteY53" fmla="*/ 16413 h 510539"/>
                <a:gd name="connsiteX54" fmla="*/ 195457 w 343125"/>
                <a:gd name="connsiteY54" fmla="*/ 18141 h 510539"/>
                <a:gd name="connsiteX55" fmla="*/ 195457 w 343125"/>
                <a:gd name="connsiteY55" fmla="*/ 44057 h 510539"/>
                <a:gd name="connsiteX56" fmla="*/ 194596 w 343125"/>
                <a:gd name="connsiteY56" fmla="*/ 45784 h 510539"/>
                <a:gd name="connsiteX57" fmla="*/ 192874 w 343125"/>
                <a:gd name="connsiteY57" fmla="*/ 46648 h 510539"/>
                <a:gd name="connsiteX58" fmla="*/ 150682 w 343125"/>
                <a:gd name="connsiteY58" fmla="*/ 46648 h 510539"/>
                <a:gd name="connsiteX59" fmla="*/ 148960 w 343125"/>
                <a:gd name="connsiteY59" fmla="*/ 45784 h 510539"/>
                <a:gd name="connsiteX60" fmla="*/ 148960 w 343125"/>
                <a:gd name="connsiteY60" fmla="*/ 45784 h 510539"/>
                <a:gd name="connsiteX61" fmla="*/ 148099 w 343125"/>
                <a:gd name="connsiteY61" fmla="*/ 44057 h 510539"/>
                <a:gd name="connsiteX62" fmla="*/ 148099 w 343125"/>
                <a:gd name="connsiteY62" fmla="*/ 18141 h 510539"/>
                <a:gd name="connsiteX63" fmla="*/ 314711 w 343125"/>
                <a:gd name="connsiteY63" fmla="*/ 331721 h 510539"/>
                <a:gd name="connsiteX64" fmla="*/ 322891 w 343125"/>
                <a:gd name="connsiteY64" fmla="*/ 335177 h 510539"/>
                <a:gd name="connsiteX65" fmla="*/ 322891 w 343125"/>
                <a:gd name="connsiteY65" fmla="*/ 335177 h 510539"/>
                <a:gd name="connsiteX66" fmla="*/ 326335 w 343125"/>
                <a:gd name="connsiteY66" fmla="*/ 343815 h 510539"/>
                <a:gd name="connsiteX67" fmla="*/ 326335 w 343125"/>
                <a:gd name="connsiteY67" fmla="*/ 482464 h 510539"/>
                <a:gd name="connsiteX68" fmla="*/ 322891 w 343125"/>
                <a:gd name="connsiteY68" fmla="*/ 491103 h 510539"/>
                <a:gd name="connsiteX69" fmla="*/ 322891 w 343125"/>
                <a:gd name="connsiteY69" fmla="*/ 491103 h 510539"/>
                <a:gd name="connsiteX70" fmla="*/ 314711 w 343125"/>
                <a:gd name="connsiteY70" fmla="*/ 494558 h 510539"/>
                <a:gd name="connsiteX71" fmla="*/ 27984 w 343125"/>
                <a:gd name="connsiteY71" fmla="*/ 494558 h 510539"/>
                <a:gd name="connsiteX72" fmla="*/ 19373 w 343125"/>
                <a:gd name="connsiteY72" fmla="*/ 491103 h 510539"/>
                <a:gd name="connsiteX73" fmla="*/ 15929 w 343125"/>
                <a:gd name="connsiteY73" fmla="*/ 482464 h 510539"/>
                <a:gd name="connsiteX74" fmla="*/ 15929 w 343125"/>
                <a:gd name="connsiteY74" fmla="*/ 343815 h 510539"/>
                <a:gd name="connsiteX75" fmla="*/ 19373 w 343125"/>
                <a:gd name="connsiteY75" fmla="*/ 335177 h 510539"/>
                <a:gd name="connsiteX76" fmla="*/ 27984 w 343125"/>
                <a:gd name="connsiteY76" fmla="*/ 331721 h 510539"/>
                <a:gd name="connsiteX77" fmla="*/ 314711 w 343125"/>
                <a:gd name="connsiteY77" fmla="*/ 331721 h 510539"/>
                <a:gd name="connsiteX78" fmla="*/ 148530 w 343125"/>
                <a:gd name="connsiteY78" fmla="*/ 315740 h 510539"/>
                <a:gd name="connsiteX79" fmla="*/ 148530 w 343125"/>
                <a:gd name="connsiteY79" fmla="*/ 283777 h 510539"/>
                <a:gd name="connsiteX80" fmla="*/ 195026 w 343125"/>
                <a:gd name="connsiteY80" fmla="*/ 283777 h 510539"/>
                <a:gd name="connsiteX81" fmla="*/ 195026 w 343125"/>
                <a:gd name="connsiteY81" fmla="*/ 315740 h 510539"/>
                <a:gd name="connsiteX82" fmla="*/ 148530 w 343125"/>
                <a:gd name="connsiteY82" fmla="*/ 315740 h 510539"/>
                <a:gd name="connsiteX83" fmla="*/ 326766 w 343125"/>
                <a:gd name="connsiteY83" fmla="*/ 255702 h 510539"/>
                <a:gd name="connsiteX84" fmla="*/ 323321 w 343125"/>
                <a:gd name="connsiteY84" fmla="*/ 263909 h 510539"/>
                <a:gd name="connsiteX85" fmla="*/ 323321 w 343125"/>
                <a:gd name="connsiteY85" fmla="*/ 263909 h 510539"/>
                <a:gd name="connsiteX86" fmla="*/ 315142 w 343125"/>
                <a:gd name="connsiteY86" fmla="*/ 267364 h 510539"/>
                <a:gd name="connsiteX87" fmla="*/ 27984 w 343125"/>
                <a:gd name="connsiteY87" fmla="*/ 267364 h 510539"/>
                <a:gd name="connsiteX88" fmla="*/ 19373 w 343125"/>
                <a:gd name="connsiteY88" fmla="*/ 263909 h 510539"/>
                <a:gd name="connsiteX89" fmla="*/ 19373 w 343125"/>
                <a:gd name="connsiteY89" fmla="*/ 263909 h 510539"/>
                <a:gd name="connsiteX90" fmla="*/ 15929 w 343125"/>
                <a:gd name="connsiteY90" fmla="*/ 255702 h 510539"/>
                <a:gd name="connsiteX91" fmla="*/ 15929 w 343125"/>
                <a:gd name="connsiteY91" fmla="*/ 74724 h 510539"/>
                <a:gd name="connsiteX92" fmla="*/ 19373 w 343125"/>
                <a:gd name="connsiteY92" fmla="*/ 66085 h 510539"/>
                <a:gd name="connsiteX93" fmla="*/ 27984 w 343125"/>
                <a:gd name="connsiteY93" fmla="*/ 62630 h 510539"/>
                <a:gd name="connsiteX94" fmla="*/ 150682 w 343125"/>
                <a:gd name="connsiteY94" fmla="*/ 62630 h 510539"/>
                <a:gd name="connsiteX95" fmla="*/ 150682 w 343125"/>
                <a:gd name="connsiteY95" fmla="*/ 62630 h 510539"/>
                <a:gd name="connsiteX96" fmla="*/ 192443 w 343125"/>
                <a:gd name="connsiteY96" fmla="*/ 62630 h 510539"/>
                <a:gd name="connsiteX97" fmla="*/ 192443 w 343125"/>
                <a:gd name="connsiteY97" fmla="*/ 62630 h 510539"/>
                <a:gd name="connsiteX98" fmla="*/ 314711 w 343125"/>
                <a:gd name="connsiteY98" fmla="*/ 62630 h 510539"/>
                <a:gd name="connsiteX99" fmla="*/ 322891 w 343125"/>
                <a:gd name="connsiteY99" fmla="*/ 66085 h 510539"/>
                <a:gd name="connsiteX100" fmla="*/ 322891 w 343125"/>
                <a:gd name="connsiteY100" fmla="*/ 66085 h 510539"/>
                <a:gd name="connsiteX101" fmla="*/ 326335 w 343125"/>
                <a:gd name="connsiteY101" fmla="*/ 74724 h 510539"/>
                <a:gd name="connsiteX102" fmla="*/ 326335 w 343125"/>
                <a:gd name="connsiteY102" fmla="*/ 255702 h 51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343125" h="510539">
                  <a:moveTo>
                    <a:pt x="334946" y="54855"/>
                  </a:moveTo>
                  <a:cubicBezTo>
                    <a:pt x="329779" y="49672"/>
                    <a:pt x="322891" y="46648"/>
                    <a:pt x="315142" y="46648"/>
                  </a:cubicBezTo>
                  <a:lnTo>
                    <a:pt x="210955" y="46648"/>
                  </a:lnTo>
                  <a:cubicBezTo>
                    <a:pt x="210955" y="45784"/>
                    <a:pt x="210955" y="44921"/>
                    <a:pt x="210955" y="44489"/>
                  </a:cubicBezTo>
                  <a:lnTo>
                    <a:pt x="210955" y="18573"/>
                  </a:lnTo>
                  <a:cubicBezTo>
                    <a:pt x="210955" y="13390"/>
                    <a:pt x="208803" y="8639"/>
                    <a:pt x="205359" y="5615"/>
                  </a:cubicBezTo>
                  <a:cubicBezTo>
                    <a:pt x="201914" y="2160"/>
                    <a:pt x="197179" y="0"/>
                    <a:pt x="192443" y="0"/>
                  </a:cubicBezTo>
                  <a:lnTo>
                    <a:pt x="150682" y="0"/>
                  </a:lnTo>
                  <a:cubicBezTo>
                    <a:pt x="145516" y="0"/>
                    <a:pt x="140780" y="2160"/>
                    <a:pt x="137767" y="5615"/>
                  </a:cubicBezTo>
                  <a:lnTo>
                    <a:pt x="137767" y="5615"/>
                  </a:lnTo>
                  <a:cubicBezTo>
                    <a:pt x="134323" y="9071"/>
                    <a:pt x="132170" y="13822"/>
                    <a:pt x="132170" y="18573"/>
                  </a:cubicBezTo>
                  <a:lnTo>
                    <a:pt x="132170" y="44489"/>
                  </a:lnTo>
                  <a:cubicBezTo>
                    <a:pt x="132170" y="45353"/>
                    <a:pt x="132170" y="46216"/>
                    <a:pt x="132170" y="46648"/>
                  </a:cubicBezTo>
                  <a:lnTo>
                    <a:pt x="27984" y="46648"/>
                  </a:lnTo>
                  <a:cubicBezTo>
                    <a:pt x="20235" y="46648"/>
                    <a:pt x="13346" y="49672"/>
                    <a:pt x="8180" y="54855"/>
                  </a:cubicBezTo>
                  <a:lnTo>
                    <a:pt x="8180" y="54855"/>
                  </a:lnTo>
                  <a:cubicBezTo>
                    <a:pt x="3014" y="60038"/>
                    <a:pt x="0" y="66949"/>
                    <a:pt x="0" y="74724"/>
                  </a:cubicBezTo>
                  <a:lnTo>
                    <a:pt x="0" y="255702"/>
                  </a:lnTo>
                  <a:cubicBezTo>
                    <a:pt x="0" y="263477"/>
                    <a:pt x="3014" y="270387"/>
                    <a:pt x="8180" y="275571"/>
                  </a:cubicBezTo>
                  <a:lnTo>
                    <a:pt x="8180" y="275571"/>
                  </a:lnTo>
                  <a:cubicBezTo>
                    <a:pt x="13346" y="280754"/>
                    <a:pt x="20235" y="283777"/>
                    <a:pt x="27984" y="283777"/>
                  </a:cubicBezTo>
                  <a:lnTo>
                    <a:pt x="132170" y="283777"/>
                  </a:lnTo>
                  <a:lnTo>
                    <a:pt x="132170" y="315740"/>
                  </a:lnTo>
                  <a:lnTo>
                    <a:pt x="27984" y="315740"/>
                  </a:lnTo>
                  <a:cubicBezTo>
                    <a:pt x="20235" y="315740"/>
                    <a:pt x="13346" y="318763"/>
                    <a:pt x="8180" y="323947"/>
                  </a:cubicBezTo>
                  <a:lnTo>
                    <a:pt x="8180" y="323947"/>
                  </a:lnTo>
                  <a:cubicBezTo>
                    <a:pt x="3014" y="329130"/>
                    <a:pt x="0" y="336041"/>
                    <a:pt x="0" y="343815"/>
                  </a:cubicBezTo>
                  <a:lnTo>
                    <a:pt x="0" y="482464"/>
                  </a:lnTo>
                  <a:cubicBezTo>
                    <a:pt x="0" y="490239"/>
                    <a:pt x="3014" y="497150"/>
                    <a:pt x="8180" y="502333"/>
                  </a:cubicBezTo>
                  <a:lnTo>
                    <a:pt x="8180" y="502333"/>
                  </a:lnTo>
                  <a:cubicBezTo>
                    <a:pt x="13346" y="507516"/>
                    <a:pt x="20235" y="510540"/>
                    <a:pt x="27984" y="510540"/>
                  </a:cubicBezTo>
                  <a:lnTo>
                    <a:pt x="315142" y="510540"/>
                  </a:lnTo>
                  <a:cubicBezTo>
                    <a:pt x="322891" y="510540"/>
                    <a:pt x="329779" y="507516"/>
                    <a:pt x="334946" y="502333"/>
                  </a:cubicBezTo>
                  <a:lnTo>
                    <a:pt x="334946" y="502333"/>
                  </a:lnTo>
                  <a:cubicBezTo>
                    <a:pt x="340112" y="497150"/>
                    <a:pt x="343125" y="490239"/>
                    <a:pt x="343125" y="482464"/>
                  </a:cubicBezTo>
                  <a:lnTo>
                    <a:pt x="343125" y="343815"/>
                  </a:lnTo>
                  <a:cubicBezTo>
                    <a:pt x="343125" y="336041"/>
                    <a:pt x="340112" y="329130"/>
                    <a:pt x="334946" y="323947"/>
                  </a:cubicBezTo>
                  <a:lnTo>
                    <a:pt x="334946" y="323947"/>
                  </a:lnTo>
                  <a:cubicBezTo>
                    <a:pt x="329779" y="318763"/>
                    <a:pt x="322891" y="315740"/>
                    <a:pt x="315142" y="315740"/>
                  </a:cubicBezTo>
                  <a:lnTo>
                    <a:pt x="210955" y="315740"/>
                  </a:lnTo>
                  <a:lnTo>
                    <a:pt x="210955" y="283777"/>
                  </a:lnTo>
                  <a:lnTo>
                    <a:pt x="314711" y="283777"/>
                  </a:lnTo>
                  <a:cubicBezTo>
                    <a:pt x="322460" y="283777"/>
                    <a:pt x="329349" y="280754"/>
                    <a:pt x="334515" y="275571"/>
                  </a:cubicBezTo>
                  <a:lnTo>
                    <a:pt x="334515" y="275571"/>
                  </a:lnTo>
                  <a:cubicBezTo>
                    <a:pt x="339681" y="270387"/>
                    <a:pt x="342695" y="263477"/>
                    <a:pt x="342695" y="255702"/>
                  </a:cubicBezTo>
                  <a:lnTo>
                    <a:pt x="342695" y="74724"/>
                  </a:lnTo>
                  <a:cubicBezTo>
                    <a:pt x="343125" y="66949"/>
                    <a:pt x="339681" y="60038"/>
                    <a:pt x="334946" y="54855"/>
                  </a:cubicBezTo>
                  <a:lnTo>
                    <a:pt x="334946" y="54855"/>
                  </a:lnTo>
                  <a:close/>
                  <a:moveTo>
                    <a:pt x="148530" y="18141"/>
                  </a:moveTo>
                  <a:cubicBezTo>
                    <a:pt x="148530" y="17709"/>
                    <a:pt x="148960" y="16845"/>
                    <a:pt x="149391" y="16413"/>
                  </a:cubicBezTo>
                  <a:lnTo>
                    <a:pt x="149391" y="16413"/>
                  </a:lnTo>
                  <a:cubicBezTo>
                    <a:pt x="149821" y="15981"/>
                    <a:pt x="150252" y="15549"/>
                    <a:pt x="151113" y="15549"/>
                  </a:cubicBezTo>
                  <a:lnTo>
                    <a:pt x="192874" y="15549"/>
                  </a:lnTo>
                  <a:cubicBezTo>
                    <a:pt x="193304" y="15549"/>
                    <a:pt x="194165" y="15981"/>
                    <a:pt x="194596" y="16413"/>
                  </a:cubicBezTo>
                  <a:cubicBezTo>
                    <a:pt x="195026" y="16845"/>
                    <a:pt x="195457" y="17277"/>
                    <a:pt x="195457" y="18141"/>
                  </a:cubicBezTo>
                  <a:lnTo>
                    <a:pt x="195457" y="44057"/>
                  </a:lnTo>
                  <a:cubicBezTo>
                    <a:pt x="195457" y="44489"/>
                    <a:pt x="195026" y="45353"/>
                    <a:pt x="194596" y="45784"/>
                  </a:cubicBezTo>
                  <a:cubicBezTo>
                    <a:pt x="194165" y="46216"/>
                    <a:pt x="193735" y="46648"/>
                    <a:pt x="192874" y="46648"/>
                  </a:cubicBezTo>
                  <a:lnTo>
                    <a:pt x="150682" y="46648"/>
                  </a:lnTo>
                  <a:cubicBezTo>
                    <a:pt x="150252" y="46648"/>
                    <a:pt x="149391" y="46216"/>
                    <a:pt x="148960" y="45784"/>
                  </a:cubicBezTo>
                  <a:lnTo>
                    <a:pt x="148960" y="45784"/>
                  </a:lnTo>
                  <a:cubicBezTo>
                    <a:pt x="148530" y="45353"/>
                    <a:pt x="148099" y="44921"/>
                    <a:pt x="148099" y="44057"/>
                  </a:cubicBezTo>
                  <a:lnTo>
                    <a:pt x="148099" y="18141"/>
                  </a:lnTo>
                  <a:close/>
                  <a:moveTo>
                    <a:pt x="314711" y="331721"/>
                  </a:moveTo>
                  <a:cubicBezTo>
                    <a:pt x="318155" y="331721"/>
                    <a:pt x="320738" y="333017"/>
                    <a:pt x="322891" y="335177"/>
                  </a:cubicBezTo>
                  <a:lnTo>
                    <a:pt x="322891" y="335177"/>
                  </a:lnTo>
                  <a:cubicBezTo>
                    <a:pt x="325044" y="337336"/>
                    <a:pt x="326335" y="340360"/>
                    <a:pt x="326335" y="343815"/>
                  </a:cubicBezTo>
                  <a:lnTo>
                    <a:pt x="326335" y="482464"/>
                  </a:lnTo>
                  <a:cubicBezTo>
                    <a:pt x="326335" y="485920"/>
                    <a:pt x="325044" y="488943"/>
                    <a:pt x="322891" y="491103"/>
                  </a:cubicBezTo>
                  <a:lnTo>
                    <a:pt x="322891" y="491103"/>
                  </a:lnTo>
                  <a:cubicBezTo>
                    <a:pt x="320738" y="493263"/>
                    <a:pt x="317725" y="494558"/>
                    <a:pt x="314711" y="494558"/>
                  </a:cubicBezTo>
                  <a:lnTo>
                    <a:pt x="27984" y="494558"/>
                  </a:lnTo>
                  <a:cubicBezTo>
                    <a:pt x="24540" y="494558"/>
                    <a:pt x="21957" y="493263"/>
                    <a:pt x="19373" y="491103"/>
                  </a:cubicBezTo>
                  <a:cubicBezTo>
                    <a:pt x="17221" y="488943"/>
                    <a:pt x="15929" y="485920"/>
                    <a:pt x="15929" y="482464"/>
                  </a:cubicBezTo>
                  <a:lnTo>
                    <a:pt x="15929" y="343815"/>
                  </a:lnTo>
                  <a:cubicBezTo>
                    <a:pt x="15929" y="340360"/>
                    <a:pt x="17221" y="337336"/>
                    <a:pt x="19373" y="335177"/>
                  </a:cubicBezTo>
                  <a:cubicBezTo>
                    <a:pt x="21526" y="333017"/>
                    <a:pt x="24540" y="331721"/>
                    <a:pt x="27984" y="331721"/>
                  </a:cubicBezTo>
                  <a:lnTo>
                    <a:pt x="314711" y="331721"/>
                  </a:lnTo>
                  <a:close/>
                  <a:moveTo>
                    <a:pt x="148530" y="315740"/>
                  </a:moveTo>
                  <a:lnTo>
                    <a:pt x="148530" y="283777"/>
                  </a:lnTo>
                  <a:lnTo>
                    <a:pt x="195026" y="283777"/>
                  </a:lnTo>
                  <a:lnTo>
                    <a:pt x="195026" y="315740"/>
                  </a:lnTo>
                  <a:lnTo>
                    <a:pt x="148530" y="315740"/>
                  </a:lnTo>
                  <a:close/>
                  <a:moveTo>
                    <a:pt x="326766" y="255702"/>
                  </a:moveTo>
                  <a:cubicBezTo>
                    <a:pt x="326766" y="259157"/>
                    <a:pt x="325474" y="262181"/>
                    <a:pt x="323321" y="263909"/>
                  </a:cubicBezTo>
                  <a:lnTo>
                    <a:pt x="323321" y="263909"/>
                  </a:lnTo>
                  <a:cubicBezTo>
                    <a:pt x="321169" y="266068"/>
                    <a:pt x="318155" y="267364"/>
                    <a:pt x="315142" y="267364"/>
                  </a:cubicBezTo>
                  <a:lnTo>
                    <a:pt x="27984" y="267364"/>
                  </a:lnTo>
                  <a:cubicBezTo>
                    <a:pt x="24540" y="267364"/>
                    <a:pt x="21957" y="266068"/>
                    <a:pt x="19373" y="263909"/>
                  </a:cubicBezTo>
                  <a:lnTo>
                    <a:pt x="19373" y="263909"/>
                  </a:lnTo>
                  <a:cubicBezTo>
                    <a:pt x="17221" y="261749"/>
                    <a:pt x="15929" y="258725"/>
                    <a:pt x="15929" y="255702"/>
                  </a:cubicBezTo>
                  <a:lnTo>
                    <a:pt x="15929" y="74724"/>
                  </a:lnTo>
                  <a:cubicBezTo>
                    <a:pt x="15929" y="71268"/>
                    <a:pt x="17221" y="68677"/>
                    <a:pt x="19373" y="66085"/>
                  </a:cubicBezTo>
                  <a:cubicBezTo>
                    <a:pt x="21526" y="63925"/>
                    <a:pt x="24540" y="62630"/>
                    <a:pt x="27984" y="62630"/>
                  </a:cubicBezTo>
                  <a:lnTo>
                    <a:pt x="150682" y="62630"/>
                  </a:lnTo>
                  <a:lnTo>
                    <a:pt x="150682" y="62630"/>
                  </a:lnTo>
                  <a:lnTo>
                    <a:pt x="192443" y="62630"/>
                  </a:lnTo>
                  <a:lnTo>
                    <a:pt x="192443" y="62630"/>
                  </a:lnTo>
                  <a:lnTo>
                    <a:pt x="314711" y="62630"/>
                  </a:lnTo>
                  <a:cubicBezTo>
                    <a:pt x="318155" y="62630"/>
                    <a:pt x="320738" y="63925"/>
                    <a:pt x="322891" y="66085"/>
                  </a:cubicBezTo>
                  <a:lnTo>
                    <a:pt x="322891" y="66085"/>
                  </a:lnTo>
                  <a:cubicBezTo>
                    <a:pt x="325044" y="68245"/>
                    <a:pt x="326335" y="71268"/>
                    <a:pt x="326335" y="74724"/>
                  </a:cubicBezTo>
                  <a:lnTo>
                    <a:pt x="326335" y="255702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" name="手繪多邊形 146">
              <a:extLst>
                <a:ext uri="{FF2B5EF4-FFF2-40B4-BE49-F238E27FC236}">
                  <a16:creationId xmlns:a16="http://schemas.microsoft.com/office/drawing/2014/main" id="{ABC683D3-B16D-4F35-9953-DA74D777F8B1}"/>
                </a:ext>
              </a:extLst>
            </p:cNvPr>
            <p:cNvSpPr/>
            <p:nvPr/>
          </p:nvSpPr>
          <p:spPr>
            <a:xfrm>
              <a:off x="6511120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" name="手繪多邊形 147">
              <a:extLst>
                <a:ext uri="{FF2B5EF4-FFF2-40B4-BE49-F238E27FC236}">
                  <a16:creationId xmlns:a16="http://schemas.microsoft.com/office/drawing/2014/main" id="{5EFA5EB1-3E7F-45E3-95CC-597E928C5C36}"/>
                </a:ext>
              </a:extLst>
            </p:cNvPr>
            <p:cNvSpPr/>
            <p:nvPr/>
          </p:nvSpPr>
          <p:spPr>
            <a:xfrm>
              <a:off x="6364312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6" name="手繪多邊形 148">
              <a:extLst>
                <a:ext uri="{FF2B5EF4-FFF2-40B4-BE49-F238E27FC236}">
                  <a16:creationId xmlns:a16="http://schemas.microsoft.com/office/drawing/2014/main" id="{356A73BD-107A-4542-A426-6C797E9929D7}"/>
                </a:ext>
              </a:extLst>
            </p:cNvPr>
            <p:cNvSpPr/>
            <p:nvPr/>
          </p:nvSpPr>
          <p:spPr>
            <a:xfrm>
              <a:off x="6661372" y="6105355"/>
              <a:ext cx="24109" cy="94602"/>
            </a:xfrm>
            <a:custGeom>
              <a:avLst/>
              <a:gdLst>
                <a:gd name="connsiteX0" fmla="*/ 24109 w 24109"/>
                <a:gd name="connsiteY0" fmla="*/ 28518 h 94602"/>
                <a:gd name="connsiteX1" fmla="*/ 0 w 24109"/>
                <a:gd name="connsiteY1" fmla="*/ 10 h 94602"/>
                <a:gd name="connsiteX2" fmla="*/ 431 w 24109"/>
                <a:gd name="connsiteY2" fmla="*/ 94603 h 94602"/>
                <a:gd name="connsiteX3" fmla="*/ 24109 w 24109"/>
                <a:gd name="connsiteY3" fmla="*/ 65664 h 94602"/>
                <a:gd name="connsiteX4" fmla="*/ 24109 w 24109"/>
                <a:gd name="connsiteY4" fmla="*/ 28518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9" h="94602">
                  <a:moveTo>
                    <a:pt x="24109" y="28518"/>
                  </a:moveTo>
                  <a:cubicBezTo>
                    <a:pt x="24109" y="12536"/>
                    <a:pt x="13346" y="-421"/>
                    <a:pt x="0" y="10"/>
                  </a:cubicBezTo>
                  <a:lnTo>
                    <a:pt x="431" y="94603"/>
                  </a:lnTo>
                  <a:cubicBezTo>
                    <a:pt x="13777" y="94603"/>
                    <a:pt x="24109" y="81645"/>
                    <a:pt x="24109" y="65664"/>
                  </a:cubicBezTo>
                  <a:lnTo>
                    <a:pt x="24109" y="28518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7" name="手繪多邊形 149">
              <a:extLst>
                <a:ext uri="{FF2B5EF4-FFF2-40B4-BE49-F238E27FC236}">
                  <a16:creationId xmlns:a16="http://schemas.microsoft.com/office/drawing/2014/main" id="{19CD316E-2363-44A7-8575-704C9D901425}"/>
                </a:ext>
              </a:extLst>
            </p:cNvPr>
            <p:cNvSpPr/>
            <p:nvPr/>
          </p:nvSpPr>
          <p:spPr>
            <a:xfrm>
              <a:off x="6257100" y="6104933"/>
              <a:ext cx="24552" cy="94602"/>
            </a:xfrm>
            <a:custGeom>
              <a:avLst/>
              <a:gdLst>
                <a:gd name="connsiteX0" fmla="*/ 12 w 24552"/>
                <a:gd name="connsiteY0" fmla="*/ 28939 h 94602"/>
                <a:gd name="connsiteX1" fmla="*/ 443 w 24552"/>
                <a:gd name="connsiteY1" fmla="*/ 66085 h 94602"/>
                <a:gd name="connsiteX2" fmla="*/ 24552 w 24552"/>
                <a:gd name="connsiteY2" fmla="*/ 94592 h 94602"/>
                <a:gd name="connsiteX3" fmla="*/ 24122 w 24552"/>
                <a:gd name="connsiteY3" fmla="*/ 0 h 94602"/>
                <a:gd name="connsiteX4" fmla="*/ 12 w 24552"/>
                <a:gd name="connsiteY4" fmla="*/ 28939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2" h="94602">
                  <a:moveTo>
                    <a:pt x="12" y="28939"/>
                  </a:moveTo>
                  <a:lnTo>
                    <a:pt x="443" y="66085"/>
                  </a:lnTo>
                  <a:cubicBezTo>
                    <a:pt x="443" y="82066"/>
                    <a:pt x="11206" y="95024"/>
                    <a:pt x="24552" y="94592"/>
                  </a:cubicBezTo>
                  <a:lnTo>
                    <a:pt x="24122" y="0"/>
                  </a:lnTo>
                  <a:cubicBezTo>
                    <a:pt x="10345" y="432"/>
                    <a:pt x="-418" y="13390"/>
                    <a:pt x="12" y="28939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AC43B950-54E0-4F0C-AF33-7EC935F45CDB}"/>
              </a:ext>
            </a:extLst>
          </p:cNvPr>
          <p:cNvGrpSpPr/>
          <p:nvPr userDrawn="1"/>
        </p:nvGrpSpPr>
        <p:grpSpPr>
          <a:xfrm>
            <a:off x="4293299" y="5700913"/>
            <a:ext cx="579200" cy="252302"/>
            <a:chOff x="4281245" y="6063858"/>
            <a:chExt cx="713687" cy="310886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grpSp>
          <p:nvGrpSpPr>
            <p:cNvPr id="89" name="圖形 26">
              <a:extLst>
                <a:ext uri="{FF2B5EF4-FFF2-40B4-BE49-F238E27FC236}">
                  <a16:creationId xmlns:a16="http://schemas.microsoft.com/office/drawing/2014/main" id="{9FE543B7-E3B5-4535-BE5C-DA438C0F1301}"/>
                </a:ext>
              </a:extLst>
            </p:cNvPr>
            <p:cNvGrpSpPr/>
            <p:nvPr/>
          </p:nvGrpSpPr>
          <p:grpSpPr>
            <a:xfrm>
              <a:off x="4281245" y="6063858"/>
              <a:ext cx="713687" cy="284341"/>
              <a:chOff x="4281245" y="6063858"/>
              <a:chExt cx="713687" cy="284341"/>
            </a:xfrm>
            <a:grpFill/>
          </p:grpSpPr>
          <p:sp>
            <p:nvSpPr>
              <p:cNvPr id="96" name="手繪多邊形 138">
                <a:extLst>
                  <a:ext uri="{FF2B5EF4-FFF2-40B4-BE49-F238E27FC236}">
                    <a16:creationId xmlns:a16="http://schemas.microsoft.com/office/drawing/2014/main" id="{49D68E67-86F2-4E23-829E-82D18E71D0CD}"/>
                  </a:ext>
                </a:extLst>
              </p:cNvPr>
              <p:cNvSpPr/>
              <p:nvPr/>
            </p:nvSpPr>
            <p:spPr>
              <a:xfrm>
                <a:off x="4541274" y="6322051"/>
                <a:ext cx="242314" cy="26148"/>
              </a:xfrm>
              <a:custGeom>
                <a:avLst/>
                <a:gdLst>
                  <a:gd name="connsiteX0" fmla="*/ 234040 w 242314"/>
                  <a:gd name="connsiteY0" fmla="*/ 5151 h 26148"/>
                  <a:gd name="connsiteX1" fmla="*/ 108746 w 242314"/>
                  <a:gd name="connsiteY1" fmla="*/ 792 h 26148"/>
                  <a:gd name="connsiteX2" fmla="*/ 6698 w 242314"/>
                  <a:gd name="connsiteY2" fmla="*/ 0 h 26148"/>
                  <a:gd name="connsiteX3" fmla="*/ 0 w 242314"/>
                  <a:gd name="connsiteY3" fmla="*/ 20602 h 26148"/>
                  <a:gd name="connsiteX4" fmla="*/ 108352 w 242314"/>
                  <a:gd name="connsiteY4" fmla="*/ 21395 h 26148"/>
                  <a:gd name="connsiteX5" fmla="*/ 242314 w 242314"/>
                  <a:gd name="connsiteY5" fmla="*/ 26149 h 26148"/>
                  <a:gd name="connsiteX6" fmla="*/ 234040 w 242314"/>
                  <a:gd name="connsiteY6" fmla="*/ 5151 h 2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314" h="26148">
                    <a:moveTo>
                      <a:pt x="234040" y="5151"/>
                    </a:moveTo>
                    <a:lnTo>
                      <a:pt x="108746" y="792"/>
                    </a:lnTo>
                    <a:cubicBezTo>
                      <a:pt x="77619" y="792"/>
                      <a:pt x="42159" y="396"/>
                      <a:pt x="6698" y="0"/>
                    </a:cubicBezTo>
                    <a:cubicBezTo>
                      <a:pt x="5516" y="7132"/>
                      <a:pt x="3152" y="14263"/>
                      <a:pt x="0" y="20602"/>
                    </a:cubicBezTo>
                    <a:cubicBezTo>
                      <a:pt x="35855" y="20998"/>
                      <a:pt x="72891" y="20998"/>
                      <a:pt x="108352" y="21395"/>
                    </a:cubicBezTo>
                    <a:lnTo>
                      <a:pt x="242314" y="26149"/>
                    </a:lnTo>
                    <a:cubicBezTo>
                      <a:pt x="238768" y="19414"/>
                      <a:pt x="236010" y="12282"/>
                      <a:pt x="234040" y="5151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7" name="手繪多邊形 139">
                <a:extLst>
                  <a:ext uri="{FF2B5EF4-FFF2-40B4-BE49-F238E27FC236}">
                    <a16:creationId xmlns:a16="http://schemas.microsoft.com/office/drawing/2014/main" id="{E2D82FD3-4222-45CE-AF7C-823C36322BA8}"/>
                  </a:ext>
                </a:extLst>
              </p:cNvPr>
              <p:cNvSpPr/>
              <p:nvPr/>
            </p:nvSpPr>
            <p:spPr>
              <a:xfrm>
                <a:off x="4281245" y="6063858"/>
                <a:ext cx="713687" cy="276813"/>
              </a:xfrm>
              <a:custGeom>
                <a:avLst/>
                <a:gdLst>
                  <a:gd name="connsiteX0" fmla="*/ 712350 w 713687"/>
                  <a:gd name="connsiteY0" fmla="*/ 190443 h 276813"/>
                  <a:gd name="connsiteX1" fmla="*/ 710774 w 713687"/>
                  <a:gd name="connsiteY1" fmla="*/ 180538 h 276813"/>
                  <a:gd name="connsiteX2" fmla="*/ 708410 w 713687"/>
                  <a:gd name="connsiteY2" fmla="*/ 145673 h 276813"/>
                  <a:gd name="connsiteX3" fmla="*/ 705651 w 713687"/>
                  <a:gd name="connsiteY3" fmla="*/ 113977 h 276813"/>
                  <a:gd name="connsiteX4" fmla="*/ 703287 w 713687"/>
                  <a:gd name="connsiteY4" fmla="*/ 105261 h 276813"/>
                  <a:gd name="connsiteX5" fmla="*/ 693831 w 713687"/>
                  <a:gd name="connsiteY5" fmla="*/ 93771 h 276813"/>
                  <a:gd name="connsiteX6" fmla="*/ 648914 w 713687"/>
                  <a:gd name="connsiteY6" fmla="*/ 69603 h 276813"/>
                  <a:gd name="connsiteX7" fmla="*/ 566173 w 713687"/>
                  <a:gd name="connsiteY7" fmla="*/ 27606 h 276813"/>
                  <a:gd name="connsiteX8" fmla="*/ 398326 w 713687"/>
                  <a:gd name="connsiteY8" fmla="*/ 1061 h 276813"/>
                  <a:gd name="connsiteX9" fmla="*/ 263575 w 713687"/>
                  <a:gd name="connsiteY9" fmla="*/ 44642 h 276813"/>
                  <a:gd name="connsiteX10" fmla="*/ 243875 w 713687"/>
                  <a:gd name="connsiteY10" fmla="*/ 55736 h 276813"/>
                  <a:gd name="connsiteX11" fmla="*/ 213537 w 713687"/>
                  <a:gd name="connsiteY11" fmla="*/ 73169 h 276813"/>
                  <a:gd name="connsiteX12" fmla="*/ 157193 w 713687"/>
                  <a:gd name="connsiteY12" fmla="*/ 88224 h 276813"/>
                  <a:gd name="connsiteX13" fmla="*/ 156011 w 713687"/>
                  <a:gd name="connsiteY13" fmla="*/ 88224 h 276813"/>
                  <a:gd name="connsiteX14" fmla="*/ 72876 w 713687"/>
                  <a:gd name="connsiteY14" fmla="*/ 103676 h 276813"/>
                  <a:gd name="connsiteX15" fmla="*/ 15351 w 713687"/>
                  <a:gd name="connsiteY15" fmla="*/ 143692 h 276813"/>
                  <a:gd name="connsiteX16" fmla="*/ 15351 w 713687"/>
                  <a:gd name="connsiteY16" fmla="*/ 143692 h 276813"/>
                  <a:gd name="connsiteX17" fmla="*/ 7865 w 713687"/>
                  <a:gd name="connsiteY17" fmla="*/ 236798 h 276813"/>
                  <a:gd name="connsiteX18" fmla="*/ 25201 w 713687"/>
                  <a:gd name="connsiteY18" fmla="*/ 256608 h 276813"/>
                  <a:gd name="connsiteX19" fmla="*/ 58692 w 713687"/>
                  <a:gd name="connsiteY19" fmla="*/ 274040 h 276813"/>
                  <a:gd name="connsiteX20" fmla="*/ 113065 w 713687"/>
                  <a:gd name="connsiteY20" fmla="*/ 276814 h 276813"/>
                  <a:gd name="connsiteX21" fmla="*/ 107155 w 713687"/>
                  <a:gd name="connsiteY21" fmla="*/ 256211 h 276813"/>
                  <a:gd name="connsiteX22" fmla="*/ 65390 w 713687"/>
                  <a:gd name="connsiteY22" fmla="*/ 254627 h 276813"/>
                  <a:gd name="connsiteX23" fmla="*/ 36627 w 713687"/>
                  <a:gd name="connsiteY23" fmla="*/ 239571 h 276813"/>
                  <a:gd name="connsiteX24" fmla="*/ 26383 w 713687"/>
                  <a:gd name="connsiteY24" fmla="*/ 227685 h 276813"/>
                  <a:gd name="connsiteX25" fmla="*/ 31899 w 713687"/>
                  <a:gd name="connsiteY25" fmla="*/ 155577 h 276813"/>
                  <a:gd name="connsiteX26" fmla="*/ 78392 w 713687"/>
                  <a:gd name="connsiteY26" fmla="*/ 123089 h 276813"/>
                  <a:gd name="connsiteX27" fmla="*/ 157587 w 713687"/>
                  <a:gd name="connsiteY27" fmla="*/ 108430 h 276813"/>
                  <a:gd name="connsiteX28" fmla="*/ 158770 w 713687"/>
                  <a:gd name="connsiteY28" fmla="*/ 108430 h 276813"/>
                  <a:gd name="connsiteX29" fmla="*/ 223781 w 713687"/>
                  <a:gd name="connsiteY29" fmla="*/ 90205 h 276813"/>
                  <a:gd name="connsiteX30" fmla="*/ 252937 w 713687"/>
                  <a:gd name="connsiteY30" fmla="*/ 73565 h 276813"/>
                  <a:gd name="connsiteX31" fmla="*/ 273032 w 713687"/>
                  <a:gd name="connsiteY31" fmla="*/ 62471 h 276813"/>
                  <a:gd name="connsiteX32" fmla="*/ 398326 w 713687"/>
                  <a:gd name="connsiteY32" fmla="*/ 20871 h 276813"/>
                  <a:gd name="connsiteX33" fmla="*/ 557111 w 713687"/>
                  <a:gd name="connsiteY33" fmla="*/ 46227 h 276813"/>
                  <a:gd name="connsiteX34" fmla="*/ 637488 w 713687"/>
                  <a:gd name="connsiteY34" fmla="*/ 87036 h 276813"/>
                  <a:gd name="connsiteX35" fmla="*/ 682405 w 713687"/>
                  <a:gd name="connsiteY35" fmla="*/ 111203 h 276813"/>
                  <a:gd name="connsiteX36" fmla="*/ 684375 w 713687"/>
                  <a:gd name="connsiteY36" fmla="*/ 119127 h 276813"/>
                  <a:gd name="connsiteX37" fmla="*/ 686739 w 713687"/>
                  <a:gd name="connsiteY37" fmla="*/ 140918 h 276813"/>
                  <a:gd name="connsiteX38" fmla="*/ 689103 w 713687"/>
                  <a:gd name="connsiteY38" fmla="*/ 183707 h 276813"/>
                  <a:gd name="connsiteX39" fmla="*/ 690679 w 713687"/>
                  <a:gd name="connsiteY39" fmla="*/ 193216 h 276813"/>
                  <a:gd name="connsiteX40" fmla="*/ 672555 w 713687"/>
                  <a:gd name="connsiteY40" fmla="*/ 245514 h 276813"/>
                  <a:gd name="connsiteX41" fmla="*/ 651673 w 713687"/>
                  <a:gd name="connsiteY41" fmla="*/ 249872 h 276813"/>
                  <a:gd name="connsiteX42" fmla="*/ 646944 w 713687"/>
                  <a:gd name="connsiteY42" fmla="*/ 271663 h 276813"/>
                  <a:gd name="connsiteX43" fmla="*/ 684769 w 713687"/>
                  <a:gd name="connsiteY43" fmla="*/ 262551 h 276813"/>
                  <a:gd name="connsiteX44" fmla="*/ 712350 w 713687"/>
                  <a:gd name="connsiteY44" fmla="*/ 190443 h 276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13687" h="276813">
                    <a:moveTo>
                      <a:pt x="712350" y="190443"/>
                    </a:moveTo>
                    <a:cubicBezTo>
                      <a:pt x="711956" y="187273"/>
                      <a:pt x="711168" y="183707"/>
                      <a:pt x="710774" y="180538"/>
                    </a:cubicBezTo>
                    <a:cubicBezTo>
                      <a:pt x="708410" y="168256"/>
                      <a:pt x="706440" y="156370"/>
                      <a:pt x="708410" y="145673"/>
                    </a:cubicBezTo>
                    <a:cubicBezTo>
                      <a:pt x="710774" y="132994"/>
                      <a:pt x="708016" y="123089"/>
                      <a:pt x="705651" y="113977"/>
                    </a:cubicBezTo>
                    <a:cubicBezTo>
                      <a:pt x="704863" y="111203"/>
                      <a:pt x="704075" y="108034"/>
                      <a:pt x="703287" y="105261"/>
                    </a:cubicBezTo>
                    <a:cubicBezTo>
                      <a:pt x="702105" y="100110"/>
                      <a:pt x="698559" y="95752"/>
                      <a:pt x="693831" y="93771"/>
                    </a:cubicBezTo>
                    <a:cubicBezTo>
                      <a:pt x="678859" y="86243"/>
                      <a:pt x="663493" y="77527"/>
                      <a:pt x="648914" y="69603"/>
                    </a:cubicBezTo>
                    <a:cubicBezTo>
                      <a:pt x="622122" y="54944"/>
                      <a:pt x="594541" y="39492"/>
                      <a:pt x="566173" y="27606"/>
                    </a:cubicBezTo>
                    <a:cubicBezTo>
                      <a:pt x="513376" y="5815"/>
                      <a:pt x="455457" y="-3297"/>
                      <a:pt x="398326" y="1061"/>
                    </a:cubicBezTo>
                    <a:cubicBezTo>
                      <a:pt x="352621" y="3834"/>
                      <a:pt x="308886" y="18097"/>
                      <a:pt x="263575" y="44642"/>
                    </a:cubicBezTo>
                    <a:cubicBezTo>
                      <a:pt x="257271" y="48604"/>
                      <a:pt x="250573" y="52170"/>
                      <a:pt x="243875" y="55736"/>
                    </a:cubicBezTo>
                    <a:cubicBezTo>
                      <a:pt x="234025" y="61283"/>
                      <a:pt x="223781" y="66829"/>
                      <a:pt x="213537" y="73169"/>
                    </a:cubicBezTo>
                    <a:cubicBezTo>
                      <a:pt x="196200" y="84262"/>
                      <a:pt x="177288" y="86243"/>
                      <a:pt x="157193" y="88224"/>
                    </a:cubicBezTo>
                    <a:lnTo>
                      <a:pt x="156011" y="88224"/>
                    </a:lnTo>
                    <a:cubicBezTo>
                      <a:pt x="127643" y="91394"/>
                      <a:pt x="100062" y="94959"/>
                      <a:pt x="72876" y="103676"/>
                    </a:cubicBezTo>
                    <a:cubicBezTo>
                      <a:pt x="50024" y="110015"/>
                      <a:pt x="29535" y="124278"/>
                      <a:pt x="15351" y="143692"/>
                    </a:cubicBezTo>
                    <a:cubicBezTo>
                      <a:pt x="15351" y="143692"/>
                      <a:pt x="15351" y="143692"/>
                      <a:pt x="15351" y="143692"/>
                    </a:cubicBezTo>
                    <a:cubicBezTo>
                      <a:pt x="-1591" y="167067"/>
                      <a:pt x="-5137" y="209856"/>
                      <a:pt x="7865" y="236798"/>
                    </a:cubicBezTo>
                    <a:cubicBezTo>
                      <a:pt x="11805" y="244722"/>
                      <a:pt x="17715" y="251853"/>
                      <a:pt x="25201" y="256608"/>
                    </a:cubicBezTo>
                    <a:cubicBezTo>
                      <a:pt x="35839" y="263739"/>
                      <a:pt x="46871" y="269682"/>
                      <a:pt x="58692" y="274040"/>
                    </a:cubicBezTo>
                    <a:cubicBezTo>
                      <a:pt x="61844" y="275229"/>
                      <a:pt x="82332" y="276021"/>
                      <a:pt x="113065" y="276814"/>
                    </a:cubicBezTo>
                    <a:cubicBezTo>
                      <a:pt x="110307" y="270474"/>
                      <a:pt x="108337" y="263343"/>
                      <a:pt x="107155" y="256211"/>
                    </a:cubicBezTo>
                    <a:cubicBezTo>
                      <a:pt x="84696" y="255815"/>
                      <a:pt x="69330" y="255023"/>
                      <a:pt x="65390" y="254627"/>
                    </a:cubicBezTo>
                    <a:cubicBezTo>
                      <a:pt x="55146" y="250665"/>
                      <a:pt x="45689" y="245910"/>
                      <a:pt x="36627" y="239571"/>
                    </a:cubicBezTo>
                    <a:cubicBezTo>
                      <a:pt x="32293" y="236798"/>
                      <a:pt x="28747" y="232440"/>
                      <a:pt x="26383" y="227685"/>
                    </a:cubicBezTo>
                    <a:cubicBezTo>
                      <a:pt x="16927" y="207875"/>
                      <a:pt x="19685" y="173010"/>
                      <a:pt x="31899" y="155577"/>
                    </a:cubicBezTo>
                    <a:cubicBezTo>
                      <a:pt x="43325" y="140126"/>
                      <a:pt x="59874" y="128636"/>
                      <a:pt x="78392" y="123089"/>
                    </a:cubicBezTo>
                    <a:cubicBezTo>
                      <a:pt x="104003" y="115165"/>
                      <a:pt x="130401" y="111600"/>
                      <a:pt x="157587" y="108430"/>
                    </a:cubicBezTo>
                    <a:lnTo>
                      <a:pt x="158770" y="108430"/>
                    </a:lnTo>
                    <a:cubicBezTo>
                      <a:pt x="180440" y="106053"/>
                      <a:pt x="202504" y="103676"/>
                      <a:pt x="223781" y="90205"/>
                    </a:cubicBezTo>
                    <a:cubicBezTo>
                      <a:pt x="233237" y="84262"/>
                      <a:pt x="243087" y="78715"/>
                      <a:pt x="252937" y="73565"/>
                    </a:cubicBezTo>
                    <a:cubicBezTo>
                      <a:pt x="259635" y="69999"/>
                      <a:pt x="266333" y="66037"/>
                      <a:pt x="273032" y="62471"/>
                    </a:cubicBezTo>
                    <a:cubicBezTo>
                      <a:pt x="315190" y="37511"/>
                      <a:pt x="356167" y="24040"/>
                      <a:pt x="398326" y="20871"/>
                    </a:cubicBezTo>
                    <a:cubicBezTo>
                      <a:pt x="452305" y="16909"/>
                      <a:pt x="507072" y="25625"/>
                      <a:pt x="557111" y="46227"/>
                    </a:cubicBezTo>
                    <a:cubicBezTo>
                      <a:pt x="584691" y="57321"/>
                      <a:pt x="611484" y="72376"/>
                      <a:pt x="637488" y="87036"/>
                    </a:cubicBezTo>
                    <a:cubicBezTo>
                      <a:pt x="652067" y="95356"/>
                      <a:pt x="667433" y="103676"/>
                      <a:pt x="682405" y="111203"/>
                    </a:cubicBezTo>
                    <a:cubicBezTo>
                      <a:pt x="683193" y="113977"/>
                      <a:pt x="683981" y="116750"/>
                      <a:pt x="684375" y="119127"/>
                    </a:cubicBezTo>
                    <a:cubicBezTo>
                      <a:pt x="686739" y="127051"/>
                      <a:pt x="688315" y="133390"/>
                      <a:pt x="686739" y="140918"/>
                    </a:cubicBezTo>
                    <a:cubicBezTo>
                      <a:pt x="683981" y="155577"/>
                      <a:pt x="686345" y="169841"/>
                      <a:pt x="689103" y="183707"/>
                    </a:cubicBezTo>
                    <a:cubicBezTo>
                      <a:pt x="689497" y="186877"/>
                      <a:pt x="690285" y="190047"/>
                      <a:pt x="690679" y="193216"/>
                    </a:cubicBezTo>
                    <a:cubicBezTo>
                      <a:pt x="694225" y="217384"/>
                      <a:pt x="689891" y="230855"/>
                      <a:pt x="672555" y="245514"/>
                    </a:cubicBezTo>
                    <a:cubicBezTo>
                      <a:pt x="669403" y="246703"/>
                      <a:pt x="661917" y="247891"/>
                      <a:pt x="651673" y="249872"/>
                    </a:cubicBezTo>
                    <a:cubicBezTo>
                      <a:pt x="651279" y="257400"/>
                      <a:pt x="649702" y="264532"/>
                      <a:pt x="646944" y="271663"/>
                    </a:cubicBezTo>
                    <a:cubicBezTo>
                      <a:pt x="679647" y="266513"/>
                      <a:pt x="682405" y="264135"/>
                      <a:pt x="684769" y="262551"/>
                    </a:cubicBezTo>
                    <a:cubicBezTo>
                      <a:pt x="709592" y="242741"/>
                      <a:pt x="717078" y="222138"/>
                      <a:pt x="712350" y="190443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sp>
          <p:nvSpPr>
            <p:cNvPr id="90" name="手繪多邊形 132">
              <a:extLst>
                <a:ext uri="{FF2B5EF4-FFF2-40B4-BE49-F238E27FC236}">
                  <a16:creationId xmlns:a16="http://schemas.microsoft.com/office/drawing/2014/main" id="{D518BE97-87EE-48C8-A2E0-93584C433A0D}"/>
                </a:ext>
              </a:extLst>
            </p:cNvPr>
            <p:cNvSpPr/>
            <p:nvPr/>
          </p:nvSpPr>
          <p:spPr>
            <a:xfrm>
              <a:off x="4638439" y="6138612"/>
              <a:ext cx="110083" cy="171082"/>
            </a:xfrm>
            <a:custGeom>
              <a:avLst/>
              <a:gdLst>
                <a:gd name="connsiteX0" fmla="*/ 61620 w 110083"/>
                <a:gd name="connsiteY0" fmla="*/ 0 h 171082"/>
                <a:gd name="connsiteX1" fmla="*/ 106931 w 110083"/>
                <a:gd name="connsiteY1" fmla="*/ 0 h 171082"/>
                <a:gd name="connsiteX2" fmla="*/ 110083 w 110083"/>
                <a:gd name="connsiteY2" fmla="*/ 3170 h 171082"/>
                <a:gd name="connsiteX3" fmla="*/ 109295 w 110083"/>
                <a:gd name="connsiteY3" fmla="*/ 5151 h 171082"/>
                <a:gd name="connsiteX4" fmla="*/ 63984 w 110083"/>
                <a:gd name="connsiteY4" fmla="*/ 60618 h 171082"/>
                <a:gd name="connsiteX5" fmla="*/ 64378 w 110083"/>
                <a:gd name="connsiteY5" fmla="*/ 64976 h 171082"/>
                <a:gd name="connsiteX6" fmla="*/ 66348 w 110083"/>
                <a:gd name="connsiteY6" fmla="*/ 65769 h 171082"/>
                <a:gd name="connsiteX7" fmla="*/ 101415 w 110083"/>
                <a:gd name="connsiteY7" fmla="*/ 65769 h 171082"/>
                <a:gd name="connsiteX8" fmla="*/ 104567 w 110083"/>
                <a:gd name="connsiteY8" fmla="*/ 68938 h 171082"/>
                <a:gd name="connsiteX9" fmla="*/ 103779 w 110083"/>
                <a:gd name="connsiteY9" fmla="*/ 70919 h 171082"/>
                <a:gd name="connsiteX10" fmla="*/ 5277 w 110083"/>
                <a:gd name="connsiteY10" fmla="*/ 169968 h 171082"/>
                <a:gd name="connsiteX11" fmla="*/ 943 w 110083"/>
                <a:gd name="connsiteY11" fmla="*/ 170364 h 171082"/>
                <a:gd name="connsiteX12" fmla="*/ 549 w 110083"/>
                <a:gd name="connsiteY12" fmla="*/ 166403 h 171082"/>
                <a:gd name="connsiteX13" fmla="*/ 41132 w 110083"/>
                <a:gd name="connsiteY13" fmla="*/ 93106 h 171082"/>
                <a:gd name="connsiteX14" fmla="*/ 39950 w 110083"/>
                <a:gd name="connsiteY14" fmla="*/ 89144 h 171082"/>
                <a:gd name="connsiteX15" fmla="*/ 38374 w 110083"/>
                <a:gd name="connsiteY15" fmla="*/ 88748 h 171082"/>
                <a:gd name="connsiteX16" fmla="*/ 12369 w 110083"/>
                <a:gd name="connsiteY16" fmla="*/ 88748 h 171082"/>
                <a:gd name="connsiteX17" fmla="*/ 9217 w 110083"/>
                <a:gd name="connsiteY17" fmla="*/ 85578 h 171082"/>
                <a:gd name="connsiteX18" fmla="*/ 9611 w 110083"/>
                <a:gd name="connsiteY18" fmla="*/ 83994 h 171082"/>
                <a:gd name="connsiteX19" fmla="*/ 58862 w 110083"/>
                <a:gd name="connsiteY19" fmla="*/ 1585 h 171082"/>
                <a:gd name="connsiteX20" fmla="*/ 61620 w 110083"/>
                <a:gd name="connsiteY20" fmla="*/ 0 h 17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083" h="171082">
                  <a:moveTo>
                    <a:pt x="61620" y="0"/>
                  </a:moveTo>
                  <a:lnTo>
                    <a:pt x="106931" y="0"/>
                  </a:lnTo>
                  <a:cubicBezTo>
                    <a:pt x="108507" y="0"/>
                    <a:pt x="110083" y="1189"/>
                    <a:pt x="110083" y="3170"/>
                  </a:cubicBezTo>
                  <a:cubicBezTo>
                    <a:pt x="110083" y="3962"/>
                    <a:pt x="109689" y="4358"/>
                    <a:pt x="109295" y="5151"/>
                  </a:cubicBezTo>
                  <a:lnTo>
                    <a:pt x="63984" y="60618"/>
                  </a:lnTo>
                  <a:cubicBezTo>
                    <a:pt x="62802" y="61807"/>
                    <a:pt x="63196" y="63788"/>
                    <a:pt x="64378" y="64976"/>
                  </a:cubicBezTo>
                  <a:cubicBezTo>
                    <a:pt x="64772" y="65372"/>
                    <a:pt x="65560" y="65769"/>
                    <a:pt x="66348" y="65769"/>
                  </a:cubicBezTo>
                  <a:lnTo>
                    <a:pt x="101415" y="65769"/>
                  </a:lnTo>
                  <a:cubicBezTo>
                    <a:pt x="102991" y="65769"/>
                    <a:pt x="104567" y="66957"/>
                    <a:pt x="104567" y="68938"/>
                  </a:cubicBezTo>
                  <a:cubicBezTo>
                    <a:pt x="104567" y="69731"/>
                    <a:pt x="104173" y="70523"/>
                    <a:pt x="103779" y="70919"/>
                  </a:cubicBezTo>
                  <a:lnTo>
                    <a:pt x="5277" y="169968"/>
                  </a:lnTo>
                  <a:cubicBezTo>
                    <a:pt x="4095" y="171157"/>
                    <a:pt x="2125" y="171553"/>
                    <a:pt x="943" y="170364"/>
                  </a:cubicBezTo>
                  <a:cubicBezTo>
                    <a:pt x="-239" y="169572"/>
                    <a:pt x="-239" y="167591"/>
                    <a:pt x="549" y="166403"/>
                  </a:cubicBezTo>
                  <a:lnTo>
                    <a:pt x="41132" y="93106"/>
                  </a:lnTo>
                  <a:cubicBezTo>
                    <a:pt x="41920" y="91521"/>
                    <a:pt x="41526" y="89937"/>
                    <a:pt x="39950" y="89144"/>
                  </a:cubicBezTo>
                  <a:cubicBezTo>
                    <a:pt x="39556" y="88748"/>
                    <a:pt x="39162" y="88748"/>
                    <a:pt x="38374" y="88748"/>
                  </a:cubicBezTo>
                  <a:lnTo>
                    <a:pt x="12369" y="88748"/>
                  </a:lnTo>
                  <a:cubicBezTo>
                    <a:pt x="10793" y="88748"/>
                    <a:pt x="9217" y="87559"/>
                    <a:pt x="9217" y="85578"/>
                  </a:cubicBezTo>
                  <a:cubicBezTo>
                    <a:pt x="9217" y="85182"/>
                    <a:pt x="9217" y="84390"/>
                    <a:pt x="9611" y="83994"/>
                  </a:cubicBezTo>
                  <a:lnTo>
                    <a:pt x="58862" y="1585"/>
                  </a:lnTo>
                  <a:cubicBezTo>
                    <a:pt x="59650" y="396"/>
                    <a:pt x="60438" y="0"/>
                    <a:pt x="61620" y="0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" name="手繪多邊形 133">
              <a:extLst>
                <a:ext uri="{FF2B5EF4-FFF2-40B4-BE49-F238E27FC236}">
                  <a16:creationId xmlns:a16="http://schemas.microsoft.com/office/drawing/2014/main" id="{F8B1F6C8-21B9-47CE-AB48-8C3FACA1A300}"/>
                </a:ext>
              </a:extLst>
            </p:cNvPr>
            <p:cNvSpPr/>
            <p:nvPr/>
          </p:nvSpPr>
          <p:spPr>
            <a:xfrm>
              <a:off x="4758372" y="6138612"/>
              <a:ext cx="55555" cy="77258"/>
            </a:xfrm>
            <a:custGeom>
              <a:avLst/>
              <a:gdLst>
                <a:gd name="connsiteX0" fmla="*/ 0 w 55555"/>
                <a:gd name="connsiteY0" fmla="*/ 75277 h 77258"/>
                <a:gd name="connsiteX1" fmla="*/ 0 w 55555"/>
                <a:gd name="connsiteY1" fmla="*/ 1981 h 77258"/>
                <a:gd name="connsiteX2" fmla="*/ 1970 w 55555"/>
                <a:gd name="connsiteY2" fmla="*/ 0 h 77258"/>
                <a:gd name="connsiteX3" fmla="*/ 55555 w 55555"/>
                <a:gd name="connsiteY3" fmla="*/ 0 h 77258"/>
                <a:gd name="connsiteX4" fmla="*/ 55555 w 55555"/>
                <a:gd name="connsiteY4" fmla="*/ 13471 h 77258"/>
                <a:gd name="connsiteX5" fmla="*/ 16942 w 55555"/>
                <a:gd name="connsiteY5" fmla="*/ 13471 h 77258"/>
                <a:gd name="connsiteX6" fmla="*/ 14972 w 55555"/>
                <a:gd name="connsiteY6" fmla="*/ 15452 h 77258"/>
                <a:gd name="connsiteX7" fmla="*/ 14972 w 55555"/>
                <a:gd name="connsiteY7" fmla="*/ 29715 h 77258"/>
                <a:gd name="connsiteX8" fmla="*/ 16942 w 55555"/>
                <a:gd name="connsiteY8" fmla="*/ 31696 h 77258"/>
                <a:gd name="connsiteX9" fmla="*/ 43341 w 55555"/>
                <a:gd name="connsiteY9" fmla="*/ 31696 h 77258"/>
                <a:gd name="connsiteX10" fmla="*/ 45311 w 55555"/>
                <a:gd name="connsiteY10" fmla="*/ 33677 h 77258"/>
                <a:gd name="connsiteX11" fmla="*/ 45311 w 55555"/>
                <a:gd name="connsiteY11" fmla="*/ 43185 h 77258"/>
                <a:gd name="connsiteX12" fmla="*/ 43341 w 55555"/>
                <a:gd name="connsiteY12" fmla="*/ 45166 h 77258"/>
                <a:gd name="connsiteX13" fmla="*/ 16942 w 55555"/>
                <a:gd name="connsiteY13" fmla="*/ 45166 h 77258"/>
                <a:gd name="connsiteX14" fmla="*/ 14972 w 55555"/>
                <a:gd name="connsiteY14" fmla="*/ 47147 h 77258"/>
                <a:gd name="connsiteX15" fmla="*/ 14972 w 55555"/>
                <a:gd name="connsiteY15" fmla="*/ 61807 h 77258"/>
                <a:gd name="connsiteX16" fmla="*/ 16942 w 55555"/>
                <a:gd name="connsiteY16" fmla="*/ 63788 h 77258"/>
                <a:gd name="connsiteX17" fmla="*/ 48463 w 55555"/>
                <a:gd name="connsiteY17" fmla="*/ 63788 h 77258"/>
                <a:gd name="connsiteX18" fmla="*/ 50433 w 55555"/>
                <a:gd name="connsiteY18" fmla="*/ 65769 h 77258"/>
                <a:gd name="connsiteX19" fmla="*/ 50433 w 55555"/>
                <a:gd name="connsiteY19" fmla="*/ 65769 h 77258"/>
                <a:gd name="connsiteX20" fmla="*/ 50433 w 55555"/>
                <a:gd name="connsiteY20" fmla="*/ 75277 h 77258"/>
                <a:gd name="connsiteX21" fmla="*/ 48463 w 55555"/>
                <a:gd name="connsiteY21" fmla="*/ 77258 h 77258"/>
                <a:gd name="connsiteX22" fmla="*/ 1576 w 55555"/>
                <a:gd name="connsiteY22" fmla="*/ 77258 h 77258"/>
                <a:gd name="connsiteX23" fmla="*/ 0 w 55555"/>
                <a:gd name="connsiteY23" fmla="*/ 75277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555" h="77258">
                  <a:moveTo>
                    <a:pt x="0" y="75277"/>
                  </a:moveTo>
                  <a:lnTo>
                    <a:pt x="0" y="1981"/>
                  </a:lnTo>
                  <a:cubicBezTo>
                    <a:pt x="0" y="792"/>
                    <a:pt x="788" y="0"/>
                    <a:pt x="1970" y="0"/>
                  </a:cubicBezTo>
                  <a:lnTo>
                    <a:pt x="55555" y="0"/>
                  </a:lnTo>
                  <a:lnTo>
                    <a:pt x="55555" y="13471"/>
                  </a:lnTo>
                  <a:lnTo>
                    <a:pt x="16942" y="13471"/>
                  </a:lnTo>
                  <a:cubicBezTo>
                    <a:pt x="15760" y="13471"/>
                    <a:pt x="14972" y="14263"/>
                    <a:pt x="14972" y="15452"/>
                  </a:cubicBezTo>
                  <a:lnTo>
                    <a:pt x="14972" y="29715"/>
                  </a:lnTo>
                  <a:cubicBezTo>
                    <a:pt x="14972" y="30903"/>
                    <a:pt x="15760" y="31696"/>
                    <a:pt x="16942" y="31696"/>
                  </a:cubicBezTo>
                  <a:lnTo>
                    <a:pt x="43341" y="31696"/>
                  </a:lnTo>
                  <a:cubicBezTo>
                    <a:pt x="44523" y="31696"/>
                    <a:pt x="45311" y="32488"/>
                    <a:pt x="45311" y="33677"/>
                  </a:cubicBezTo>
                  <a:lnTo>
                    <a:pt x="45311" y="43185"/>
                  </a:lnTo>
                  <a:cubicBezTo>
                    <a:pt x="45311" y="44374"/>
                    <a:pt x="44523" y="45166"/>
                    <a:pt x="43341" y="45166"/>
                  </a:cubicBezTo>
                  <a:lnTo>
                    <a:pt x="16942" y="45166"/>
                  </a:lnTo>
                  <a:cubicBezTo>
                    <a:pt x="15760" y="45166"/>
                    <a:pt x="14972" y="45959"/>
                    <a:pt x="14972" y="47147"/>
                  </a:cubicBezTo>
                  <a:lnTo>
                    <a:pt x="14972" y="61807"/>
                  </a:lnTo>
                  <a:cubicBezTo>
                    <a:pt x="14972" y="62995"/>
                    <a:pt x="15760" y="63788"/>
                    <a:pt x="16942" y="63788"/>
                  </a:cubicBezTo>
                  <a:lnTo>
                    <a:pt x="48463" y="63788"/>
                  </a:lnTo>
                  <a:cubicBezTo>
                    <a:pt x="49645" y="63788"/>
                    <a:pt x="50433" y="64580"/>
                    <a:pt x="50433" y="65769"/>
                  </a:cubicBezTo>
                  <a:cubicBezTo>
                    <a:pt x="50433" y="65769"/>
                    <a:pt x="50433" y="65769"/>
                    <a:pt x="50433" y="65769"/>
                  </a:cubicBezTo>
                  <a:lnTo>
                    <a:pt x="50433" y="75277"/>
                  </a:lnTo>
                  <a:cubicBezTo>
                    <a:pt x="50433" y="76466"/>
                    <a:pt x="49645" y="77258"/>
                    <a:pt x="48463" y="77258"/>
                  </a:cubicBezTo>
                  <a:lnTo>
                    <a:pt x="1576" y="77258"/>
                  </a:lnTo>
                  <a:cubicBezTo>
                    <a:pt x="1182" y="77258"/>
                    <a:pt x="0" y="76466"/>
                    <a:pt x="0" y="75277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2" name="手繪多邊形 134">
              <a:extLst>
                <a:ext uri="{FF2B5EF4-FFF2-40B4-BE49-F238E27FC236}">
                  <a16:creationId xmlns:a16="http://schemas.microsoft.com/office/drawing/2014/main" id="{B8619E82-B558-440B-A768-E597D65ADEA1}"/>
                </a:ext>
              </a:extLst>
            </p:cNvPr>
            <p:cNvSpPr/>
            <p:nvPr/>
          </p:nvSpPr>
          <p:spPr>
            <a:xfrm>
              <a:off x="4805899" y="6138612"/>
              <a:ext cx="60430" cy="77258"/>
            </a:xfrm>
            <a:custGeom>
              <a:avLst/>
              <a:gdLst>
                <a:gd name="connsiteX0" fmla="*/ 34426 w 60430"/>
                <a:gd name="connsiteY0" fmla="*/ 77258 h 77258"/>
                <a:gd name="connsiteX1" fmla="*/ 25758 w 60430"/>
                <a:gd name="connsiteY1" fmla="*/ 77258 h 77258"/>
                <a:gd name="connsiteX2" fmla="*/ 23788 w 60430"/>
                <a:gd name="connsiteY2" fmla="*/ 75674 h 77258"/>
                <a:gd name="connsiteX3" fmla="*/ 148 w 60430"/>
                <a:gd name="connsiteY3" fmla="*/ 2377 h 77258"/>
                <a:gd name="connsiteX4" fmla="*/ 1330 w 60430"/>
                <a:gd name="connsiteY4" fmla="*/ 0 h 77258"/>
                <a:gd name="connsiteX5" fmla="*/ 2118 w 60430"/>
                <a:gd name="connsiteY5" fmla="*/ 0 h 77258"/>
                <a:gd name="connsiteX6" fmla="*/ 13544 w 60430"/>
                <a:gd name="connsiteY6" fmla="*/ 0 h 77258"/>
                <a:gd name="connsiteX7" fmla="*/ 15514 w 60430"/>
                <a:gd name="connsiteY7" fmla="*/ 1585 h 77258"/>
                <a:gd name="connsiteX8" fmla="*/ 28516 w 60430"/>
                <a:gd name="connsiteY8" fmla="*/ 44374 h 77258"/>
                <a:gd name="connsiteX9" fmla="*/ 30880 w 60430"/>
                <a:gd name="connsiteY9" fmla="*/ 45563 h 77258"/>
                <a:gd name="connsiteX10" fmla="*/ 32062 w 60430"/>
                <a:gd name="connsiteY10" fmla="*/ 44374 h 77258"/>
                <a:gd name="connsiteX11" fmla="*/ 45065 w 60430"/>
                <a:gd name="connsiteY11" fmla="*/ 1585 h 77258"/>
                <a:gd name="connsiteX12" fmla="*/ 47035 w 60430"/>
                <a:gd name="connsiteY12" fmla="*/ 0 h 77258"/>
                <a:gd name="connsiteX13" fmla="*/ 58461 w 60430"/>
                <a:gd name="connsiteY13" fmla="*/ 0 h 77258"/>
                <a:gd name="connsiteX14" fmla="*/ 60431 w 60430"/>
                <a:gd name="connsiteY14" fmla="*/ 1981 h 77258"/>
                <a:gd name="connsiteX15" fmla="*/ 60431 w 60430"/>
                <a:gd name="connsiteY15" fmla="*/ 2773 h 77258"/>
                <a:gd name="connsiteX16" fmla="*/ 36396 w 60430"/>
                <a:gd name="connsiteY16" fmla="*/ 76070 h 77258"/>
                <a:gd name="connsiteX17" fmla="*/ 34426 w 60430"/>
                <a:gd name="connsiteY17" fmla="*/ 77258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430" h="77258">
                  <a:moveTo>
                    <a:pt x="34426" y="77258"/>
                  </a:moveTo>
                  <a:lnTo>
                    <a:pt x="25758" y="77258"/>
                  </a:lnTo>
                  <a:cubicBezTo>
                    <a:pt x="24970" y="77258"/>
                    <a:pt x="24182" y="76862"/>
                    <a:pt x="23788" y="75674"/>
                  </a:cubicBezTo>
                  <a:lnTo>
                    <a:pt x="148" y="2377"/>
                  </a:lnTo>
                  <a:cubicBezTo>
                    <a:pt x="-246" y="1189"/>
                    <a:pt x="148" y="396"/>
                    <a:pt x="1330" y="0"/>
                  </a:cubicBezTo>
                  <a:cubicBezTo>
                    <a:pt x="1724" y="0"/>
                    <a:pt x="1724" y="0"/>
                    <a:pt x="2118" y="0"/>
                  </a:cubicBezTo>
                  <a:lnTo>
                    <a:pt x="13544" y="0"/>
                  </a:lnTo>
                  <a:cubicBezTo>
                    <a:pt x="14332" y="0"/>
                    <a:pt x="15120" y="396"/>
                    <a:pt x="15514" y="1585"/>
                  </a:cubicBezTo>
                  <a:lnTo>
                    <a:pt x="28516" y="44374"/>
                  </a:lnTo>
                  <a:cubicBezTo>
                    <a:pt x="28910" y="45563"/>
                    <a:pt x="30092" y="45959"/>
                    <a:pt x="30880" y="45563"/>
                  </a:cubicBezTo>
                  <a:cubicBezTo>
                    <a:pt x="31668" y="45563"/>
                    <a:pt x="32062" y="44770"/>
                    <a:pt x="32062" y="44374"/>
                  </a:cubicBezTo>
                  <a:lnTo>
                    <a:pt x="45065" y="1585"/>
                  </a:lnTo>
                  <a:cubicBezTo>
                    <a:pt x="45459" y="792"/>
                    <a:pt x="46247" y="0"/>
                    <a:pt x="47035" y="0"/>
                  </a:cubicBezTo>
                  <a:lnTo>
                    <a:pt x="58461" y="0"/>
                  </a:lnTo>
                  <a:cubicBezTo>
                    <a:pt x="59643" y="0"/>
                    <a:pt x="60431" y="792"/>
                    <a:pt x="60431" y="1981"/>
                  </a:cubicBezTo>
                  <a:cubicBezTo>
                    <a:pt x="60431" y="2377"/>
                    <a:pt x="60431" y="2377"/>
                    <a:pt x="60431" y="2773"/>
                  </a:cubicBezTo>
                  <a:lnTo>
                    <a:pt x="36396" y="76070"/>
                  </a:lnTo>
                  <a:cubicBezTo>
                    <a:pt x="36002" y="76862"/>
                    <a:pt x="35214" y="77258"/>
                    <a:pt x="34426" y="77258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3" name="手繪多邊形 135">
              <a:extLst>
                <a:ext uri="{FF2B5EF4-FFF2-40B4-BE49-F238E27FC236}">
                  <a16:creationId xmlns:a16="http://schemas.microsoft.com/office/drawing/2014/main" id="{113D8080-F26D-49D5-A86F-3B2D159B79A3}"/>
                </a:ext>
              </a:extLst>
            </p:cNvPr>
            <p:cNvSpPr/>
            <p:nvPr/>
          </p:nvSpPr>
          <p:spPr>
            <a:xfrm>
              <a:off x="4531995" y="6092497"/>
              <a:ext cx="300251" cy="78206"/>
            </a:xfrm>
            <a:custGeom>
              <a:avLst/>
              <a:gdLst>
                <a:gd name="connsiteX0" fmla="*/ 119207 w 300251"/>
                <a:gd name="connsiteY0" fmla="*/ 78206 h 78206"/>
                <a:gd name="connsiteX1" fmla="*/ 10461 w 300251"/>
                <a:gd name="connsiteY1" fmla="*/ 78206 h 78206"/>
                <a:gd name="connsiteX2" fmla="*/ 611 w 300251"/>
                <a:gd name="connsiteY2" fmla="*/ 71075 h 78206"/>
                <a:gd name="connsiteX3" fmla="*/ 4157 w 300251"/>
                <a:gd name="connsiteY3" fmla="*/ 59585 h 78206"/>
                <a:gd name="connsiteX4" fmla="*/ 75472 w 300251"/>
                <a:gd name="connsiteY4" fmla="*/ 18381 h 78206"/>
                <a:gd name="connsiteX5" fmla="*/ 292964 w 300251"/>
                <a:gd name="connsiteY5" fmla="*/ 19966 h 78206"/>
                <a:gd name="connsiteX6" fmla="*/ 299662 w 300251"/>
                <a:gd name="connsiteY6" fmla="*/ 32644 h 78206"/>
                <a:gd name="connsiteX7" fmla="*/ 287054 w 300251"/>
                <a:gd name="connsiteY7" fmla="*/ 39379 h 78206"/>
                <a:gd name="connsiteX8" fmla="*/ 83746 w 300251"/>
                <a:gd name="connsiteY8" fmla="*/ 37002 h 78206"/>
                <a:gd name="connsiteX9" fmla="*/ 43952 w 300251"/>
                <a:gd name="connsiteY9" fmla="*/ 57208 h 78206"/>
                <a:gd name="connsiteX10" fmla="*/ 119207 w 300251"/>
                <a:gd name="connsiteY10" fmla="*/ 57208 h 78206"/>
                <a:gd name="connsiteX11" fmla="*/ 129451 w 300251"/>
                <a:gd name="connsiteY11" fmla="*/ 67509 h 78206"/>
                <a:gd name="connsiteX12" fmla="*/ 119207 w 300251"/>
                <a:gd name="connsiteY12" fmla="*/ 78206 h 7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0251" h="78206">
                  <a:moveTo>
                    <a:pt x="119207" y="78206"/>
                  </a:moveTo>
                  <a:lnTo>
                    <a:pt x="10461" y="78206"/>
                  </a:lnTo>
                  <a:cubicBezTo>
                    <a:pt x="6127" y="78206"/>
                    <a:pt x="2187" y="75433"/>
                    <a:pt x="611" y="71075"/>
                  </a:cubicBezTo>
                  <a:cubicBezTo>
                    <a:pt x="-965" y="66717"/>
                    <a:pt x="611" y="62359"/>
                    <a:pt x="4157" y="59585"/>
                  </a:cubicBezTo>
                  <a:cubicBezTo>
                    <a:pt x="25827" y="42945"/>
                    <a:pt x="49862" y="28682"/>
                    <a:pt x="75472" y="18381"/>
                  </a:cubicBezTo>
                  <a:cubicBezTo>
                    <a:pt x="134179" y="-6580"/>
                    <a:pt x="207071" y="-6183"/>
                    <a:pt x="292964" y="19966"/>
                  </a:cubicBezTo>
                  <a:cubicBezTo>
                    <a:pt x="298480" y="21550"/>
                    <a:pt x="301632" y="27493"/>
                    <a:pt x="299662" y="32644"/>
                  </a:cubicBezTo>
                  <a:cubicBezTo>
                    <a:pt x="298086" y="38191"/>
                    <a:pt x="292176" y="41360"/>
                    <a:pt x="287054" y="39379"/>
                  </a:cubicBezTo>
                  <a:cubicBezTo>
                    <a:pt x="206283" y="14815"/>
                    <a:pt x="137725" y="14023"/>
                    <a:pt x="83746" y="37002"/>
                  </a:cubicBezTo>
                  <a:cubicBezTo>
                    <a:pt x="69956" y="42549"/>
                    <a:pt x="56954" y="49680"/>
                    <a:pt x="43952" y="57208"/>
                  </a:cubicBezTo>
                  <a:lnTo>
                    <a:pt x="119207" y="57208"/>
                  </a:lnTo>
                  <a:cubicBezTo>
                    <a:pt x="124723" y="57208"/>
                    <a:pt x="129451" y="61962"/>
                    <a:pt x="129451" y="67509"/>
                  </a:cubicBezTo>
                  <a:cubicBezTo>
                    <a:pt x="129451" y="73056"/>
                    <a:pt x="124723" y="78206"/>
                    <a:pt x="119207" y="78206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4" name="手繪多邊形 136">
              <a:extLst>
                <a:ext uri="{FF2B5EF4-FFF2-40B4-BE49-F238E27FC236}">
                  <a16:creationId xmlns:a16="http://schemas.microsoft.com/office/drawing/2014/main" id="{14AB2E83-72CD-4050-9F70-5C83376C7AA4}"/>
                </a:ext>
              </a:extLst>
            </p:cNvPr>
            <p:cNvSpPr/>
            <p:nvPr/>
          </p:nvSpPr>
          <p:spPr>
            <a:xfrm>
              <a:off x="4402584" y="6241227"/>
              <a:ext cx="132386" cy="133121"/>
            </a:xfrm>
            <a:custGeom>
              <a:avLst/>
              <a:gdLst>
                <a:gd name="connsiteX0" fmla="*/ 66193 w 132386"/>
                <a:gd name="connsiteY0" fmla="*/ 0 h 133121"/>
                <a:gd name="connsiteX1" fmla="*/ 0 w 132386"/>
                <a:gd name="connsiteY1" fmla="*/ 66561 h 133121"/>
                <a:gd name="connsiteX2" fmla="*/ 66193 w 132386"/>
                <a:gd name="connsiteY2" fmla="*/ 133122 h 133121"/>
                <a:gd name="connsiteX3" fmla="*/ 132386 w 132386"/>
                <a:gd name="connsiteY3" fmla="*/ 66561 h 133121"/>
                <a:gd name="connsiteX4" fmla="*/ 66193 w 132386"/>
                <a:gd name="connsiteY4" fmla="*/ 0 h 133121"/>
                <a:gd name="connsiteX5" fmla="*/ 66193 w 132386"/>
                <a:gd name="connsiteY5" fmla="*/ 91125 h 133121"/>
                <a:gd name="connsiteX6" fmla="*/ 41765 w 132386"/>
                <a:gd name="connsiteY6" fmla="*/ 66561 h 133121"/>
                <a:gd name="connsiteX7" fmla="*/ 66193 w 132386"/>
                <a:gd name="connsiteY7" fmla="*/ 41997 h 133121"/>
                <a:gd name="connsiteX8" fmla="*/ 90622 w 132386"/>
                <a:gd name="connsiteY8" fmla="*/ 66561 h 133121"/>
                <a:gd name="connsiteX9" fmla="*/ 66193 w 132386"/>
                <a:gd name="connsiteY9" fmla="*/ 91125 h 133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386" h="133121">
                  <a:moveTo>
                    <a:pt x="66193" y="0"/>
                  </a:moveTo>
                  <a:cubicBezTo>
                    <a:pt x="29551" y="0"/>
                    <a:pt x="0" y="29715"/>
                    <a:pt x="0" y="66561"/>
                  </a:cubicBezTo>
                  <a:cubicBezTo>
                    <a:pt x="0" y="103407"/>
                    <a:pt x="29551" y="133122"/>
                    <a:pt x="66193" y="133122"/>
                  </a:cubicBezTo>
                  <a:cubicBezTo>
                    <a:pt x="102836" y="133122"/>
                    <a:pt x="132386" y="103407"/>
                    <a:pt x="132386" y="66561"/>
                  </a:cubicBezTo>
                  <a:cubicBezTo>
                    <a:pt x="132386" y="29715"/>
                    <a:pt x="102836" y="0"/>
                    <a:pt x="66193" y="0"/>
                  </a:cubicBezTo>
                  <a:close/>
                  <a:moveTo>
                    <a:pt x="66193" y="91125"/>
                  </a:moveTo>
                  <a:cubicBezTo>
                    <a:pt x="52797" y="91125"/>
                    <a:pt x="41765" y="80032"/>
                    <a:pt x="41765" y="66561"/>
                  </a:cubicBezTo>
                  <a:cubicBezTo>
                    <a:pt x="41765" y="53090"/>
                    <a:pt x="52797" y="41997"/>
                    <a:pt x="66193" y="41997"/>
                  </a:cubicBezTo>
                  <a:cubicBezTo>
                    <a:pt x="79589" y="41997"/>
                    <a:pt x="90622" y="53090"/>
                    <a:pt x="90622" y="66561"/>
                  </a:cubicBezTo>
                  <a:cubicBezTo>
                    <a:pt x="90622" y="80032"/>
                    <a:pt x="79589" y="91125"/>
                    <a:pt x="66193" y="91125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5" name="手繪多邊形 137">
              <a:extLst>
                <a:ext uri="{FF2B5EF4-FFF2-40B4-BE49-F238E27FC236}">
                  <a16:creationId xmlns:a16="http://schemas.microsoft.com/office/drawing/2014/main" id="{D76D5145-42B0-434A-97AF-A662F55D3788}"/>
                </a:ext>
              </a:extLst>
            </p:cNvPr>
            <p:cNvSpPr/>
            <p:nvPr/>
          </p:nvSpPr>
          <p:spPr>
            <a:xfrm>
              <a:off x="4787135" y="6240830"/>
              <a:ext cx="133174" cy="133914"/>
            </a:xfrm>
            <a:custGeom>
              <a:avLst/>
              <a:gdLst>
                <a:gd name="connsiteX0" fmla="*/ 66587 w 133174"/>
                <a:gd name="connsiteY0" fmla="*/ 0 h 133914"/>
                <a:gd name="connsiteX1" fmla="*/ 0 w 133174"/>
                <a:gd name="connsiteY1" fmla="*/ 66957 h 133914"/>
                <a:gd name="connsiteX2" fmla="*/ 66587 w 133174"/>
                <a:gd name="connsiteY2" fmla="*/ 133914 h 133914"/>
                <a:gd name="connsiteX3" fmla="*/ 133174 w 133174"/>
                <a:gd name="connsiteY3" fmla="*/ 66957 h 133914"/>
                <a:gd name="connsiteX4" fmla="*/ 66587 w 133174"/>
                <a:gd name="connsiteY4" fmla="*/ 0 h 133914"/>
                <a:gd name="connsiteX5" fmla="*/ 66587 w 133174"/>
                <a:gd name="connsiteY5" fmla="*/ 87163 h 133914"/>
                <a:gd name="connsiteX6" fmla="*/ 46493 w 133174"/>
                <a:gd name="connsiteY6" fmla="*/ 66957 h 133914"/>
                <a:gd name="connsiteX7" fmla="*/ 66587 w 133174"/>
                <a:gd name="connsiteY7" fmla="*/ 46751 h 133914"/>
                <a:gd name="connsiteX8" fmla="*/ 86682 w 133174"/>
                <a:gd name="connsiteY8" fmla="*/ 66957 h 133914"/>
                <a:gd name="connsiteX9" fmla="*/ 66587 w 133174"/>
                <a:gd name="connsiteY9" fmla="*/ 87163 h 133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3174" h="133914">
                  <a:moveTo>
                    <a:pt x="66587" y="0"/>
                  </a:moveTo>
                  <a:cubicBezTo>
                    <a:pt x="29945" y="0"/>
                    <a:pt x="0" y="30111"/>
                    <a:pt x="0" y="66957"/>
                  </a:cubicBezTo>
                  <a:cubicBezTo>
                    <a:pt x="0" y="103803"/>
                    <a:pt x="29945" y="133914"/>
                    <a:pt x="66587" y="133914"/>
                  </a:cubicBezTo>
                  <a:cubicBezTo>
                    <a:pt x="103230" y="133914"/>
                    <a:pt x="133174" y="103803"/>
                    <a:pt x="133174" y="66957"/>
                  </a:cubicBezTo>
                  <a:cubicBezTo>
                    <a:pt x="133174" y="30111"/>
                    <a:pt x="103624" y="0"/>
                    <a:pt x="66587" y="0"/>
                  </a:cubicBezTo>
                  <a:close/>
                  <a:moveTo>
                    <a:pt x="66587" y="87163"/>
                  </a:moveTo>
                  <a:cubicBezTo>
                    <a:pt x="55555" y="87163"/>
                    <a:pt x="46493" y="78051"/>
                    <a:pt x="46493" y="66957"/>
                  </a:cubicBezTo>
                  <a:cubicBezTo>
                    <a:pt x="46493" y="55864"/>
                    <a:pt x="55555" y="46751"/>
                    <a:pt x="66587" y="46751"/>
                  </a:cubicBezTo>
                  <a:cubicBezTo>
                    <a:pt x="77619" y="46751"/>
                    <a:pt x="86682" y="55864"/>
                    <a:pt x="86682" y="66957"/>
                  </a:cubicBezTo>
                  <a:cubicBezTo>
                    <a:pt x="86682" y="78051"/>
                    <a:pt x="77619" y="87163"/>
                    <a:pt x="66587" y="87163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98" name="圖形 28">
            <a:extLst>
              <a:ext uri="{FF2B5EF4-FFF2-40B4-BE49-F238E27FC236}">
                <a16:creationId xmlns:a16="http://schemas.microsoft.com/office/drawing/2014/main" id="{93BA9393-C72E-476F-8A88-6E9B47B41CF3}"/>
              </a:ext>
            </a:extLst>
          </p:cNvPr>
          <p:cNvGrpSpPr/>
          <p:nvPr userDrawn="1"/>
        </p:nvGrpSpPr>
        <p:grpSpPr>
          <a:xfrm>
            <a:off x="6563803" y="5597001"/>
            <a:ext cx="341537" cy="505305"/>
            <a:chOff x="7116910" y="5963038"/>
            <a:chExt cx="420840" cy="622635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99" name="手繪多邊形 65">
              <a:extLst>
                <a:ext uri="{FF2B5EF4-FFF2-40B4-BE49-F238E27FC236}">
                  <a16:creationId xmlns:a16="http://schemas.microsoft.com/office/drawing/2014/main" id="{008153AC-0570-4076-96BF-EC7C4DE4B761}"/>
                </a:ext>
              </a:extLst>
            </p:cNvPr>
            <p:cNvSpPr/>
            <p:nvPr/>
          </p:nvSpPr>
          <p:spPr>
            <a:xfrm>
              <a:off x="7116910" y="5963038"/>
              <a:ext cx="420840" cy="622635"/>
            </a:xfrm>
            <a:custGeom>
              <a:avLst/>
              <a:gdLst>
                <a:gd name="connsiteX0" fmla="*/ 419320 w 420840"/>
                <a:gd name="connsiteY0" fmla="*/ 267791 h 622635"/>
                <a:gd name="connsiteX1" fmla="*/ 367133 w 420840"/>
                <a:gd name="connsiteY1" fmla="*/ 182756 h 622635"/>
                <a:gd name="connsiteX2" fmla="*/ 181778 w 420840"/>
                <a:gd name="connsiteY2" fmla="*/ 0 h 622635"/>
                <a:gd name="connsiteX3" fmla="*/ 0 w 420840"/>
                <a:gd name="connsiteY3" fmla="*/ 175589 h 622635"/>
                <a:gd name="connsiteX4" fmla="*/ 0 w 420840"/>
                <a:gd name="connsiteY4" fmla="*/ 177452 h 622635"/>
                <a:gd name="connsiteX5" fmla="*/ 85345 w 420840"/>
                <a:gd name="connsiteY5" fmla="*/ 319715 h 622635"/>
                <a:gd name="connsiteX6" fmla="*/ 95146 w 420840"/>
                <a:gd name="connsiteY6" fmla="*/ 324947 h 622635"/>
                <a:gd name="connsiteX7" fmla="*/ 95146 w 420840"/>
                <a:gd name="connsiteY7" fmla="*/ 441480 h 622635"/>
                <a:gd name="connsiteX8" fmla="*/ 104338 w 420840"/>
                <a:gd name="connsiteY8" fmla="*/ 450690 h 622635"/>
                <a:gd name="connsiteX9" fmla="*/ 113531 w 420840"/>
                <a:gd name="connsiteY9" fmla="*/ 441480 h 622635"/>
                <a:gd name="connsiteX10" fmla="*/ 113531 w 420840"/>
                <a:gd name="connsiteY10" fmla="*/ 319428 h 622635"/>
                <a:gd name="connsiteX11" fmla="*/ 108666 w 420840"/>
                <a:gd name="connsiteY11" fmla="*/ 311294 h 622635"/>
                <a:gd name="connsiteX12" fmla="*/ 93965 w 420840"/>
                <a:gd name="connsiteY12" fmla="*/ 303482 h 622635"/>
                <a:gd name="connsiteX13" fmla="*/ 18385 w 420840"/>
                <a:gd name="connsiteY13" fmla="*/ 177488 h 622635"/>
                <a:gd name="connsiteX14" fmla="*/ 18385 w 420840"/>
                <a:gd name="connsiteY14" fmla="*/ 175589 h 622635"/>
                <a:gd name="connsiteX15" fmla="*/ 54405 w 420840"/>
                <a:gd name="connsiteY15" fmla="*/ 72601 h 622635"/>
                <a:gd name="connsiteX16" fmla="*/ 66638 w 420840"/>
                <a:gd name="connsiteY16" fmla="*/ 82563 h 622635"/>
                <a:gd name="connsiteX17" fmla="*/ 66638 w 420840"/>
                <a:gd name="connsiteY17" fmla="*/ 164982 h 622635"/>
                <a:gd name="connsiteX18" fmla="*/ 71002 w 420840"/>
                <a:gd name="connsiteY18" fmla="*/ 172794 h 622635"/>
                <a:gd name="connsiteX19" fmla="*/ 94073 w 420840"/>
                <a:gd name="connsiteY19" fmla="*/ 187127 h 622635"/>
                <a:gd name="connsiteX20" fmla="*/ 94073 w 420840"/>
                <a:gd name="connsiteY20" fmla="*/ 248942 h 622635"/>
                <a:gd name="connsiteX21" fmla="*/ 112458 w 420840"/>
                <a:gd name="connsiteY21" fmla="*/ 267361 h 622635"/>
                <a:gd name="connsiteX22" fmla="*/ 133204 w 420840"/>
                <a:gd name="connsiteY22" fmla="*/ 267361 h 622635"/>
                <a:gd name="connsiteX23" fmla="*/ 133204 w 420840"/>
                <a:gd name="connsiteY23" fmla="*/ 498672 h 622635"/>
                <a:gd name="connsiteX24" fmla="*/ 116786 w 420840"/>
                <a:gd name="connsiteY24" fmla="*/ 531697 h 622635"/>
                <a:gd name="connsiteX25" fmla="*/ 149749 w 420840"/>
                <a:gd name="connsiteY25" fmla="*/ 548145 h 622635"/>
                <a:gd name="connsiteX26" fmla="*/ 166167 w 420840"/>
                <a:gd name="connsiteY26" fmla="*/ 515120 h 622635"/>
                <a:gd name="connsiteX27" fmla="*/ 151553 w 420840"/>
                <a:gd name="connsiteY27" fmla="*/ 499353 h 622635"/>
                <a:gd name="connsiteX28" fmla="*/ 151553 w 420840"/>
                <a:gd name="connsiteY28" fmla="*/ 267361 h 622635"/>
                <a:gd name="connsiteX29" fmla="*/ 178094 w 420840"/>
                <a:gd name="connsiteY29" fmla="*/ 267361 h 622635"/>
                <a:gd name="connsiteX30" fmla="*/ 178094 w 420840"/>
                <a:gd name="connsiteY30" fmla="*/ 572132 h 622635"/>
                <a:gd name="connsiteX31" fmla="*/ 162923 w 420840"/>
                <a:gd name="connsiteY31" fmla="*/ 605749 h 622635"/>
                <a:gd name="connsiteX32" fmla="*/ 196479 w 420840"/>
                <a:gd name="connsiteY32" fmla="*/ 620950 h 622635"/>
                <a:gd name="connsiteX33" fmla="*/ 211650 w 420840"/>
                <a:gd name="connsiteY33" fmla="*/ 587330 h 622635"/>
                <a:gd name="connsiteX34" fmla="*/ 196479 w 420840"/>
                <a:gd name="connsiteY34" fmla="*/ 572132 h 622635"/>
                <a:gd name="connsiteX35" fmla="*/ 196479 w 420840"/>
                <a:gd name="connsiteY35" fmla="*/ 267540 h 622635"/>
                <a:gd name="connsiteX36" fmla="*/ 220909 w 420840"/>
                <a:gd name="connsiteY36" fmla="*/ 267540 h 622635"/>
                <a:gd name="connsiteX37" fmla="*/ 220909 w 420840"/>
                <a:gd name="connsiteY37" fmla="*/ 459326 h 622635"/>
                <a:gd name="connsiteX38" fmla="*/ 205739 w 420840"/>
                <a:gd name="connsiteY38" fmla="*/ 492942 h 622635"/>
                <a:gd name="connsiteX39" fmla="*/ 239295 w 420840"/>
                <a:gd name="connsiteY39" fmla="*/ 508143 h 622635"/>
                <a:gd name="connsiteX40" fmla="*/ 254465 w 420840"/>
                <a:gd name="connsiteY40" fmla="*/ 474523 h 622635"/>
                <a:gd name="connsiteX41" fmla="*/ 239295 w 420840"/>
                <a:gd name="connsiteY41" fmla="*/ 459326 h 622635"/>
                <a:gd name="connsiteX42" fmla="*/ 239295 w 420840"/>
                <a:gd name="connsiteY42" fmla="*/ 267361 h 622635"/>
                <a:gd name="connsiteX43" fmla="*/ 262509 w 420840"/>
                <a:gd name="connsiteY43" fmla="*/ 267361 h 622635"/>
                <a:gd name="connsiteX44" fmla="*/ 280894 w 420840"/>
                <a:gd name="connsiteY44" fmla="*/ 248942 h 622635"/>
                <a:gd name="connsiteX45" fmla="*/ 280894 w 420840"/>
                <a:gd name="connsiteY45" fmla="*/ 231670 h 622635"/>
                <a:gd name="connsiteX46" fmla="*/ 309974 w 420840"/>
                <a:gd name="connsiteY46" fmla="*/ 220919 h 622635"/>
                <a:gd name="connsiteX47" fmla="*/ 316019 w 420840"/>
                <a:gd name="connsiteY47" fmla="*/ 212283 h 622635"/>
                <a:gd name="connsiteX48" fmla="*/ 316019 w 420840"/>
                <a:gd name="connsiteY48" fmla="*/ 129541 h 622635"/>
                <a:gd name="connsiteX49" fmla="*/ 332008 w 420840"/>
                <a:gd name="connsiteY49" fmla="*/ 114670 h 622635"/>
                <a:gd name="connsiteX50" fmla="*/ 348891 w 420840"/>
                <a:gd name="connsiteY50" fmla="*/ 186052 h 622635"/>
                <a:gd name="connsiteX51" fmla="*/ 350250 w 420840"/>
                <a:gd name="connsiteY51" fmla="*/ 190603 h 622635"/>
                <a:gd name="connsiteX52" fmla="*/ 395069 w 420840"/>
                <a:gd name="connsiteY52" fmla="*/ 263383 h 622635"/>
                <a:gd name="connsiteX53" fmla="*/ 363091 w 420840"/>
                <a:gd name="connsiteY53" fmla="*/ 263383 h 622635"/>
                <a:gd name="connsiteX54" fmla="*/ 353898 w 420840"/>
                <a:gd name="connsiteY54" fmla="*/ 272592 h 622635"/>
                <a:gd name="connsiteX55" fmla="*/ 353898 w 420840"/>
                <a:gd name="connsiteY55" fmla="*/ 298537 h 622635"/>
                <a:gd name="connsiteX56" fmla="*/ 315053 w 420840"/>
                <a:gd name="connsiteY56" fmla="*/ 298537 h 622635"/>
                <a:gd name="connsiteX57" fmla="*/ 290838 w 420840"/>
                <a:gd name="connsiteY57" fmla="*/ 322797 h 622635"/>
                <a:gd name="connsiteX58" fmla="*/ 315053 w 420840"/>
                <a:gd name="connsiteY58" fmla="*/ 347056 h 622635"/>
                <a:gd name="connsiteX59" fmla="*/ 353898 w 420840"/>
                <a:gd name="connsiteY59" fmla="*/ 347056 h 622635"/>
                <a:gd name="connsiteX60" fmla="*/ 353898 w 420840"/>
                <a:gd name="connsiteY60" fmla="*/ 364974 h 622635"/>
                <a:gd name="connsiteX61" fmla="*/ 330005 w 420840"/>
                <a:gd name="connsiteY61" fmla="*/ 388911 h 622635"/>
                <a:gd name="connsiteX62" fmla="*/ 274634 w 420840"/>
                <a:gd name="connsiteY62" fmla="*/ 388911 h 622635"/>
                <a:gd name="connsiteX63" fmla="*/ 265442 w 420840"/>
                <a:gd name="connsiteY63" fmla="*/ 398120 h 622635"/>
                <a:gd name="connsiteX64" fmla="*/ 265442 w 420840"/>
                <a:gd name="connsiteY64" fmla="*/ 441588 h 622635"/>
                <a:gd name="connsiteX65" fmla="*/ 274044 w 420840"/>
                <a:gd name="connsiteY65" fmla="*/ 451353 h 622635"/>
                <a:gd name="connsiteX66" fmla="*/ 283791 w 420840"/>
                <a:gd name="connsiteY66" fmla="*/ 442734 h 622635"/>
                <a:gd name="connsiteX67" fmla="*/ 283791 w 420840"/>
                <a:gd name="connsiteY67" fmla="*/ 441588 h 622635"/>
                <a:gd name="connsiteX68" fmla="*/ 283791 w 420840"/>
                <a:gd name="connsiteY68" fmla="*/ 407330 h 622635"/>
                <a:gd name="connsiteX69" fmla="*/ 330005 w 420840"/>
                <a:gd name="connsiteY69" fmla="*/ 407330 h 622635"/>
                <a:gd name="connsiteX70" fmla="*/ 372284 w 420840"/>
                <a:gd name="connsiteY70" fmla="*/ 364974 h 622635"/>
                <a:gd name="connsiteX71" fmla="*/ 372284 w 420840"/>
                <a:gd name="connsiteY71" fmla="*/ 281802 h 622635"/>
                <a:gd name="connsiteX72" fmla="*/ 411630 w 420840"/>
                <a:gd name="connsiteY72" fmla="*/ 281802 h 622635"/>
                <a:gd name="connsiteX73" fmla="*/ 420840 w 420840"/>
                <a:gd name="connsiteY73" fmla="*/ 272682 h 622635"/>
                <a:gd name="connsiteX74" fmla="*/ 419463 w 420840"/>
                <a:gd name="connsiteY74" fmla="*/ 267791 h 622635"/>
                <a:gd name="connsiteX75" fmla="*/ 141466 w 420840"/>
                <a:gd name="connsiteY75" fmla="*/ 531066 h 622635"/>
                <a:gd name="connsiteX76" fmla="*/ 133740 w 420840"/>
                <a:gd name="connsiteY76" fmla="*/ 523398 h 622635"/>
                <a:gd name="connsiteX77" fmla="*/ 141395 w 420840"/>
                <a:gd name="connsiteY77" fmla="*/ 515657 h 622635"/>
                <a:gd name="connsiteX78" fmla="*/ 149121 w 420840"/>
                <a:gd name="connsiteY78" fmla="*/ 523326 h 622635"/>
                <a:gd name="connsiteX79" fmla="*/ 149121 w 420840"/>
                <a:gd name="connsiteY79" fmla="*/ 523398 h 622635"/>
                <a:gd name="connsiteX80" fmla="*/ 141466 w 420840"/>
                <a:gd name="connsiteY80" fmla="*/ 531066 h 622635"/>
                <a:gd name="connsiteX81" fmla="*/ 187287 w 420840"/>
                <a:gd name="connsiteY81" fmla="*/ 604204 h 622635"/>
                <a:gd name="connsiteX82" fmla="*/ 179560 w 420840"/>
                <a:gd name="connsiteY82" fmla="*/ 596536 h 622635"/>
                <a:gd name="connsiteX83" fmla="*/ 187215 w 420840"/>
                <a:gd name="connsiteY83" fmla="*/ 588795 h 622635"/>
                <a:gd name="connsiteX84" fmla="*/ 194941 w 420840"/>
                <a:gd name="connsiteY84" fmla="*/ 596464 h 622635"/>
                <a:gd name="connsiteX85" fmla="*/ 194941 w 420840"/>
                <a:gd name="connsiteY85" fmla="*/ 596500 h 622635"/>
                <a:gd name="connsiteX86" fmla="*/ 187322 w 420840"/>
                <a:gd name="connsiteY86" fmla="*/ 604204 h 622635"/>
                <a:gd name="connsiteX87" fmla="*/ 187287 w 420840"/>
                <a:gd name="connsiteY87" fmla="*/ 604204 h 622635"/>
                <a:gd name="connsiteX88" fmla="*/ 230209 w 420840"/>
                <a:gd name="connsiteY88" fmla="*/ 491218 h 622635"/>
                <a:gd name="connsiteX89" fmla="*/ 222483 w 420840"/>
                <a:gd name="connsiteY89" fmla="*/ 483550 h 622635"/>
                <a:gd name="connsiteX90" fmla="*/ 230138 w 420840"/>
                <a:gd name="connsiteY90" fmla="*/ 475810 h 622635"/>
                <a:gd name="connsiteX91" fmla="*/ 237864 w 420840"/>
                <a:gd name="connsiteY91" fmla="*/ 483478 h 622635"/>
                <a:gd name="connsiteX92" fmla="*/ 237864 w 420840"/>
                <a:gd name="connsiteY92" fmla="*/ 483550 h 622635"/>
                <a:gd name="connsiteX93" fmla="*/ 230210 w 420840"/>
                <a:gd name="connsiteY93" fmla="*/ 491218 h 622635"/>
                <a:gd name="connsiteX94" fmla="*/ 230102 w 420840"/>
                <a:gd name="connsiteY94" fmla="*/ 491218 h 622635"/>
                <a:gd name="connsiteX95" fmla="*/ 85023 w 420840"/>
                <a:gd name="connsiteY95" fmla="*/ 159857 h 622635"/>
                <a:gd name="connsiteX96" fmla="*/ 85023 w 420840"/>
                <a:gd name="connsiteY96" fmla="*/ 78191 h 622635"/>
                <a:gd name="connsiteX97" fmla="*/ 81625 w 420840"/>
                <a:gd name="connsiteY97" fmla="*/ 71024 h 622635"/>
                <a:gd name="connsiteX98" fmla="*/ 67961 w 420840"/>
                <a:gd name="connsiteY98" fmla="*/ 59772 h 622635"/>
                <a:gd name="connsiteX99" fmla="*/ 142647 w 420840"/>
                <a:gd name="connsiteY99" fmla="*/ 23937 h 622635"/>
                <a:gd name="connsiteX100" fmla="*/ 142647 w 420840"/>
                <a:gd name="connsiteY100" fmla="*/ 50168 h 622635"/>
                <a:gd name="connsiteX101" fmla="*/ 151839 w 420840"/>
                <a:gd name="connsiteY101" fmla="*/ 59378 h 622635"/>
                <a:gd name="connsiteX102" fmla="*/ 193439 w 420840"/>
                <a:gd name="connsiteY102" fmla="*/ 59378 h 622635"/>
                <a:gd name="connsiteX103" fmla="*/ 193439 w 420840"/>
                <a:gd name="connsiteY103" fmla="*/ 80197 h 622635"/>
                <a:gd name="connsiteX104" fmla="*/ 112458 w 420840"/>
                <a:gd name="connsiteY104" fmla="*/ 80197 h 622635"/>
                <a:gd name="connsiteX105" fmla="*/ 94073 w 420840"/>
                <a:gd name="connsiteY105" fmla="*/ 98616 h 622635"/>
                <a:gd name="connsiteX106" fmla="*/ 94073 w 420840"/>
                <a:gd name="connsiteY106" fmla="*/ 165448 h 622635"/>
                <a:gd name="connsiteX107" fmla="*/ 262509 w 420840"/>
                <a:gd name="connsiteY107" fmla="*/ 248942 h 622635"/>
                <a:gd name="connsiteX108" fmla="*/ 112458 w 420840"/>
                <a:gd name="connsiteY108" fmla="*/ 248942 h 622635"/>
                <a:gd name="connsiteX109" fmla="*/ 112458 w 420840"/>
                <a:gd name="connsiteY109" fmla="*/ 98616 h 622635"/>
                <a:gd name="connsiteX110" fmla="*/ 262688 w 420840"/>
                <a:gd name="connsiteY110" fmla="*/ 98616 h 622635"/>
                <a:gd name="connsiteX111" fmla="*/ 262688 w 420840"/>
                <a:gd name="connsiteY111" fmla="*/ 249121 h 622635"/>
                <a:gd name="connsiteX112" fmla="*/ 300460 w 420840"/>
                <a:gd name="connsiteY112" fmla="*/ 118863 h 622635"/>
                <a:gd name="connsiteX113" fmla="*/ 297634 w 420840"/>
                <a:gd name="connsiteY113" fmla="*/ 125420 h 622635"/>
                <a:gd name="connsiteX114" fmla="*/ 297634 w 420840"/>
                <a:gd name="connsiteY114" fmla="*/ 205940 h 622635"/>
                <a:gd name="connsiteX115" fmla="*/ 280894 w 420840"/>
                <a:gd name="connsiteY115" fmla="*/ 212068 h 622635"/>
                <a:gd name="connsiteX116" fmla="*/ 280894 w 420840"/>
                <a:gd name="connsiteY116" fmla="*/ 98616 h 622635"/>
                <a:gd name="connsiteX117" fmla="*/ 262509 w 420840"/>
                <a:gd name="connsiteY117" fmla="*/ 80197 h 622635"/>
                <a:gd name="connsiteX118" fmla="*/ 211824 w 420840"/>
                <a:gd name="connsiteY118" fmla="*/ 80197 h 622635"/>
                <a:gd name="connsiteX119" fmla="*/ 211824 w 420840"/>
                <a:gd name="connsiteY119" fmla="*/ 50168 h 622635"/>
                <a:gd name="connsiteX120" fmla="*/ 202631 w 420840"/>
                <a:gd name="connsiteY120" fmla="*/ 40959 h 622635"/>
                <a:gd name="connsiteX121" fmla="*/ 160961 w 420840"/>
                <a:gd name="connsiteY121" fmla="*/ 40959 h 622635"/>
                <a:gd name="connsiteX122" fmla="*/ 160961 w 420840"/>
                <a:gd name="connsiteY122" fmla="*/ 20497 h 622635"/>
                <a:gd name="connsiteX123" fmla="*/ 182064 w 420840"/>
                <a:gd name="connsiteY123" fmla="*/ 18419 h 622635"/>
                <a:gd name="connsiteX124" fmla="*/ 323674 w 420840"/>
                <a:gd name="connsiteY124" fmla="*/ 97255 h 622635"/>
                <a:gd name="connsiteX125" fmla="*/ 314982 w 420840"/>
                <a:gd name="connsiteY125" fmla="*/ 328638 h 622635"/>
                <a:gd name="connsiteX126" fmla="*/ 309591 w 420840"/>
                <a:gd name="connsiteY126" fmla="*/ 322320 h 622635"/>
                <a:gd name="connsiteX127" fmla="*/ 314982 w 420840"/>
                <a:gd name="connsiteY127" fmla="*/ 316920 h 622635"/>
                <a:gd name="connsiteX128" fmla="*/ 353898 w 420840"/>
                <a:gd name="connsiteY128" fmla="*/ 316920 h 622635"/>
                <a:gd name="connsiteX129" fmla="*/ 353898 w 420840"/>
                <a:gd name="connsiteY129" fmla="*/ 328638 h 622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20840" h="622635">
                  <a:moveTo>
                    <a:pt x="419320" y="267791"/>
                  </a:moveTo>
                  <a:lnTo>
                    <a:pt x="367133" y="182756"/>
                  </a:lnTo>
                  <a:cubicBezTo>
                    <a:pt x="365523" y="160287"/>
                    <a:pt x="348319" y="0"/>
                    <a:pt x="181778" y="0"/>
                  </a:cubicBezTo>
                  <a:cubicBezTo>
                    <a:pt x="179954" y="0"/>
                    <a:pt x="0" y="5662"/>
                    <a:pt x="0" y="175589"/>
                  </a:cubicBezTo>
                  <a:lnTo>
                    <a:pt x="0" y="177452"/>
                  </a:lnTo>
                  <a:cubicBezTo>
                    <a:pt x="-78" y="237057"/>
                    <a:pt x="32770" y="291812"/>
                    <a:pt x="85345" y="319715"/>
                  </a:cubicBezTo>
                  <a:lnTo>
                    <a:pt x="95146" y="324947"/>
                  </a:lnTo>
                  <a:lnTo>
                    <a:pt x="95146" y="441480"/>
                  </a:lnTo>
                  <a:cubicBezTo>
                    <a:pt x="95146" y="446565"/>
                    <a:pt x="99261" y="450690"/>
                    <a:pt x="104338" y="450690"/>
                  </a:cubicBezTo>
                  <a:cubicBezTo>
                    <a:pt x="109415" y="450690"/>
                    <a:pt x="113531" y="446565"/>
                    <a:pt x="113531" y="441480"/>
                  </a:cubicBezTo>
                  <a:lnTo>
                    <a:pt x="113531" y="319428"/>
                  </a:lnTo>
                  <a:cubicBezTo>
                    <a:pt x="113534" y="316024"/>
                    <a:pt x="111664" y="312896"/>
                    <a:pt x="108666" y="311294"/>
                  </a:cubicBezTo>
                  <a:lnTo>
                    <a:pt x="93965" y="303482"/>
                  </a:lnTo>
                  <a:cubicBezTo>
                    <a:pt x="47411" y="278763"/>
                    <a:pt x="18323" y="230273"/>
                    <a:pt x="18385" y="177488"/>
                  </a:cubicBezTo>
                  <a:lnTo>
                    <a:pt x="18385" y="175589"/>
                  </a:lnTo>
                  <a:cubicBezTo>
                    <a:pt x="18385" y="128610"/>
                    <a:pt x="33444" y="95678"/>
                    <a:pt x="54405" y="72601"/>
                  </a:cubicBezTo>
                  <a:lnTo>
                    <a:pt x="66638" y="82563"/>
                  </a:lnTo>
                  <a:lnTo>
                    <a:pt x="66638" y="164982"/>
                  </a:lnTo>
                  <a:cubicBezTo>
                    <a:pt x="66632" y="168170"/>
                    <a:pt x="68286" y="171131"/>
                    <a:pt x="71002" y="172794"/>
                  </a:cubicBezTo>
                  <a:lnTo>
                    <a:pt x="94073" y="187127"/>
                  </a:lnTo>
                  <a:lnTo>
                    <a:pt x="94073" y="248942"/>
                  </a:lnTo>
                  <a:cubicBezTo>
                    <a:pt x="94073" y="259114"/>
                    <a:pt x="102304" y="267361"/>
                    <a:pt x="112458" y="267361"/>
                  </a:cubicBezTo>
                  <a:lnTo>
                    <a:pt x="133204" y="267361"/>
                  </a:lnTo>
                  <a:lnTo>
                    <a:pt x="133204" y="498672"/>
                  </a:lnTo>
                  <a:cubicBezTo>
                    <a:pt x="119568" y="503248"/>
                    <a:pt x="112217" y="518033"/>
                    <a:pt x="116786" y="531697"/>
                  </a:cubicBezTo>
                  <a:cubicBezTo>
                    <a:pt x="121355" y="545357"/>
                    <a:pt x="136113" y="552721"/>
                    <a:pt x="149749" y="548145"/>
                  </a:cubicBezTo>
                  <a:cubicBezTo>
                    <a:pt x="163386" y="543565"/>
                    <a:pt x="170736" y="528780"/>
                    <a:pt x="166167" y="515120"/>
                  </a:cubicBezTo>
                  <a:cubicBezTo>
                    <a:pt x="163787" y="508003"/>
                    <a:pt x="158462" y="502259"/>
                    <a:pt x="151553" y="499353"/>
                  </a:cubicBezTo>
                  <a:lnTo>
                    <a:pt x="151553" y="267361"/>
                  </a:lnTo>
                  <a:lnTo>
                    <a:pt x="178094" y="267361"/>
                  </a:lnTo>
                  <a:lnTo>
                    <a:pt x="178094" y="572132"/>
                  </a:lnTo>
                  <a:cubicBezTo>
                    <a:pt x="164638" y="577217"/>
                    <a:pt x="157847" y="592271"/>
                    <a:pt x="162923" y="605749"/>
                  </a:cubicBezTo>
                  <a:cubicBezTo>
                    <a:pt x="168000" y="619230"/>
                    <a:pt x="183024" y="626035"/>
                    <a:pt x="196479" y="620950"/>
                  </a:cubicBezTo>
                  <a:cubicBezTo>
                    <a:pt x="209935" y="615861"/>
                    <a:pt x="216727" y="600811"/>
                    <a:pt x="211650" y="587330"/>
                  </a:cubicBezTo>
                  <a:cubicBezTo>
                    <a:pt x="209008" y="580317"/>
                    <a:pt x="203481" y="574781"/>
                    <a:pt x="196479" y="572132"/>
                  </a:cubicBezTo>
                  <a:lnTo>
                    <a:pt x="196479" y="267540"/>
                  </a:lnTo>
                  <a:lnTo>
                    <a:pt x="220909" y="267540"/>
                  </a:lnTo>
                  <a:lnTo>
                    <a:pt x="220909" y="459326"/>
                  </a:lnTo>
                  <a:cubicBezTo>
                    <a:pt x="207454" y="464411"/>
                    <a:pt x="200662" y="479461"/>
                    <a:pt x="205739" y="492942"/>
                  </a:cubicBezTo>
                  <a:cubicBezTo>
                    <a:pt x="210816" y="506423"/>
                    <a:pt x="225839" y="513228"/>
                    <a:pt x="239295" y="508143"/>
                  </a:cubicBezTo>
                  <a:cubicBezTo>
                    <a:pt x="252750" y="503054"/>
                    <a:pt x="259542" y="488004"/>
                    <a:pt x="254465" y="474523"/>
                  </a:cubicBezTo>
                  <a:cubicBezTo>
                    <a:pt x="251823" y="467510"/>
                    <a:pt x="246296" y="461974"/>
                    <a:pt x="239295" y="459326"/>
                  </a:cubicBezTo>
                  <a:lnTo>
                    <a:pt x="239295" y="267361"/>
                  </a:lnTo>
                  <a:lnTo>
                    <a:pt x="262509" y="267361"/>
                  </a:lnTo>
                  <a:cubicBezTo>
                    <a:pt x="272662" y="267361"/>
                    <a:pt x="280894" y="259114"/>
                    <a:pt x="280894" y="248942"/>
                  </a:cubicBezTo>
                  <a:lnTo>
                    <a:pt x="280894" y="231670"/>
                  </a:lnTo>
                  <a:lnTo>
                    <a:pt x="309974" y="220919"/>
                  </a:lnTo>
                  <a:cubicBezTo>
                    <a:pt x="313598" y="219596"/>
                    <a:pt x="316012" y="216147"/>
                    <a:pt x="316019" y="212283"/>
                  </a:cubicBezTo>
                  <a:lnTo>
                    <a:pt x="316019" y="129541"/>
                  </a:lnTo>
                  <a:lnTo>
                    <a:pt x="332008" y="114670"/>
                  </a:lnTo>
                  <a:cubicBezTo>
                    <a:pt x="341502" y="137377"/>
                    <a:pt x="347205" y="161492"/>
                    <a:pt x="348891" y="186052"/>
                  </a:cubicBezTo>
                  <a:cubicBezTo>
                    <a:pt x="348941" y="187662"/>
                    <a:pt x="349409" y="189231"/>
                    <a:pt x="350250" y="190603"/>
                  </a:cubicBezTo>
                  <a:lnTo>
                    <a:pt x="395069" y="263383"/>
                  </a:lnTo>
                  <a:lnTo>
                    <a:pt x="363091" y="263383"/>
                  </a:lnTo>
                  <a:cubicBezTo>
                    <a:pt x="358023" y="263403"/>
                    <a:pt x="353918" y="267514"/>
                    <a:pt x="353898" y="272592"/>
                  </a:cubicBezTo>
                  <a:lnTo>
                    <a:pt x="353898" y="298537"/>
                  </a:lnTo>
                  <a:lnTo>
                    <a:pt x="315053" y="298537"/>
                  </a:lnTo>
                  <a:cubicBezTo>
                    <a:pt x="301679" y="298537"/>
                    <a:pt x="290838" y="309398"/>
                    <a:pt x="290838" y="322797"/>
                  </a:cubicBezTo>
                  <a:cubicBezTo>
                    <a:pt x="290838" y="336195"/>
                    <a:pt x="301679" y="347056"/>
                    <a:pt x="315053" y="347056"/>
                  </a:cubicBezTo>
                  <a:lnTo>
                    <a:pt x="353898" y="347056"/>
                  </a:lnTo>
                  <a:lnTo>
                    <a:pt x="353898" y="364974"/>
                  </a:lnTo>
                  <a:cubicBezTo>
                    <a:pt x="353879" y="378186"/>
                    <a:pt x="343193" y="388890"/>
                    <a:pt x="330005" y="388911"/>
                  </a:cubicBezTo>
                  <a:lnTo>
                    <a:pt x="274634" y="388911"/>
                  </a:lnTo>
                  <a:cubicBezTo>
                    <a:pt x="269557" y="388911"/>
                    <a:pt x="265442" y="393036"/>
                    <a:pt x="265442" y="398120"/>
                  </a:cubicBezTo>
                  <a:lnTo>
                    <a:pt x="265442" y="441588"/>
                  </a:lnTo>
                  <a:cubicBezTo>
                    <a:pt x="265125" y="446665"/>
                    <a:pt x="268976" y="451037"/>
                    <a:pt x="274044" y="451353"/>
                  </a:cubicBezTo>
                  <a:cubicBezTo>
                    <a:pt x="279111" y="451671"/>
                    <a:pt x="283475" y="447812"/>
                    <a:pt x="283791" y="442734"/>
                  </a:cubicBezTo>
                  <a:cubicBezTo>
                    <a:pt x="283815" y="442354"/>
                    <a:pt x="283815" y="441971"/>
                    <a:pt x="283791" y="441588"/>
                  </a:cubicBezTo>
                  <a:lnTo>
                    <a:pt x="283791" y="407330"/>
                  </a:lnTo>
                  <a:lnTo>
                    <a:pt x="330005" y="407330"/>
                  </a:lnTo>
                  <a:cubicBezTo>
                    <a:pt x="353338" y="407290"/>
                    <a:pt x="372244" y="388348"/>
                    <a:pt x="372284" y="364974"/>
                  </a:cubicBezTo>
                  <a:lnTo>
                    <a:pt x="372284" y="281802"/>
                  </a:lnTo>
                  <a:lnTo>
                    <a:pt x="411630" y="281802"/>
                  </a:lnTo>
                  <a:cubicBezTo>
                    <a:pt x="416687" y="281831"/>
                    <a:pt x="420812" y="277748"/>
                    <a:pt x="420840" y="272682"/>
                  </a:cubicBezTo>
                  <a:cubicBezTo>
                    <a:pt x="420851" y="270954"/>
                    <a:pt x="420372" y="269259"/>
                    <a:pt x="419463" y="267791"/>
                  </a:cubicBezTo>
                  <a:close/>
                  <a:moveTo>
                    <a:pt x="141466" y="531066"/>
                  </a:moveTo>
                  <a:cubicBezTo>
                    <a:pt x="137219" y="531088"/>
                    <a:pt x="133760" y="527651"/>
                    <a:pt x="133740" y="523398"/>
                  </a:cubicBezTo>
                  <a:cubicBezTo>
                    <a:pt x="133721" y="519144"/>
                    <a:pt x="137148" y="515679"/>
                    <a:pt x="141395" y="515657"/>
                  </a:cubicBezTo>
                  <a:cubicBezTo>
                    <a:pt x="145642" y="515639"/>
                    <a:pt x="149101" y="519072"/>
                    <a:pt x="149121" y="523326"/>
                  </a:cubicBezTo>
                  <a:cubicBezTo>
                    <a:pt x="149121" y="523351"/>
                    <a:pt x="149121" y="523373"/>
                    <a:pt x="149121" y="523398"/>
                  </a:cubicBezTo>
                  <a:cubicBezTo>
                    <a:pt x="149101" y="527626"/>
                    <a:pt x="145686" y="531048"/>
                    <a:pt x="141466" y="531066"/>
                  </a:cubicBezTo>
                  <a:close/>
                  <a:moveTo>
                    <a:pt x="187287" y="604204"/>
                  </a:moveTo>
                  <a:cubicBezTo>
                    <a:pt x="183039" y="604226"/>
                    <a:pt x="179580" y="600789"/>
                    <a:pt x="179560" y="596536"/>
                  </a:cubicBezTo>
                  <a:cubicBezTo>
                    <a:pt x="179541" y="592282"/>
                    <a:pt x="182968" y="588817"/>
                    <a:pt x="187215" y="588795"/>
                  </a:cubicBezTo>
                  <a:cubicBezTo>
                    <a:pt x="191462" y="588778"/>
                    <a:pt x="194921" y="592210"/>
                    <a:pt x="194941" y="596464"/>
                  </a:cubicBezTo>
                  <a:cubicBezTo>
                    <a:pt x="194941" y="596475"/>
                    <a:pt x="194941" y="596489"/>
                    <a:pt x="194941" y="596500"/>
                  </a:cubicBezTo>
                  <a:cubicBezTo>
                    <a:pt x="194961" y="600735"/>
                    <a:pt x="191550" y="604183"/>
                    <a:pt x="187322" y="604204"/>
                  </a:cubicBezTo>
                  <a:cubicBezTo>
                    <a:pt x="187311" y="604204"/>
                    <a:pt x="187298" y="604204"/>
                    <a:pt x="187287" y="604204"/>
                  </a:cubicBezTo>
                  <a:close/>
                  <a:moveTo>
                    <a:pt x="230209" y="491218"/>
                  </a:moveTo>
                  <a:cubicBezTo>
                    <a:pt x="225962" y="491240"/>
                    <a:pt x="222503" y="487803"/>
                    <a:pt x="222483" y="483550"/>
                  </a:cubicBezTo>
                  <a:cubicBezTo>
                    <a:pt x="222464" y="479296"/>
                    <a:pt x="225891" y="475831"/>
                    <a:pt x="230138" y="475810"/>
                  </a:cubicBezTo>
                  <a:cubicBezTo>
                    <a:pt x="234385" y="475792"/>
                    <a:pt x="237844" y="479225"/>
                    <a:pt x="237864" y="483478"/>
                  </a:cubicBezTo>
                  <a:cubicBezTo>
                    <a:pt x="237864" y="483503"/>
                    <a:pt x="237864" y="483525"/>
                    <a:pt x="237864" y="483550"/>
                  </a:cubicBezTo>
                  <a:cubicBezTo>
                    <a:pt x="237864" y="487785"/>
                    <a:pt x="234438" y="491218"/>
                    <a:pt x="230210" y="491218"/>
                  </a:cubicBezTo>
                  <a:cubicBezTo>
                    <a:pt x="230174" y="491218"/>
                    <a:pt x="230138" y="491218"/>
                    <a:pt x="230102" y="491218"/>
                  </a:cubicBezTo>
                  <a:close/>
                  <a:moveTo>
                    <a:pt x="85023" y="159857"/>
                  </a:moveTo>
                  <a:lnTo>
                    <a:pt x="85023" y="78191"/>
                  </a:lnTo>
                  <a:cubicBezTo>
                    <a:pt x="85028" y="75410"/>
                    <a:pt x="83779" y="72776"/>
                    <a:pt x="81625" y="71024"/>
                  </a:cubicBezTo>
                  <a:lnTo>
                    <a:pt x="67961" y="59772"/>
                  </a:lnTo>
                  <a:cubicBezTo>
                    <a:pt x="91855" y="39705"/>
                    <a:pt x="120148" y="29384"/>
                    <a:pt x="142647" y="23937"/>
                  </a:cubicBezTo>
                  <a:lnTo>
                    <a:pt x="142647" y="50168"/>
                  </a:lnTo>
                  <a:cubicBezTo>
                    <a:pt x="142647" y="55255"/>
                    <a:pt x="146762" y="59378"/>
                    <a:pt x="151839" y="59378"/>
                  </a:cubicBezTo>
                  <a:lnTo>
                    <a:pt x="193439" y="59378"/>
                  </a:lnTo>
                  <a:lnTo>
                    <a:pt x="193439" y="80197"/>
                  </a:lnTo>
                  <a:lnTo>
                    <a:pt x="112458" y="80197"/>
                  </a:lnTo>
                  <a:cubicBezTo>
                    <a:pt x="102304" y="80197"/>
                    <a:pt x="94073" y="88444"/>
                    <a:pt x="94073" y="98616"/>
                  </a:cubicBezTo>
                  <a:lnTo>
                    <a:pt x="94073" y="165448"/>
                  </a:lnTo>
                  <a:close/>
                  <a:moveTo>
                    <a:pt x="262509" y="248942"/>
                  </a:moveTo>
                  <a:lnTo>
                    <a:pt x="112458" y="248942"/>
                  </a:lnTo>
                  <a:lnTo>
                    <a:pt x="112458" y="98616"/>
                  </a:lnTo>
                  <a:lnTo>
                    <a:pt x="262688" y="98616"/>
                  </a:lnTo>
                  <a:lnTo>
                    <a:pt x="262688" y="249121"/>
                  </a:lnTo>
                  <a:close/>
                  <a:moveTo>
                    <a:pt x="300460" y="118863"/>
                  </a:moveTo>
                  <a:cubicBezTo>
                    <a:pt x="298665" y="120572"/>
                    <a:pt x="297645" y="122940"/>
                    <a:pt x="297634" y="125420"/>
                  </a:cubicBezTo>
                  <a:lnTo>
                    <a:pt x="297634" y="205940"/>
                  </a:lnTo>
                  <a:lnTo>
                    <a:pt x="280894" y="212068"/>
                  </a:lnTo>
                  <a:lnTo>
                    <a:pt x="280894" y="98616"/>
                  </a:lnTo>
                  <a:cubicBezTo>
                    <a:pt x="280894" y="88444"/>
                    <a:pt x="272662" y="80197"/>
                    <a:pt x="262509" y="80197"/>
                  </a:cubicBezTo>
                  <a:lnTo>
                    <a:pt x="211824" y="80197"/>
                  </a:lnTo>
                  <a:lnTo>
                    <a:pt x="211824" y="50168"/>
                  </a:lnTo>
                  <a:cubicBezTo>
                    <a:pt x="211824" y="45082"/>
                    <a:pt x="207708" y="40959"/>
                    <a:pt x="202631" y="40959"/>
                  </a:cubicBezTo>
                  <a:lnTo>
                    <a:pt x="160961" y="40959"/>
                  </a:lnTo>
                  <a:lnTo>
                    <a:pt x="160961" y="20497"/>
                  </a:lnTo>
                  <a:cubicBezTo>
                    <a:pt x="167947" y="19383"/>
                    <a:pt x="174995" y="18689"/>
                    <a:pt x="182064" y="18419"/>
                  </a:cubicBezTo>
                  <a:cubicBezTo>
                    <a:pt x="247450" y="18419"/>
                    <a:pt x="295023" y="44972"/>
                    <a:pt x="323674" y="97255"/>
                  </a:cubicBezTo>
                  <a:close/>
                  <a:moveTo>
                    <a:pt x="314982" y="328638"/>
                  </a:moveTo>
                  <a:cubicBezTo>
                    <a:pt x="311752" y="328384"/>
                    <a:pt x="309339" y="325556"/>
                    <a:pt x="309591" y="322320"/>
                  </a:cubicBezTo>
                  <a:cubicBezTo>
                    <a:pt x="309817" y="319436"/>
                    <a:pt x="312103" y="317145"/>
                    <a:pt x="314982" y="316920"/>
                  </a:cubicBezTo>
                  <a:lnTo>
                    <a:pt x="353898" y="316920"/>
                  </a:lnTo>
                  <a:lnTo>
                    <a:pt x="353898" y="328638"/>
                  </a:ln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0" name="手繪多邊形 66">
              <a:extLst>
                <a:ext uri="{FF2B5EF4-FFF2-40B4-BE49-F238E27FC236}">
                  <a16:creationId xmlns:a16="http://schemas.microsoft.com/office/drawing/2014/main" id="{D9BC1F39-0211-4CA4-9431-D93CD3382198}"/>
                </a:ext>
              </a:extLst>
            </p:cNvPr>
            <p:cNvSpPr/>
            <p:nvPr/>
          </p:nvSpPr>
          <p:spPr>
            <a:xfrm>
              <a:off x="7260354" y="6099352"/>
              <a:ext cx="63775" cy="74679"/>
            </a:xfrm>
            <a:custGeom>
              <a:avLst/>
              <a:gdLst>
                <a:gd name="connsiteX0" fmla="*/ 55682 w 63775"/>
                <a:gd name="connsiteY0" fmla="*/ 50025 h 74679"/>
                <a:gd name="connsiteX1" fmla="*/ 47097 w 63775"/>
                <a:gd name="connsiteY1" fmla="*/ 26410 h 74679"/>
                <a:gd name="connsiteX2" fmla="*/ 37976 w 63775"/>
                <a:gd name="connsiteY2" fmla="*/ 1326 h 74679"/>
                <a:gd name="connsiteX3" fmla="*/ 36081 w 63775"/>
                <a:gd name="connsiteY3" fmla="*/ 0 h 74679"/>
                <a:gd name="connsiteX4" fmla="*/ 27532 w 63775"/>
                <a:gd name="connsiteY4" fmla="*/ 0 h 74679"/>
                <a:gd name="connsiteX5" fmla="*/ 25636 w 63775"/>
                <a:gd name="connsiteY5" fmla="*/ 1326 h 74679"/>
                <a:gd name="connsiteX6" fmla="*/ 3710 w 63775"/>
                <a:gd name="connsiteY6" fmla="*/ 61958 h 74679"/>
                <a:gd name="connsiteX7" fmla="*/ 133 w 63775"/>
                <a:gd name="connsiteY7" fmla="*/ 71956 h 74679"/>
                <a:gd name="connsiteX8" fmla="*/ 1288 w 63775"/>
                <a:gd name="connsiteY8" fmla="*/ 74547 h 74679"/>
                <a:gd name="connsiteX9" fmla="*/ 2028 w 63775"/>
                <a:gd name="connsiteY9" fmla="*/ 74679 h 74679"/>
                <a:gd name="connsiteX10" fmla="*/ 12759 w 63775"/>
                <a:gd name="connsiteY10" fmla="*/ 74679 h 74679"/>
                <a:gd name="connsiteX11" fmla="*/ 14655 w 63775"/>
                <a:gd name="connsiteY11" fmla="*/ 73317 h 74679"/>
                <a:gd name="connsiteX12" fmla="*/ 18232 w 63775"/>
                <a:gd name="connsiteY12" fmla="*/ 62889 h 74679"/>
                <a:gd name="connsiteX13" fmla="*/ 20128 w 63775"/>
                <a:gd name="connsiteY13" fmla="*/ 61492 h 74679"/>
                <a:gd name="connsiteX14" fmla="*/ 43628 w 63775"/>
                <a:gd name="connsiteY14" fmla="*/ 61492 h 74679"/>
                <a:gd name="connsiteX15" fmla="*/ 45559 w 63775"/>
                <a:gd name="connsiteY15" fmla="*/ 62889 h 74679"/>
                <a:gd name="connsiteX16" fmla="*/ 49136 w 63775"/>
                <a:gd name="connsiteY16" fmla="*/ 73317 h 74679"/>
                <a:gd name="connsiteX17" fmla="*/ 51032 w 63775"/>
                <a:gd name="connsiteY17" fmla="*/ 74679 h 74679"/>
                <a:gd name="connsiteX18" fmla="*/ 61763 w 63775"/>
                <a:gd name="connsiteY18" fmla="*/ 74679 h 74679"/>
                <a:gd name="connsiteX19" fmla="*/ 63775 w 63775"/>
                <a:gd name="connsiteY19" fmla="*/ 72610 h 74679"/>
                <a:gd name="connsiteX20" fmla="*/ 63658 w 63775"/>
                <a:gd name="connsiteY20" fmla="*/ 71956 h 74679"/>
                <a:gd name="connsiteX21" fmla="*/ 38441 w 63775"/>
                <a:gd name="connsiteY21" fmla="*/ 49165 h 74679"/>
                <a:gd name="connsiteX22" fmla="*/ 25636 w 63775"/>
                <a:gd name="connsiteY22" fmla="*/ 49165 h 74679"/>
                <a:gd name="connsiteX23" fmla="*/ 23622 w 63775"/>
                <a:gd name="connsiteY23" fmla="*/ 47170 h 74679"/>
                <a:gd name="connsiteX24" fmla="*/ 23740 w 63775"/>
                <a:gd name="connsiteY24" fmla="*/ 46477 h 74679"/>
                <a:gd name="connsiteX25" fmla="*/ 30250 w 63775"/>
                <a:gd name="connsiteY25" fmla="*/ 27700 h 74679"/>
                <a:gd name="connsiteX26" fmla="*/ 32867 w 63775"/>
                <a:gd name="connsiteY26" fmla="*/ 26488 h 74679"/>
                <a:gd name="connsiteX27" fmla="*/ 34078 w 63775"/>
                <a:gd name="connsiteY27" fmla="*/ 27700 h 74679"/>
                <a:gd name="connsiteX28" fmla="*/ 38978 w 63775"/>
                <a:gd name="connsiteY28" fmla="*/ 42464 h 74679"/>
                <a:gd name="connsiteX29" fmla="*/ 40373 w 63775"/>
                <a:gd name="connsiteY29" fmla="*/ 46621 h 74679"/>
                <a:gd name="connsiteX30" fmla="*/ 39035 w 63775"/>
                <a:gd name="connsiteY30" fmla="*/ 49180 h 74679"/>
                <a:gd name="connsiteX31" fmla="*/ 38441 w 63775"/>
                <a:gd name="connsiteY31" fmla="*/ 49272 h 7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3775" h="74679">
                  <a:moveTo>
                    <a:pt x="55682" y="50025"/>
                  </a:moveTo>
                  <a:lnTo>
                    <a:pt x="47097" y="26410"/>
                  </a:lnTo>
                  <a:lnTo>
                    <a:pt x="37976" y="1326"/>
                  </a:lnTo>
                  <a:cubicBezTo>
                    <a:pt x="37688" y="526"/>
                    <a:pt x="36929" y="-5"/>
                    <a:pt x="36081" y="0"/>
                  </a:cubicBezTo>
                  <a:lnTo>
                    <a:pt x="27532" y="0"/>
                  </a:lnTo>
                  <a:cubicBezTo>
                    <a:pt x="26687" y="6"/>
                    <a:pt x="25933" y="533"/>
                    <a:pt x="25636" y="1326"/>
                  </a:cubicBezTo>
                  <a:lnTo>
                    <a:pt x="3710" y="61958"/>
                  </a:lnTo>
                  <a:lnTo>
                    <a:pt x="133" y="71956"/>
                  </a:lnTo>
                  <a:cubicBezTo>
                    <a:pt x="-263" y="72991"/>
                    <a:pt x="255" y="74151"/>
                    <a:pt x="1288" y="74547"/>
                  </a:cubicBezTo>
                  <a:cubicBezTo>
                    <a:pt x="1525" y="74637"/>
                    <a:pt x="1776" y="74682"/>
                    <a:pt x="2028" y="74679"/>
                  </a:cubicBezTo>
                  <a:lnTo>
                    <a:pt x="12759" y="74679"/>
                  </a:lnTo>
                  <a:cubicBezTo>
                    <a:pt x="13617" y="74679"/>
                    <a:pt x="14379" y="74131"/>
                    <a:pt x="14655" y="73317"/>
                  </a:cubicBezTo>
                  <a:lnTo>
                    <a:pt x="18232" y="62889"/>
                  </a:lnTo>
                  <a:cubicBezTo>
                    <a:pt x="18495" y="62062"/>
                    <a:pt x="19260" y="61497"/>
                    <a:pt x="20128" y="61492"/>
                  </a:cubicBezTo>
                  <a:lnTo>
                    <a:pt x="43628" y="61492"/>
                  </a:lnTo>
                  <a:cubicBezTo>
                    <a:pt x="44501" y="61504"/>
                    <a:pt x="45273" y="62063"/>
                    <a:pt x="45559" y="62889"/>
                  </a:cubicBezTo>
                  <a:lnTo>
                    <a:pt x="49136" y="73317"/>
                  </a:lnTo>
                  <a:cubicBezTo>
                    <a:pt x="49402" y="74138"/>
                    <a:pt x="50171" y="74690"/>
                    <a:pt x="51032" y="74679"/>
                  </a:cubicBezTo>
                  <a:lnTo>
                    <a:pt x="61763" y="74679"/>
                  </a:lnTo>
                  <a:cubicBezTo>
                    <a:pt x="62889" y="74664"/>
                    <a:pt x="63789" y="73738"/>
                    <a:pt x="63775" y="72610"/>
                  </a:cubicBezTo>
                  <a:cubicBezTo>
                    <a:pt x="63772" y="72387"/>
                    <a:pt x="63733" y="72166"/>
                    <a:pt x="63658" y="71956"/>
                  </a:cubicBezTo>
                  <a:close/>
                  <a:moveTo>
                    <a:pt x="38441" y="49165"/>
                  </a:moveTo>
                  <a:lnTo>
                    <a:pt x="25636" y="49165"/>
                  </a:lnTo>
                  <a:cubicBezTo>
                    <a:pt x="24530" y="49171"/>
                    <a:pt x="23628" y="48278"/>
                    <a:pt x="23622" y="47170"/>
                  </a:cubicBezTo>
                  <a:cubicBezTo>
                    <a:pt x="23620" y="46934"/>
                    <a:pt x="23661" y="46699"/>
                    <a:pt x="23740" y="46477"/>
                  </a:cubicBezTo>
                  <a:lnTo>
                    <a:pt x="30250" y="27700"/>
                  </a:lnTo>
                  <a:cubicBezTo>
                    <a:pt x="30639" y="26641"/>
                    <a:pt x="31810" y="26098"/>
                    <a:pt x="32867" y="26488"/>
                  </a:cubicBezTo>
                  <a:cubicBezTo>
                    <a:pt x="33429" y="26695"/>
                    <a:pt x="33871" y="27138"/>
                    <a:pt x="34078" y="27700"/>
                  </a:cubicBezTo>
                  <a:lnTo>
                    <a:pt x="38978" y="42464"/>
                  </a:lnTo>
                  <a:lnTo>
                    <a:pt x="40373" y="46621"/>
                  </a:lnTo>
                  <a:cubicBezTo>
                    <a:pt x="40709" y="47697"/>
                    <a:pt x="40110" y="48843"/>
                    <a:pt x="39035" y="49180"/>
                  </a:cubicBezTo>
                  <a:cubicBezTo>
                    <a:pt x="38843" y="49240"/>
                    <a:pt x="38643" y="49271"/>
                    <a:pt x="38441" y="49272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1" name="手繪多邊形 67">
              <a:extLst>
                <a:ext uri="{FF2B5EF4-FFF2-40B4-BE49-F238E27FC236}">
                  <a16:creationId xmlns:a16="http://schemas.microsoft.com/office/drawing/2014/main" id="{B189DC51-13A0-4F80-8E24-EB2CA030F46B}"/>
                </a:ext>
              </a:extLst>
            </p:cNvPr>
            <p:cNvSpPr/>
            <p:nvPr/>
          </p:nvSpPr>
          <p:spPr>
            <a:xfrm>
              <a:off x="7333957" y="6099602"/>
              <a:ext cx="14522" cy="74428"/>
            </a:xfrm>
            <a:custGeom>
              <a:avLst/>
              <a:gdLst>
                <a:gd name="connsiteX0" fmla="*/ 12519 w 14522"/>
                <a:gd name="connsiteY0" fmla="*/ 0 h 74428"/>
                <a:gd name="connsiteX1" fmla="*/ 14522 w 14522"/>
                <a:gd name="connsiteY1" fmla="*/ 0 h 74428"/>
                <a:gd name="connsiteX2" fmla="*/ 14522 w 14522"/>
                <a:gd name="connsiteY2" fmla="*/ 74428 h 74428"/>
                <a:gd name="connsiteX3" fmla="*/ 12519 w 14522"/>
                <a:gd name="connsiteY3" fmla="*/ 74428 h 74428"/>
                <a:gd name="connsiteX4" fmla="*/ 2003 w 14522"/>
                <a:gd name="connsiteY4" fmla="*/ 74428 h 74428"/>
                <a:gd name="connsiteX5" fmla="*/ 0 w 14522"/>
                <a:gd name="connsiteY5" fmla="*/ 74428 h 74428"/>
                <a:gd name="connsiteX6" fmla="*/ 0 w 14522"/>
                <a:gd name="connsiteY6" fmla="*/ 0 h 74428"/>
                <a:gd name="connsiteX7" fmla="*/ 2003 w 14522"/>
                <a:gd name="connsiteY7" fmla="*/ 0 h 7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22" h="74428">
                  <a:moveTo>
                    <a:pt x="12519" y="0"/>
                  </a:moveTo>
                  <a:cubicBezTo>
                    <a:pt x="13625" y="0"/>
                    <a:pt x="14522" y="0"/>
                    <a:pt x="14522" y="0"/>
                  </a:cubicBezTo>
                  <a:lnTo>
                    <a:pt x="14522" y="74428"/>
                  </a:lnTo>
                  <a:cubicBezTo>
                    <a:pt x="14522" y="74428"/>
                    <a:pt x="13625" y="74428"/>
                    <a:pt x="12519" y="74428"/>
                  </a:cubicBezTo>
                  <a:lnTo>
                    <a:pt x="2003" y="74428"/>
                  </a:lnTo>
                  <a:cubicBezTo>
                    <a:pt x="897" y="74428"/>
                    <a:pt x="0" y="74428"/>
                    <a:pt x="0" y="74428"/>
                  </a:cubicBezTo>
                  <a:lnTo>
                    <a:pt x="0" y="0"/>
                  </a:lnTo>
                  <a:cubicBezTo>
                    <a:pt x="0" y="0"/>
                    <a:pt x="897" y="0"/>
                    <a:pt x="2003" y="0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102" name="十字形 101">
            <a:extLst>
              <a:ext uri="{FF2B5EF4-FFF2-40B4-BE49-F238E27FC236}">
                <a16:creationId xmlns:a16="http://schemas.microsoft.com/office/drawing/2014/main" id="{55FB6FA4-9DD3-4CA5-A5C5-5424125D0D6D}"/>
              </a:ext>
            </a:extLst>
          </p:cNvPr>
          <p:cNvSpPr/>
          <p:nvPr userDrawn="1"/>
        </p:nvSpPr>
        <p:spPr>
          <a:xfrm>
            <a:off x="6015801" y="5728371"/>
            <a:ext cx="232462" cy="232462"/>
          </a:xfrm>
          <a:prstGeom prst="plus">
            <a:avLst>
              <a:gd name="adj" fmla="val 44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94354324-1881-4245-B270-F6AC763361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104" name="矩形 103">
            <a:extLst>
              <a:ext uri="{FF2B5EF4-FFF2-40B4-BE49-F238E27FC236}">
                <a16:creationId xmlns:a16="http://schemas.microsoft.com/office/drawing/2014/main" id="{C294BC74-DED5-494D-9B87-4C71A1146C48}"/>
              </a:ext>
            </a:extLst>
          </p:cNvPr>
          <p:cNvSpPr/>
          <p:nvPr userDrawn="1"/>
        </p:nvSpPr>
        <p:spPr>
          <a:xfrm>
            <a:off x="335360" y="6564257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富智康集團有限公司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71648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solidFill>
          <a:srgbClr val="091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圖片 25">
            <a:extLst>
              <a:ext uri="{FF2B5EF4-FFF2-40B4-BE49-F238E27FC236}">
                <a16:creationId xmlns:a16="http://schemas.microsoft.com/office/drawing/2014/main" id="{60FDD03E-AEDD-EC70-77BD-C8628B077C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099900"/>
            <a:ext cx="7620000" cy="375419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BEE0E56-3538-27DB-12B5-9DDFFFAF799C}"/>
              </a:ext>
            </a:extLst>
          </p:cNvPr>
          <p:cNvSpPr/>
          <p:nvPr userDrawn="1"/>
        </p:nvSpPr>
        <p:spPr>
          <a:xfrm>
            <a:off x="0" y="3903"/>
            <a:ext cx="12192000" cy="6854097"/>
          </a:xfrm>
          <a:prstGeom prst="rect">
            <a:avLst/>
          </a:prstGeom>
          <a:gradFill flip="none" rotWithShape="1">
            <a:gsLst>
              <a:gs pos="4000">
                <a:srgbClr val="00B0F0"/>
              </a:gs>
              <a:gs pos="70000">
                <a:srgbClr val="00B0F0">
                  <a:alpha val="36678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TW" altLang="en-US" dirty="0">
              <a:solidFill>
                <a:schemeClr val="lt1"/>
              </a:solidFill>
            </a:endParaRPr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3236ABEE-4E58-D48F-B893-E61F0F061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FB9B155A-A2D7-15E5-B048-24902A3F1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C442EFAA-AD1F-DE8F-60F4-4D0F46746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908670" cy="7702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TW" altLang="en-US" sz="4000" b="1" i="0" kern="1200" spc="300" baseline="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JhengHei" charset="-120"/>
              </a:defRPr>
            </a:lvl1pPr>
          </a:lstStyle>
          <a:p>
            <a:pPr marL="12700">
              <a:spcBef>
                <a:spcPts val="100"/>
              </a:spcBef>
              <a:buClr>
                <a:srgbClr val="0F67AE"/>
              </a:buClr>
              <a:buSzPct val="110000"/>
              <a:tabLst>
                <a:tab pos="5106988" algn="l"/>
              </a:tabLst>
              <a:defRPr/>
            </a:pPr>
            <a:r>
              <a:rPr lang="zh-TW" altLang="en-US" sz="4400" spc="300" dirty="0">
                <a:solidFill>
                  <a:prstClr val="white"/>
                </a:solidFill>
                <a:cs typeface="Microsoft JhengHei" charset="-120"/>
              </a:rPr>
              <a:t>目錄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93BC5F-58BE-FC50-17E4-70CC838CD824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" altLang="zh-TW" sz="1000" spc="-30" dirty="0">
              <a:solidFill>
                <a:schemeClr val="bg1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3FB6116-A4FB-4EF3-9C16-B29D171D74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C41338C-A960-4E0E-BAA1-A484A7AD0A00}"/>
              </a:ext>
            </a:extLst>
          </p:cNvPr>
          <p:cNvSpPr/>
          <p:nvPr userDrawn="1"/>
        </p:nvSpPr>
        <p:spPr>
          <a:xfrm>
            <a:off x="335360" y="6564257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富智康集團有限公司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418605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categ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2BB3C4E-CC23-F643-996E-D17816C6E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5F3B3D4-8415-2CA0-9C17-1D57B13D1253}"/>
              </a:ext>
            </a:extLst>
          </p:cNvPr>
          <p:cNvSpPr/>
          <p:nvPr userDrawn="1"/>
        </p:nvSpPr>
        <p:spPr>
          <a:xfrm>
            <a:off x="-2" y="3903"/>
            <a:ext cx="12192000" cy="6854097"/>
          </a:xfrm>
          <a:prstGeom prst="rect">
            <a:avLst/>
          </a:prstGeom>
          <a:gradFill flip="none" rotWithShape="1">
            <a:gsLst>
              <a:gs pos="10000">
                <a:srgbClr val="00B0F0"/>
              </a:gs>
              <a:gs pos="97000">
                <a:srgbClr val="00B0F0">
                  <a:alpha val="32000"/>
                </a:srgbClr>
              </a:gs>
              <a:gs pos="53000">
                <a:srgbClr val="00B0F0">
                  <a:alpha val="35244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TW" altLang="en-US" dirty="0">
              <a:solidFill>
                <a:schemeClr val="lt1"/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1347969B-EC41-E354-4D53-4B4FAF31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91" y="2604953"/>
            <a:ext cx="10732615" cy="77025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818D6BC-4A26-4C23-9E3B-4D9DAEC066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14D1CF2-AE77-43DA-BB58-392C44B59644}"/>
              </a:ext>
            </a:extLst>
          </p:cNvPr>
          <p:cNvSpPr/>
          <p:nvPr userDrawn="1"/>
        </p:nvSpPr>
        <p:spPr>
          <a:xfrm>
            <a:off x="335360" y="6564257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富智康集團有限公司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1438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page">
    <p:bg>
      <p:bgPr>
        <a:solidFill>
          <a:srgbClr val="0006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FF09B397-3121-D437-B410-3FD48DFA5F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1CD139B-FF7F-CFD5-4CC2-E84FFE9448A4}"/>
              </a:ext>
            </a:extLst>
          </p:cNvPr>
          <p:cNvSpPr/>
          <p:nvPr userDrawn="1"/>
        </p:nvSpPr>
        <p:spPr>
          <a:xfrm>
            <a:off x="-4671" y="0"/>
            <a:ext cx="12192001" cy="6858000"/>
          </a:xfrm>
          <a:prstGeom prst="rect">
            <a:avLst/>
          </a:prstGeom>
          <a:gradFill flip="none" rotWithShape="1">
            <a:gsLst>
              <a:gs pos="99000">
                <a:srgbClr val="0090D8">
                  <a:alpha val="72000"/>
                </a:srgbClr>
              </a:gs>
              <a:gs pos="0">
                <a:srgbClr val="00B0F0">
                  <a:alpha val="84865"/>
                </a:srgbClr>
              </a:gs>
              <a:gs pos="77000">
                <a:srgbClr val="00A0E4">
                  <a:alpha val="48715"/>
                </a:srgbClr>
              </a:gs>
              <a:gs pos="60000">
                <a:srgbClr val="00B0F0">
                  <a:alpha val="48183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1710FAA-46A7-344E-82D6-1E7B2592B1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9433" y="1489166"/>
            <a:ext cx="11003794" cy="4687797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Font typeface="Wingdings" pitchFamily="2" charset="2"/>
              <a:buChar char="n"/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C24BF47-F4D7-4E41-9BFC-2147F0BBDB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ACC38CB-FE7F-43B2-8F77-380477BD594D}"/>
              </a:ext>
            </a:extLst>
          </p:cNvPr>
          <p:cNvSpPr/>
          <p:nvPr userDrawn="1"/>
        </p:nvSpPr>
        <p:spPr>
          <a:xfrm>
            <a:off x="335360" y="6564257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富智康集團有限公司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3023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_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E83A75B-6F73-EDCF-C3F3-FB55ED0A94BD}"/>
              </a:ext>
            </a:extLst>
          </p:cNvPr>
          <p:cNvSpPr/>
          <p:nvPr userDrawn="1"/>
        </p:nvSpPr>
        <p:spPr>
          <a:xfrm>
            <a:off x="0" y="0"/>
            <a:ext cx="12204701" cy="6858000"/>
          </a:xfrm>
          <a:prstGeom prst="rect">
            <a:avLst/>
          </a:prstGeom>
          <a:gradFill flip="none" rotWithShape="1">
            <a:gsLst>
              <a:gs pos="83000">
                <a:srgbClr val="0090D8">
                  <a:alpha val="79000"/>
                </a:srgbClr>
              </a:gs>
              <a:gs pos="46000">
                <a:srgbClr val="0090D8">
                  <a:alpha val="0"/>
                </a:srgbClr>
              </a:gs>
              <a:gs pos="56000">
                <a:srgbClr val="0090D8">
                  <a:alpha val="0"/>
                </a:srgbClr>
              </a:gs>
              <a:gs pos="0">
                <a:srgbClr val="00B0F0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F8313991-7EF2-A1DB-7D9E-EB23B302F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 dirty="0"/>
              <a:t> /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50CE8BF0-3692-8DC1-AB85-B39DD8990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grpSp>
        <p:nvGrpSpPr>
          <p:cNvPr id="8" name="圖形 20">
            <a:extLst>
              <a:ext uri="{FF2B5EF4-FFF2-40B4-BE49-F238E27FC236}">
                <a16:creationId xmlns:a16="http://schemas.microsoft.com/office/drawing/2014/main" id="{5264E337-664B-4457-8864-DE4E9FB63F88}"/>
              </a:ext>
            </a:extLst>
          </p:cNvPr>
          <p:cNvGrpSpPr/>
          <p:nvPr userDrawn="1"/>
        </p:nvGrpSpPr>
        <p:grpSpPr>
          <a:xfrm>
            <a:off x="7308808" y="5652740"/>
            <a:ext cx="410111" cy="409547"/>
            <a:chOff x="8806326" y="6007964"/>
            <a:chExt cx="505337" cy="504642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11" name="手繪多邊形 150">
              <a:extLst>
                <a:ext uri="{FF2B5EF4-FFF2-40B4-BE49-F238E27FC236}">
                  <a16:creationId xmlns:a16="http://schemas.microsoft.com/office/drawing/2014/main" id="{E9988E46-6E00-4254-A0CE-04BB47F38F20}"/>
                </a:ext>
              </a:extLst>
            </p:cNvPr>
            <p:cNvSpPr/>
            <p:nvPr/>
          </p:nvSpPr>
          <p:spPr>
            <a:xfrm>
              <a:off x="8806326" y="6007964"/>
              <a:ext cx="505337" cy="504642"/>
            </a:xfrm>
            <a:custGeom>
              <a:avLst/>
              <a:gdLst>
                <a:gd name="connsiteX0" fmla="*/ 502251 w 505337"/>
                <a:gd name="connsiteY0" fmla="*/ 371198 h 504642"/>
                <a:gd name="connsiteX1" fmla="*/ 427671 w 505337"/>
                <a:gd name="connsiteY1" fmla="*/ 282040 h 504642"/>
                <a:gd name="connsiteX2" fmla="*/ 418349 w 505337"/>
                <a:gd name="connsiteY2" fmla="*/ 276796 h 504642"/>
                <a:gd name="connsiteX3" fmla="*/ 418349 w 505337"/>
                <a:gd name="connsiteY3" fmla="*/ 276796 h 504642"/>
                <a:gd name="connsiteX4" fmla="*/ 404365 w 505337"/>
                <a:gd name="connsiteY4" fmla="*/ 281458 h 504642"/>
                <a:gd name="connsiteX5" fmla="*/ 351926 w 505337"/>
                <a:gd name="connsiteY5" fmla="*/ 325162 h 504642"/>
                <a:gd name="connsiteX6" fmla="*/ 344351 w 505337"/>
                <a:gd name="connsiteY6" fmla="*/ 315839 h 504642"/>
                <a:gd name="connsiteX7" fmla="*/ 413105 w 505337"/>
                <a:gd name="connsiteY7" fmla="*/ 258731 h 504642"/>
                <a:gd name="connsiteX8" fmla="*/ 424758 w 505337"/>
                <a:gd name="connsiteY8" fmla="*/ 237753 h 504642"/>
                <a:gd name="connsiteX9" fmla="*/ 412522 w 505337"/>
                <a:gd name="connsiteY9" fmla="*/ 205703 h 504642"/>
                <a:gd name="connsiteX10" fmla="*/ 346099 w 505337"/>
                <a:gd name="connsiteY10" fmla="*/ 126452 h 504642"/>
                <a:gd name="connsiteX11" fmla="*/ 321045 w 505337"/>
                <a:gd name="connsiteY11" fmla="*/ 110718 h 504642"/>
                <a:gd name="connsiteX12" fmla="*/ 293660 w 505337"/>
                <a:gd name="connsiteY12" fmla="*/ 116546 h 504642"/>
                <a:gd name="connsiteX13" fmla="*/ 225489 w 505337"/>
                <a:gd name="connsiteY13" fmla="*/ 172487 h 504642"/>
                <a:gd name="connsiteX14" fmla="*/ 216749 w 505337"/>
                <a:gd name="connsiteY14" fmla="*/ 161416 h 504642"/>
                <a:gd name="connsiteX15" fmla="*/ 269771 w 505337"/>
                <a:gd name="connsiteY15" fmla="*/ 117128 h 504642"/>
                <a:gd name="connsiteX16" fmla="*/ 273849 w 505337"/>
                <a:gd name="connsiteY16" fmla="*/ 93819 h 504642"/>
                <a:gd name="connsiteX17" fmla="*/ 198686 w 505337"/>
                <a:gd name="connsiteY17" fmla="*/ 5245 h 504642"/>
                <a:gd name="connsiteX18" fmla="*/ 189364 w 505337"/>
                <a:gd name="connsiteY18" fmla="*/ 0 h 504642"/>
                <a:gd name="connsiteX19" fmla="*/ 175380 w 505337"/>
                <a:gd name="connsiteY19" fmla="*/ 5245 h 504642"/>
                <a:gd name="connsiteX20" fmla="*/ 55935 w 505337"/>
                <a:gd name="connsiteY20" fmla="*/ 106057 h 504642"/>
                <a:gd name="connsiteX21" fmla="*/ 51857 w 505337"/>
                <a:gd name="connsiteY21" fmla="*/ 129366 h 504642"/>
                <a:gd name="connsiteX22" fmla="*/ 126437 w 505337"/>
                <a:gd name="connsiteY22" fmla="*/ 217940 h 504642"/>
                <a:gd name="connsiteX23" fmla="*/ 135759 w 505337"/>
                <a:gd name="connsiteY23" fmla="*/ 223185 h 504642"/>
                <a:gd name="connsiteX24" fmla="*/ 135759 w 505337"/>
                <a:gd name="connsiteY24" fmla="*/ 223185 h 504642"/>
                <a:gd name="connsiteX25" fmla="*/ 149743 w 505337"/>
                <a:gd name="connsiteY25" fmla="*/ 218523 h 504642"/>
                <a:gd name="connsiteX26" fmla="*/ 202182 w 505337"/>
                <a:gd name="connsiteY26" fmla="*/ 174818 h 504642"/>
                <a:gd name="connsiteX27" fmla="*/ 210922 w 505337"/>
                <a:gd name="connsiteY27" fmla="*/ 185890 h 504642"/>
                <a:gd name="connsiteX28" fmla="*/ 134011 w 505337"/>
                <a:gd name="connsiteY28" fmla="*/ 250573 h 504642"/>
                <a:gd name="connsiteX29" fmla="*/ 134594 w 505337"/>
                <a:gd name="connsiteY29" fmla="*/ 304184 h 504642"/>
                <a:gd name="connsiteX30" fmla="*/ 143917 w 505337"/>
                <a:gd name="connsiteY30" fmla="*/ 315839 h 504642"/>
                <a:gd name="connsiteX31" fmla="*/ 120610 w 505337"/>
                <a:gd name="connsiteY31" fmla="*/ 335651 h 504642"/>
                <a:gd name="connsiteX32" fmla="*/ 12818 w 505337"/>
                <a:gd name="connsiteY32" fmla="*/ 323414 h 504642"/>
                <a:gd name="connsiteX33" fmla="*/ 0 w 505337"/>
                <a:gd name="connsiteY33" fmla="*/ 327493 h 504642"/>
                <a:gd name="connsiteX34" fmla="*/ 66423 w 505337"/>
                <a:gd name="connsiteY34" fmla="*/ 406744 h 504642"/>
                <a:gd name="connsiteX35" fmla="*/ 50109 w 505337"/>
                <a:gd name="connsiteY35" fmla="*/ 419564 h 504642"/>
                <a:gd name="connsiteX36" fmla="*/ 48943 w 505337"/>
                <a:gd name="connsiteY36" fmla="*/ 438794 h 504642"/>
                <a:gd name="connsiteX37" fmla="*/ 68754 w 505337"/>
                <a:gd name="connsiteY37" fmla="*/ 440542 h 504642"/>
                <a:gd name="connsiteX38" fmla="*/ 84485 w 505337"/>
                <a:gd name="connsiteY38" fmla="*/ 427140 h 504642"/>
                <a:gd name="connsiteX39" fmla="*/ 149743 w 505337"/>
                <a:gd name="connsiteY39" fmla="*/ 504642 h 504642"/>
                <a:gd name="connsiteX40" fmla="*/ 155570 w 505337"/>
                <a:gd name="connsiteY40" fmla="*/ 492988 h 504642"/>
                <a:gd name="connsiteX41" fmla="*/ 165475 w 505337"/>
                <a:gd name="connsiteY41" fmla="*/ 391011 h 504642"/>
                <a:gd name="connsiteX42" fmla="*/ 191112 w 505337"/>
                <a:gd name="connsiteY42" fmla="*/ 369450 h 504642"/>
                <a:gd name="connsiteX43" fmla="*/ 202182 w 505337"/>
                <a:gd name="connsiteY43" fmla="*/ 382852 h 504642"/>
                <a:gd name="connsiteX44" fmla="*/ 228985 w 505337"/>
                <a:gd name="connsiteY44" fmla="*/ 398003 h 504642"/>
                <a:gd name="connsiteX45" fmla="*/ 230150 w 505337"/>
                <a:gd name="connsiteY45" fmla="*/ 398003 h 504642"/>
                <a:gd name="connsiteX46" fmla="*/ 261031 w 505337"/>
                <a:gd name="connsiteY46" fmla="*/ 387514 h 504642"/>
                <a:gd name="connsiteX47" fmla="*/ 330950 w 505337"/>
                <a:gd name="connsiteY47" fmla="*/ 329241 h 504642"/>
                <a:gd name="connsiteX48" fmla="*/ 338524 w 505337"/>
                <a:gd name="connsiteY48" fmla="*/ 338565 h 504642"/>
                <a:gd name="connsiteX49" fmla="*/ 285503 w 505337"/>
                <a:gd name="connsiteY49" fmla="*/ 382852 h 504642"/>
                <a:gd name="connsiteX50" fmla="*/ 278511 w 505337"/>
                <a:gd name="connsiteY50" fmla="*/ 392759 h 504642"/>
                <a:gd name="connsiteX51" fmla="*/ 281424 w 505337"/>
                <a:gd name="connsiteY51" fmla="*/ 406744 h 504642"/>
                <a:gd name="connsiteX52" fmla="*/ 356004 w 505337"/>
                <a:gd name="connsiteY52" fmla="*/ 495902 h 504642"/>
                <a:gd name="connsiteX53" fmla="*/ 365327 w 505337"/>
                <a:gd name="connsiteY53" fmla="*/ 501146 h 504642"/>
                <a:gd name="connsiteX54" fmla="*/ 365327 w 505337"/>
                <a:gd name="connsiteY54" fmla="*/ 501146 h 504642"/>
                <a:gd name="connsiteX55" fmla="*/ 379311 w 505337"/>
                <a:gd name="connsiteY55" fmla="*/ 496484 h 504642"/>
                <a:gd name="connsiteX56" fmla="*/ 499338 w 505337"/>
                <a:gd name="connsiteY56" fmla="*/ 396255 h 504642"/>
                <a:gd name="connsiteX57" fmla="*/ 502251 w 505337"/>
                <a:gd name="connsiteY57" fmla="*/ 371198 h 504642"/>
                <a:gd name="connsiteX58" fmla="*/ 204513 w 505337"/>
                <a:gd name="connsiteY58" fmla="*/ 146265 h 504642"/>
                <a:gd name="connsiteX59" fmla="*/ 176545 w 505337"/>
                <a:gd name="connsiteY59" fmla="*/ 113049 h 504642"/>
                <a:gd name="connsiteX60" fmla="*/ 227819 w 505337"/>
                <a:gd name="connsiteY60" fmla="*/ 69927 h 504642"/>
                <a:gd name="connsiteX61" fmla="*/ 255787 w 505337"/>
                <a:gd name="connsiteY61" fmla="*/ 103143 h 504642"/>
                <a:gd name="connsiteX62" fmla="*/ 204513 w 505337"/>
                <a:gd name="connsiteY62" fmla="*/ 146265 h 504642"/>
                <a:gd name="connsiteX63" fmla="*/ 187616 w 505337"/>
                <a:gd name="connsiteY63" fmla="*/ 21561 h 504642"/>
                <a:gd name="connsiteX64" fmla="*/ 216166 w 505337"/>
                <a:gd name="connsiteY64" fmla="*/ 55359 h 504642"/>
                <a:gd name="connsiteX65" fmla="*/ 164892 w 505337"/>
                <a:gd name="connsiteY65" fmla="*/ 98481 h 504642"/>
                <a:gd name="connsiteX66" fmla="*/ 136342 w 505337"/>
                <a:gd name="connsiteY66" fmla="*/ 64683 h 504642"/>
                <a:gd name="connsiteX67" fmla="*/ 187616 w 505337"/>
                <a:gd name="connsiteY67" fmla="*/ 21561 h 504642"/>
                <a:gd name="connsiteX68" fmla="*/ 120610 w 505337"/>
                <a:gd name="connsiteY68" fmla="*/ 76920 h 504642"/>
                <a:gd name="connsiteX69" fmla="*/ 149161 w 505337"/>
                <a:gd name="connsiteY69" fmla="*/ 110718 h 504642"/>
                <a:gd name="connsiteX70" fmla="*/ 98469 w 505337"/>
                <a:gd name="connsiteY70" fmla="*/ 153257 h 504642"/>
                <a:gd name="connsiteX71" fmla="*/ 69919 w 505337"/>
                <a:gd name="connsiteY71" fmla="*/ 119459 h 504642"/>
                <a:gd name="connsiteX72" fmla="*/ 120610 w 505337"/>
                <a:gd name="connsiteY72" fmla="*/ 76920 h 504642"/>
                <a:gd name="connsiteX73" fmla="*/ 138673 w 505337"/>
                <a:gd name="connsiteY73" fmla="*/ 201624 h 504642"/>
                <a:gd name="connsiteX74" fmla="*/ 110705 w 505337"/>
                <a:gd name="connsiteY74" fmla="*/ 168408 h 504642"/>
                <a:gd name="connsiteX75" fmla="*/ 161396 w 505337"/>
                <a:gd name="connsiteY75" fmla="*/ 125869 h 504642"/>
                <a:gd name="connsiteX76" fmla="*/ 189364 w 505337"/>
                <a:gd name="connsiteY76" fmla="*/ 159085 h 504642"/>
                <a:gd name="connsiteX77" fmla="*/ 138673 w 505337"/>
                <a:gd name="connsiteY77" fmla="*/ 201624 h 504642"/>
                <a:gd name="connsiteX78" fmla="*/ 143917 w 505337"/>
                <a:gd name="connsiteY78" fmla="*/ 471427 h 504642"/>
                <a:gd name="connsiteX79" fmla="*/ 30881 w 505337"/>
                <a:gd name="connsiteY79" fmla="*/ 335069 h 504642"/>
                <a:gd name="connsiteX80" fmla="*/ 132846 w 505337"/>
                <a:gd name="connsiteY80" fmla="*/ 365370 h 504642"/>
                <a:gd name="connsiteX81" fmla="*/ 143917 w 505337"/>
                <a:gd name="connsiteY81" fmla="*/ 471427 h 504642"/>
                <a:gd name="connsiteX82" fmla="*/ 153822 w 505337"/>
                <a:gd name="connsiteY82" fmla="*/ 367701 h 504642"/>
                <a:gd name="connsiteX83" fmla="*/ 145082 w 505337"/>
                <a:gd name="connsiteY83" fmla="*/ 354299 h 504642"/>
                <a:gd name="connsiteX84" fmla="*/ 138090 w 505337"/>
                <a:gd name="connsiteY84" fmla="*/ 347306 h 504642"/>
                <a:gd name="connsiteX85" fmla="*/ 157900 w 505337"/>
                <a:gd name="connsiteY85" fmla="*/ 330990 h 504642"/>
                <a:gd name="connsiteX86" fmla="*/ 174215 w 505337"/>
                <a:gd name="connsiteY86" fmla="*/ 350802 h 504642"/>
                <a:gd name="connsiteX87" fmla="*/ 153822 w 505337"/>
                <a:gd name="connsiteY87" fmla="*/ 367701 h 504642"/>
                <a:gd name="connsiteX88" fmla="*/ 245882 w 505337"/>
                <a:gd name="connsiteY88" fmla="*/ 371781 h 504642"/>
                <a:gd name="connsiteX89" fmla="*/ 229567 w 505337"/>
                <a:gd name="connsiteY89" fmla="*/ 377608 h 504642"/>
                <a:gd name="connsiteX90" fmla="*/ 215584 w 505337"/>
                <a:gd name="connsiteY90" fmla="*/ 369450 h 504642"/>
                <a:gd name="connsiteX91" fmla="*/ 149161 w 505337"/>
                <a:gd name="connsiteY91" fmla="*/ 290199 h 504642"/>
                <a:gd name="connsiteX92" fmla="*/ 146247 w 505337"/>
                <a:gd name="connsiteY92" fmla="*/ 264559 h 504642"/>
                <a:gd name="connsiteX93" fmla="*/ 307061 w 505337"/>
                <a:gd name="connsiteY93" fmla="*/ 131114 h 504642"/>
                <a:gd name="connsiteX94" fmla="*/ 307061 w 505337"/>
                <a:gd name="connsiteY94" fmla="*/ 131114 h 504642"/>
                <a:gd name="connsiteX95" fmla="*/ 314635 w 505337"/>
                <a:gd name="connsiteY95" fmla="*/ 128783 h 504642"/>
                <a:gd name="connsiteX96" fmla="*/ 316966 w 505337"/>
                <a:gd name="connsiteY96" fmla="*/ 128783 h 504642"/>
                <a:gd name="connsiteX97" fmla="*/ 331533 w 505337"/>
                <a:gd name="connsiteY97" fmla="*/ 137524 h 504642"/>
                <a:gd name="connsiteX98" fmla="*/ 397956 w 505337"/>
                <a:gd name="connsiteY98" fmla="*/ 216775 h 504642"/>
                <a:gd name="connsiteX99" fmla="*/ 405530 w 505337"/>
                <a:gd name="connsiteY99" fmla="*/ 234257 h 504642"/>
                <a:gd name="connsiteX100" fmla="*/ 400869 w 505337"/>
                <a:gd name="connsiteY100" fmla="*/ 241832 h 504642"/>
                <a:gd name="connsiteX101" fmla="*/ 245882 w 505337"/>
                <a:gd name="connsiteY101" fmla="*/ 371781 h 504642"/>
                <a:gd name="connsiteX102" fmla="*/ 415435 w 505337"/>
                <a:gd name="connsiteY102" fmla="*/ 298357 h 504642"/>
                <a:gd name="connsiteX103" fmla="*/ 443986 w 505337"/>
                <a:gd name="connsiteY103" fmla="*/ 332155 h 504642"/>
                <a:gd name="connsiteX104" fmla="*/ 393294 w 505337"/>
                <a:gd name="connsiteY104" fmla="*/ 374694 h 504642"/>
                <a:gd name="connsiteX105" fmla="*/ 364744 w 505337"/>
                <a:gd name="connsiteY105" fmla="*/ 340896 h 504642"/>
                <a:gd name="connsiteX106" fmla="*/ 415435 w 505337"/>
                <a:gd name="connsiteY106" fmla="*/ 298357 h 504642"/>
                <a:gd name="connsiteX107" fmla="*/ 349012 w 505337"/>
                <a:gd name="connsiteY107" fmla="*/ 353133 h 504642"/>
                <a:gd name="connsiteX108" fmla="*/ 377563 w 505337"/>
                <a:gd name="connsiteY108" fmla="*/ 386931 h 504642"/>
                <a:gd name="connsiteX109" fmla="*/ 326289 w 505337"/>
                <a:gd name="connsiteY109" fmla="*/ 430053 h 504642"/>
                <a:gd name="connsiteX110" fmla="*/ 297738 w 505337"/>
                <a:gd name="connsiteY110" fmla="*/ 396255 h 504642"/>
                <a:gd name="connsiteX111" fmla="*/ 349012 w 505337"/>
                <a:gd name="connsiteY111" fmla="*/ 353133 h 504642"/>
                <a:gd name="connsiteX112" fmla="*/ 366492 w 505337"/>
                <a:gd name="connsiteY112" fmla="*/ 478420 h 504642"/>
                <a:gd name="connsiteX113" fmla="*/ 338524 w 505337"/>
                <a:gd name="connsiteY113" fmla="*/ 445204 h 504642"/>
                <a:gd name="connsiteX114" fmla="*/ 389798 w 505337"/>
                <a:gd name="connsiteY114" fmla="*/ 402082 h 504642"/>
                <a:gd name="connsiteX115" fmla="*/ 417766 w 505337"/>
                <a:gd name="connsiteY115" fmla="*/ 435298 h 504642"/>
                <a:gd name="connsiteX116" fmla="*/ 366492 w 505337"/>
                <a:gd name="connsiteY116" fmla="*/ 478420 h 504642"/>
                <a:gd name="connsiteX117" fmla="*/ 433498 w 505337"/>
                <a:gd name="connsiteY117" fmla="*/ 422478 h 504642"/>
                <a:gd name="connsiteX118" fmla="*/ 405530 w 505337"/>
                <a:gd name="connsiteY118" fmla="*/ 389262 h 504642"/>
                <a:gd name="connsiteX119" fmla="*/ 456221 w 505337"/>
                <a:gd name="connsiteY119" fmla="*/ 346723 h 504642"/>
                <a:gd name="connsiteX120" fmla="*/ 484189 w 505337"/>
                <a:gd name="connsiteY120" fmla="*/ 379939 h 504642"/>
                <a:gd name="connsiteX121" fmla="*/ 433498 w 505337"/>
                <a:gd name="connsiteY121" fmla="*/ 422478 h 50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505337" h="504642">
                  <a:moveTo>
                    <a:pt x="502251" y="371198"/>
                  </a:moveTo>
                  <a:lnTo>
                    <a:pt x="427671" y="282040"/>
                  </a:lnTo>
                  <a:cubicBezTo>
                    <a:pt x="425341" y="279709"/>
                    <a:pt x="421845" y="277379"/>
                    <a:pt x="418349" y="276796"/>
                  </a:cubicBezTo>
                  <a:lnTo>
                    <a:pt x="418349" y="276796"/>
                  </a:lnTo>
                  <a:cubicBezTo>
                    <a:pt x="413687" y="276213"/>
                    <a:pt x="409026" y="277961"/>
                    <a:pt x="404365" y="281458"/>
                  </a:cubicBezTo>
                  <a:lnTo>
                    <a:pt x="351926" y="325162"/>
                  </a:lnTo>
                  <a:lnTo>
                    <a:pt x="344351" y="315839"/>
                  </a:lnTo>
                  <a:lnTo>
                    <a:pt x="413105" y="258731"/>
                  </a:lnTo>
                  <a:cubicBezTo>
                    <a:pt x="420097" y="252904"/>
                    <a:pt x="424175" y="245911"/>
                    <a:pt x="424758" y="237753"/>
                  </a:cubicBezTo>
                  <a:cubicBezTo>
                    <a:pt x="425923" y="227264"/>
                    <a:pt x="421845" y="215609"/>
                    <a:pt x="412522" y="205703"/>
                  </a:cubicBezTo>
                  <a:lnTo>
                    <a:pt x="346099" y="126452"/>
                  </a:lnTo>
                  <a:cubicBezTo>
                    <a:pt x="339107" y="118294"/>
                    <a:pt x="330367" y="112467"/>
                    <a:pt x="321045" y="110718"/>
                  </a:cubicBezTo>
                  <a:cubicBezTo>
                    <a:pt x="310557" y="108387"/>
                    <a:pt x="301234" y="110718"/>
                    <a:pt x="293660" y="116546"/>
                  </a:cubicBezTo>
                  <a:lnTo>
                    <a:pt x="225489" y="172487"/>
                  </a:lnTo>
                  <a:lnTo>
                    <a:pt x="216749" y="161416"/>
                  </a:lnTo>
                  <a:lnTo>
                    <a:pt x="269771" y="117128"/>
                  </a:lnTo>
                  <a:cubicBezTo>
                    <a:pt x="277345" y="110718"/>
                    <a:pt x="279093" y="100229"/>
                    <a:pt x="273849" y="93819"/>
                  </a:cubicBezTo>
                  <a:lnTo>
                    <a:pt x="198686" y="5245"/>
                  </a:lnTo>
                  <a:cubicBezTo>
                    <a:pt x="195773" y="2914"/>
                    <a:pt x="192860" y="583"/>
                    <a:pt x="189364" y="0"/>
                  </a:cubicBezTo>
                  <a:cubicBezTo>
                    <a:pt x="184703" y="0"/>
                    <a:pt x="180041" y="1748"/>
                    <a:pt x="175380" y="5245"/>
                  </a:cubicBezTo>
                  <a:lnTo>
                    <a:pt x="55935" y="106057"/>
                  </a:lnTo>
                  <a:cubicBezTo>
                    <a:pt x="48361" y="112467"/>
                    <a:pt x="46613" y="122956"/>
                    <a:pt x="51857" y="129366"/>
                  </a:cubicBezTo>
                  <a:lnTo>
                    <a:pt x="126437" y="217940"/>
                  </a:lnTo>
                  <a:cubicBezTo>
                    <a:pt x="128767" y="220271"/>
                    <a:pt x="132263" y="222602"/>
                    <a:pt x="135759" y="223185"/>
                  </a:cubicBezTo>
                  <a:lnTo>
                    <a:pt x="135759" y="223185"/>
                  </a:lnTo>
                  <a:cubicBezTo>
                    <a:pt x="140421" y="223768"/>
                    <a:pt x="145082" y="222019"/>
                    <a:pt x="149743" y="218523"/>
                  </a:cubicBezTo>
                  <a:lnTo>
                    <a:pt x="202182" y="174818"/>
                  </a:lnTo>
                  <a:lnTo>
                    <a:pt x="210922" y="185890"/>
                  </a:lnTo>
                  <a:lnTo>
                    <a:pt x="134011" y="250573"/>
                  </a:lnTo>
                  <a:cubicBezTo>
                    <a:pt x="120028" y="262810"/>
                    <a:pt x="120028" y="286702"/>
                    <a:pt x="134594" y="304184"/>
                  </a:cubicBezTo>
                  <a:lnTo>
                    <a:pt x="143917" y="315839"/>
                  </a:lnTo>
                  <a:lnTo>
                    <a:pt x="120610" y="335651"/>
                  </a:lnTo>
                  <a:cubicBezTo>
                    <a:pt x="87981" y="316421"/>
                    <a:pt x="44282" y="314090"/>
                    <a:pt x="12818" y="323414"/>
                  </a:cubicBezTo>
                  <a:lnTo>
                    <a:pt x="0" y="327493"/>
                  </a:lnTo>
                  <a:lnTo>
                    <a:pt x="66423" y="406744"/>
                  </a:lnTo>
                  <a:lnTo>
                    <a:pt x="50109" y="419564"/>
                  </a:lnTo>
                  <a:cubicBezTo>
                    <a:pt x="44282" y="424226"/>
                    <a:pt x="43699" y="432967"/>
                    <a:pt x="48943" y="438794"/>
                  </a:cubicBezTo>
                  <a:cubicBezTo>
                    <a:pt x="53605" y="444622"/>
                    <a:pt x="62344" y="445787"/>
                    <a:pt x="68754" y="440542"/>
                  </a:cubicBezTo>
                  <a:lnTo>
                    <a:pt x="84485" y="427140"/>
                  </a:lnTo>
                  <a:lnTo>
                    <a:pt x="149743" y="504642"/>
                  </a:lnTo>
                  <a:lnTo>
                    <a:pt x="155570" y="492988"/>
                  </a:lnTo>
                  <a:cubicBezTo>
                    <a:pt x="170136" y="465017"/>
                    <a:pt x="175380" y="425391"/>
                    <a:pt x="165475" y="391011"/>
                  </a:cubicBezTo>
                  <a:lnTo>
                    <a:pt x="191112" y="369450"/>
                  </a:lnTo>
                  <a:lnTo>
                    <a:pt x="202182" y="382852"/>
                  </a:lnTo>
                  <a:cubicBezTo>
                    <a:pt x="209757" y="391593"/>
                    <a:pt x="219080" y="396838"/>
                    <a:pt x="228985" y="398003"/>
                  </a:cubicBezTo>
                  <a:cubicBezTo>
                    <a:pt x="229567" y="398003"/>
                    <a:pt x="229567" y="398003"/>
                    <a:pt x="230150" y="398003"/>
                  </a:cubicBezTo>
                  <a:cubicBezTo>
                    <a:pt x="240638" y="399169"/>
                    <a:pt x="251708" y="395090"/>
                    <a:pt x="261031" y="387514"/>
                  </a:cubicBezTo>
                  <a:lnTo>
                    <a:pt x="330950" y="329241"/>
                  </a:lnTo>
                  <a:lnTo>
                    <a:pt x="338524" y="338565"/>
                  </a:lnTo>
                  <a:lnTo>
                    <a:pt x="285503" y="382852"/>
                  </a:lnTo>
                  <a:cubicBezTo>
                    <a:pt x="282589" y="385183"/>
                    <a:pt x="280259" y="388680"/>
                    <a:pt x="278511" y="392759"/>
                  </a:cubicBezTo>
                  <a:cubicBezTo>
                    <a:pt x="276763" y="398003"/>
                    <a:pt x="277928" y="402665"/>
                    <a:pt x="281424" y="406744"/>
                  </a:cubicBezTo>
                  <a:lnTo>
                    <a:pt x="356004" y="495902"/>
                  </a:lnTo>
                  <a:cubicBezTo>
                    <a:pt x="358335" y="498232"/>
                    <a:pt x="361831" y="500563"/>
                    <a:pt x="365327" y="501146"/>
                  </a:cubicBezTo>
                  <a:lnTo>
                    <a:pt x="365327" y="501146"/>
                  </a:lnTo>
                  <a:cubicBezTo>
                    <a:pt x="369988" y="501729"/>
                    <a:pt x="374649" y="499981"/>
                    <a:pt x="379311" y="496484"/>
                  </a:cubicBezTo>
                  <a:lnTo>
                    <a:pt x="499338" y="396255"/>
                  </a:lnTo>
                  <a:cubicBezTo>
                    <a:pt x="505747" y="388097"/>
                    <a:pt x="507495" y="377608"/>
                    <a:pt x="502251" y="371198"/>
                  </a:cubicBezTo>
                  <a:close/>
                  <a:moveTo>
                    <a:pt x="204513" y="146265"/>
                  </a:moveTo>
                  <a:lnTo>
                    <a:pt x="176545" y="113049"/>
                  </a:lnTo>
                  <a:lnTo>
                    <a:pt x="227819" y="69927"/>
                  </a:lnTo>
                  <a:lnTo>
                    <a:pt x="255787" y="103143"/>
                  </a:lnTo>
                  <a:lnTo>
                    <a:pt x="204513" y="146265"/>
                  </a:lnTo>
                  <a:close/>
                  <a:moveTo>
                    <a:pt x="187616" y="21561"/>
                  </a:moveTo>
                  <a:lnTo>
                    <a:pt x="216166" y="55359"/>
                  </a:lnTo>
                  <a:lnTo>
                    <a:pt x="164892" y="98481"/>
                  </a:lnTo>
                  <a:lnTo>
                    <a:pt x="136342" y="64683"/>
                  </a:lnTo>
                  <a:lnTo>
                    <a:pt x="187616" y="21561"/>
                  </a:lnTo>
                  <a:close/>
                  <a:moveTo>
                    <a:pt x="120610" y="76920"/>
                  </a:moveTo>
                  <a:lnTo>
                    <a:pt x="149161" y="110718"/>
                  </a:lnTo>
                  <a:lnTo>
                    <a:pt x="98469" y="153257"/>
                  </a:lnTo>
                  <a:lnTo>
                    <a:pt x="69919" y="119459"/>
                  </a:lnTo>
                  <a:lnTo>
                    <a:pt x="120610" y="76920"/>
                  </a:lnTo>
                  <a:close/>
                  <a:moveTo>
                    <a:pt x="138673" y="201624"/>
                  </a:moveTo>
                  <a:lnTo>
                    <a:pt x="110705" y="168408"/>
                  </a:lnTo>
                  <a:lnTo>
                    <a:pt x="161396" y="125869"/>
                  </a:lnTo>
                  <a:lnTo>
                    <a:pt x="189364" y="159085"/>
                  </a:lnTo>
                  <a:lnTo>
                    <a:pt x="138673" y="201624"/>
                  </a:lnTo>
                  <a:close/>
                  <a:moveTo>
                    <a:pt x="143917" y="471427"/>
                  </a:moveTo>
                  <a:lnTo>
                    <a:pt x="30881" y="335069"/>
                  </a:lnTo>
                  <a:cubicBezTo>
                    <a:pt x="62344" y="329824"/>
                    <a:pt x="107792" y="336234"/>
                    <a:pt x="132846" y="365370"/>
                  </a:cubicBezTo>
                  <a:cubicBezTo>
                    <a:pt x="156735" y="396255"/>
                    <a:pt x="154404" y="441708"/>
                    <a:pt x="143917" y="471427"/>
                  </a:cubicBezTo>
                  <a:close/>
                  <a:moveTo>
                    <a:pt x="153822" y="367701"/>
                  </a:moveTo>
                  <a:cubicBezTo>
                    <a:pt x="151491" y="363622"/>
                    <a:pt x="147995" y="358960"/>
                    <a:pt x="145082" y="354299"/>
                  </a:cubicBezTo>
                  <a:cubicBezTo>
                    <a:pt x="142751" y="351968"/>
                    <a:pt x="141003" y="349054"/>
                    <a:pt x="138090" y="347306"/>
                  </a:cubicBezTo>
                  <a:lnTo>
                    <a:pt x="157900" y="330990"/>
                  </a:lnTo>
                  <a:lnTo>
                    <a:pt x="174215" y="350802"/>
                  </a:lnTo>
                  <a:lnTo>
                    <a:pt x="153822" y="367701"/>
                  </a:lnTo>
                  <a:close/>
                  <a:moveTo>
                    <a:pt x="245882" y="371781"/>
                  </a:moveTo>
                  <a:cubicBezTo>
                    <a:pt x="240055" y="376442"/>
                    <a:pt x="234811" y="378191"/>
                    <a:pt x="229567" y="377608"/>
                  </a:cubicBezTo>
                  <a:cubicBezTo>
                    <a:pt x="224323" y="377025"/>
                    <a:pt x="219662" y="374111"/>
                    <a:pt x="215584" y="369450"/>
                  </a:cubicBezTo>
                  <a:lnTo>
                    <a:pt x="149161" y="290199"/>
                  </a:lnTo>
                  <a:cubicBezTo>
                    <a:pt x="141586" y="281458"/>
                    <a:pt x="140421" y="269220"/>
                    <a:pt x="146247" y="264559"/>
                  </a:cubicBezTo>
                  <a:lnTo>
                    <a:pt x="307061" y="131114"/>
                  </a:lnTo>
                  <a:lnTo>
                    <a:pt x="307061" y="131114"/>
                  </a:lnTo>
                  <a:cubicBezTo>
                    <a:pt x="309392" y="128783"/>
                    <a:pt x="312305" y="128783"/>
                    <a:pt x="314635" y="128783"/>
                  </a:cubicBezTo>
                  <a:cubicBezTo>
                    <a:pt x="315218" y="128783"/>
                    <a:pt x="316383" y="128783"/>
                    <a:pt x="316966" y="128783"/>
                  </a:cubicBezTo>
                  <a:cubicBezTo>
                    <a:pt x="322210" y="129948"/>
                    <a:pt x="326871" y="133445"/>
                    <a:pt x="331533" y="137524"/>
                  </a:cubicBezTo>
                  <a:lnTo>
                    <a:pt x="397956" y="216775"/>
                  </a:lnTo>
                  <a:cubicBezTo>
                    <a:pt x="403200" y="223185"/>
                    <a:pt x="406113" y="229012"/>
                    <a:pt x="405530" y="234257"/>
                  </a:cubicBezTo>
                  <a:cubicBezTo>
                    <a:pt x="405530" y="237170"/>
                    <a:pt x="403782" y="240084"/>
                    <a:pt x="400869" y="241832"/>
                  </a:cubicBezTo>
                  <a:lnTo>
                    <a:pt x="245882" y="371781"/>
                  </a:lnTo>
                  <a:close/>
                  <a:moveTo>
                    <a:pt x="415435" y="298357"/>
                  </a:moveTo>
                  <a:lnTo>
                    <a:pt x="443986" y="332155"/>
                  </a:lnTo>
                  <a:lnTo>
                    <a:pt x="393294" y="374694"/>
                  </a:lnTo>
                  <a:lnTo>
                    <a:pt x="364744" y="340896"/>
                  </a:lnTo>
                  <a:lnTo>
                    <a:pt x="415435" y="298357"/>
                  </a:lnTo>
                  <a:close/>
                  <a:moveTo>
                    <a:pt x="349012" y="353133"/>
                  </a:moveTo>
                  <a:lnTo>
                    <a:pt x="377563" y="386931"/>
                  </a:lnTo>
                  <a:lnTo>
                    <a:pt x="326289" y="430053"/>
                  </a:lnTo>
                  <a:lnTo>
                    <a:pt x="297738" y="396255"/>
                  </a:lnTo>
                  <a:lnTo>
                    <a:pt x="349012" y="353133"/>
                  </a:lnTo>
                  <a:close/>
                  <a:moveTo>
                    <a:pt x="366492" y="478420"/>
                  </a:moveTo>
                  <a:lnTo>
                    <a:pt x="338524" y="445204"/>
                  </a:lnTo>
                  <a:lnTo>
                    <a:pt x="389798" y="402082"/>
                  </a:lnTo>
                  <a:lnTo>
                    <a:pt x="417766" y="435298"/>
                  </a:lnTo>
                  <a:lnTo>
                    <a:pt x="366492" y="478420"/>
                  </a:lnTo>
                  <a:close/>
                  <a:moveTo>
                    <a:pt x="433498" y="422478"/>
                  </a:moveTo>
                  <a:lnTo>
                    <a:pt x="405530" y="389262"/>
                  </a:lnTo>
                  <a:lnTo>
                    <a:pt x="456221" y="346723"/>
                  </a:lnTo>
                  <a:lnTo>
                    <a:pt x="484189" y="379939"/>
                  </a:lnTo>
                  <a:lnTo>
                    <a:pt x="433498" y="422478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" name="手繪多邊形 151">
              <a:extLst>
                <a:ext uri="{FF2B5EF4-FFF2-40B4-BE49-F238E27FC236}">
                  <a16:creationId xmlns:a16="http://schemas.microsoft.com/office/drawing/2014/main" id="{383F957C-1BC7-468A-A117-5E93A0C8F2E5}"/>
                </a:ext>
              </a:extLst>
            </p:cNvPr>
            <p:cNvSpPr/>
            <p:nvPr/>
          </p:nvSpPr>
          <p:spPr>
            <a:xfrm>
              <a:off x="9173984" y="6121043"/>
              <a:ext cx="65409" cy="74559"/>
            </a:xfrm>
            <a:custGeom>
              <a:avLst/>
              <a:gdLst>
                <a:gd name="connsiteX0" fmla="*/ 57683 w 65409"/>
                <a:gd name="connsiteY0" fmla="*/ 38431 h 74559"/>
                <a:gd name="connsiteX1" fmla="*/ 34959 w 65409"/>
                <a:gd name="connsiteY1" fmla="*/ 11042 h 74559"/>
                <a:gd name="connsiteX2" fmla="*/ 0 w 65409"/>
                <a:gd name="connsiteY2" fmla="*/ 4632 h 74559"/>
                <a:gd name="connsiteX3" fmla="*/ 58266 w 65409"/>
                <a:gd name="connsiteY3" fmla="*/ 74560 h 74559"/>
                <a:gd name="connsiteX4" fmla="*/ 57683 w 65409"/>
                <a:gd name="connsiteY4" fmla="*/ 38431 h 7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409" h="74559">
                  <a:moveTo>
                    <a:pt x="57683" y="38431"/>
                  </a:moveTo>
                  <a:lnTo>
                    <a:pt x="34959" y="11042"/>
                  </a:lnTo>
                  <a:cubicBezTo>
                    <a:pt x="25054" y="-612"/>
                    <a:pt x="9323" y="-3526"/>
                    <a:pt x="0" y="4632"/>
                  </a:cubicBezTo>
                  <a:lnTo>
                    <a:pt x="58266" y="74560"/>
                  </a:lnTo>
                  <a:cubicBezTo>
                    <a:pt x="68171" y="66402"/>
                    <a:pt x="67588" y="50085"/>
                    <a:pt x="57683" y="3843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3" name="手繪多邊形 152">
              <a:extLst>
                <a:ext uri="{FF2B5EF4-FFF2-40B4-BE49-F238E27FC236}">
                  <a16:creationId xmlns:a16="http://schemas.microsoft.com/office/drawing/2014/main" id="{1F9460F3-29F9-4934-B73B-35C4B2B66B47}"/>
                </a:ext>
              </a:extLst>
            </p:cNvPr>
            <p:cNvSpPr/>
            <p:nvPr/>
          </p:nvSpPr>
          <p:spPr>
            <a:xfrm>
              <a:off x="8991611" y="6258378"/>
              <a:ext cx="82978" cy="82323"/>
            </a:xfrm>
            <a:custGeom>
              <a:avLst/>
              <a:gdLst>
                <a:gd name="connsiteX0" fmla="*/ 78076 w 82978"/>
                <a:gd name="connsiteY0" fmla="*/ 29878 h 82323"/>
                <a:gd name="connsiteX1" fmla="*/ 68754 w 82978"/>
                <a:gd name="connsiteY1" fmla="*/ 23468 h 82323"/>
                <a:gd name="connsiteX2" fmla="*/ 57101 w 82978"/>
                <a:gd name="connsiteY2" fmla="*/ 24633 h 82323"/>
                <a:gd name="connsiteX3" fmla="*/ 58848 w 82978"/>
                <a:gd name="connsiteY3" fmla="*/ 15310 h 82323"/>
                <a:gd name="connsiteX4" fmla="*/ 54770 w 82978"/>
                <a:gd name="connsiteY4" fmla="*/ 6569 h 82323"/>
                <a:gd name="connsiteX5" fmla="*/ 47778 w 82978"/>
                <a:gd name="connsiteY5" fmla="*/ 1324 h 82323"/>
                <a:gd name="connsiteX6" fmla="*/ 39621 w 82978"/>
                <a:gd name="connsiteY6" fmla="*/ 159 h 82323"/>
                <a:gd name="connsiteX7" fmla="*/ 32046 w 82978"/>
                <a:gd name="connsiteY7" fmla="*/ 2490 h 82323"/>
                <a:gd name="connsiteX8" fmla="*/ 22141 w 82978"/>
                <a:gd name="connsiteY8" fmla="*/ 9482 h 82323"/>
                <a:gd name="connsiteX9" fmla="*/ 0 w 82978"/>
                <a:gd name="connsiteY9" fmla="*/ 26964 h 82323"/>
                <a:gd name="connsiteX10" fmla="*/ 44282 w 82978"/>
                <a:gd name="connsiteY10" fmla="*/ 82323 h 82323"/>
                <a:gd name="connsiteX11" fmla="*/ 63510 w 82978"/>
                <a:gd name="connsiteY11" fmla="*/ 67173 h 82323"/>
                <a:gd name="connsiteX12" fmla="*/ 76911 w 82978"/>
                <a:gd name="connsiteY12" fmla="*/ 56101 h 82323"/>
                <a:gd name="connsiteX13" fmla="*/ 82155 w 82978"/>
                <a:gd name="connsiteY13" fmla="*/ 47360 h 82323"/>
                <a:gd name="connsiteX14" fmla="*/ 82737 w 82978"/>
                <a:gd name="connsiteY14" fmla="*/ 38036 h 82323"/>
                <a:gd name="connsiteX15" fmla="*/ 78076 w 82978"/>
                <a:gd name="connsiteY15" fmla="*/ 29878 h 82323"/>
                <a:gd name="connsiteX16" fmla="*/ 28550 w 82978"/>
                <a:gd name="connsiteY16" fmla="*/ 40950 h 82323"/>
                <a:gd name="connsiteX17" fmla="*/ 18062 w 82978"/>
                <a:gd name="connsiteY17" fmla="*/ 28130 h 82323"/>
                <a:gd name="connsiteX18" fmla="*/ 24472 w 82978"/>
                <a:gd name="connsiteY18" fmla="*/ 22885 h 82323"/>
                <a:gd name="connsiteX19" fmla="*/ 33794 w 82978"/>
                <a:gd name="connsiteY19" fmla="*/ 15892 h 82323"/>
                <a:gd name="connsiteX20" fmla="*/ 39621 w 82978"/>
                <a:gd name="connsiteY20" fmla="*/ 14727 h 82323"/>
                <a:gd name="connsiteX21" fmla="*/ 44865 w 82978"/>
                <a:gd name="connsiteY21" fmla="*/ 17641 h 82323"/>
                <a:gd name="connsiteX22" fmla="*/ 46613 w 82978"/>
                <a:gd name="connsiteY22" fmla="*/ 22885 h 82323"/>
                <a:gd name="connsiteX23" fmla="*/ 43699 w 82978"/>
                <a:gd name="connsiteY23" fmla="*/ 28712 h 82323"/>
                <a:gd name="connsiteX24" fmla="*/ 36125 w 82978"/>
                <a:gd name="connsiteY24" fmla="*/ 35122 h 82323"/>
                <a:gd name="connsiteX25" fmla="*/ 28550 w 82978"/>
                <a:gd name="connsiteY25" fmla="*/ 40950 h 82323"/>
                <a:gd name="connsiteX26" fmla="*/ 65840 w 82978"/>
                <a:gd name="connsiteY26" fmla="*/ 49691 h 82323"/>
                <a:gd name="connsiteX27" fmla="*/ 58266 w 82978"/>
                <a:gd name="connsiteY27" fmla="*/ 56101 h 82323"/>
                <a:gd name="connsiteX28" fmla="*/ 48361 w 82978"/>
                <a:gd name="connsiteY28" fmla="*/ 64259 h 82323"/>
                <a:gd name="connsiteX29" fmla="*/ 36125 w 82978"/>
                <a:gd name="connsiteY29" fmla="*/ 49691 h 82323"/>
                <a:gd name="connsiteX30" fmla="*/ 44865 w 82978"/>
                <a:gd name="connsiteY30" fmla="*/ 42115 h 82323"/>
                <a:gd name="connsiteX31" fmla="*/ 55353 w 82978"/>
                <a:gd name="connsiteY31" fmla="*/ 35122 h 82323"/>
                <a:gd name="connsiteX32" fmla="*/ 60596 w 82978"/>
                <a:gd name="connsiteY32" fmla="*/ 35122 h 82323"/>
                <a:gd name="connsiteX33" fmla="*/ 64675 w 82978"/>
                <a:gd name="connsiteY33" fmla="*/ 38619 h 82323"/>
                <a:gd name="connsiteX34" fmla="*/ 67006 w 82978"/>
                <a:gd name="connsiteY34" fmla="*/ 44446 h 82323"/>
                <a:gd name="connsiteX35" fmla="*/ 65840 w 82978"/>
                <a:gd name="connsiteY35" fmla="*/ 49691 h 8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2978" h="82323">
                  <a:moveTo>
                    <a:pt x="78076" y="29878"/>
                  </a:moveTo>
                  <a:cubicBezTo>
                    <a:pt x="75746" y="26964"/>
                    <a:pt x="72250" y="24633"/>
                    <a:pt x="68754" y="23468"/>
                  </a:cubicBezTo>
                  <a:cubicBezTo>
                    <a:pt x="65258" y="22302"/>
                    <a:pt x="61179" y="22885"/>
                    <a:pt x="57101" y="24633"/>
                  </a:cubicBezTo>
                  <a:cubicBezTo>
                    <a:pt x="58266" y="21720"/>
                    <a:pt x="59431" y="18223"/>
                    <a:pt x="58848" y="15310"/>
                  </a:cubicBezTo>
                  <a:cubicBezTo>
                    <a:pt x="58848" y="11813"/>
                    <a:pt x="57101" y="9482"/>
                    <a:pt x="54770" y="6569"/>
                  </a:cubicBezTo>
                  <a:cubicBezTo>
                    <a:pt x="52439" y="4238"/>
                    <a:pt x="50691" y="2490"/>
                    <a:pt x="47778" y="1324"/>
                  </a:cubicBezTo>
                  <a:cubicBezTo>
                    <a:pt x="44865" y="742"/>
                    <a:pt x="42534" y="-424"/>
                    <a:pt x="39621" y="159"/>
                  </a:cubicBezTo>
                  <a:cubicBezTo>
                    <a:pt x="37290" y="742"/>
                    <a:pt x="34377" y="1324"/>
                    <a:pt x="32046" y="2490"/>
                  </a:cubicBezTo>
                  <a:cubicBezTo>
                    <a:pt x="29716" y="4238"/>
                    <a:pt x="26220" y="5986"/>
                    <a:pt x="22141" y="9482"/>
                  </a:cubicBezTo>
                  <a:lnTo>
                    <a:pt x="0" y="26964"/>
                  </a:lnTo>
                  <a:lnTo>
                    <a:pt x="44282" y="82323"/>
                  </a:lnTo>
                  <a:lnTo>
                    <a:pt x="63510" y="67173"/>
                  </a:lnTo>
                  <a:cubicBezTo>
                    <a:pt x="70502" y="61345"/>
                    <a:pt x="75163" y="57849"/>
                    <a:pt x="76911" y="56101"/>
                  </a:cubicBezTo>
                  <a:cubicBezTo>
                    <a:pt x="79242" y="53187"/>
                    <a:pt x="81572" y="50856"/>
                    <a:pt x="82155" y="47360"/>
                  </a:cubicBezTo>
                  <a:cubicBezTo>
                    <a:pt x="82737" y="44446"/>
                    <a:pt x="83320" y="40950"/>
                    <a:pt x="82737" y="38036"/>
                  </a:cubicBezTo>
                  <a:cubicBezTo>
                    <a:pt x="81572" y="35122"/>
                    <a:pt x="79824" y="32209"/>
                    <a:pt x="78076" y="29878"/>
                  </a:cubicBezTo>
                  <a:close/>
                  <a:moveTo>
                    <a:pt x="28550" y="40950"/>
                  </a:moveTo>
                  <a:lnTo>
                    <a:pt x="18062" y="28130"/>
                  </a:lnTo>
                  <a:lnTo>
                    <a:pt x="24472" y="22885"/>
                  </a:lnTo>
                  <a:cubicBezTo>
                    <a:pt x="29716" y="18806"/>
                    <a:pt x="32629" y="15892"/>
                    <a:pt x="33794" y="15892"/>
                  </a:cubicBezTo>
                  <a:cubicBezTo>
                    <a:pt x="35542" y="14144"/>
                    <a:pt x="37290" y="14144"/>
                    <a:pt x="39621" y="14727"/>
                  </a:cubicBezTo>
                  <a:cubicBezTo>
                    <a:pt x="41951" y="15310"/>
                    <a:pt x="43117" y="16475"/>
                    <a:pt x="44865" y="17641"/>
                  </a:cubicBezTo>
                  <a:cubicBezTo>
                    <a:pt x="46613" y="19389"/>
                    <a:pt x="46613" y="21137"/>
                    <a:pt x="46613" y="22885"/>
                  </a:cubicBezTo>
                  <a:cubicBezTo>
                    <a:pt x="46613" y="24633"/>
                    <a:pt x="45447" y="26964"/>
                    <a:pt x="43699" y="28712"/>
                  </a:cubicBezTo>
                  <a:cubicBezTo>
                    <a:pt x="43117" y="29295"/>
                    <a:pt x="40203" y="31626"/>
                    <a:pt x="36125" y="35122"/>
                  </a:cubicBezTo>
                  <a:lnTo>
                    <a:pt x="28550" y="40950"/>
                  </a:lnTo>
                  <a:close/>
                  <a:moveTo>
                    <a:pt x="65840" y="49691"/>
                  </a:moveTo>
                  <a:cubicBezTo>
                    <a:pt x="65258" y="50856"/>
                    <a:pt x="62344" y="52604"/>
                    <a:pt x="58266" y="56101"/>
                  </a:cubicBezTo>
                  <a:lnTo>
                    <a:pt x="48361" y="64259"/>
                  </a:lnTo>
                  <a:lnTo>
                    <a:pt x="36125" y="49691"/>
                  </a:lnTo>
                  <a:lnTo>
                    <a:pt x="44865" y="42115"/>
                  </a:lnTo>
                  <a:cubicBezTo>
                    <a:pt x="50109" y="38036"/>
                    <a:pt x="53605" y="35122"/>
                    <a:pt x="55353" y="35122"/>
                  </a:cubicBezTo>
                  <a:cubicBezTo>
                    <a:pt x="57101" y="33957"/>
                    <a:pt x="58848" y="34540"/>
                    <a:pt x="60596" y="35122"/>
                  </a:cubicBezTo>
                  <a:cubicBezTo>
                    <a:pt x="62344" y="35705"/>
                    <a:pt x="64092" y="36871"/>
                    <a:pt x="64675" y="38619"/>
                  </a:cubicBezTo>
                  <a:cubicBezTo>
                    <a:pt x="66423" y="40367"/>
                    <a:pt x="67006" y="42115"/>
                    <a:pt x="67006" y="44446"/>
                  </a:cubicBezTo>
                  <a:cubicBezTo>
                    <a:pt x="68171" y="46777"/>
                    <a:pt x="67588" y="48525"/>
                    <a:pt x="65840" y="4969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4" name="手繪多邊形 153">
              <a:extLst>
                <a:ext uri="{FF2B5EF4-FFF2-40B4-BE49-F238E27FC236}">
                  <a16:creationId xmlns:a16="http://schemas.microsoft.com/office/drawing/2014/main" id="{A3C3677F-7EF1-412C-A73F-3A7D12DF08F5}"/>
                </a:ext>
              </a:extLst>
            </p:cNvPr>
            <p:cNvSpPr/>
            <p:nvPr/>
          </p:nvSpPr>
          <p:spPr>
            <a:xfrm>
              <a:off x="9048129" y="6218912"/>
              <a:ext cx="64202" cy="74677"/>
            </a:xfrm>
            <a:custGeom>
              <a:avLst/>
              <a:gdLst>
                <a:gd name="connsiteX0" fmla="*/ 59431 w 64202"/>
                <a:gd name="connsiteY0" fmla="*/ 34381 h 74677"/>
                <a:gd name="connsiteX1" fmla="*/ 43699 w 64202"/>
                <a:gd name="connsiteY1" fmla="*/ 25057 h 74677"/>
                <a:gd name="connsiteX2" fmla="*/ 27385 w 64202"/>
                <a:gd name="connsiteY2" fmla="*/ 29136 h 74677"/>
                <a:gd name="connsiteX3" fmla="*/ 21558 w 64202"/>
                <a:gd name="connsiteY3" fmla="*/ 36712 h 74677"/>
                <a:gd name="connsiteX4" fmla="*/ 15732 w 64202"/>
                <a:gd name="connsiteY4" fmla="*/ 26223 h 74677"/>
                <a:gd name="connsiteX5" fmla="*/ 35542 w 64202"/>
                <a:gd name="connsiteY5" fmla="*/ 9906 h 74677"/>
                <a:gd name="connsiteX6" fmla="*/ 27968 w 64202"/>
                <a:gd name="connsiteY6" fmla="*/ 0 h 74677"/>
                <a:gd name="connsiteX7" fmla="*/ 0 w 64202"/>
                <a:gd name="connsiteY7" fmla="*/ 22726 h 74677"/>
                <a:gd name="connsiteX8" fmla="*/ 18062 w 64202"/>
                <a:gd name="connsiteY8" fmla="*/ 55942 h 74677"/>
                <a:gd name="connsiteX9" fmla="*/ 27385 w 64202"/>
                <a:gd name="connsiteY9" fmla="*/ 50115 h 74677"/>
                <a:gd name="connsiteX10" fmla="*/ 32629 w 64202"/>
                <a:gd name="connsiteY10" fmla="*/ 39626 h 74677"/>
                <a:gd name="connsiteX11" fmla="*/ 40203 w 64202"/>
                <a:gd name="connsiteY11" fmla="*/ 37295 h 74677"/>
                <a:gd name="connsiteX12" fmla="*/ 48361 w 64202"/>
                <a:gd name="connsiteY12" fmla="*/ 42539 h 74677"/>
                <a:gd name="connsiteX13" fmla="*/ 52439 w 64202"/>
                <a:gd name="connsiteY13" fmla="*/ 52446 h 74677"/>
                <a:gd name="connsiteX14" fmla="*/ 48943 w 64202"/>
                <a:gd name="connsiteY14" fmla="*/ 59438 h 74677"/>
                <a:gd name="connsiteX15" fmla="*/ 42534 w 64202"/>
                <a:gd name="connsiteY15" fmla="*/ 61769 h 74677"/>
                <a:gd name="connsiteX16" fmla="*/ 35542 w 64202"/>
                <a:gd name="connsiteY16" fmla="*/ 58273 h 74677"/>
                <a:gd name="connsiteX17" fmla="*/ 25054 w 64202"/>
                <a:gd name="connsiteY17" fmla="*/ 68762 h 74677"/>
                <a:gd name="connsiteX18" fmla="*/ 39621 w 64202"/>
                <a:gd name="connsiteY18" fmla="*/ 74589 h 74677"/>
                <a:gd name="connsiteX19" fmla="*/ 55353 w 64202"/>
                <a:gd name="connsiteY19" fmla="*/ 68762 h 74677"/>
                <a:gd name="connsiteX20" fmla="*/ 64092 w 64202"/>
                <a:gd name="connsiteY20" fmla="*/ 48949 h 74677"/>
                <a:gd name="connsiteX21" fmla="*/ 59431 w 64202"/>
                <a:gd name="connsiteY21" fmla="*/ 34381 h 7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4202" h="74677">
                  <a:moveTo>
                    <a:pt x="59431" y="34381"/>
                  </a:moveTo>
                  <a:cubicBezTo>
                    <a:pt x="55353" y="28554"/>
                    <a:pt x="49526" y="25640"/>
                    <a:pt x="43699" y="25057"/>
                  </a:cubicBezTo>
                  <a:cubicBezTo>
                    <a:pt x="37873" y="24475"/>
                    <a:pt x="32629" y="25640"/>
                    <a:pt x="27385" y="29136"/>
                  </a:cubicBezTo>
                  <a:cubicBezTo>
                    <a:pt x="25054" y="31467"/>
                    <a:pt x="22724" y="33216"/>
                    <a:pt x="21558" y="36712"/>
                  </a:cubicBezTo>
                  <a:lnTo>
                    <a:pt x="15732" y="26223"/>
                  </a:lnTo>
                  <a:lnTo>
                    <a:pt x="35542" y="9906"/>
                  </a:lnTo>
                  <a:lnTo>
                    <a:pt x="27968" y="0"/>
                  </a:lnTo>
                  <a:lnTo>
                    <a:pt x="0" y="22726"/>
                  </a:lnTo>
                  <a:lnTo>
                    <a:pt x="18062" y="55942"/>
                  </a:lnTo>
                  <a:lnTo>
                    <a:pt x="27385" y="50115"/>
                  </a:lnTo>
                  <a:cubicBezTo>
                    <a:pt x="27968" y="45453"/>
                    <a:pt x="29133" y="41956"/>
                    <a:pt x="32629" y="39626"/>
                  </a:cubicBezTo>
                  <a:cubicBezTo>
                    <a:pt x="34959" y="37295"/>
                    <a:pt x="37290" y="37295"/>
                    <a:pt x="40203" y="37295"/>
                  </a:cubicBezTo>
                  <a:cubicBezTo>
                    <a:pt x="43117" y="37295"/>
                    <a:pt x="46030" y="39626"/>
                    <a:pt x="48361" y="42539"/>
                  </a:cubicBezTo>
                  <a:cubicBezTo>
                    <a:pt x="51274" y="46618"/>
                    <a:pt x="53022" y="49532"/>
                    <a:pt x="52439" y="52446"/>
                  </a:cubicBezTo>
                  <a:cubicBezTo>
                    <a:pt x="51857" y="55359"/>
                    <a:pt x="51274" y="57690"/>
                    <a:pt x="48943" y="59438"/>
                  </a:cubicBezTo>
                  <a:cubicBezTo>
                    <a:pt x="47195" y="61186"/>
                    <a:pt x="44865" y="61769"/>
                    <a:pt x="42534" y="61769"/>
                  </a:cubicBezTo>
                  <a:cubicBezTo>
                    <a:pt x="40203" y="61769"/>
                    <a:pt x="37290" y="60021"/>
                    <a:pt x="35542" y="58273"/>
                  </a:cubicBezTo>
                  <a:lnTo>
                    <a:pt x="25054" y="68762"/>
                  </a:lnTo>
                  <a:cubicBezTo>
                    <a:pt x="29133" y="72841"/>
                    <a:pt x="34377" y="75172"/>
                    <a:pt x="39621" y="74589"/>
                  </a:cubicBezTo>
                  <a:cubicBezTo>
                    <a:pt x="44865" y="74589"/>
                    <a:pt x="50109" y="72841"/>
                    <a:pt x="55353" y="68762"/>
                  </a:cubicBezTo>
                  <a:cubicBezTo>
                    <a:pt x="61762" y="63517"/>
                    <a:pt x="64675" y="57107"/>
                    <a:pt x="64092" y="48949"/>
                  </a:cubicBezTo>
                  <a:cubicBezTo>
                    <a:pt x="64675" y="44287"/>
                    <a:pt x="62927" y="39043"/>
                    <a:pt x="59431" y="3438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5" name="手繪多邊形 154">
              <a:extLst>
                <a:ext uri="{FF2B5EF4-FFF2-40B4-BE49-F238E27FC236}">
                  <a16:creationId xmlns:a16="http://schemas.microsoft.com/office/drawing/2014/main" id="{F7352129-C626-46A0-9583-84C0D5415454}"/>
                </a:ext>
              </a:extLst>
            </p:cNvPr>
            <p:cNvSpPr/>
            <p:nvPr/>
          </p:nvSpPr>
          <p:spPr>
            <a:xfrm>
              <a:off x="9091849" y="6184442"/>
              <a:ext cx="76890" cy="75240"/>
            </a:xfrm>
            <a:custGeom>
              <a:avLst/>
              <a:gdLst>
                <a:gd name="connsiteX0" fmla="*/ 35522 w 76890"/>
                <a:gd name="connsiteY0" fmla="*/ 34470 h 75240"/>
                <a:gd name="connsiteX1" fmla="*/ 42514 w 76890"/>
                <a:gd name="connsiteY1" fmla="*/ 43793 h 75240"/>
                <a:gd name="connsiteX2" fmla="*/ 55333 w 76890"/>
                <a:gd name="connsiteY2" fmla="*/ 33304 h 75240"/>
                <a:gd name="connsiteX3" fmla="*/ 61159 w 76890"/>
                <a:gd name="connsiteY3" fmla="*/ 40297 h 75240"/>
                <a:gd name="connsiteX4" fmla="*/ 58246 w 76890"/>
                <a:gd name="connsiteY4" fmla="*/ 49038 h 75240"/>
                <a:gd name="connsiteX5" fmla="*/ 52419 w 76890"/>
                <a:gd name="connsiteY5" fmla="*/ 56031 h 75240"/>
                <a:gd name="connsiteX6" fmla="*/ 36688 w 76890"/>
                <a:gd name="connsiteY6" fmla="*/ 60110 h 75240"/>
                <a:gd name="connsiteX7" fmla="*/ 20373 w 76890"/>
                <a:gd name="connsiteY7" fmla="*/ 49038 h 75240"/>
                <a:gd name="connsiteX8" fmla="*/ 13964 w 76890"/>
                <a:gd name="connsiteY8" fmla="*/ 32139 h 75240"/>
                <a:gd name="connsiteX9" fmla="*/ 21538 w 76890"/>
                <a:gd name="connsiteY9" fmla="*/ 18153 h 75240"/>
                <a:gd name="connsiteX10" fmla="*/ 31444 w 76890"/>
                <a:gd name="connsiteY10" fmla="*/ 14074 h 75240"/>
                <a:gd name="connsiteX11" fmla="*/ 41349 w 76890"/>
                <a:gd name="connsiteY11" fmla="*/ 16988 h 75240"/>
                <a:gd name="connsiteX12" fmla="*/ 50671 w 76890"/>
                <a:gd name="connsiteY12" fmla="*/ 5916 h 75240"/>
                <a:gd name="connsiteX13" fmla="*/ 33774 w 76890"/>
                <a:gd name="connsiteY13" fmla="*/ 89 h 75240"/>
                <a:gd name="connsiteX14" fmla="*/ 13964 w 76890"/>
                <a:gd name="connsiteY14" fmla="*/ 8830 h 75240"/>
                <a:gd name="connsiteX15" fmla="*/ 2893 w 76890"/>
                <a:gd name="connsiteY15" fmla="*/ 22232 h 75240"/>
                <a:gd name="connsiteX16" fmla="*/ 563 w 76890"/>
                <a:gd name="connsiteY16" fmla="*/ 41462 h 75240"/>
                <a:gd name="connsiteX17" fmla="*/ 9303 w 76890"/>
                <a:gd name="connsiteY17" fmla="*/ 60110 h 75240"/>
                <a:gd name="connsiteX18" fmla="*/ 24452 w 76890"/>
                <a:gd name="connsiteY18" fmla="*/ 72347 h 75240"/>
                <a:gd name="connsiteX19" fmla="*/ 42514 w 76890"/>
                <a:gd name="connsiteY19" fmla="*/ 74678 h 75240"/>
                <a:gd name="connsiteX20" fmla="*/ 60576 w 76890"/>
                <a:gd name="connsiteY20" fmla="*/ 65937 h 75240"/>
                <a:gd name="connsiteX21" fmla="*/ 71647 w 76890"/>
                <a:gd name="connsiteY21" fmla="*/ 52534 h 75240"/>
                <a:gd name="connsiteX22" fmla="*/ 76891 w 76890"/>
                <a:gd name="connsiteY22" fmla="*/ 38549 h 75240"/>
                <a:gd name="connsiteX23" fmla="*/ 59411 w 76890"/>
                <a:gd name="connsiteY23" fmla="*/ 16405 h 75240"/>
                <a:gd name="connsiteX24" fmla="*/ 35522 w 76890"/>
                <a:gd name="connsiteY24" fmla="*/ 34470 h 75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890" h="75240">
                  <a:moveTo>
                    <a:pt x="35522" y="34470"/>
                  </a:moveTo>
                  <a:lnTo>
                    <a:pt x="42514" y="43793"/>
                  </a:lnTo>
                  <a:lnTo>
                    <a:pt x="55333" y="33304"/>
                  </a:lnTo>
                  <a:lnTo>
                    <a:pt x="61159" y="40297"/>
                  </a:lnTo>
                  <a:cubicBezTo>
                    <a:pt x="60576" y="43210"/>
                    <a:pt x="59411" y="46124"/>
                    <a:pt x="58246" y="49038"/>
                  </a:cubicBezTo>
                  <a:cubicBezTo>
                    <a:pt x="57081" y="51951"/>
                    <a:pt x="54750" y="53700"/>
                    <a:pt x="52419" y="56031"/>
                  </a:cubicBezTo>
                  <a:cubicBezTo>
                    <a:pt x="47758" y="59527"/>
                    <a:pt x="42514" y="61275"/>
                    <a:pt x="36688" y="60110"/>
                  </a:cubicBezTo>
                  <a:cubicBezTo>
                    <a:pt x="30861" y="58944"/>
                    <a:pt x="25617" y="55448"/>
                    <a:pt x="20373" y="49038"/>
                  </a:cubicBezTo>
                  <a:cubicBezTo>
                    <a:pt x="15712" y="42628"/>
                    <a:pt x="13381" y="37383"/>
                    <a:pt x="13964" y="32139"/>
                  </a:cubicBezTo>
                  <a:cubicBezTo>
                    <a:pt x="14546" y="26894"/>
                    <a:pt x="16877" y="21650"/>
                    <a:pt x="21538" y="18153"/>
                  </a:cubicBezTo>
                  <a:cubicBezTo>
                    <a:pt x="24452" y="15822"/>
                    <a:pt x="27948" y="14074"/>
                    <a:pt x="31444" y="14074"/>
                  </a:cubicBezTo>
                  <a:cubicBezTo>
                    <a:pt x="34940" y="14074"/>
                    <a:pt x="37853" y="14657"/>
                    <a:pt x="41349" y="16988"/>
                  </a:cubicBezTo>
                  <a:lnTo>
                    <a:pt x="50671" y="5916"/>
                  </a:lnTo>
                  <a:cubicBezTo>
                    <a:pt x="45427" y="1837"/>
                    <a:pt x="39601" y="-494"/>
                    <a:pt x="33774" y="89"/>
                  </a:cubicBezTo>
                  <a:cubicBezTo>
                    <a:pt x="27365" y="89"/>
                    <a:pt x="20956" y="3002"/>
                    <a:pt x="13964" y="8830"/>
                  </a:cubicBezTo>
                  <a:cubicBezTo>
                    <a:pt x="8720" y="12909"/>
                    <a:pt x="5224" y="17570"/>
                    <a:pt x="2893" y="22232"/>
                  </a:cubicBezTo>
                  <a:cubicBezTo>
                    <a:pt x="-20" y="28642"/>
                    <a:pt x="-603" y="35052"/>
                    <a:pt x="563" y="41462"/>
                  </a:cubicBezTo>
                  <a:cubicBezTo>
                    <a:pt x="1728" y="47872"/>
                    <a:pt x="4641" y="54282"/>
                    <a:pt x="9303" y="60110"/>
                  </a:cubicBezTo>
                  <a:cubicBezTo>
                    <a:pt x="13381" y="65354"/>
                    <a:pt x="18625" y="69433"/>
                    <a:pt x="24452" y="72347"/>
                  </a:cubicBezTo>
                  <a:cubicBezTo>
                    <a:pt x="30278" y="75261"/>
                    <a:pt x="36688" y="75843"/>
                    <a:pt x="42514" y="74678"/>
                  </a:cubicBezTo>
                  <a:cubicBezTo>
                    <a:pt x="48341" y="73512"/>
                    <a:pt x="54750" y="70599"/>
                    <a:pt x="60576" y="65937"/>
                  </a:cubicBezTo>
                  <a:cubicBezTo>
                    <a:pt x="65238" y="62441"/>
                    <a:pt x="68734" y="57779"/>
                    <a:pt x="71647" y="52534"/>
                  </a:cubicBezTo>
                  <a:cubicBezTo>
                    <a:pt x="74560" y="46707"/>
                    <a:pt x="76891" y="42628"/>
                    <a:pt x="76891" y="38549"/>
                  </a:cubicBezTo>
                  <a:lnTo>
                    <a:pt x="59411" y="16405"/>
                  </a:lnTo>
                  <a:lnTo>
                    <a:pt x="35522" y="34470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16" name="圖形 24">
            <a:extLst>
              <a:ext uri="{FF2B5EF4-FFF2-40B4-BE49-F238E27FC236}">
                <a16:creationId xmlns:a16="http://schemas.microsoft.com/office/drawing/2014/main" id="{1F333AF6-70CB-49EF-89C9-C74F475ABDC4}"/>
              </a:ext>
            </a:extLst>
          </p:cNvPr>
          <p:cNvGrpSpPr/>
          <p:nvPr userDrawn="1"/>
        </p:nvGrpSpPr>
        <p:grpSpPr>
          <a:xfrm>
            <a:off x="5364117" y="5608722"/>
            <a:ext cx="347657" cy="414333"/>
            <a:chOff x="6257100" y="5991336"/>
            <a:chExt cx="428381" cy="510539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17" name="手繪多邊形 140">
              <a:extLst>
                <a:ext uri="{FF2B5EF4-FFF2-40B4-BE49-F238E27FC236}">
                  <a16:creationId xmlns:a16="http://schemas.microsoft.com/office/drawing/2014/main" id="{0793CB18-572E-4BD4-8D1D-1AD87BD49E58}"/>
                </a:ext>
              </a:extLst>
            </p:cNvPr>
            <p:cNvSpPr/>
            <p:nvPr/>
          </p:nvSpPr>
          <p:spPr>
            <a:xfrm>
              <a:off x="6357424" y="6358475"/>
              <a:ext cx="51232" cy="81634"/>
            </a:xfrm>
            <a:custGeom>
              <a:avLst/>
              <a:gdLst>
                <a:gd name="connsiteX0" fmla="*/ 13346 w 51232"/>
                <a:gd name="connsiteY0" fmla="*/ 51831 h 81634"/>
                <a:gd name="connsiteX1" fmla="*/ 24109 w 51232"/>
                <a:gd name="connsiteY1" fmla="*/ 51831 h 81634"/>
                <a:gd name="connsiteX2" fmla="*/ 36594 w 51232"/>
                <a:gd name="connsiteY2" fmla="*/ 81635 h 81634"/>
                <a:gd name="connsiteX3" fmla="*/ 51232 w 51232"/>
                <a:gd name="connsiteY3" fmla="*/ 81635 h 81634"/>
                <a:gd name="connsiteX4" fmla="*/ 51232 w 51232"/>
                <a:gd name="connsiteY4" fmla="*/ 80771 h 81634"/>
                <a:gd name="connsiteX5" fmla="*/ 37025 w 51232"/>
                <a:gd name="connsiteY5" fmla="*/ 47512 h 81634"/>
                <a:gd name="connsiteX6" fmla="*/ 46066 w 51232"/>
                <a:gd name="connsiteY6" fmla="*/ 38442 h 81634"/>
                <a:gd name="connsiteX7" fmla="*/ 49079 w 51232"/>
                <a:gd name="connsiteY7" fmla="*/ 24620 h 81634"/>
                <a:gd name="connsiteX8" fmla="*/ 42622 w 51232"/>
                <a:gd name="connsiteY8" fmla="*/ 6479 h 81634"/>
                <a:gd name="connsiteX9" fmla="*/ 24540 w 51232"/>
                <a:gd name="connsiteY9" fmla="*/ 0 h 81634"/>
                <a:gd name="connsiteX10" fmla="*/ 0 w 51232"/>
                <a:gd name="connsiteY10" fmla="*/ 0 h 81634"/>
                <a:gd name="connsiteX11" fmla="*/ 0 w 51232"/>
                <a:gd name="connsiteY11" fmla="*/ 81635 h 81634"/>
                <a:gd name="connsiteX12" fmla="*/ 13777 w 51232"/>
                <a:gd name="connsiteY12" fmla="*/ 81635 h 81634"/>
                <a:gd name="connsiteX13" fmla="*/ 13777 w 51232"/>
                <a:gd name="connsiteY13" fmla="*/ 51831 h 81634"/>
                <a:gd name="connsiteX14" fmla="*/ 13346 w 51232"/>
                <a:gd name="connsiteY14" fmla="*/ 13390 h 81634"/>
                <a:gd name="connsiteX15" fmla="*/ 24109 w 51232"/>
                <a:gd name="connsiteY15" fmla="*/ 13390 h 81634"/>
                <a:gd name="connsiteX16" fmla="*/ 32289 w 51232"/>
                <a:gd name="connsiteY16" fmla="*/ 16845 h 81634"/>
                <a:gd name="connsiteX17" fmla="*/ 34872 w 51232"/>
                <a:gd name="connsiteY17" fmla="*/ 25916 h 81634"/>
                <a:gd name="connsiteX18" fmla="*/ 31859 w 51232"/>
                <a:gd name="connsiteY18" fmla="*/ 34986 h 81634"/>
                <a:gd name="connsiteX19" fmla="*/ 24109 w 51232"/>
                <a:gd name="connsiteY19" fmla="*/ 38010 h 81634"/>
                <a:gd name="connsiteX20" fmla="*/ 13346 w 51232"/>
                <a:gd name="connsiteY20" fmla="*/ 38010 h 81634"/>
                <a:gd name="connsiteX21" fmla="*/ 13346 w 51232"/>
                <a:gd name="connsiteY21" fmla="*/ 13390 h 8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232" h="81634">
                  <a:moveTo>
                    <a:pt x="13346" y="51831"/>
                  </a:moveTo>
                  <a:lnTo>
                    <a:pt x="24109" y="51831"/>
                  </a:lnTo>
                  <a:lnTo>
                    <a:pt x="36594" y="81635"/>
                  </a:lnTo>
                  <a:lnTo>
                    <a:pt x="51232" y="81635"/>
                  </a:lnTo>
                  <a:lnTo>
                    <a:pt x="51232" y="80771"/>
                  </a:lnTo>
                  <a:lnTo>
                    <a:pt x="37025" y="47512"/>
                  </a:lnTo>
                  <a:cubicBezTo>
                    <a:pt x="40900" y="45353"/>
                    <a:pt x="43913" y="42329"/>
                    <a:pt x="46066" y="38442"/>
                  </a:cubicBezTo>
                  <a:cubicBezTo>
                    <a:pt x="48218" y="34554"/>
                    <a:pt x="49079" y="30235"/>
                    <a:pt x="49079" y="24620"/>
                  </a:cubicBezTo>
                  <a:cubicBezTo>
                    <a:pt x="49079" y="16845"/>
                    <a:pt x="46927" y="10798"/>
                    <a:pt x="42622" y="6479"/>
                  </a:cubicBezTo>
                  <a:cubicBezTo>
                    <a:pt x="38316" y="2160"/>
                    <a:pt x="32289" y="0"/>
                    <a:pt x="24540" y="0"/>
                  </a:cubicBezTo>
                  <a:lnTo>
                    <a:pt x="0" y="0"/>
                  </a:lnTo>
                  <a:lnTo>
                    <a:pt x="0" y="81635"/>
                  </a:lnTo>
                  <a:lnTo>
                    <a:pt x="13777" y="81635"/>
                  </a:lnTo>
                  <a:lnTo>
                    <a:pt x="13777" y="51831"/>
                  </a:lnTo>
                  <a:close/>
                  <a:moveTo>
                    <a:pt x="13346" y="13390"/>
                  </a:moveTo>
                  <a:lnTo>
                    <a:pt x="24109" y="13390"/>
                  </a:lnTo>
                  <a:cubicBezTo>
                    <a:pt x="27553" y="13390"/>
                    <a:pt x="30567" y="14686"/>
                    <a:pt x="32289" y="16845"/>
                  </a:cubicBezTo>
                  <a:cubicBezTo>
                    <a:pt x="34011" y="19005"/>
                    <a:pt x="34872" y="22028"/>
                    <a:pt x="34872" y="25916"/>
                  </a:cubicBezTo>
                  <a:cubicBezTo>
                    <a:pt x="34872" y="29803"/>
                    <a:pt x="34011" y="32827"/>
                    <a:pt x="31859" y="34986"/>
                  </a:cubicBezTo>
                  <a:cubicBezTo>
                    <a:pt x="30136" y="37146"/>
                    <a:pt x="27553" y="38010"/>
                    <a:pt x="24109" y="38010"/>
                  </a:cubicBezTo>
                  <a:lnTo>
                    <a:pt x="13346" y="38010"/>
                  </a:lnTo>
                  <a:lnTo>
                    <a:pt x="13346" y="13390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8" name="手繪多邊形 141">
              <a:extLst>
                <a:ext uri="{FF2B5EF4-FFF2-40B4-BE49-F238E27FC236}">
                  <a16:creationId xmlns:a16="http://schemas.microsoft.com/office/drawing/2014/main" id="{5439690A-E3A0-4DA5-9BB1-BEF26A2F8C99}"/>
                </a:ext>
              </a:extLst>
            </p:cNvPr>
            <p:cNvSpPr/>
            <p:nvPr/>
          </p:nvSpPr>
          <p:spPr>
            <a:xfrm>
              <a:off x="6413391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4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9" name="手繪多邊形 142">
              <a:extLst>
                <a:ext uri="{FF2B5EF4-FFF2-40B4-BE49-F238E27FC236}">
                  <a16:creationId xmlns:a16="http://schemas.microsoft.com/office/drawing/2014/main" id="{951BD6AA-8FAC-43E7-AFE0-7031C4B56D91}"/>
                </a:ext>
              </a:extLst>
            </p:cNvPr>
            <p:cNvSpPr/>
            <p:nvPr/>
          </p:nvSpPr>
          <p:spPr>
            <a:xfrm>
              <a:off x="6468068" y="6354156"/>
              <a:ext cx="44343" cy="87249"/>
            </a:xfrm>
            <a:custGeom>
              <a:avLst/>
              <a:gdLst>
                <a:gd name="connsiteX0" fmla="*/ 12055 w 44343"/>
                <a:gd name="connsiteY0" fmla="*/ 79475 h 87249"/>
                <a:gd name="connsiteX1" fmla="*/ 24970 w 44343"/>
                <a:gd name="connsiteY1" fmla="*/ 87250 h 87249"/>
                <a:gd name="connsiteX2" fmla="*/ 39177 w 44343"/>
                <a:gd name="connsiteY2" fmla="*/ 79043 h 87249"/>
                <a:gd name="connsiteX3" fmla="*/ 44344 w 44343"/>
                <a:gd name="connsiteY3" fmla="*/ 56151 h 87249"/>
                <a:gd name="connsiteX4" fmla="*/ 44344 w 44343"/>
                <a:gd name="connsiteY4" fmla="*/ 55287 h 87249"/>
                <a:gd name="connsiteX5" fmla="*/ 39177 w 44343"/>
                <a:gd name="connsiteY5" fmla="*/ 32395 h 87249"/>
                <a:gd name="connsiteX6" fmla="*/ 24970 w 44343"/>
                <a:gd name="connsiteY6" fmla="*/ 24188 h 87249"/>
                <a:gd name="connsiteX7" fmla="*/ 12916 w 44343"/>
                <a:gd name="connsiteY7" fmla="*/ 30667 h 87249"/>
                <a:gd name="connsiteX8" fmla="*/ 12916 w 44343"/>
                <a:gd name="connsiteY8" fmla="*/ 0 h 87249"/>
                <a:gd name="connsiteX9" fmla="*/ 0 w 44343"/>
                <a:gd name="connsiteY9" fmla="*/ 0 h 87249"/>
                <a:gd name="connsiteX10" fmla="*/ 0 w 44343"/>
                <a:gd name="connsiteY10" fmla="*/ 85954 h 87249"/>
                <a:gd name="connsiteX11" fmla="*/ 11624 w 44343"/>
                <a:gd name="connsiteY11" fmla="*/ 85954 h 87249"/>
                <a:gd name="connsiteX12" fmla="*/ 12055 w 44343"/>
                <a:gd name="connsiteY12" fmla="*/ 79475 h 87249"/>
                <a:gd name="connsiteX13" fmla="*/ 12916 w 44343"/>
                <a:gd name="connsiteY13" fmla="*/ 43625 h 87249"/>
                <a:gd name="connsiteX14" fmla="*/ 21526 w 44343"/>
                <a:gd name="connsiteY14" fmla="*/ 37146 h 87249"/>
                <a:gd name="connsiteX15" fmla="*/ 28414 w 44343"/>
                <a:gd name="connsiteY15" fmla="*/ 41465 h 87249"/>
                <a:gd name="connsiteX16" fmla="*/ 30567 w 44343"/>
                <a:gd name="connsiteY16" fmla="*/ 54855 h 87249"/>
                <a:gd name="connsiteX17" fmla="*/ 29706 w 44343"/>
                <a:gd name="connsiteY17" fmla="*/ 66085 h 87249"/>
                <a:gd name="connsiteX18" fmla="*/ 21526 w 44343"/>
                <a:gd name="connsiteY18" fmla="*/ 73860 h 87249"/>
                <a:gd name="connsiteX19" fmla="*/ 12916 w 44343"/>
                <a:gd name="connsiteY19" fmla="*/ 67381 h 87249"/>
                <a:gd name="connsiteX20" fmla="*/ 12916 w 44343"/>
                <a:gd name="connsiteY20" fmla="*/ 43625 h 87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43" h="87249">
                  <a:moveTo>
                    <a:pt x="12055" y="79475"/>
                  </a:moveTo>
                  <a:cubicBezTo>
                    <a:pt x="15068" y="84658"/>
                    <a:pt x="19373" y="87250"/>
                    <a:pt x="24970" y="87250"/>
                  </a:cubicBezTo>
                  <a:cubicBezTo>
                    <a:pt x="30998" y="87250"/>
                    <a:pt x="35733" y="84658"/>
                    <a:pt x="39177" y="79043"/>
                  </a:cubicBezTo>
                  <a:cubicBezTo>
                    <a:pt x="42622" y="73428"/>
                    <a:pt x="44344" y="66085"/>
                    <a:pt x="44344" y="56151"/>
                  </a:cubicBezTo>
                  <a:lnTo>
                    <a:pt x="44344" y="55287"/>
                  </a:lnTo>
                  <a:cubicBezTo>
                    <a:pt x="44344" y="45353"/>
                    <a:pt x="42622" y="37578"/>
                    <a:pt x="39177" y="32395"/>
                  </a:cubicBezTo>
                  <a:cubicBezTo>
                    <a:pt x="35733" y="26780"/>
                    <a:pt x="30998" y="24188"/>
                    <a:pt x="24970" y="24188"/>
                  </a:cubicBezTo>
                  <a:cubicBezTo>
                    <a:pt x="20235" y="24188"/>
                    <a:pt x="15929" y="26348"/>
                    <a:pt x="12916" y="30667"/>
                  </a:cubicBezTo>
                  <a:lnTo>
                    <a:pt x="12916" y="0"/>
                  </a:lnTo>
                  <a:lnTo>
                    <a:pt x="0" y="0"/>
                  </a:lnTo>
                  <a:lnTo>
                    <a:pt x="0" y="85954"/>
                  </a:lnTo>
                  <a:lnTo>
                    <a:pt x="11624" y="85954"/>
                  </a:lnTo>
                  <a:lnTo>
                    <a:pt x="12055" y="79475"/>
                  </a:lnTo>
                  <a:close/>
                  <a:moveTo>
                    <a:pt x="12916" y="43625"/>
                  </a:moveTo>
                  <a:cubicBezTo>
                    <a:pt x="14638" y="39306"/>
                    <a:pt x="17221" y="37146"/>
                    <a:pt x="21526" y="37146"/>
                  </a:cubicBezTo>
                  <a:cubicBezTo>
                    <a:pt x="24540" y="37146"/>
                    <a:pt x="27123" y="38442"/>
                    <a:pt x="28414" y="41465"/>
                  </a:cubicBezTo>
                  <a:cubicBezTo>
                    <a:pt x="30136" y="44489"/>
                    <a:pt x="30567" y="48808"/>
                    <a:pt x="30567" y="54855"/>
                  </a:cubicBezTo>
                  <a:cubicBezTo>
                    <a:pt x="30567" y="60038"/>
                    <a:pt x="30136" y="63494"/>
                    <a:pt x="29706" y="66085"/>
                  </a:cubicBezTo>
                  <a:cubicBezTo>
                    <a:pt x="28414" y="71268"/>
                    <a:pt x="25401" y="73860"/>
                    <a:pt x="21526" y="73860"/>
                  </a:cubicBezTo>
                  <a:cubicBezTo>
                    <a:pt x="17221" y="73860"/>
                    <a:pt x="14638" y="71700"/>
                    <a:pt x="12916" y="67381"/>
                  </a:cubicBezTo>
                  <a:lnTo>
                    <a:pt x="12916" y="43625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0" name="手繪多邊形 143">
              <a:extLst>
                <a:ext uri="{FF2B5EF4-FFF2-40B4-BE49-F238E27FC236}">
                  <a16:creationId xmlns:a16="http://schemas.microsoft.com/office/drawing/2014/main" id="{2089CF80-4566-42A8-91D7-BFE7267AF885}"/>
                </a:ext>
              </a:extLst>
            </p:cNvPr>
            <p:cNvSpPr/>
            <p:nvPr/>
          </p:nvSpPr>
          <p:spPr>
            <a:xfrm>
              <a:off x="6518008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5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1" name="手繪多邊形 144">
              <a:extLst>
                <a:ext uri="{FF2B5EF4-FFF2-40B4-BE49-F238E27FC236}">
                  <a16:creationId xmlns:a16="http://schemas.microsoft.com/office/drawing/2014/main" id="{854464CB-059B-4D56-98C4-BB6D23D96A5A}"/>
                </a:ext>
              </a:extLst>
            </p:cNvPr>
            <p:cNvSpPr/>
            <p:nvPr/>
          </p:nvSpPr>
          <p:spPr>
            <a:xfrm>
              <a:off x="6567948" y="6364523"/>
              <a:ext cx="29275" cy="76451"/>
            </a:xfrm>
            <a:custGeom>
              <a:avLst/>
              <a:gdLst>
                <a:gd name="connsiteX0" fmla="*/ 7319 w 29275"/>
                <a:gd name="connsiteY0" fmla="*/ 59174 h 76451"/>
                <a:gd name="connsiteX1" fmla="*/ 21526 w 29275"/>
                <a:gd name="connsiteY1" fmla="*/ 76451 h 76451"/>
                <a:gd name="connsiteX2" fmla="*/ 29275 w 29275"/>
                <a:gd name="connsiteY2" fmla="*/ 75156 h 76451"/>
                <a:gd name="connsiteX3" fmla="*/ 29275 w 29275"/>
                <a:gd name="connsiteY3" fmla="*/ 63062 h 76451"/>
                <a:gd name="connsiteX4" fmla="*/ 25401 w 29275"/>
                <a:gd name="connsiteY4" fmla="*/ 63494 h 76451"/>
                <a:gd name="connsiteX5" fmla="*/ 21526 w 29275"/>
                <a:gd name="connsiteY5" fmla="*/ 62198 h 76451"/>
                <a:gd name="connsiteX6" fmla="*/ 20234 w 29275"/>
                <a:gd name="connsiteY6" fmla="*/ 57015 h 76451"/>
                <a:gd name="connsiteX7" fmla="*/ 20234 w 29275"/>
                <a:gd name="connsiteY7" fmla="*/ 26780 h 76451"/>
                <a:gd name="connsiteX8" fmla="*/ 28845 w 29275"/>
                <a:gd name="connsiteY8" fmla="*/ 26780 h 76451"/>
                <a:gd name="connsiteX9" fmla="*/ 28845 w 29275"/>
                <a:gd name="connsiteY9" fmla="*/ 15118 h 76451"/>
                <a:gd name="connsiteX10" fmla="*/ 20234 w 29275"/>
                <a:gd name="connsiteY10" fmla="*/ 15118 h 76451"/>
                <a:gd name="connsiteX11" fmla="*/ 20234 w 29275"/>
                <a:gd name="connsiteY11" fmla="*/ 0 h 76451"/>
                <a:gd name="connsiteX12" fmla="*/ 7319 w 29275"/>
                <a:gd name="connsiteY12" fmla="*/ 0 h 76451"/>
                <a:gd name="connsiteX13" fmla="*/ 7319 w 29275"/>
                <a:gd name="connsiteY13" fmla="*/ 15118 h 76451"/>
                <a:gd name="connsiteX14" fmla="*/ 0 w 29275"/>
                <a:gd name="connsiteY14" fmla="*/ 15118 h 76451"/>
                <a:gd name="connsiteX15" fmla="*/ 0 w 29275"/>
                <a:gd name="connsiteY15" fmla="*/ 26780 h 76451"/>
                <a:gd name="connsiteX16" fmla="*/ 7319 w 29275"/>
                <a:gd name="connsiteY16" fmla="*/ 26780 h 76451"/>
                <a:gd name="connsiteX17" fmla="*/ 7319 w 29275"/>
                <a:gd name="connsiteY17" fmla="*/ 59174 h 76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275" h="76451">
                  <a:moveTo>
                    <a:pt x="7319" y="59174"/>
                  </a:moveTo>
                  <a:cubicBezTo>
                    <a:pt x="7319" y="70836"/>
                    <a:pt x="12055" y="76451"/>
                    <a:pt x="21526" y="76451"/>
                  </a:cubicBezTo>
                  <a:cubicBezTo>
                    <a:pt x="24109" y="76451"/>
                    <a:pt x="26692" y="76019"/>
                    <a:pt x="29275" y="75156"/>
                  </a:cubicBezTo>
                  <a:lnTo>
                    <a:pt x="29275" y="63062"/>
                  </a:lnTo>
                  <a:cubicBezTo>
                    <a:pt x="27984" y="63494"/>
                    <a:pt x="26692" y="63494"/>
                    <a:pt x="25401" y="63494"/>
                  </a:cubicBezTo>
                  <a:cubicBezTo>
                    <a:pt x="23248" y="63494"/>
                    <a:pt x="21957" y="63062"/>
                    <a:pt x="21526" y="62198"/>
                  </a:cubicBezTo>
                  <a:cubicBezTo>
                    <a:pt x="21096" y="61334"/>
                    <a:pt x="20234" y="59174"/>
                    <a:pt x="20234" y="57015"/>
                  </a:cubicBezTo>
                  <a:lnTo>
                    <a:pt x="20234" y="26780"/>
                  </a:lnTo>
                  <a:lnTo>
                    <a:pt x="28845" y="26780"/>
                  </a:lnTo>
                  <a:lnTo>
                    <a:pt x="28845" y="15118"/>
                  </a:lnTo>
                  <a:lnTo>
                    <a:pt x="20234" y="15118"/>
                  </a:lnTo>
                  <a:lnTo>
                    <a:pt x="20234" y="0"/>
                  </a:lnTo>
                  <a:lnTo>
                    <a:pt x="7319" y="0"/>
                  </a:lnTo>
                  <a:lnTo>
                    <a:pt x="7319" y="15118"/>
                  </a:lnTo>
                  <a:lnTo>
                    <a:pt x="0" y="15118"/>
                  </a:lnTo>
                  <a:lnTo>
                    <a:pt x="0" y="26780"/>
                  </a:lnTo>
                  <a:lnTo>
                    <a:pt x="7319" y="26780"/>
                  </a:lnTo>
                  <a:lnTo>
                    <a:pt x="7319" y="59174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2" name="手繪多邊形 145">
              <a:extLst>
                <a:ext uri="{FF2B5EF4-FFF2-40B4-BE49-F238E27FC236}">
                  <a16:creationId xmlns:a16="http://schemas.microsoft.com/office/drawing/2014/main" id="{934FEF0D-02DB-4BCC-BF34-B13601E6E56D}"/>
                </a:ext>
              </a:extLst>
            </p:cNvPr>
            <p:cNvSpPr/>
            <p:nvPr/>
          </p:nvSpPr>
          <p:spPr>
            <a:xfrm>
              <a:off x="6299734" y="5991336"/>
              <a:ext cx="343125" cy="510539"/>
            </a:xfrm>
            <a:custGeom>
              <a:avLst/>
              <a:gdLst>
                <a:gd name="connsiteX0" fmla="*/ 334946 w 343125"/>
                <a:gd name="connsiteY0" fmla="*/ 54855 h 510539"/>
                <a:gd name="connsiteX1" fmla="*/ 315142 w 343125"/>
                <a:gd name="connsiteY1" fmla="*/ 46648 h 510539"/>
                <a:gd name="connsiteX2" fmla="*/ 210955 w 343125"/>
                <a:gd name="connsiteY2" fmla="*/ 46648 h 510539"/>
                <a:gd name="connsiteX3" fmla="*/ 210955 w 343125"/>
                <a:gd name="connsiteY3" fmla="*/ 44489 h 510539"/>
                <a:gd name="connsiteX4" fmla="*/ 210955 w 343125"/>
                <a:gd name="connsiteY4" fmla="*/ 18573 h 510539"/>
                <a:gd name="connsiteX5" fmla="*/ 205359 w 343125"/>
                <a:gd name="connsiteY5" fmla="*/ 5615 h 510539"/>
                <a:gd name="connsiteX6" fmla="*/ 192443 w 343125"/>
                <a:gd name="connsiteY6" fmla="*/ 0 h 510539"/>
                <a:gd name="connsiteX7" fmla="*/ 150682 w 343125"/>
                <a:gd name="connsiteY7" fmla="*/ 0 h 510539"/>
                <a:gd name="connsiteX8" fmla="*/ 137767 w 343125"/>
                <a:gd name="connsiteY8" fmla="*/ 5615 h 510539"/>
                <a:gd name="connsiteX9" fmla="*/ 137767 w 343125"/>
                <a:gd name="connsiteY9" fmla="*/ 5615 h 510539"/>
                <a:gd name="connsiteX10" fmla="*/ 132170 w 343125"/>
                <a:gd name="connsiteY10" fmla="*/ 18573 h 510539"/>
                <a:gd name="connsiteX11" fmla="*/ 132170 w 343125"/>
                <a:gd name="connsiteY11" fmla="*/ 44489 h 510539"/>
                <a:gd name="connsiteX12" fmla="*/ 132170 w 343125"/>
                <a:gd name="connsiteY12" fmla="*/ 46648 h 510539"/>
                <a:gd name="connsiteX13" fmla="*/ 27984 w 343125"/>
                <a:gd name="connsiteY13" fmla="*/ 46648 h 510539"/>
                <a:gd name="connsiteX14" fmla="*/ 8180 w 343125"/>
                <a:gd name="connsiteY14" fmla="*/ 54855 h 510539"/>
                <a:gd name="connsiteX15" fmla="*/ 8180 w 343125"/>
                <a:gd name="connsiteY15" fmla="*/ 54855 h 510539"/>
                <a:gd name="connsiteX16" fmla="*/ 0 w 343125"/>
                <a:gd name="connsiteY16" fmla="*/ 74724 h 510539"/>
                <a:gd name="connsiteX17" fmla="*/ 0 w 343125"/>
                <a:gd name="connsiteY17" fmla="*/ 255702 h 510539"/>
                <a:gd name="connsiteX18" fmla="*/ 8180 w 343125"/>
                <a:gd name="connsiteY18" fmla="*/ 275571 h 510539"/>
                <a:gd name="connsiteX19" fmla="*/ 8180 w 343125"/>
                <a:gd name="connsiteY19" fmla="*/ 275571 h 510539"/>
                <a:gd name="connsiteX20" fmla="*/ 27984 w 343125"/>
                <a:gd name="connsiteY20" fmla="*/ 283777 h 510539"/>
                <a:gd name="connsiteX21" fmla="*/ 132170 w 343125"/>
                <a:gd name="connsiteY21" fmla="*/ 283777 h 510539"/>
                <a:gd name="connsiteX22" fmla="*/ 132170 w 343125"/>
                <a:gd name="connsiteY22" fmla="*/ 315740 h 510539"/>
                <a:gd name="connsiteX23" fmla="*/ 27984 w 343125"/>
                <a:gd name="connsiteY23" fmla="*/ 315740 h 510539"/>
                <a:gd name="connsiteX24" fmla="*/ 8180 w 343125"/>
                <a:gd name="connsiteY24" fmla="*/ 323947 h 510539"/>
                <a:gd name="connsiteX25" fmla="*/ 8180 w 343125"/>
                <a:gd name="connsiteY25" fmla="*/ 323947 h 510539"/>
                <a:gd name="connsiteX26" fmla="*/ 0 w 343125"/>
                <a:gd name="connsiteY26" fmla="*/ 343815 h 510539"/>
                <a:gd name="connsiteX27" fmla="*/ 0 w 343125"/>
                <a:gd name="connsiteY27" fmla="*/ 482464 h 510539"/>
                <a:gd name="connsiteX28" fmla="*/ 8180 w 343125"/>
                <a:gd name="connsiteY28" fmla="*/ 502333 h 510539"/>
                <a:gd name="connsiteX29" fmla="*/ 8180 w 343125"/>
                <a:gd name="connsiteY29" fmla="*/ 502333 h 510539"/>
                <a:gd name="connsiteX30" fmla="*/ 27984 w 343125"/>
                <a:gd name="connsiteY30" fmla="*/ 510540 h 510539"/>
                <a:gd name="connsiteX31" fmla="*/ 315142 w 343125"/>
                <a:gd name="connsiteY31" fmla="*/ 510540 h 510539"/>
                <a:gd name="connsiteX32" fmla="*/ 334946 w 343125"/>
                <a:gd name="connsiteY32" fmla="*/ 502333 h 510539"/>
                <a:gd name="connsiteX33" fmla="*/ 334946 w 343125"/>
                <a:gd name="connsiteY33" fmla="*/ 502333 h 510539"/>
                <a:gd name="connsiteX34" fmla="*/ 343125 w 343125"/>
                <a:gd name="connsiteY34" fmla="*/ 482464 h 510539"/>
                <a:gd name="connsiteX35" fmla="*/ 343125 w 343125"/>
                <a:gd name="connsiteY35" fmla="*/ 343815 h 510539"/>
                <a:gd name="connsiteX36" fmla="*/ 334946 w 343125"/>
                <a:gd name="connsiteY36" fmla="*/ 323947 h 510539"/>
                <a:gd name="connsiteX37" fmla="*/ 334946 w 343125"/>
                <a:gd name="connsiteY37" fmla="*/ 323947 h 510539"/>
                <a:gd name="connsiteX38" fmla="*/ 315142 w 343125"/>
                <a:gd name="connsiteY38" fmla="*/ 315740 h 510539"/>
                <a:gd name="connsiteX39" fmla="*/ 210955 w 343125"/>
                <a:gd name="connsiteY39" fmla="*/ 315740 h 510539"/>
                <a:gd name="connsiteX40" fmla="*/ 210955 w 343125"/>
                <a:gd name="connsiteY40" fmla="*/ 283777 h 510539"/>
                <a:gd name="connsiteX41" fmla="*/ 314711 w 343125"/>
                <a:gd name="connsiteY41" fmla="*/ 283777 h 510539"/>
                <a:gd name="connsiteX42" fmla="*/ 334515 w 343125"/>
                <a:gd name="connsiteY42" fmla="*/ 275571 h 510539"/>
                <a:gd name="connsiteX43" fmla="*/ 334515 w 343125"/>
                <a:gd name="connsiteY43" fmla="*/ 275571 h 510539"/>
                <a:gd name="connsiteX44" fmla="*/ 342695 w 343125"/>
                <a:gd name="connsiteY44" fmla="*/ 255702 h 510539"/>
                <a:gd name="connsiteX45" fmla="*/ 342695 w 343125"/>
                <a:gd name="connsiteY45" fmla="*/ 74724 h 510539"/>
                <a:gd name="connsiteX46" fmla="*/ 334946 w 343125"/>
                <a:gd name="connsiteY46" fmla="*/ 54855 h 510539"/>
                <a:gd name="connsiteX47" fmla="*/ 334946 w 343125"/>
                <a:gd name="connsiteY47" fmla="*/ 54855 h 510539"/>
                <a:gd name="connsiteX48" fmla="*/ 148530 w 343125"/>
                <a:gd name="connsiteY48" fmla="*/ 18141 h 510539"/>
                <a:gd name="connsiteX49" fmla="*/ 149391 w 343125"/>
                <a:gd name="connsiteY49" fmla="*/ 16413 h 510539"/>
                <a:gd name="connsiteX50" fmla="*/ 149391 w 343125"/>
                <a:gd name="connsiteY50" fmla="*/ 16413 h 510539"/>
                <a:gd name="connsiteX51" fmla="*/ 151113 w 343125"/>
                <a:gd name="connsiteY51" fmla="*/ 15549 h 510539"/>
                <a:gd name="connsiteX52" fmla="*/ 192874 w 343125"/>
                <a:gd name="connsiteY52" fmla="*/ 15549 h 510539"/>
                <a:gd name="connsiteX53" fmla="*/ 194596 w 343125"/>
                <a:gd name="connsiteY53" fmla="*/ 16413 h 510539"/>
                <a:gd name="connsiteX54" fmla="*/ 195457 w 343125"/>
                <a:gd name="connsiteY54" fmla="*/ 18141 h 510539"/>
                <a:gd name="connsiteX55" fmla="*/ 195457 w 343125"/>
                <a:gd name="connsiteY55" fmla="*/ 44057 h 510539"/>
                <a:gd name="connsiteX56" fmla="*/ 194596 w 343125"/>
                <a:gd name="connsiteY56" fmla="*/ 45784 h 510539"/>
                <a:gd name="connsiteX57" fmla="*/ 192874 w 343125"/>
                <a:gd name="connsiteY57" fmla="*/ 46648 h 510539"/>
                <a:gd name="connsiteX58" fmla="*/ 150682 w 343125"/>
                <a:gd name="connsiteY58" fmla="*/ 46648 h 510539"/>
                <a:gd name="connsiteX59" fmla="*/ 148960 w 343125"/>
                <a:gd name="connsiteY59" fmla="*/ 45784 h 510539"/>
                <a:gd name="connsiteX60" fmla="*/ 148960 w 343125"/>
                <a:gd name="connsiteY60" fmla="*/ 45784 h 510539"/>
                <a:gd name="connsiteX61" fmla="*/ 148099 w 343125"/>
                <a:gd name="connsiteY61" fmla="*/ 44057 h 510539"/>
                <a:gd name="connsiteX62" fmla="*/ 148099 w 343125"/>
                <a:gd name="connsiteY62" fmla="*/ 18141 h 510539"/>
                <a:gd name="connsiteX63" fmla="*/ 314711 w 343125"/>
                <a:gd name="connsiteY63" fmla="*/ 331721 h 510539"/>
                <a:gd name="connsiteX64" fmla="*/ 322891 w 343125"/>
                <a:gd name="connsiteY64" fmla="*/ 335177 h 510539"/>
                <a:gd name="connsiteX65" fmla="*/ 322891 w 343125"/>
                <a:gd name="connsiteY65" fmla="*/ 335177 h 510539"/>
                <a:gd name="connsiteX66" fmla="*/ 326335 w 343125"/>
                <a:gd name="connsiteY66" fmla="*/ 343815 h 510539"/>
                <a:gd name="connsiteX67" fmla="*/ 326335 w 343125"/>
                <a:gd name="connsiteY67" fmla="*/ 482464 h 510539"/>
                <a:gd name="connsiteX68" fmla="*/ 322891 w 343125"/>
                <a:gd name="connsiteY68" fmla="*/ 491103 h 510539"/>
                <a:gd name="connsiteX69" fmla="*/ 322891 w 343125"/>
                <a:gd name="connsiteY69" fmla="*/ 491103 h 510539"/>
                <a:gd name="connsiteX70" fmla="*/ 314711 w 343125"/>
                <a:gd name="connsiteY70" fmla="*/ 494558 h 510539"/>
                <a:gd name="connsiteX71" fmla="*/ 27984 w 343125"/>
                <a:gd name="connsiteY71" fmla="*/ 494558 h 510539"/>
                <a:gd name="connsiteX72" fmla="*/ 19373 w 343125"/>
                <a:gd name="connsiteY72" fmla="*/ 491103 h 510539"/>
                <a:gd name="connsiteX73" fmla="*/ 15929 w 343125"/>
                <a:gd name="connsiteY73" fmla="*/ 482464 h 510539"/>
                <a:gd name="connsiteX74" fmla="*/ 15929 w 343125"/>
                <a:gd name="connsiteY74" fmla="*/ 343815 h 510539"/>
                <a:gd name="connsiteX75" fmla="*/ 19373 w 343125"/>
                <a:gd name="connsiteY75" fmla="*/ 335177 h 510539"/>
                <a:gd name="connsiteX76" fmla="*/ 27984 w 343125"/>
                <a:gd name="connsiteY76" fmla="*/ 331721 h 510539"/>
                <a:gd name="connsiteX77" fmla="*/ 314711 w 343125"/>
                <a:gd name="connsiteY77" fmla="*/ 331721 h 510539"/>
                <a:gd name="connsiteX78" fmla="*/ 148530 w 343125"/>
                <a:gd name="connsiteY78" fmla="*/ 315740 h 510539"/>
                <a:gd name="connsiteX79" fmla="*/ 148530 w 343125"/>
                <a:gd name="connsiteY79" fmla="*/ 283777 h 510539"/>
                <a:gd name="connsiteX80" fmla="*/ 195026 w 343125"/>
                <a:gd name="connsiteY80" fmla="*/ 283777 h 510539"/>
                <a:gd name="connsiteX81" fmla="*/ 195026 w 343125"/>
                <a:gd name="connsiteY81" fmla="*/ 315740 h 510539"/>
                <a:gd name="connsiteX82" fmla="*/ 148530 w 343125"/>
                <a:gd name="connsiteY82" fmla="*/ 315740 h 510539"/>
                <a:gd name="connsiteX83" fmla="*/ 326766 w 343125"/>
                <a:gd name="connsiteY83" fmla="*/ 255702 h 510539"/>
                <a:gd name="connsiteX84" fmla="*/ 323321 w 343125"/>
                <a:gd name="connsiteY84" fmla="*/ 263909 h 510539"/>
                <a:gd name="connsiteX85" fmla="*/ 323321 w 343125"/>
                <a:gd name="connsiteY85" fmla="*/ 263909 h 510539"/>
                <a:gd name="connsiteX86" fmla="*/ 315142 w 343125"/>
                <a:gd name="connsiteY86" fmla="*/ 267364 h 510539"/>
                <a:gd name="connsiteX87" fmla="*/ 27984 w 343125"/>
                <a:gd name="connsiteY87" fmla="*/ 267364 h 510539"/>
                <a:gd name="connsiteX88" fmla="*/ 19373 w 343125"/>
                <a:gd name="connsiteY88" fmla="*/ 263909 h 510539"/>
                <a:gd name="connsiteX89" fmla="*/ 19373 w 343125"/>
                <a:gd name="connsiteY89" fmla="*/ 263909 h 510539"/>
                <a:gd name="connsiteX90" fmla="*/ 15929 w 343125"/>
                <a:gd name="connsiteY90" fmla="*/ 255702 h 510539"/>
                <a:gd name="connsiteX91" fmla="*/ 15929 w 343125"/>
                <a:gd name="connsiteY91" fmla="*/ 74724 h 510539"/>
                <a:gd name="connsiteX92" fmla="*/ 19373 w 343125"/>
                <a:gd name="connsiteY92" fmla="*/ 66085 h 510539"/>
                <a:gd name="connsiteX93" fmla="*/ 27984 w 343125"/>
                <a:gd name="connsiteY93" fmla="*/ 62630 h 510539"/>
                <a:gd name="connsiteX94" fmla="*/ 150682 w 343125"/>
                <a:gd name="connsiteY94" fmla="*/ 62630 h 510539"/>
                <a:gd name="connsiteX95" fmla="*/ 150682 w 343125"/>
                <a:gd name="connsiteY95" fmla="*/ 62630 h 510539"/>
                <a:gd name="connsiteX96" fmla="*/ 192443 w 343125"/>
                <a:gd name="connsiteY96" fmla="*/ 62630 h 510539"/>
                <a:gd name="connsiteX97" fmla="*/ 192443 w 343125"/>
                <a:gd name="connsiteY97" fmla="*/ 62630 h 510539"/>
                <a:gd name="connsiteX98" fmla="*/ 314711 w 343125"/>
                <a:gd name="connsiteY98" fmla="*/ 62630 h 510539"/>
                <a:gd name="connsiteX99" fmla="*/ 322891 w 343125"/>
                <a:gd name="connsiteY99" fmla="*/ 66085 h 510539"/>
                <a:gd name="connsiteX100" fmla="*/ 322891 w 343125"/>
                <a:gd name="connsiteY100" fmla="*/ 66085 h 510539"/>
                <a:gd name="connsiteX101" fmla="*/ 326335 w 343125"/>
                <a:gd name="connsiteY101" fmla="*/ 74724 h 510539"/>
                <a:gd name="connsiteX102" fmla="*/ 326335 w 343125"/>
                <a:gd name="connsiteY102" fmla="*/ 255702 h 51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343125" h="510539">
                  <a:moveTo>
                    <a:pt x="334946" y="54855"/>
                  </a:moveTo>
                  <a:cubicBezTo>
                    <a:pt x="329779" y="49672"/>
                    <a:pt x="322891" y="46648"/>
                    <a:pt x="315142" y="46648"/>
                  </a:cubicBezTo>
                  <a:lnTo>
                    <a:pt x="210955" y="46648"/>
                  </a:lnTo>
                  <a:cubicBezTo>
                    <a:pt x="210955" y="45784"/>
                    <a:pt x="210955" y="44921"/>
                    <a:pt x="210955" y="44489"/>
                  </a:cubicBezTo>
                  <a:lnTo>
                    <a:pt x="210955" y="18573"/>
                  </a:lnTo>
                  <a:cubicBezTo>
                    <a:pt x="210955" y="13390"/>
                    <a:pt x="208803" y="8639"/>
                    <a:pt x="205359" y="5615"/>
                  </a:cubicBezTo>
                  <a:cubicBezTo>
                    <a:pt x="201914" y="2160"/>
                    <a:pt x="197179" y="0"/>
                    <a:pt x="192443" y="0"/>
                  </a:cubicBezTo>
                  <a:lnTo>
                    <a:pt x="150682" y="0"/>
                  </a:lnTo>
                  <a:cubicBezTo>
                    <a:pt x="145516" y="0"/>
                    <a:pt x="140780" y="2160"/>
                    <a:pt x="137767" y="5615"/>
                  </a:cubicBezTo>
                  <a:lnTo>
                    <a:pt x="137767" y="5615"/>
                  </a:lnTo>
                  <a:cubicBezTo>
                    <a:pt x="134323" y="9071"/>
                    <a:pt x="132170" y="13822"/>
                    <a:pt x="132170" y="18573"/>
                  </a:cubicBezTo>
                  <a:lnTo>
                    <a:pt x="132170" y="44489"/>
                  </a:lnTo>
                  <a:cubicBezTo>
                    <a:pt x="132170" y="45353"/>
                    <a:pt x="132170" y="46216"/>
                    <a:pt x="132170" y="46648"/>
                  </a:cubicBezTo>
                  <a:lnTo>
                    <a:pt x="27984" y="46648"/>
                  </a:lnTo>
                  <a:cubicBezTo>
                    <a:pt x="20235" y="46648"/>
                    <a:pt x="13346" y="49672"/>
                    <a:pt x="8180" y="54855"/>
                  </a:cubicBezTo>
                  <a:lnTo>
                    <a:pt x="8180" y="54855"/>
                  </a:lnTo>
                  <a:cubicBezTo>
                    <a:pt x="3014" y="60038"/>
                    <a:pt x="0" y="66949"/>
                    <a:pt x="0" y="74724"/>
                  </a:cubicBezTo>
                  <a:lnTo>
                    <a:pt x="0" y="255702"/>
                  </a:lnTo>
                  <a:cubicBezTo>
                    <a:pt x="0" y="263477"/>
                    <a:pt x="3014" y="270387"/>
                    <a:pt x="8180" y="275571"/>
                  </a:cubicBezTo>
                  <a:lnTo>
                    <a:pt x="8180" y="275571"/>
                  </a:lnTo>
                  <a:cubicBezTo>
                    <a:pt x="13346" y="280754"/>
                    <a:pt x="20235" y="283777"/>
                    <a:pt x="27984" y="283777"/>
                  </a:cubicBezTo>
                  <a:lnTo>
                    <a:pt x="132170" y="283777"/>
                  </a:lnTo>
                  <a:lnTo>
                    <a:pt x="132170" y="315740"/>
                  </a:lnTo>
                  <a:lnTo>
                    <a:pt x="27984" y="315740"/>
                  </a:lnTo>
                  <a:cubicBezTo>
                    <a:pt x="20235" y="315740"/>
                    <a:pt x="13346" y="318763"/>
                    <a:pt x="8180" y="323947"/>
                  </a:cubicBezTo>
                  <a:lnTo>
                    <a:pt x="8180" y="323947"/>
                  </a:lnTo>
                  <a:cubicBezTo>
                    <a:pt x="3014" y="329130"/>
                    <a:pt x="0" y="336041"/>
                    <a:pt x="0" y="343815"/>
                  </a:cubicBezTo>
                  <a:lnTo>
                    <a:pt x="0" y="482464"/>
                  </a:lnTo>
                  <a:cubicBezTo>
                    <a:pt x="0" y="490239"/>
                    <a:pt x="3014" y="497150"/>
                    <a:pt x="8180" y="502333"/>
                  </a:cubicBezTo>
                  <a:lnTo>
                    <a:pt x="8180" y="502333"/>
                  </a:lnTo>
                  <a:cubicBezTo>
                    <a:pt x="13346" y="507516"/>
                    <a:pt x="20235" y="510540"/>
                    <a:pt x="27984" y="510540"/>
                  </a:cubicBezTo>
                  <a:lnTo>
                    <a:pt x="315142" y="510540"/>
                  </a:lnTo>
                  <a:cubicBezTo>
                    <a:pt x="322891" y="510540"/>
                    <a:pt x="329779" y="507516"/>
                    <a:pt x="334946" y="502333"/>
                  </a:cubicBezTo>
                  <a:lnTo>
                    <a:pt x="334946" y="502333"/>
                  </a:lnTo>
                  <a:cubicBezTo>
                    <a:pt x="340112" y="497150"/>
                    <a:pt x="343125" y="490239"/>
                    <a:pt x="343125" y="482464"/>
                  </a:cubicBezTo>
                  <a:lnTo>
                    <a:pt x="343125" y="343815"/>
                  </a:lnTo>
                  <a:cubicBezTo>
                    <a:pt x="343125" y="336041"/>
                    <a:pt x="340112" y="329130"/>
                    <a:pt x="334946" y="323947"/>
                  </a:cubicBezTo>
                  <a:lnTo>
                    <a:pt x="334946" y="323947"/>
                  </a:lnTo>
                  <a:cubicBezTo>
                    <a:pt x="329779" y="318763"/>
                    <a:pt x="322891" y="315740"/>
                    <a:pt x="315142" y="315740"/>
                  </a:cubicBezTo>
                  <a:lnTo>
                    <a:pt x="210955" y="315740"/>
                  </a:lnTo>
                  <a:lnTo>
                    <a:pt x="210955" y="283777"/>
                  </a:lnTo>
                  <a:lnTo>
                    <a:pt x="314711" y="283777"/>
                  </a:lnTo>
                  <a:cubicBezTo>
                    <a:pt x="322460" y="283777"/>
                    <a:pt x="329349" y="280754"/>
                    <a:pt x="334515" y="275571"/>
                  </a:cubicBezTo>
                  <a:lnTo>
                    <a:pt x="334515" y="275571"/>
                  </a:lnTo>
                  <a:cubicBezTo>
                    <a:pt x="339681" y="270387"/>
                    <a:pt x="342695" y="263477"/>
                    <a:pt x="342695" y="255702"/>
                  </a:cubicBezTo>
                  <a:lnTo>
                    <a:pt x="342695" y="74724"/>
                  </a:lnTo>
                  <a:cubicBezTo>
                    <a:pt x="343125" y="66949"/>
                    <a:pt x="339681" y="60038"/>
                    <a:pt x="334946" y="54855"/>
                  </a:cubicBezTo>
                  <a:lnTo>
                    <a:pt x="334946" y="54855"/>
                  </a:lnTo>
                  <a:close/>
                  <a:moveTo>
                    <a:pt x="148530" y="18141"/>
                  </a:moveTo>
                  <a:cubicBezTo>
                    <a:pt x="148530" y="17709"/>
                    <a:pt x="148960" y="16845"/>
                    <a:pt x="149391" y="16413"/>
                  </a:cubicBezTo>
                  <a:lnTo>
                    <a:pt x="149391" y="16413"/>
                  </a:lnTo>
                  <a:cubicBezTo>
                    <a:pt x="149821" y="15981"/>
                    <a:pt x="150252" y="15549"/>
                    <a:pt x="151113" y="15549"/>
                  </a:cubicBezTo>
                  <a:lnTo>
                    <a:pt x="192874" y="15549"/>
                  </a:lnTo>
                  <a:cubicBezTo>
                    <a:pt x="193304" y="15549"/>
                    <a:pt x="194165" y="15981"/>
                    <a:pt x="194596" y="16413"/>
                  </a:cubicBezTo>
                  <a:cubicBezTo>
                    <a:pt x="195026" y="16845"/>
                    <a:pt x="195457" y="17277"/>
                    <a:pt x="195457" y="18141"/>
                  </a:cubicBezTo>
                  <a:lnTo>
                    <a:pt x="195457" y="44057"/>
                  </a:lnTo>
                  <a:cubicBezTo>
                    <a:pt x="195457" y="44489"/>
                    <a:pt x="195026" y="45353"/>
                    <a:pt x="194596" y="45784"/>
                  </a:cubicBezTo>
                  <a:cubicBezTo>
                    <a:pt x="194165" y="46216"/>
                    <a:pt x="193735" y="46648"/>
                    <a:pt x="192874" y="46648"/>
                  </a:cubicBezTo>
                  <a:lnTo>
                    <a:pt x="150682" y="46648"/>
                  </a:lnTo>
                  <a:cubicBezTo>
                    <a:pt x="150252" y="46648"/>
                    <a:pt x="149391" y="46216"/>
                    <a:pt x="148960" y="45784"/>
                  </a:cubicBezTo>
                  <a:lnTo>
                    <a:pt x="148960" y="45784"/>
                  </a:lnTo>
                  <a:cubicBezTo>
                    <a:pt x="148530" y="45353"/>
                    <a:pt x="148099" y="44921"/>
                    <a:pt x="148099" y="44057"/>
                  </a:cubicBezTo>
                  <a:lnTo>
                    <a:pt x="148099" y="18141"/>
                  </a:lnTo>
                  <a:close/>
                  <a:moveTo>
                    <a:pt x="314711" y="331721"/>
                  </a:moveTo>
                  <a:cubicBezTo>
                    <a:pt x="318155" y="331721"/>
                    <a:pt x="320738" y="333017"/>
                    <a:pt x="322891" y="335177"/>
                  </a:cubicBezTo>
                  <a:lnTo>
                    <a:pt x="322891" y="335177"/>
                  </a:lnTo>
                  <a:cubicBezTo>
                    <a:pt x="325044" y="337336"/>
                    <a:pt x="326335" y="340360"/>
                    <a:pt x="326335" y="343815"/>
                  </a:cubicBezTo>
                  <a:lnTo>
                    <a:pt x="326335" y="482464"/>
                  </a:lnTo>
                  <a:cubicBezTo>
                    <a:pt x="326335" y="485920"/>
                    <a:pt x="325044" y="488943"/>
                    <a:pt x="322891" y="491103"/>
                  </a:cubicBezTo>
                  <a:lnTo>
                    <a:pt x="322891" y="491103"/>
                  </a:lnTo>
                  <a:cubicBezTo>
                    <a:pt x="320738" y="493263"/>
                    <a:pt x="317725" y="494558"/>
                    <a:pt x="314711" y="494558"/>
                  </a:cubicBezTo>
                  <a:lnTo>
                    <a:pt x="27984" y="494558"/>
                  </a:lnTo>
                  <a:cubicBezTo>
                    <a:pt x="24540" y="494558"/>
                    <a:pt x="21957" y="493263"/>
                    <a:pt x="19373" y="491103"/>
                  </a:cubicBezTo>
                  <a:cubicBezTo>
                    <a:pt x="17221" y="488943"/>
                    <a:pt x="15929" y="485920"/>
                    <a:pt x="15929" y="482464"/>
                  </a:cubicBezTo>
                  <a:lnTo>
                    <a:pt x="15929" y="343815"/>
                  </a:lnTo>
                  <a:cubicBezTo>
                    <a:pt x="15929" y="340360"/>
                    <a:pt x="17221" y="337336"/>
                    <a:pt x="19373" y="335177"/>
                  </a:cubicBezTo>
                  <a:cubicBezTo>
                    <a:pt x="21526" y="333017"/>
                    <a:pt x="24540" y="331721"/>
                    <a:pt x="27984" y="331721"/>
                  </a:cubicBezTo>
                  <a:lnTo>
                    <a:pt x="314711" y="331721"/>
                  </a:lnTo>
                  <a:close/>
                  <a:moveTo>
                    <a:pt x="148530" y="315740"/>
                  </a:moveTo>
                  <a:lnTo>
                    <a:pt x="148530" y="283777"/>
                  </a:lnTo>
                  <a:lnTo>
                    <a:pt x="195026" y="283777"/>
                  </a:lnTo>
                  <a:lnTo>
                    <a:pt x="195026" y="315740"/>
                  </a:lnTo>
                  <a:lnTo>
                    <a:pt x="148530" y="315740"/>
                  </a:lnTo>
                  <a:close/>
                  <a:moveTo>
                    <a:pt x="326766" y="255702"/>
                  </a:moveTo>
                  <a:cubicBezTo>
                    <a:pt x="326766" y="259157"/>
                    <a:pt x="325474" y="262181"/>
                    <a:pt x="323321" y="263909"/>
                  </a:cubicBezTo>
                  <a:lnTo>
                    <a:pt x="323321" y="263909"/>
                  </a:lnTo>
                  <a:cubicBezTo>
                    <a:pt x="321169" y="266068"/>
                    <a:pt x="318155" y="267364"/>
                    <a:pt x="315142" y="267364"/>
                  </a:cubicBezTo>
                  <a:lnTo>
                    <a:pt x="27984" y="267364"/>
                  </a:lnTo>
                  <a:cubicBezTo>
                    <a:pt x="24540" y="267364"/>
                    <a:pt x="21957" y="266068"/>
                    <a:pt x="19373" y="263909"/>
                  </a:cubicBezTo>
                  <a:lnTo>
                    <a:pt x="19373" y="263909"/>
                  </a:lnTo>
                  <a:cubicBezTo>
                    <a:pt x="17221" y="261749"/>
                    <a:pt x="15929" y="258725"/>
                    <a:pt x="15929" y="255702"/>
                  </a:cubicBezTo>
                  <a:lnTo>
                    <a:pt x="15929" y="74724"/>
                  </a:lnTo>
                  <a:cubicBezTo>
                    <a:pt x="15929" y="71268"/>
                    <a:pt x="17221" y="68677"/>
                    <a:pt x="19373" y="66085"/>
                  </a:cubicBezTo>
                  <a:cubicBezTo>
                    <a:pt x="21526" y="63925"/>
                    <a:pt x="24540" y="62630"/>
                    <a:pt x="27984" y="62630"/>
                  </a:cubicBezTo>
                  <a:lnTo>
                    <a:pt x="150682" y="62630"/>
                  </a:lnTo>
                  <a:lnTo>
                    <a:pt x="150682" y="62630"/>
                  </a:lnTo>
                  <a:lnTo>
                    <a:pt x="192443" y="62630"/>
                  </a:lnTo>
                  <a:lnTo>
                    <a:pt x="192443" y="62630"/>
                  </a:lnTo>
                  <a:lnTo>
                    <a:pt x="314711" y="62630"/>
                  </a:lnTo>
                  <a:cubicBezTo>
                    <a:pt x="318155" y="62630"/>
                    <a:pt x="320738" y="63925"/>
                    <a:pt x="322891" y="66085"/>
                  </a:cubicBezTo>
                  <a:lnTo>
                    <a:pt x="322891" y="66085"/>
                  </a:lnTo>
                  <a:cubicBezTo>
                    <a:pt x="325044" y="68245"/>
                    <a:pt x="326335" y="71268"/>
                    <a:pt x="326335" y="74724"/>
                  </a:cubicBezTo>
                  <a:lnTo>
                    <a:pt x="326335" y="255702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3" name="手繪多邊形 146">
              <a:extLst>
                <a:ext uri="{FF2B5EF4-FFF2-40B4-BE49-F238E27FC236}">
                  <a16:creationId xmlns:a16="http://schemas.microsoft.com/office/drawing/2014/main" id="{60D82227-1B62-4106-A653-45CCA466D2FF}"/>
                </a:ext>
              </a:extLst>
            </p:cNvPr>
            <p:cNvSpPr/>
            <p:nvPr/>
          </p:nvSpPr>
          <p:spPr>
            <a:xfrm>
              <a:off x="6511120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" name="手繪多邊形 147">
              <a:extLst>
                <a:ext uri="{FF2B5EF4-FFF2-40B4-BE49-F238E27FC236}">
                  <a16:creationId xmlns:a16="http://schemas.microsoft.com/office/drawing/2014/main" id="{668FBB19-4C91-47F3-98C8-D7D9D0E0B909}"/>
                </a:ext>
              </a:extLst>
            </p:cNvPr>
            <p:cNvSpPr/>
            <p:nvPr/>
          </p:nvSpPr>
          <p:spPr>
            <a:xfrm>
              <a:off x="6364312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" name="手繪多邊形 148">
              <a:extLst>
                <a:ext uri="{FF2B5EF4-FFF2-40B4-BE49-F238E27FC236}">
                  <a16:creationId xmlns:a16="http://schemas.microsoft.com/office/drawing/2014/main" id="{AA410AE8-C676-45D8-ABA2-75FEBC504458}"/>
                </a:ext>
              </a:extLst>
            </p:cNvPr>
            <p:cNvSpPr/>
            <p:nvPr/>
          </p:nvSpPr>
          <p:spPr>
            <a:xfrm>
              <a:off x="6661372" y="6105355"/>
              <a:ext cx="24109" cy="94602"/>
            </a:xfrm>
            <a:custGeom>
              <a:avLst/>
              <a:gdLst>
                <a:gd name="connsiteX0" fmla="*/ 24109 w 24109"/>
                <a:gd name="connsiteY0" fmla="*/ 28518 h 94602"/>
                <a:gd name="connsiteX1" fmla="*/ 0 w 24109"/>
                <a:gd name="connsiteY1" fmla="*/ 10 h 94602"/>
                <a:gd name="connsiteX2" fmla="*/ 431 w 24109"/>
                <a:gd name="connsiteY2" fmla="*/ 94603 h 94602"/>
                <a:gd name="connsiteX3" fmla="*/ 24109 w 24109"/>
                <a:gd name="connsiteY3" fmla="*/ 65664 h 94602"/>
                <a:gd name="connsiteX4" fmla="*/ 24109 w 24109"/>
                <a:gd name="connsiteY4" fmla="*/ 28518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9" h="94602">
                  <a:moveTo>
                    <a:pt x="24109" y="28518"/>
                  </a:moveTo>
                  <a:cubicBezTo>
                    <a:pt x="24109" y="12536"/>
                    <a:pt x="13346" y="-421"/>
                    <a:pt x="0" y="10"/>
                  </a:cubicBezTo>
                  <a:lnTo>
                    <a:pt x="431" y="94603"/>
                  </a:lnTo>
                  <a:cubicBezTo>
                    <a:pt x="13777" y="94603"/>
                    <a:pt x="24109" y="81645"/>
                    <a:pt x="24109" y="65664"/>
                  </a:cubicBezTo>
                  <a:lnTo>
                    <a:pt x="24109" y="28518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6" name="手繪多邊形 149">
              <a:extLst>
                <a:ext uri="{FF2B5EF4-FFF2-40B4-BE49-F238E27FC236}">
                  <a16:creationId xmlns:a16="http://schemas.microsoft.com/office/drawing/2014/main" id="{9E341B5B-3E83-49AB-8066-B1B93E87E2AA}"/>
                </a:ext>
              </a:extLst>
            </p:cNvPr>
            <p:cNvSpPr/>
            <p:nvPr/>
          </p:nvSpPr>
          <p:spPr>
            <a:xfrm>
              <a:off x="6257100" y="6104933"/>
              <a:ext cx="24552" cy="94602"/>
            </a:xfrm>
            <a:custGeom>
              <a:avLst/>
              <a:gdLst>
                <a:gd name="connsiteX0" fmla="*/ 12 w 24552"/>
                <a:gd name="connsiteY0" fmla="*/ 28939 h 94602"/>
                <a:gd name="connsiteX1" fmla="*/ 443 w 24552"/>
                <a:gd name="connsiteY1" fmla="*/ 66085 h 94602"/>
                <a:gd name="connsiteX2" fmla="*/ 24552 w 24552"/>
                <a:gd name="connsiteY2" fmla="*/ 94592 h 94602"/>
                <a:gd name="connsiteX3" fmla="*/ 24122 w 24552"/>
                <a:gd name="connsiteY3" fmla="*/ 0 h 94602"/>
                <a:gd name="connsiteX4" fmla="*/ 12 w 24552"/>
                <a:gd name="connsiteY4" fmla="*/ 28939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2" h="94602">
                  <a:moveTo>
                    <a:pt x="12" y="28939"/>
                  </a:moveTo>
                  <a:lnTo>
                    <a:pt x="443" y="66085"/>
                  </a:lnTo>
                  <a:cubicBezTo>
                    <a:pt x="443" y="82066"/>
                    <a:pt x="11206" y="95024"/>
                    <a:pt x="24552" y="94592"/>
                  </a:cubicBezTo>
                  <a:lnTo>
                    <a:pt x="24122" y="0"/>
                  </a:lnTo>
                  <a:cubicBezTo>
                    <a:pt x="10345" y="432"/>
                    <a:pt x="-418" y="13390"/>
                    <a:pt x="12" y="28939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9629ABA9-2939-4293-AD9A-5A044689887F}"/>
              </a:ext>
            </a:extLst>
          </p:cNvPr>
          <p:cNvGrpSpPr/>
          <p:nvPr userDrawn="1"/>
        </p:nvGrpSpPr>
        <p:grpSpPr>
          <a:xfrm>
            <a:off x="4293299" y="5700913"/>
            <a:ext cx="579200" cy="252302"/>
            <a:chOff x="4281245" y="6063858"/>
            <a:chExt cx="713687" cy="310886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grpSp>
          <p:nvGrpSpPr>
            <p:cNvPr id="28" name="圖形 26">
              <a:extLst>
                <a:ext uri="{FF2B5EF4-FFF2-40B4-BE49-F238E27FC236}">
                  <a16:creationId xmlns:a16="http://schemas.microsoft.com/office/drawing/2014/main" id="{6261DEA2-7DE5-4743-8907-ADB3765E80A2}"/>
                </a:ext>
              </a:extLst>
            </p:cNvPr>
            <p:cNvGrpSpPr/>
            <p:nvPr/>
          </p:nvGrpSpPr>
          <p:grpSpPr>
            <a:xfrm>
              <a:off x="4281245" y="6063858"/>
              <a:ext cx="713687" cy="284341"/>
              <a:chOff x="4281245" y="6063858"/>
              <a:chExt cx="713687" cy="284341"/>
            </a:xfrm>
            <a:grpFill/>
          </p:grpSpPr>
          <p:sp>
            <p:nvSpPr>
              <p:cNvPr id="35" name="手繪多邊形 138">
                <a:extLst>
                  <a:ext uri="{FF2B5EF4-FFF2-40B4-BE49-F238E27FC236}">
                    <a16:creationId xmlns:a16="http://schemas.microsoft.com/office/drawing/2014/main" id="{F7CF7349-C7C5-4792-95DA-558AE1DDD56A}"/>
                  </a:ext>
                </a:extLst>
              </p:cNvPr>
              <p:cNvSpPr/>
              <p:nvPr/>
            </p:nvSpPr>
            <p:spPr>
              <a:xfrm>
                <a:off x="4541274" y="6322051"/>
                <a:ext cx="242314" cy="26148"/>
              </a:xfrm>
              <a:custGeom>
                <a:avLst/>
                <a:gdLst>
                  <a:gd name="connsiteX0" fmla="*/ 234040 w 242314"/>
                  <a:gd name="connsiteY0" fmla="*/ 5151 h 26148"/>
                  <a:gd name="connsiteX1" fmla="*/ 108746 w 242314"/>
                  <a:gd name="connsiteY1" fmla="*/ 792 h 26148"/>
                  <a:gd name="connsiteX2" fmla="*/ 6698 w 242314"/>
                  <a:gd name="connsiteY2" fmla="*/ 0 h 26148"/>
                  <a:gd name="connsiteX3" fmla="*/ 0 w 242314"/>
                  <a:gd name="connsiteY3" fmla="*/ 20602 h 26148"/>
                  <a:gd name="connsiteX4" fmla="*/ 108352 w 242314"/>
                  <a:gd name="connsiteY4" fmla="*/ 21395 h 26148"/>
                  <a:gd name="connsiteX5" fmla="*/ 242314 w 242314"/>
                  <a:gd name="connsiteY5" fmla="*/ 26149 h 26148"/>
                  <a:gd name="connsiteX6" fmla="*/ 234040 w 242314"/>
                  <a:gd name="connsiteY6" fmla="*/ 5151 h 2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314" h="26148">
                    <a:moveTo>
                      <a:pt x="234040" y="5151"/>
                    </a:moveTo>
                    <a:lnTo>
                      <a:pt x="108746" y="792"/>
                    </a:lnTo>
                    <a:cubicBezTo>
                      <a:pt x="77619" y="792"/>
                      <a:pt x="42159" y="396"/>
                      <a:pt x="6698" y="0"/>
                    </a:cubicBezTo>
                    <a:cubicBezTo>
                      <a:pt x="5516" y="7132"/>
                      <a:pt x="3152" y="14263"/>
                      <a:pt x="0" y="20602"/>
                    </a:cubicBezTo>
                    <a:cubicBezTo>
                      <a:pt x="35855" y="20998"/>
                      <a:pt x="72891" y="20998"/>
                      <a:pt x="108352" y="21395"/>
                    </a:cubicBezTo>
                    <a:lnTo>
                      <a:pt x="242314" y="26149"/>
                    </a:lnTo>
                    <a:cubicBezTo>
                      <a:pt x="238768" y="19414"/>
                      <a:pt x="236010" y="12282"/>
                      <a:pt x="234040" y="5151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6" name="手繪多邊形 139">
                <a:extLst>
                  <a:ext uri="{FF2B5EF4-FFF2-40B4-BE49-F238E27FC236}">
                    <a16:creationId xmlns:a16="http://schemas.microsoft.com/office/drawing/2014/main" id="{A71D713E-B2E6-427A-91E3-C0A77888C33D}"/>
                  </a:ext>
                </a:extLst>
              </p:cNvPr>
              <p:cNvSpPr/>
              <p:nvPr/>
            </p:nvSpPr>
            <p:spPr>
              <a:xfrm>
                <a:off x="4281245" y="6063858"/>
                <a:ext cx="713687" cy="276813"/>
              </a:xfrm>
              <a:custGeom>
                <a:avLst/>
                <a:gdLst>
                  <a:gd name="connsiteX0" fmla="*/ 712350 w 713687"/>
                  <a:gd name="connsiteY0" fmla="*/ 190443 h 276813"/>
                  <a:gd name="connsiteX1" fmla="*/ 710774 w 713687"/>
                  <a:gd name="connsiteY1" fmla="*/ 180538 h 276813"/>
                  <a:gd name="connsiteX2" fmla="*/ 708410 w 713687"/>
                  <a:gd name="connsiteY2" fmla="*/ 145673 h 276813"/>
                  <a:gd name="connsiteX3" fmla="*/ 705651 w 713687"/>
                  <a:gd name="connsiteY3" fmla="*/ 113977 h 276813"/>
                  <a:gd name="connsiteX4" fmla="*/ 703287 w 713687"/>
                  <a:gd name="connsiteY4" fmla="*/ 105261 h 276813"/>
                  <a:gd name="connsiteX5" fmla="*/ 693831 w 713687"/>
                  <a:gd name="connsiteY5" fmla="*/ 93771 h 276813"/>
                  <a:gd name="connsiteX6" fmla="*/ 648914 w 713687"/>
                  <a:gd name="connsiteY6" fmla="*/ 69603 h 276813"/>
                  <a:gd name="connsiteX7" fmla="*/ 566173 w 713687"/>
                  <a:gd name="connsiteY7" fmla="*/ 27606 h 276813"/>
                  <a:gd name="connsiteX8" fmla="*/ 398326 w 713687"/>
                  <a:gd name="connsiteY8" fmla="*/ 1061 h 276813"/>
                  <a:gd name="connsiteX9" fmla="*/ 263575 w 713687"/>
                  <a:gd name="connsiteY9" fmla="*/ 44642 h 276813"/>
                  <a:gd name="connsiteX10" fmla="*/ 243875 w 713687"/>
                  <a:gd name="connsiteY10" fmla="*/ 55736 h 276813"/>
                  <a:gd name="connsiteX11" fmla="*/ 213537 w 713687"/>
                  <a:gd name="connsiteY11" fmla="*/ 73169 h 276813"/>
                  <a:gd name="connsiteX12" fmla="*/ 157193 w 713687"/>
                  <a:gd name="connsiteY12" fmla="*/ 88224 h 276813"/>
                  <a:gd name="connsiteX13" fmla="*/ 156011 w 713687"/>
                  <a:gd name="connsiteY13" fmla="*/ 88224 h 276813"/>
                  <a:gd name="connsiteX14" fmla="*/ 72876 w 713687"/>
                  <a:gd name="connsiteY14" fmla="*/ 103676 h 276813"/>
                  <a:gd name="connsiteX15" fmla="*/ 15351 w 713687"/>
                  <a:gd name="connsiteY15" fmla="*/ 143692 h 276813"/>
                  <a:gd name="connsiteX16" fmla="*/ 15351 w 713687"/>
                  <a:gd name="connsiteY16" fmla="*/ 143692 h 276813"/>
                  <a:gd name="connsiteX17" fmla="*/ 7865 w 713687"/>
                  <a:gd name="connsiteY17" fmla="*/ 236798 h 276813"/>
                  <a:gd name="connsiteX18" fmla="*/ 25201 w 713687"/>
                  <a:gd name="connsiteY18" fmla="*/ 256608 h 276813"/>
                  <a:gd name="connsiteX19" fmla="*/ 58692 w 713687"/>
                  <a:gd name="connsiteY19" fmla="*/ 274040 h 276813"/>
                  <a:gd name="connsiteX20" fmla="*/ 113065 w 713687"/>
                  <a:gd name="connsiteY20" fmla="*/ 276814 h 276813"/>
                  <a:gd name="connsiteX21" fmla="*/ 107155 w 713687"/>
                  <a:gd name="connsiteY21" fmla="*/ 256211 h 276813"/>
                  <a:gd name="connsiteX22" fmla="*/ 65390 w 713687"/>
                  <a:gd name="connsiteY22" fmla="*/ 254627 h 276813"/>
                  <a:gd name="connsiteX23" fmla="*/ 36627 w 713687"/>
                  <a:gd name="connsiteY23" fmla="*/ 239571 h 276813"/>
                  <a:gd name="connsiteX24" fmla="*/ 26383 w 713687"/>
                  <a:gd name="connsiteY24" fmla="*/ 227685 h 276813"/>
                  <a:gd name="connsiteX25" fmla="*/ 31899 w 713687"/>
                  <a:gd name="connsiteY25" fmla="*/ 155577 h 276813"/>
                  <a:gd name="connsiteX26" fmla="*/ 78392 w 713687"/>
                  <a:gd name="connsiteY26" fmla="*/ 123089 h 276813"/>
                  <a:gd name="connsiteX27" fmla="*/ 157587 w 713687"/>
                  <a:gd name="connsiteY27" fmla="*/ 108430 h 276813"/>
                  <a:gd name="connsiteX28" fmla="*/ 158770 w 713687"/>
                  <a:gd name="connsiteY28" fmla="*/ 108430 h 276813"/>
                  <a:gd name="connsiteX29" fmla="*/ 223781 w 713687"/>
                  <a:gd name="connsiteY29" fmla="*/ 90205 h 276813"/>
                  <a:gd name="connsiteX30" fmla="*/ 252937 w 713687"/>
                  <a:gd name="connsiteY30" fmla="*/ 73565 h 276813"/>
                  <a:gd name="connsiteX31" fmla="*/ 273032 w 713687"/>
                  <a:gd name="connsiteY31" fmla="*/ 62471 h 276813"/>
                  <a:gd name="connsiteX32" fmla="*/ 398326 w 713687"/>
                  <a:gd name="connsiteY32" fmla="*/ 20871 h 276813"/>
                  <a:gd name="connsiteX33" fmla="*/ 557111 w 713687"/>
                  <a:gd name="connsiteY33" fmla="*/ 46227 h 276813"/>
                  <a:gd name="connsiteX34" fmla="*/ 637488 w 713687"/>
                  <a:gd name="connsiteY34" fmla="*/ 87036 h 276813"/>
                  <a:gd name="connsiteX35" fmla="*/ 682405 w 713687"/>
                  <a:gd name="connsiteY35" fmla="*/ 111203 h 276813"/>
                  <a:gd name="connsiteX36" fmla="*/ 684375 w 713687"/>
                  <a:gd name="connsiteY36" fmla="*/ 119127 h 276813"/>
                  <a:gd name="connsiteX37" fmla="*/ 686739 w 713687"/>
                  <a:gd name="connsiteY37" fmla="*/ 140918 h 276813"/>
                  <a:gd name="connsiteX38" fmla="*/ 689103 w 713687"/>
                  <a:gd name="connsiteY38" fmla="*/ 183707 h 276813"/>
                  <a:gd name="connsiteX39" fmla="*/ 690679 w 713687"/>
                  <a:gd name="connsiteY39" fmla="*/ 193216 h 276813"/>
                  <a:gd name="connsiteX40" fmla="*/ 672555 w 713687"/>
                  <a:gd name="connsiteY40" fmla="*/ 245514 h 276813"/>
                  <a:gd name="connsiteX41" fmla="*/ 651673 w 713687"/>
                  <a:gd name="connsiteY41" fmla="*/ 249872 h 276813"/>
                  <a:gd name="connsiteX42" fmla="*/ 646944 w 713687"/>
                  <a:gd name="connsiteY42" fmla="*/ 271663 h 276813"/>
                  <a:gd name="connsiteX43" fmla="*/ 684769 w 713687"/>
                  <a:gd name="connsiteY43" fmla="*/ 262551 h 276813"/>
                  <a:gd name="connsiteX44" fmla="*/ 712350 w 713687"/>
                  <a:gd name="connsiteY44" fmla="*/ 190443 h 276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13687" h="276813">
                    <a:moveTo>
                      <a:pt x="712350" y="190443"/>
                    </a:moveTo>
                    <a:cubicBezTo>
                      <a:pt x="711956" y="187273"/>
                      <a:pt x="711168" y="183707"/>
                      <a:pt x="710774" y="180538"/>
                    </a:cubicBezTo>
                    <a:cubicBezTo>
                      <a:pt x="708410" y="168256"/>
                      <a:pt x="706440" y="156370"/>
                      <a:pt x="708410" y="145673"/>
                    </a:cubicBezTo>
                    <a:cubicBezTo>
                      <a:pt x="710774" y="132994"/>
                      <a:pt x="708016" y="123089"/>
                      <a:pt x="705651" y="113977"/>
                    </a:cubicBezTo>
                    <a:cubicBezTo>
                      <a:pt x="704863" y="111203"/>
                      <a:pt x="704075" y="108034"/>
                      <a:pt x="703287" y="105261"/>
                    </a:cubicBezTo>
                    <a:cubicBezTo>
                      <a:pt x="702105" y="100110"/>
                      <a:pt x="698559" y="95752"/>
                      <a:pt x="693831" y="93771"/>
                    </a:cubicBezTo>
                    <a:cubicBezTo>
                      <a:pt x="678859" y="86243"/>
                      <a:pt x="663493" y="77527"/>
                      <a:pt x="648914" y="69603"/>
                    </a:cubicBezTo>
                    <a:cubicBezTo>
                      <a:pt x="622122" y="54944"/>
                      <a:pt x="594541" y="39492"/>
                      <a:pt x="566173" y="27606"/>
                    </a:cubicBezTo>
                    <a:cubicBezTo>
                      <a:pt x="513376" y="5815"/>
                      <a:pt x="455457" y="-3297"/>
                      <a:pt x="398326" y="1061"/>
                    </a:cubicBezTo>
                    <a:cubicBezTo>
                      <a:pt x="352621" y="3834"/>
                      <a:pt x="308886" y="18097"/>
                      <a:pt x="263575" y="44642"/>
                    </a:cubicBezTo>
                    <a:cubicBezTo>
                      <a:pt x="257271" y="48604"/>
                      <a:pt x="250573" y="52170"/>
                      <a:pt x="243875" y="55736"/>
                    </a:cubicBezTo>
                    <a:cubicBezTo>
                      <a:pt x="234025" y="61283"/>
                      <a:pt x="223781" y="66829"/>
                      <a:pt x="213537" y="73169"/>
                    </a:cubicBezTo>
                    <a:cubicBezTo>
                      <a:pt x="196200" y="84262"/>
                      <a:pt x="177288" y="86243"/>
                      <a:pt x="157193" y="88224"/>
                    </a:cubicBezTo>
                    <a:lnTo>
                      <a:pt x="156011" y="88224"/>
                    </a:lnTo>
                    <a:cubicBezTo>
                      <a:pt x="127643" y="91394"/>
                      <a:pt x="100062" y="94959"/>
                      <a:pt x="72876" y="103676"/>
                    </a:cubicBezTo>
                    <a:cubicBezTo>
                      <a:pt x="50024" y="110015"/>
                      <a:pt x="29535" y="124278"/>
                      <a:pt x="15351" y="143692"/>
                    </a:cubicBezTo>
                    <a:cubicBezTo>
                      <a:pt x="15351" y="143692"/>
                      <a:pt x="15351" y="143692"/>
                      <a:pt x="15351" y="143692"/>
                    </a:cubicBezTo>
                    <a:cubicBezTo>
                      <a:pt x="-1591" y="167067"/>
                      <a:pt x="-5137" y="209856"/>
                      <a:pt x="7865" y="236798"/>
                    </a:cubicBezTo>
                    <a:cubicBezTo>
                      <a:pt x="11805" y="244722"/>
                      <a:pt x="17715" y="251853"/>
                      <a:pt x="25201" y="256608"/>
                    </a:cubicBezTo>
                    <a:cubicBezTo>
                      <a:pt x="35839" y="263739"/>
                      <a:pt x="46871" y="269682"/>
                      <a:pt x="58692" y="274040"/>
                    </a:cubicBezTo>
                    <a:cubicBezTo>
                      <a:pt x="61844" y="275229"/>
                      <a:pt x="82332" y="276021"/>
                      <a:pt x="113065" y="276814"/>
                    </a:cubicBezTo>
                    <a:cubicBezTo>
                      <a:pt x="110307" y="270474"/>
                      <a:pt x="108337" y="263343"/>
                      <a:pt x="107155" y="256211"/>
                    </a:cubicBezTo>
                    <a:cubicBezTo>
                      <a:pt x="84696" y="255815"/>
                      <a:pt x="69330" y="255023"/>
                      <a:pt x="65390" y="254627"/>
                    </a:cubicBezTo>
                    <a:cubicBezTo>
                      <a:pt x="55146" y="250665"/>
                      <a:pt x="45689" y="245910"/>
                      <a:pt x="36627" y="239571"/>
                    </a:cubicBezTo>
                    <a:cubicBezTo>
                      <a:pt x="32293" y="236798"/>
                      <a:pt x="28747" y="232440"/>
                      <a:pt x="26383" y="227685"/>
                    </a:cubicBezTo>
                    <a:cubicBezTo>
                      <a:pt x="16927" y="207875"/>
                      <a:pt x="19685" y="173010"/>
                      <a:pt x="31899" y="155577"/>
                    </a:cubicBezTo>
                    <a:cubicBezTo>
                      <a:pt x="43325" y="140126"/>
                      <a:pt x="59874" y="128636"/>
                      <a:pt x="78392" y="123089"/>
                    </a:cubicBezTo>
                    <a:cubicBezTo>
                      <a:pt x="104003" y="115165"/>
                      <a:pt x="130401" y="111600"/>
                      <a:pt x="157587" y="108430"/>
                    </a:cubicBezTo>
                    <a:lnTo>
                      <a:pt x="158770" y="108430"/>
                    </a:lnTo>
                    <a:cubicBezTo>
                      <a:pt x="180440" y="106053"/>
                      <a:pt x="202504" y="103676"/>
                      <a:pt x="223781" y="90205"/>
                    </a:cubicBezTo>
                    <a:cubicBezTo>
                      <a:pt x="233237" y="84262"/>
                      <a:pt x="243087" y="78715"/>
                      <a:pt x="252937" y="73565"/>
                    </a:cubicBezTo>
                    <a:cubicBezTo>
                      <a:pt x="259635" y="69999"/>
                      <a:pt x="266333" y="66037"/>
                      <a:pt x="273032" y="62471"/>
                    </a:cubicBezTo>
                    <a:cubicBezTo>
                      <a:pt x="315190" y="37511"/>
                      <a:pt x="356167" y="24040"/>
                      <a:pt x="398326" y="20871"/>
                    </a:cubicBezTo>
                    <a:cubicBezTo>
                      <a:pt x="452305" y="16909"/>
                      <a:pt x="507072" y="25625"/>
                      <a:pt x="557111" y="46227"/>
                    </a:cubicBezTo>
                    <a:cubicBezTo>
                      <a:pt x="584691" y="57321"/>
                      <a:pt x="611484" y="72376"/>
                      <a:pt x="637488" y="87036"/>
                    </a:cubicBezTo>
                    <a:cubicBezTo>
                      <a:pt x="652067" y="95356"/>
                      <a:pt x="667433" y="103676"/>
                      <a:pt x="682405" y="111203"/>
                    </a:cubicBezTo>
                    <a:cubicBezTo>
                      <a:pt x="683193" y="113977"/>
                      <a:pt x="683981" y="116750"/>
                      <a:pt x="684375" y="119127"/>
                    </a:cubicBezTo>
                    <a:cubicBezTo>
                      <a:pt x="686739" y="127051"/>
                      <a:pt x="688315" y="133390"/>
                      <a:pt x="686739" y="140918"/>
                    </a:cubicBezTo>
                    <a:cubicBezTo>
                      <a:pt x="683981" y="155577"/>
                      <a:pt x="686345" y="169841"/>
                      <a:pt x="689103" y="183707"/>
                    </a:cubicBezTo>
                    <a:cubicBezTo>
                      <a:pt x="689497" y="186877"/>
                      <a:pt x="690285" y="190047"/>
                      <a:pt x="690679" y="193216"/>
                    </a:cubicBezTo>
                    <a:cubicBezTo>
                      <a:pt x="694225" y="217384"/>
                      <a:pt x="689891" y="230855"/>
                      <a:pt x="672555" y="245514"/>
                    </a:cubicBezTo>
                    <a:cubicBezTo>
                      <a:pt x="669403" y="246703"/>
                      <a:pt x="661917" y="247891"/>
                      <a:pt x="651673" y="249872"/>
                    </a:cubicBezTo>
                    <a:cubicBezTo>
                      <a:pt x="651279" y="257400"/>
                      <a:pt x="649702" y="264532"/>
                      <a:pt x="646944" y="271663"/>
                    </a:cubicBezTo>
                    <a:cubicBezTo>
                      <a:pt x="679647" y="266513"/>
                      <a:pt x="682405" y="264135"/>
                      <a:pt x="684769" y="262551"/>
                    </a:cubicBezTo>
                    <a:cubicBezTo>
                      <a:pt x="709592" y="242741"/>
                      <a:pt x="717078" y="222138"/>
                      <a:pt x="712350" y="190443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sp>
          <p:nvSpPr>
            <p:cNvPr id="29" name="手繪多邊形 132">
              <a:extLst>
                <a:ext uri="{FF2B5EF4-FFF2-40B4-BE49-F238E27FC236}">
                  <a16:creationId xmlns:a16="http://schemas.microsoft.com/office/drawing/2014/main" id="{C6C78441-6883-46B4-A2FB-B634355D247F}"/>
                </a:ext>
              </a:extLst>
            </p:cNvPr>
            <p:cNvSpPr/>
            <p:nvPr/>
          </p:nvSpPr>
          <p:spPr>
            <a:xfrm>
              <a:off x="4638439" y="6138612"/>
              <a:ext cx="110083" cy="171082"/>
            </a:xfrm>
            <a:custGeom>
              <a:avLst/>
              <a:gdLst>
                <a:gd name="connsiteX0" fmla="*/ 61620 w 110083"/>
                <a:gd name="connsiteY0" fmla="*/ 0 h 171082"/>
                <a:gd name="connsiteX1" fmla="*/ 106931 w 110083"/>
                <a:gd name="connsiteY1" fmla="*/ 0 h 171082"/>
                <a:gd name="connsiteX2" fmla="*/ 110083 w 110083"/>
                <a:gd name="connsiteY2" fmla="*/ 3170 h 171082"/>
                <a:gd name="connsiteX3" fmla="*/ 109295 w 110083"/>
                <a:gd name="connsiteY3" fmla="*/ 5151 h 171082"/>
                <a:gd name="connsiteX4" fmla="*/ 63984 w 110083"/>
                <a:gd name="connsiteY4" fmla="*/ 60618 h 171082"/>
                <a:gd name="connsiteX5" fmla="*/ 64378 w 110083"/>
                <a:gd name="connsiteY5" fmla="*/ 64976 h 171082"/>
                <a:gd name="connsiteX6" fmla="*/ 66348 w 110083"/>
                <a:gd name="connsiteY6" fmla="*/ 65769 h 171082"/>
                <a:gd name="connsiteX7" fmla="*/ 101415 w 110083"/>
                <a:gd name="connsiteY7" fmla="*/ 65769 h 171082"/>
                <a:gd name="connsiteX8" fmla="*/ 104567 w 110083"/>
                <a:gd name="connsiteY8" fmla="*/ 68938 h 171082"/>
                <a:gd name="connsiteX9" fmla="*/ 103779 w 110083"/>
                <a:gd name="connsiteY9" fmla="*/ 70919 h 171082"/>
                <a:gd name="connsiteX10" fmla="*/ 5277 w 110083"/>
                <a:gd name="connsiteY10" fmla="*/ 169968 h 171082"/>
                <a:gd name="connsiteX11" fmla="*/ 943 w 110083"/>
                <a:gd name="connsiteY11" fmla="*/ 170364 h 171082"/>
                <a:gd name="connsiteX12" fmla="*/ 549 w 110083"/>
                <a:gd name="connsiteY12" fmla="*/ 166403 h 171082"/>
                <a:gd name="connsiteX13" fmla="*/ 41132 w 110083"/>
                <a:gd name="connsiteY13" fmla="*/ 93106 h 171082"/>
                <a:gd name="connsiteX14" fmla="*/ 39950 w 110083"/>
                <a:gd name="connsiteY14" fmla="*/ 89144 h 171082"/>
                <a:gd name="connsiteX15" fmla="*/ 38374 w 110083"/>
                <a:gd name="connsiteY15" fmla="*/ 88748 h 171082"/>
                <a:gd name="connsiteX16" fmla="*/ 12369 w 110083"/>
                <a:gd name="connsiteY16" fmla="*/ 88748 h 171082"/>
                <a:gd name="connsiteX17" fmla="*/ 9217 w 110083"/>
                <a:gd name="connsiteY17" fmla="*/ 85578 h 171082"/>
                <a:gd name="connsiteX18" fmla="*/ 9611 w 110083"/>
                <a:gd name="connsiteY18" fmla="*/ 83994 h 171082"/>
                <a:gd name="connsiteX19" fmla="*/ 58862 w 110083"/>
                <a:gd name="connsiteY19" fmla="*/ 1585 h 171082"/>
                <a:gd name="connsiteX20" fmla="*/ 61620 w 110083"/>
                <a:gd name="connsiteY20" fmla="*/ 0 h 17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083" h="171082">
                  <a:moveTo>
                    <a:pt x="61620" y="0"/>
                  </a:moveTo>
                  <a:lnTo>
                    <a:pt x="106931" y="0"/>
                  </a:lnTo>
                  <a:cubicBezTo>
                    <a:pt x="108507" y="0"/>
                    <a:pt x="110083" y="1189"/>
                    <a:pt x="110083" y="3170"/>
                  </a:cubicBezTo>
                  <a:cubicBezTo>
                    <a:pt x="110083" y="3962"/>
                    <a:pt x="109689" y="4358"/>
                    <a:pt x="109295" y="5151"/>
                  </a:cubicBezTo>
                  <a:lnTo>
                    <a:pt x="63984" y="60618"/>
                  </a:lnTo>
                  <a:cubicBezTo>
                    <a:pt x="62802" y="61807"/>
                    <a:pt x="63196" y="63788"/>
                    <a:pt x="64378" y="64976"/>
                  </a:cubicBezTo>
                  <a:cubicBezTo>
                    <a:pt x="64772" y="65372"/>
                    <a:pt x="65560" y="65769"/>
                    <a:pt x="66348" y="65769"/>
                  </a:cubicBezTo>
                  <a:lnTo>
                    <a:pt x="101415" y="65769"/>
                  </a:lnTo>
                  <a:cubicBezTo>
                    <a:pt x="102991" y="65769"/>
                    <a:pt x="104567" y="66957"/>
                    <a:pt x="104567" y="68938"/>
                  </a:cubicBezTo>
                  <a:cubicBezTo>
                    <a:pt x="104567" y="69731"/>
                    <a:pt x="104173" y="70523"/>
                    <a:pt x="103779" y="70919"/>
                  </a:cubicBezTo>
                  <a:lnTo>
                    <a:pt x="5277" y="169968"/>
                  </a:lnTo>
                  <a:cubicBezTo>
                    <a:pt x="4095" y="171157"/>
                    <a:pt x="2125" y="171553"/>
                    <a:pt x="943" y="170364"/>
                  </a:cubicBezTo>
                  <a:cubicBezTo>
                    <a:pt x="-239" y="169572"/>
                    <a:pt x="-239" y="167591"/>
                    <a:pt x="549" y="166403"/>
                  </a:cubicBezTo>
                  <a:lnTo>
                    <a:pt x="41132" y="93106"/>
                  </a:lnTo>
                  <a:cubicBezTo>
                    <a:pt x="41920" y="91521"/>
                    <a:pt x="41526" y="89937"/>
                    <a:pt x="39950" y="89144"/>
                  </a:cubicBezTo>
                  <a:cubicBezTo>
                    <a:pt x="39556" y="88748"/>
                    <a:pt x="39162" y="88748"/>
                    <a:pt x="38374" y="88748"/>
                  </a:cubicBezTo>
                  <a:lnTo>
                    <a:pt x="12369" y="88748"/>
                  </a:lnTo>
                  <a:cubicBezTo>
                    <a:pt x="10793" y="88748"/>
                    <a:pt x="9217" y="87559"/>
                    <a:pt x="9217" y="85578"/>
                  </a:cubicBezTo>
                  <a:cubicBezTo>
                    <a:pt x="9217" y="85182"/>
                    <a:pt x="9217" y="84390"/>
                    <a:pt x="9611" y="83994"/>
                  </a:cubicBezTo>
                  <a:lnTo>
                    <a:pt x="58862" y="1585"/>
                  </a:lnTo>
                  <a:cubicBezTo>
                    <a:pt x="59650" y="396"/>
                    <a:pt x="60438" y="0"/>
                    <a:pt x="61620" y="0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0" name="手繪多邊形 133">
              <a:extLst>
                <a:ext uri="{FF2B5EF4-FFF2-40B4-BE49-F238E27FC236}">
                  <a16:creationId xmlns:a16="http://schemas.microsoft.com/office/drawing/2014/main" id="{45DCE114-CC02-4085-BBC7-3B029BE4FD01}"/>
                </a:ext>
              </a:extLst>
            </p:cNvPr>
            <p:cNvSpPr/>
            <p:nvPr/>
          </p:nvSpPr>
          <p:spPr>
            <a:xfrm>
              <a:off x="4758372" y="6138612"/>
              <a:ext cx="55555" cy="77258"/>
            </a:xfrm>
            <a:custGeom>
              <a:avLst/>
              <a:gdLst>
                <a:gd name="connsiteX0" fmla="*/ 0 w 55555"/>
                <a:gd name="connsiteY0" fmla="*/ 75277 h 77258"/>
                <a:gd name="connsiteX1" fmla="*/ 0 w 55555"/>
                <a:gd name="connsiteY1" fmla="*/ 1981 h 77258"/>
                <a:gd name="connsiteX2" fmla="*/ 1970 w 55555"/>
                <a:gd name="connsiteY2" fmla="*/ 0 h 77258"/>
                <a:gd name="connsiteX3" fmla="*/ 55555 w 55555"/>
                <a:gd name="connsiteY3" fmla="*/ 0 h 77258"/>
                <a:gd name="connsiteX4" fmla="*/ 55555 w 55555"/>
                <a:gd name="connsiteY4" fmla="*/ 13471 h 77258"/>
                <a:gd name="connsiteX5" fmla="*/ 16942 w 55555"/>
                <a:gd name="connsiteY5" fmla="*/ 13471 h 77258"/>
                <a:gd name="connsiteX6" fmla="*/ 14972 w 55555"/>
                <a:gd name="connsiteY6" fmla="*/ 15452 h 77258"/>
                <a:gd name="connsiteX7" fmla="*/ 14972 w 55555"/>
                <a:gd name="connsiteY7" fmla="*/ 29715 h 77258"/>
                <a:gd name="connsiteX8" fmla="*/ 16942 w 55555"/>
                <a:gd name="connsiteY8" fmla="*/ 31696 h 77258"/>
                <a:gd name="connsiteX9" fmla="*/ 43341 w 55555"/>
                <a:gd name="connsiteY9" fmla="*/ 31696 h 77258"/>
                <a:gd name="connsiteX10" fmla="*/ 45311 w 55555"/>
                <a:gd name="connsiteY10" fmla="*/ 33677 h 77258"/>
                <a:gd name="connsiteX11" fmla="*/ 45311 w 55555"/>
                <a:gd name="connsiteY11" fmla="*/ 43185 h 77258"/>
                <a:gd name="connsiteX12" fmla="*/ 43341 w 55555"/>
                <a:gd name="connsiteY12" fmla="*/ 45166 h 77258"/>
                <a:gd name="connsiteX13" fmla="*/ 16942 w 55555"/>
                <a:gd name="connsiteY13" fmla="*/ 45166 h 77258"/>
                <a:gd name="connsiteX14" fmla="*/ 14972 w 55555"/>
                <a:gd name="connsiteY14" fmla="*/ 47147 h 77258"/>
                <a:gd name="connsiteX15" fmla="*/ 14972 w 55555"/>
                <a:gd name="connsiteY15" fmla="*/ 61807 h 77258"/>
                <a:gd name="connsiteX16" fmla="*/ 16942 w 55555"/>
                <a:gd name="connsiteY16" fmla="*/ 63788 h 77258"/>
                <a:gd name="connsiteX17" fmla="*/ 48463 w 55555"/>
                <a:gd name="connsiteY17" fmla="*/ 63788 h 77258"/>
                <a:gd name="connsiteX18" fmla="*/ 50433 w 55555"/>
                <a:gd name="connsiteY18" fmla="*/ 65769 h 77258"/>
                <a:gd name="connsiteX19" fmla="*/ 50433 w 55555"/>
                <a:gd name="connsiteY19" fmla="*/ 65769 h 77258"/>
                <a:gd name="connsiteX20" fmla="*/ 50433 w 55555"/>
                <a:gd name="connsiteY20" fmla="*/ 75277 h 77258"/>
                <a:gd name="connsiteX21" fmla="*/ 48463 w 55555"/>
                <a:gd name="connsiteY21" fmla="*/ 77258 h 77258"/>
                <a:gd name="connsiteX22" fmla="*/ 1576 w 55555"/>
                <a:gd name="connsiteY22" fmla="*/ 77258 h 77258"/>
                <a:gd name="connsiteX23" fmla="*/ 0 w 55555"/>
                <a:gd name="connsiteY23" fmla="*/ 75277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555" h="77258">
                  <a:moveTo>
                    <a:pt x="0" y="75277"/>
                  </a:moveTo>
                  <a:lnTo>
                    <a:pt x="0" y="1981"/>
                  </a:lnTo>
                  <a:cubicBezTo>
                    <a:pt x="0" y="792"/>
                    <a:pt x="788" y="0"/>
                    <a:pt x="1970" y="0"/>
                  </a:cubicBezTo>
                  <a:lnTo>
                    <a:pt x="55555" y="0"/>
                  </a:lnTo>
                  <a:lnTo>
                    <a:pt x="55555" y="13471"/>
                  </a:lnTo>
                  <a:lnTo>
                    <a:pt x="16942" y="13471"/>
                  </a:lnTo>
                  <a:cubicBezTo>
                    <a:pt x="15760" y="13471"/>
                    <a:pt x="14972" y="14263"/>
                    <a:pt x="14972" y="15452"/>
                  </a:cubicBezTo>
                  <a:lnTo>
                    <a:pt x="14972" y="29715"/>
                  </a:lnTo>
                  <a:cubicBezTo>
                    <a:pt x="14972" y="30903"/>
                    <a:pt x="15760" y="31696"/>
                    <a:pt x="16942" y="31696"/>
                  </a:cubicBezTo>
                  <a:lnTo>
                    <a:pt x="43341" y="31696"/>
                  </a:lnTo>
                  <a:cubicBezTo>
                    <a:pt x="44523" y="31696"/>
                    <a:pt x="45311" y="32488"/>
                    <a:pt x="45311" y="33677"/>
                  </a:cubicBezTo>
                  <a:lnTo>
                    <a:pt x="45311" y="43185"/>
                  </a:lnTo>
                  <a:cubicBezTo>
                    <a:pt x="45311" y="44374"/>
                    <a:pt x="44523" y="45166"/>
                    <a:pt x="43341" y="45166"/>
                  </a:cubicBezTo>
                  <a:lnTo>
                    <a:pt x="16942" y="45166"/>
                  </a:lnTo>
                  <a:cubicBezTo>
                    <a:pt x="15760" y="45166"/>
                    <a:pt x="14972" y="45959"/>
                    <a:pt x="14972" y="47147"/>
                  </a:cubicBezTo>
                  <a:lnTo>
                    <a:pt x="14972" y="61807"/>
                  </a:lnTo>
                  <a:cubicBezTo>
                    <a:pt x="14972" y="62995"/>
                    <a:pt x="15760" y="63788"/>
                    <a:pt x="16942" y="63788"/>
                  </a:cubicBezTo>
                  <a:lnTo>
                    <a:pt x="48463" y="63788"/>
                  </a:lnTo>
                  <a:cubicBezTo>
                    <a:pt x="49645" y="63788"/>
                    <a:pt x="50433" y="64580"/>
                    <a:pt x="50433" y="65769"/>
                  </a:cubicBezTo>
                  <a:cubicBezTo>
                    <a:pt x="50433" y="65769"/>
                    <a:pt x="50433" y="65769"/>
                    <a:pt x="50433" y="65769"/>
                  </a:cubicBezTo>
                  <a:lnTo>
                    <a:pt x="50433" y="75277"/>
                  </a:lnTo>
                  <a:cubicBezTo>
                    <a:pt x="50433" y="76466"/>
                    <a:pt x="49645" y="77258"/>
                    <a:pt x="48463" y="77258"/>
                  </a:cubicBezTo>
                  <a:lnTo>
                    <a:pt x="1576" y="77258"/>
                  </a:lnTo>
                  <a:cubicBezTo>
                    <a:pt x="1182" y="77258"/>
                    <a:pt x="0" y="76466"/>
                    <a:pt x="0" y="75277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1" name="手繪多邊形 134">
              <a:extLst>
                <a:ext uri="{FF2B5EF4-FFF2-40B4-BE49-F238E27FC236}">
                  <a16:creationId xmlns:a16="http://schemas.microsoft.com/office/drawing/2014/main" id="{A2DB12F1-7B24-4861-B87B-E82BBA74CB42}"/>
                </a:ext>
              </a:extLst>
            </p:cNvPr>
            <p:cNvSpPr/>
            <p:nvPr/>
          </p:nvSpPr>
          <p:spPr>
            <a:xfrm>
              <a:off x="4805899" y="6138612"/>
              <a:ext cx="60430" cy="77258"/>
            </a:xfrm>
            <a:custGeom>
              <a:avLst/>
              <a:gdLst>
                <a:gd name="connsiteX0" fmla="*/ 34426 w 60430"/>
                <a:gd name="connsiteY0" fmla="*/ 77258 h 77258"/>
                <a:gd name="connsiteX1" fmla="*/ 25758 w 60430"/>
                <a:gd name="connsiteY1" fmla="*/ 77258 h 77258"/>
                <a:gd name="connsiteX2" fmla="*/ 23788 w 60430"/>
                <a:gd name="connsiteY2" fmla="*/ 75674 h 77258"/>
                <a:gd name="connsiteX3" fmla="*/ 148 w 60430"/>
                <a:gd name="connsiteY3" fmla="*/ 2377 h 77258"/>
                <a:gd name="connsiteX4" fmla="*/ 1330 w 60430"/>
                <a:gd name="connsiteY4" fmla="*/ 0 h 77258"/>
                <a:gd name="connsiteX5" fmla="*/ 2118 w 60430"/>
                <a:gd name="connsiteY5" fmla="*/ 0 h 77258"/>
                <a:gd name="connsiteX6" fmla="*/ 13544 w 60430"/>
                <a:gd name="connsiteY6" fmla="*/ 0 h 77258"/>
                <a:gd name="connsiteX7" fmla="*/ 15514 w 60430"/>
                <a:gd name="connsiteY7" fmla="*/ 1585 h 77258"/>
                <a:gd name="connsiteX8" fmla="*/ 28516 w 60430"/>
                <a:gd name="connsiteY8" fmla="*/ 44374 h 77258"/>
                <a:gd name="connsiteX9" fmla="*/ 30880 w 60430"/>
                <a:gd name="connsiteY9" fmla="*/ 45563 h 77258"/>
                <a:gd name="connsiteX10" fmla="*/ 32062 w 60430"/>
                <a:gd name="connsiteY10" fmla="*/ 44374 h 77258"/>
                <a:gd name="connsiteX11" fmla="*/ 45065 w 60430"/>
                <a:gd name="connsiteY11" fmla="*/ 1585 h 77258"/>
                <a:gd name="connsiteX12" fmla="*/ 47035 w 60430"/>
                <a:gd name="connsiteY12" fmla="*/ 0 h 77258"/>
                <a:gd name="connsiteX13" fmla="*/ 58461 w 60430"/>
                <a:gd name="connsiteY13" fmla="*/ 0 h 77258"/>
                <a:gd name="connsiteX14" fmla="*/ 60431 w 60430"/>
                <a:gd name="connsiteY14" fmla="*/ 1981 h 77258"/>
                <a:gd name="connsiteX15" fmla="*/ 60431 w 60430"/>
                <a:gd name="connsiteY15" fmla="*/ 2773 h 77258"/>
                <a:gd name="connsiteX16" fmla="*/ 36396 w 60430"/>
                <a:gd name="connsiteY16" fmla="*/ 76070 h 77258"/>
                <a:gd name="connsiteX17" fmla="*/ 34426 w 60430"/>
                <a:gd name="connsiteY17" fmla="*/ 77258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430" h="77258">
                  <a:moveTo>
                    <a:pt x="34426" y="77258"/>
                  </a:moveTo>
                  <a:lnTo>
                    <a:pt x="25758" y="77258"/>
                  </a:lnTo>
                  <a:cubicBezTo>
                    <a:pt x="24970" y="77258"/>
                    <a:pt x="24182" y="76862"/>
                    <a:pt x="23788" y="75674"/>
                  </a:cubicBezTo>
                  <a:lnTo>
                    <a:pt x="148" y="2377"/>
                  </a:lnTo>
                  <a:cubicBezTo>
                    <a:pt x="-246" y="1189"/>
                    <a:pt x="148" y="396"/>
                    <a:pt x="1330" y="0"/>
                  </a:cubicBezTo>
                  <a:cubicBezTo>
                    <a:pt x="1724" y="0"/>
                    <a:pt x="1724" y="0"/>
                    <a:pt x="2118" y="0"/>
                  </a:cubicBezTo>
                  <a:lnTo>
                    <a:pt x="13544" y="0"/>
                  </a:lnTo>
                  <a:cubicBezTo>
                    <a:pt x="14332" y="0"/>
                    <a:pt x="15120" y="396"/>
                    <a:pt x="15514" y="1585"/>
                  </a:cubicBezTo>
                  <a:lnTo>
                    <a:pt x="28516" y="44374"/>
                  </a:lnTo>
                  <a:cubicBezTo>
                    <a:pt x="28910" y="45563"/>
                    <a:pt x="30092" y="45959"/>
                    <a:pt x="30880" y="45563"/>
                  </a:cubicBezTo>
                  <a:cubicBezTo>
                    <a:pt x="31668" y="45563"/>
                    <a:pt x="32062" y="44770"/>
                    <a:pt x="32062" y="44374"/>
                  </a:cubicBezTo>
                  <a:lnTo>
                    <a:pt x="45065" y="1585"/>
                  </a:lnTo>
                  <a:cubicBezTo>
                    <a:pt x="45459" y="792"/>
                    <a:pt x="46247" y="0"/>
                    <a:pt x="47035" y="0"/>
                  </a:cubicBezTo>
                  <a:lnTo>
                    <a:pt x="58461" y="0"/>
                  </a:lnTo>
                  <a:cubicBezTo>
                    <a:pt x="59643" y="0"/>
                    <a:pt x="60431" y="792"/>
                    <a:pt x="60431" y="1981"/>
                  </a:cubicBezTo>
                  <a:cubicBezTo>
                    <a:pt x="60431" y="2377"/>
                    <a:pt x="60431" y="2377"/>
                    <a:pt x="60431" y="2773"/>
                  </a:cubicBezTo>
                  <a:lnTo>
                    <a:pt x="36396" y="76070"/>
                  </a:lnTo>
                  <a:cubicBezTo>
                    <a:pt x="36002" y="76862"/>
                    <a:pt x="35214" y="77258"/>
                    <a:pt x="34426" y="77258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2" name="手繪多邊形 135">
              <a:extLst>
                <a:ext uri="{FF2B5EF4-FFF2-40B4-BE49-F238E27FC236}">
                  <a16:creationId xmlns:a16="http://schemas.microsoft.com/office/drawing/2014/main" id="{0AA0F156-6AF0-4066-B9C8-21BF6C43AE88}"/>
                </a:ext>
              </a:extLst>
            </p:cNvPr>
            <p:cNvSpPr/>
            <p:nvPr/>
          </p:nvSpPr>
          <p:spPr>
            <a:xfrm>
              <a:off x="4531995" y="6092497"/>
              <a:ext cx="300251" cy="78206"/>
            </a:xfrm>
            <a:custGeom>
              <a:avLst/>
              <a:gdLst>
                <a:gd name="connsiteX0" fmla="*/ 119207 w 300251"/>
                <a:gd name="connsiteY0" fmla="*/ 78206 h 78206"/>
                <a:gd name="connsiteX1" fmla="*/ 10461 w 300251"/>
                <a:gd name="connsiteY1" fmla="*/ 78206 h 78206"/>
                <a:gd name="connsiteX2" fmla="*/ 611 w 300251"/>
                <a:gd name="connsiteY2" fmla="*/ 71075 h 78206"/>
                <a:gd name="connsiteX3" fmla="*/ 4157 w 300251"/>
                <a:gd name="connsiteY3" fmla="*/ 59585 h 78206"/>
                <a:gd name="connsiteX4" fmla="*/ 75472 w 300251"/>
                <a:gd name="connsiteY4" fmla="*/ 18381 h 78206"/>
                <a:gd name="connsiteX5" fmla="*/ 292964 w 300251"/>
                <a:gd name="connsiteY5" fmla="*/ 19966 h 78206"/>
                <a:gd name="connsiteX6" fmla="*/ 299662 w 300251"/>
                <a:gd name="connsiteY6" fmla="*/ 32644 h 78206"/>
                <a:gd name="connsiteX7" fmla="*/ 287054 w 300251"/>
                <a:gd name="connsiteY7" fmla="*/ 39379 h 78206"/>
                <a:gd name="connsiteX8" fmla="*/ 83746 w 300251"/>
                <a:gd name="connsiteY8" fmla="*/ 37002 h 78206"/>
                <a:gd name="connsiteX9" fmla="*/ 43952 w 300251"/>
                <a:gd name="connsiteY9" fmla="*/ 57208 h 78206"/>
                <a:gd name="connsiteX10" fmla="*/ 119207 w 300251"/>
                <a:gd name="connsiteY10" fmla="*/ 57208 h 78206"/>
                <a:gd name="connsiteX11" fmla="*/ 129451 w 300251"/>
                <a:gd name="connsiteY11" fmla="*/ 67509 h 78206"/>
                <a:gd name="connsiteX12" fmla="*/ 119207 w 300251"/>
                <a:gd name="connsiteY12" fmla="*/ 78206 h 7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0251" h="78206">
                  <a:moveTo>
                    <a:pt x="119207" y="78206"/>
                  </a:moveTo>
                  <a:lnTo>
                    <a:pt x="10461" y="78206"/>
                  </a:lnTo>
                  <a:cubicBezTo>
                    <a:pt x="6127" y="78206"/>
                    <a:pt x="2187" y="75433"/>
                    <a:pt x="611" y="71075"/>
                  </a:cubicBezTo>
                  <a:cubicBezTo>
                    <a:pt x="-965" y="66717"/>
                    <a:pt x="611" y="62359"/>
                    <a:pt x="4157" y="59585"/>
                  </a:cubicBezTo>
                  <a:cubicBezTo>
                    <a:pt x="25827" y="42945"/>
                    <a:pt x="49862" y="28682"/>
                    <a:pt x="75472" y="18381"/>
                  </a:cubicBezTo>
                  <a:cubicBezTo>
                    <a:pt x="134179" y="-6580"/>
                    <a:pt x="207071" y="-6183"/>
                    <a:pt x="292964" y="19966"/>
                  </a:cubicBezTo>
                  <a:cubicBezTo>
                    <a:pt x="298480" y="21550"/>
                    <a:pt x="301632" y="27493"/>
                    <a:pt x="299662" y="32644"/>
                  </a:cubicBezTo>
                  <a:cubicBezTo>
                    <a:pt x="298086" y="38191"/>
                    <a:pt x="292176" y="41360"/>
                    <a:pt x="287054" y="39379"/>
                  </a:cubicBezTo>
                  <a:cubicBezTo>
                    <a:pt x="206283" y="14815"/>
                    <a:pt x="137725" y="14023"/>
                    <a:pt x="83746" y="37002"/>
                  </a:cubicBezTo>
                  <a:cubicBezTo>
                    <a:pt x="69956" y="42549"/>
                    <a:pt x="56954" y="49680"/>
                    <a:pt x="43952" y="57208"/>
                  </a:cubicBezTo>
                  <a:lnTo>
                    <a:pt x="119207" y="57208"/>
                  </a:lnTo>
                  <a:cubicBezTo>
                    <a:pt x="124723" y="57208"/>
                    <a:pt x="129451" y="61962"/>
                    <a:pt x="129451" y="67509"/>
                  </a:cubicBezTo>
                  <a:cubicBezTo>
                    <a:pt x="129451" y="73056"/>
                    <a:pt x="124723" y="78206"/>
                    <a:pt x="119207" y="78206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3" name="手繪多邊形 136">
              <a:extLst>
                <a:ext uri="{FF2B5EF4-FFF2-40B4-BE49-F238E27FC236}">
                  <a16:creationId xmlns:a16="http://schemas.microsoft.com/office/drawing/2014/main" id="{05AC67D0-4FFC-4F21-B337-C61525E852EF}"/>
                </a:ext>
              </a:extLst>
            </p:cNvPr>
            <p:cNvSpPr/>
            <p:nvPr/>
          </p:nvSpPr>
          <p:spPr>
            <a:xfrm>
              <a:off x="4402584" y="6241227"/>
              <a:ext cx="132386" cy="133121"/>
            </a:xfrm>
            <a:custGeom>
              <a:avLst/>
              <a:gdLst>
                <a:gd name="connsiteX0" fmla="*/ 66193 w 132386"/>
                <a:gd name="connsiteY0" fmla="*/ 0 h 133121"/>
                <a:gd name="connsiteX1" fmla="*/ 0 w 132386"/>
                <a:gd name="connsiteY1" fmla="*/ 66561 h 133121"/>
                <a:gd name="connsiteX2" fmla="*/ 66193 w 132386"/>
                <a:gd name="connsiteY2" fmla="*/ 133122 h 133121"/>
                <a:gd name="connsiteX3" fmla="*/ 132386 w 132386"/>
                <a:gd name="connsiteY3" fmla="*/ 66561 h 133121"/>
                <a:gd name="connsiteX4" fmla="*/ 66193 w 132386"/>
                <a:gd name="connsiteY4" fmla="*/ 0 h 133121"/>
                <a:gd name="connsiteX5" fmla="*/ 66193 w 132386"/>
                <a:gd name="connsiteY5" fmla="*/ 91125 h 133121"/>
                <a:gd name="connsiteX6" fmla="*/ 41765 w 132386"/>
                <a:gd name="connsiteY6" fmla="*/ 66561 h 133121"/>
                <a:gd name="connsiteX7" fmla="*/ 66193 w 132386"/>
                <a:gd name="connsiteY7" fmla="*/ 41997 h 133121"/>
                <a:gd name="connsiteX8" fmla="*/ 90622 w 132386"/>
                <a:gd name="connsiteY8" fmla="*/ 66561 h 133121"/>
                <a:gd name="connsiteX9" fmla="*/ 66193 w 132386"/>
                <a:gd name="connsiteY9" fmla="*/ 91125 h 133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386" h="133121">
                  <a:moveTo>
                    <a:pt x="66193" y="0"/>
                  </a:moveTo>
                  <a:cubicBezTo>
                    <a:pt x="29551" y="0"/>
                    <a:pt x="0" y="29715"/>
                    <a:pt x="0" y="66561"/>
                  </a:cubicBezTo>
                  <a:cubicBezTo>
                    <a:pt x="0" y="103407"/>
                    <a:pt x="29551" y="133122"/>
                    <a:pt x="66193" y="133122"/>
                  </a:cubicBezTo>
                  <a:cubicBezTo>
                    <a:pt x="102836" y="133122"/>
                    <a:pt x="132386" y="103407"/>
                    <a:pt x="132386" y="66561"/>
                  </a:cubicBezTo>
                  <a:cubicBezTo>
                    <a:pt x="132386" y="29715"/>
                    <a:pt x="102836" y="0"/>
                    <a:pt x="66193" y="0"/>
                  </a:cubicBezTo>
                  <a:close/>
                  <a:moveTo>
                    <a:pt x="66193" y="91125"/>
                  </a:moveTo>
                  <a:cubicBezTo>
                    <a:pt x="52797" y="91125"/>
                    <a:pt x="41765" y="80032"/>
                    <a:pt x="41765" y="66561"/>
                  </a:cubicBezTo>
                  <a:cubicBezTo>
                    <a:pt x="41765" y="53090"/>
                    <a:pt x="52797" y="41997"/>
                    <a:pt x="66193" y="41997"/>
                  </a:cubicBezTo>
                  <a:cubicBezTo>
                    <a:pt x="79589" y="41997"/>
                    <a:pt x="90622" y="53090"/>
                    <a:pt x="90622" y="66561"/>
                  </a:cubicBezTo>
                  <a:cubicBezTo>
                    <a:pt x="90622" y="80032"/>
                    <a:pt x="79589" y="91125"/>
                    <a:pt x="66193" y="91125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4" name="手繪多邊形 137">
              <a:extLst>
                <a:ext uri="{FF2B5EF4-FFF2-40B4-BE49-F238E27FC236}">
                  <a16:creationId xmlns:a16="http://schemas.microsoft.com/office/drawing/2014/main" id="{BDEE6ADF-A297-43CD-86B9-E1F28B49B954}"/>
                </a:ext>
              </a:extLst>
            </p:cNvPr>
            <p:cNvSpPr/>
            <p:nvPr/>
          </p:nvSpPr>
          <p:spPr>
            <a:xfrm>
              <a:off x="4787135" y="6240830"/>
              <a:ext cx="133174" cy="133914"/>
            </a:xfrm>
            <a:custGeom>
              <a:avLst/>
              <a:gdLst>
                <a:gd name="connsiteX0" fmla="*/ 66587 w 133174"/>
                <a:gd name="connsiteY0" fmla="*/ 0 h 133914"/>
                <a:gd name="connsiteX1" fmla="*/ 0 w 133174"/>
                <a:gd name="connsiteY1" fmla="*/ 66957 h 133914"/>
                <a:gd name="connsiteX2" fmla="*/ 66587 w 133174"/>
                <a:gd name="connsiteY2" fmla="*/ 133914 h 133914"/>
                <a:gd name="connsiteX3" fmla="*/ 133174 w 133174"/>
                <a:gd name="connsiteY3" fmla="*/ 66957 h 133914"/>
                <a:gd name="connsiteX4" fmla="*/ 66587 w 133174"/>
                <a:gd name="connsiteY4" fmla="*/ 0 h 133914"/>
                <a:gd name="connsiteX5" fmla="*/ 66587 w 133174"/>
                <a:gd name="connsiteY5" fmla="*/ 87163 h 133914"/>
                <a:gd name="connsiteX6" fmla="*/ 46493 w 133174"/>
                <a:gd name="connsiteY6" fmla="*/ 66957 h 133914"/>
                <a:gd name="connsiteX7" fmla="*/ 66587 w 133174"/>
                <a:gd name="connsiteY7" fmla="*/ 46751 h 133914"/>
                <a:gd name="connsiteX8" fmla="*/ 86682 w 133174"/>
                <a:gd name="connsiteY8" fmla="*/ 66957 h 133914"/>
                <a:gd name="connsiteX9" fmla="*/ 66587 w 133174"/>
                <a:gd name="connsiteY9" fmla="*/ 87163 h 133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3174" h="133914">
                  <a:moveTo>
                    <a:pt x="66587" y="0"/>
                  </a:moveTo>
                  <a:cubicBezTo>
                    <a:pt x="29945" y="0"/>
                    <a:pt x="0" y="30111"/>
                    <a:pt x="0" y="66957"/>
                  </a:cubicBezTo>
                  <a:cubicBezTo>
                    <a:pt x="0" y="103803"/>
                    <a:pt x="29945" y="133914"/>
                    <a:pt x="66587" y="133914"/>
                  </a:cubicBezTo>
                  <a:cubicBezTo>
                    <a:pt x="103230" y="133914"/>
                    <a:pt x="133174" y="103803"/>
                    <a:pt x="133174" y="66957"/>
                  </a:cubicBezTo>
                  <a:cubicBezTo>
                    <a:pt x="133174" y="30111"/>
                    <a:pt x="103624" y="0"/>
                    <a:pt x="66587" y="0"/>
                  </a:cubicBezTo>
                  <a:close/>
                  <a:moveTo>
                    <a:pt x="66587" y="87163"/>
                  </a:moveTo>
                  <a:cubicBezTo>
                    <a:pt x="55555" y="87163"/>
                    <a:pt x="46493" y="78051"/>
                    <a:pt x="46493" y="66957"/>
                  </a:cubicBezTo>
                  <a:cubicBezTo>
                    <a:pt x="46493" y="55864"/>
                    <a:pt x="55555" y="46751"/>
                    <a:pt x="66587" y="46751"/>
                  </a:cubicBezTo>
                  <a:cubicBezTo>
                    <a:pt x="77619" y="46751"/>
                    <a:pt x="86682" y="55864"/>
                    <a:pt x="86682" y="66957"/>
                  </a:cubicBezTo>
                  <a:cubicBezTo>
                    <a:pt x="86682" y="78051"/>
                    <a:pt x="77619" y="87163"/>
                    <a:pt x="66587" y="87163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37" name="圖形 28">
            <a:extLst>
              <a:ext uri="{FF2B5EF4-FFF2-40B4-BE49-F238E27FC236}">
                <a16:creationId xmlns:a16="http://schemas.microsoft.com/office/drawing/2014/main" id="{AFDF9A1F-FB61-4600-AD54-6327FDC0386B}"/>
              </a:ext>
            </a:extLst>
          </p:cNvPr>
          <p:cNvGrpSpPr/>
          <p:nvPr userDrawn="1"/>
        </p:nvGrpSpPr>
        <p:grpSpPr>
          <a:xfrm>
            <a:off x="6563803" y="5597001"/>
            <a:ext cx="341537" cy="505305"/>
            <a:chOff x="7116910" y="5963038"/>
            <a:chExt cx="420840" cy="622635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38" name="手繪多邊形 65">
              <a:extLst>
                <a:ext uri="{FF2B5EF4-FFF2-40B4-BE49-F238E27FC236}">
                  <a16:creationId xmlns:a16="http://schemas.microsoft.com/office/drawing/2014/main" id="{F5D14E1B-3A64-44EE-977F-D279F74B853E}"/>
                </a:ext>
              </a:extLst>
            </p:cNvPr>
            <p:cNvSpPr/>
            <p:nvPr/>
          </p:nvSpPr>
          <p:spPr>
            <a:xfrm>
              <a:off x="7116910" y="5963038"/>
              <a:ext cx="420840" cy="622635"/>
            </a:xfrm>
            <a:custGeom>
              <a:avLst/>
              <a:gdLst>
                <a:gd name="connsiteX0" fmla="*/ 419320 w 420840"/>
                <a:gd name="connsiteY0" fmla="*/ 267791 h 622635"/>
                <a:gd name="connsiteX1" fmla="*/ 367133 w 420840"/>
                <a:gd name="connsiteY1" fmla="*/ 182756 h 622635"/>
                <a:gd name="connsiteX2" fmla="*/ 181778 w 420840"/>
                <a:gd name="connsiteY2" fmla="*/ 0 h 622635"/>
                <a:gd name="connsiteX3" fmla="*/ 0 w 420840"/>
                <a:gd name="connsiteY3" fmla="*/ 175589 h 622635"/>
                <a:gd name="connsiteX4" fmla="*/ 0 w 420840"/>
                <a:gd name="connsiteY4" fmla="*/ 177452 h 622635"/>
                <a:gd name="connsiteX5" fmla="*/ 85345 w 420840"/>
                <a:gd name="connsiteY5" fmla="*/ 319715 h 622635"/>
                <a:gd name="connsiteX6" fmla="*/ 95146 w 420840"/>
                <a:gd name="connsiteY6" fmla="*/ 324947 h 622635"/>
                <a:gd name="connsiteX7" fmla="*/ 95146 w 420840"/>
                <a:gd name="connsiteY7" fmla="*/ 441480 h 622635"/>
                <a:gd name="connsiteX8" fmla="*/ 104338 w 420840"/>
                <a:gd name="connsiteY8" fmla="*/ 450690 h 622635"/>
                <a:gd name="connsiteX9" fmla="*/ 113531 w 420840"/>
                <a:gd name="connsiteY9" fmla="*/ 441480 h 622635"/>
                <a:gd name="connsiteX10" fmla="*/ 113531 w 420840"/>
                <a:gd name="connsiteY10" fmla="*/ 319428 h 622635"/>
                <a:gd name="connsiteX11" fmla="*/ 108666 w 420840"/>
                <a:gd name="connsiteY11" fmla="*/ 311294 h 622635"/>
                <a:gd name="connsiteX12" fmla="*/ 93965 w 420840"/>
                <a:gd name="connsiteY12" fmla="*/ 303482 h 622635"/>
                <a:gd name="connsiteX13" fmla="*/ 18385 w 420840"/>
                <a:gd name="connsiteY13" fmla="*/ 177488 h 622635"/>
                <a:gd name="connsiteX14" fmla="*/ 18385 w 420840"/>
                <a:gd name="connsiteY14" fmla="*/ 175589 h 622635"/>
                <a:gd name="connsiteX15" fmla="*/ 54405 w 420840"/>
                <a:gd name="connsiteY15" fmla="*/ 72601 h 622635"/>
                <a:gd name="connsiteX16" fmla="*/ 66638 w 420840"/>
                <a:gd name="connsiteY16" fmla="*/ 82563 h 622635"/>
                <a:gd name="connsiteX17" fmla="*/ 66638 w 420840"/>
                <a:gd name="connsiteY17" fmla="*/ 164982 h 622635"/>
                <a:gd name="connsiteX18" fmla="*/ 71002 w 420840"/>
                <a:gd name="connsiteY18" fmla="*/ 172794 h 622635"/>
                <a:gd name="connsiteX19" fmla="*/ 94073 w 420840"/>
                <a:gd name="connsiteY19" fmla="*/ 187127 h 622635"/>
                <a:gd name="connsiteX20" fmla="*/ 94073 w 420840"/>
                <a:gd name="connsiteY20" fmla="*/ 248942 h 622635"/>
                <a:gd name="connsiteX21" fmla="*/ 112458 w 420840"/>
                <a:gd name="connsiteY21" fmla="*/ 267361 h 622635"/>
                <a:gd name="connsiteX22" fmla="*/ 133204 w 420840"/>
                <a:gd name="connsiteY22" fmla="*/ 267361 h 622635"/>
                <a:gd name="connsiteX23" fmla="*/ 133204 w 420840"/>
                <a:gd name="connsiteY23" fmla="*/ 498672 h 622635"/>
                <a:gd name="connsiteX24" fmla="*/ 116786 w 420840"/>
                <a:gd name="connsiteY24" fmla="*/ 531697 h 622635"/>
                <a:gd name="connsiteX25" fmla="*/ 149749 w 420840"/>
                <a:gd name="connsiteY25" fmla="*/ 548145 h 622635"/>
                <a:gd name="connsiteX26" fmla="*/ 166167 w 420840"/>
                <a:gd name="connsiteY26" fmla="*/ 515120 h 622635"/>
                <a:gd name="connsiteX27" fmla="*/ 151553 w 420840"/>
                <a:gd name="connsiteY27" fmla="*/ 499353 h 622635"/>
                <a:gd name="connsiteX28" fmla="*/ 151553 w 420840"/>
                <a:gd name="connsiteY28" fmla="*/ 267361 h 622635"/>
                <a:gd name="connsiteX29" fmla="*/ 178094 w 420840"/>
                <a:gd name="connsiteY29" fmla="*/ 267361 h 622635"/>
                <a:gd name="connsiteX30" fmla="*/ 178094 w 420840"/>
                <a:gd name="connsiteY30" fmla="*/ 572132 h 622635"/>
                <a:gd name="connsiteX31" fmla="*/ 162923 w 420840"/>
                <a:gd name="connsiteY31" fmla="*/ 605749 h 622635"/>
                <a:gd name="connsiteX32" fmla="*/ 196479 w 420840"/>
                <a:gd name="connsiteY32" fmla="*/ 620950 h 622635"/>
                <a:gd name="connsiteX33" fmla="*/ 211650 w 420840"/>
                <a:gd name="connsiteY33" fmla="*/ 587330 h 622635"/>
                <a:gd name="connsiteX34" fmla="*/ 196479 w 420840"/>
                <a:gd name="connsiteY34" fmla="*/ 572132 h 622635"/>
                <a:gd name="connsiteX35" fmla="*/ 196479 w 420840"/>
                <a:gd name="connsiteY35" fmla="*/ 267540 h 622635"/>
                <a:gd name="connsiteX36" fmla="*/ 220909 w 420840"/>
                <a:gd name="connsiteY36" fmla="*/ 267540 h 622635"/>
                <a:gd name="connsiteX37" fmla="*/ 220909 w 420840"/>
                <a:gd name="connsiteY37" fmla="*/ 459326 h 622635"/>
                <a:gd name="connsiteX38" fmla="*/ 205739 w 420840"/>
                <a:gd name="connsiteY38" fmla="*/ 492942 h 622635"/>
                <a:gd name="connsiteX39" fmla="*/ 239295 w 420840"/>
                <a:gd name="connsiteY39" fmla="*/ 508143 h 622635"/>
                <a:gd name="connsiteX40" fmla="*/ 254465 w 420840"/>
                <a:gd name="connsiteY40" fmla="*/ 474523 h 622635"/>
                <a:gd name="connsiteX41" fmla="*/ 239295 w 420840"/>
                <a:gd name="connsiteY41" fmla="*/ 459326 h 622635"/>
                <a:gd name="connsiteX42" fmla="*/ 239295 w 420840"/>
                <a:gd name="connsiteY42" fmla="*/ 267361 h 622635"/>
                <a:gd name="connsiteX43" fmla="*/ 262509 w 420840"/>
                <a:gd name="connsiteY43" fmla="*/ 267361 h 622635"/>
                <a:gd name="connsiteX44" fmla="*/ 280894 w 420840"/>
                <a:gd name="connsiteY44" fmla="*/ 248942 h 622635"/>
                <a:gd name="connsiteX45" fmla="*/ 280894 w 420840"/>
                <a:gd name="connsiteY45" fmla="*/ 231670 h 622635"/>
                <a:gd name="connsiteX46" fmla="*/ 309974 w 420840"/>
                <a:gd name="connsiteY46" fmla="*/ 220919 h 622635"/>
                <a:gd name="connsiteX47" fmla="*/ 316019 w 420840"/>
                <a:gd name="connsiteY47" fmla="*/ 212283 h 622635"/>
                <a:gd name="connsiteX48" fmla="*/ 316019 w 420840"/>
                <a:gd name="connsiteY48" fmla="*/ 129541 h 622635"/>
                <a:gd name="connsiteX49" fmla="*/ 332008 w 420840"/>
                <a:gd name="connsiteY49" fmla="*/ 114670 h 622635"/>
                <a:gd name="connsiteX50" fmla="*/ 348891 w 420840"/>
                <a:gd name="connsiteY50" fmla="*/ 186052 h 622635"/>
                <a:gd name="connsiteX51" fmla="*/ 350250 w 420840"/>
                <a:gd name="connsiteY51" fmla="*/ 190603 h 622635"/>
                <a:gd name="connsiteX52" fmla="*/ 395069 w 420840"/>
                <a:gd name="connsiteY52" fmla="*/ 263383 h 622635"/>
                <a:gd name="connsiteX53" fmla="*/ 363091 w 420840"/>
                <a:gd name="connsiteY53" fmla="*/ 263383 h 622635"/>
                <a:gd name="connsiteX54" fmla="*/ 353898 w 420840"/>
                <a:gd name="connsiteY54" fmla="*/ 272592 h 622635"/>
                <a:gd name="connsiteX55" fmla="*/ 353898 w 420840"/>
                <a:gd name="connsiteY55" fmla="*/ 298537 h 622635"/>
                <a:gd name="connsiteX56" fmla="*/ 315053 w 420840"/>
                <a:gd name="connsiteY56" fmla="*/ 298537 h 622635"/>
                <a:gd name="connsiteX57" fmla="*/ 290838 w 420840"/>
                <a:gd name="connsiteY57" fmla="*/ 322797 h 622635"/>
                <a:gd name="connsiteX58" fmla="*/ 315053 w 420840"/>
                <a:gd name="connsiteY58" fmla="*/ 347056 h 622635"/>
                <a:gd name="connsiteX59" fmla="*/ 353898 w 420840"/>
                <a:gd name="connsiteY59" fmla="*/ 347056 h 622635"/>
                <a:gd name="connsiteX60" fmla="*/ 353898 w 420840"/>
                <a:gd name="connsiteY60" fmla="*/ 364974 h 622635"/>
                <a:gd name="connsiteX61" fmla="*/ 330005 w 420840"/>
                <a:gd name="connsiteY61" fmla="*/ 388911 h 622635"/>
                <a:gd name="connsiteX62" fmla="*/ 274634 w 420840"/>
                <a:gd name="connsiteY62" fmla="*/ 388911 h 622635"/>
                <a:gd name="connsiteX63" fmla="*/ 265442 w 420840"/>
                <a:gd name="connsiteY63" fmla="*/ 398120 h 622635"/>
                <a:gd name="connsiteX64" fmla="*/ 265442 w 420840"/>
                <a:gd name="connsiteY64" fmla="*/ 441588 h 622635"/>
                <a:gd name="connsiteX65" fmla="*/ 274044 w 420840"/>
                <a:gd name="connsiteY65" fmla="*/ 451353 h 622635"/>
                <a:gd name="connsiteX66" fmla="*/ 283791 w 420840"/>
                <a:gd name="connsiteY66" fmla="*/ 442734 h 622635"/>
                <a:gd name="connsiteX67" fmla="*/ 283791 w 420840"/>
                <a:gd name="connsiteY67" fmla="*/ 441588 h 622635"/>
                <a:gd name="connsiteX68" fmla="*/ 283791 w 420840"/>
                <a:gd name="connsiteY68" fmla="*/ 407330 h 622635"/>
                <a:gd name="connsiteX69" fmla="*/ 330005 w 420840"/>
                <a:gd name="connsiteY69" fmla="*/ 407330 h 622635"/>
                <a:gd name="connsiteX70" fmla="*/ 372284 w 420840"/>
                <a:gd name="connsiteY70" fmla="*/ 364974 h 622635"/>
                <a:gd name="connsiteX71" fmla="*/ 372284 w 420840"/>
                <a:gd name="connsiteY71" fmla="*/ 281802 h 622635"/>
                <a:gd name="connsiteX72" fmla="*/ 411630 w 420840"/>
                <a:gd name="connsiteY72" fmla="*/ 281802 h 622635"/>
                <a:gd name="connsiteX73" fmla="*/ 420840 w 420840"/>
                <a:gd name="connsiteY73" fmla="*/ 272682 h 622635"/>
                <a:gd name="connsiteX74" fmla="*/ 419463 w 420840"/>
                <a:gd name="connsiteY74" fmla="*/ 267791 h 622635"/>
                <a:gd name="connsiteX75" fmla="*/ 141466 w 420840"/>
                <a:gd name="connsiteY75" fmla="*/ 531066 h 622635"/>
                <a:gd name="connsiteX76" fmla="*/ 133740 w 420840"/>
                <a:gd name="connsiteY76" fmla="*/ 523398 h 622635"/>
                <a:gd name="connsiteX77" fmla="*/ 141395 w 420840"/>
                <a:gd name="connsiteY77" fmla="*/ 515657 h 622635"/>
                <a:gd name="connsiteX78" fmla="*/ 149121 w 420840"/>
                <a:gd name="connsiteY78" fmla="*/ 523326 h 622635"/>
                <a:gd name="connsiteX79" fmla="*/ 149121 w 420840"/>
                <a:gd name="connsiteY79" fmla="*/ 523398 h 622635"/>
                <a:gd name="connsiteX80" fmla="*/ 141466 w 420840"/>
                <a:gd name="connsiteY80" fmla="*/ 531066 h 622635"/>
                <a:gd name="connsiteX81" fmla="*/ 187287 w 420840"/>
                <a:gd name="connsiteY81" fmla="*/ 604204 h 622635"/>
                <a:gd name="connsiteX82" fmla="*/ 179560 w 420840"/>
                <a:gd name="connsiteY82" fmla="*/ 596536 h 622635"/>
                <a:gd name="connsiteX83" fmla="*/ 187215 w 420840"/>
                <a:gd name="connsiteY83" fmla="*/ 588795 h 622635"/>
                <a:gd name="connsiteX84" fmla="*/ 194941 w 420840"/>
                <a:gd name="connsiteY84" fmla="*/ 596464 h 622635"/>
                <a:gd name="connsiteX85" fmla="*/ 194941 w 420840"/>
                <a:gd name="connsiteY85" fmla="*/ 596500 h 622635"/>
                <a:gd name="connsiteX86" fmla="*/ 187322 w 420840"/>
                <a:gd name="connsiteY86" fmla="*/ 604204 h 622635"/>
                <a:gd name="connsiteX87" fmla="*/ 187287 w 420840"/>
                <a:gd name="connsiteY87" fmla="*/ 604204 h 622635"/>
                <a:gd name="connsiteX88" fmla="*/ 230209 w 420840"/>
                <a:gd name="connsiteY88" fmla="*/ 491218 h 622635"/>
                <a:gd name="connsiteX89" fmla="*/ 222483 w 420840"/>
                <a:gd name="connsiteY89" fmla="*/ 483550 h 622635"/>
                <a:gd name="connsiteX90" fmla="*/ 230138 w 420840"/>
                <a:gd name="connsiteY90" fmla="*/ 475810 h 622635"/>
                <a:gd name="connsiteX91" fmla="*/ 237864 w 420840"/>
                <a:gd name="connsiteY91" fmla="*/ 483478 h 622635"/>
                <a:gd name="connsiteX92" fmla="*/ 237864 w 420840"/>
                <a:gd name="connsiteY92" fmla="*/ 483550 h 622635"/>
                <a:gd name="connsiteX93" fmla="*/ 230210 w 420840"/>
                <a:gd name="connsiteY93" fmla="*/ 491218 h 622635"/>
                <a:gd name="connsiteX94" fmla="*/ 230102 w 420840"/>
                <a:gd name="connsiteY94" fmla="*/ 491218 h 622635"/>
                <a:gd name="connsiteX95" fmla="*/ 85023 w 420840"/>
                <a:gd name="connsiteY95" fmla="*/ 159857 h 622635"/>
                <a:gd name="connsiteX96" fmla="*/ 85023 w 420840"/>
                <a:gd name="connsiteY96" fmla="*/ 78191 h 622635"/>
                <a:gd name="connsiteX97" fmla="*/ 81625 w 420840"/>
                <a:gd name="connsiteY97" fmla="*/ 71024 h 622635"/>
                <a:gd name="connsiteX98" fmla="*/ 67961 w 420840"/>
                <a:gd name="connsiteY98" fmla="*/ 59772 h 622635"/>
                <a:gd name="connsiteX99" fmla="*/ 142647 w 420840"/>
                <a:gd name="connsiteY99" fmla="*/ 23937 h 622635"/>
                <a:gd name="connsiteX100" fmla="*/ 142647 w 420840"/>
                <a:gd name="connsiteY100" fmla="*/ 50168 h 622635"/>
                <a:gd name="connsiteX101" fmla="*/ 151839 w 420840"/>
                <a:gd name="connsiteY101" fmla="*/ 59378 h 622635"/>
                <a:gd name="connsiteX102" fmla="*/ 193439 w 420840"/>
                <a:gd name="connsiteY102" fmla="*/ 59378 h 622635"/>
                <a:gd name="connsiteX103" fmla="*/ 193439 w 420840"/>
                <a:gd name="connsiteY103" fmla="*/ 80197 h 622635"/>
                <a:gd name="connsiteX104" fmla="*/ 112458 w 420840"/>
                <a:gd name="connsiteY104" fmla="*/ 80197 h 622635"/>
                <a:gd name="connsiteX105" fmla="*/ 94073 w 420840"/>
                <a:gd name="connsiteY105" fmla="*/ 98616 h 622635"/>
                <a:gd name="connsiteX106" fmla="*/ 94073 w 420840"/>
                <a:gd name="connsiteY106" fmla="*/ 165448 h 622635"/>
                <a:gd name="connsiteX107" fmla="*/ 262509 w 420840"/>
                <a:gd name="connsiteY107" fmla="*/ 248942 h 622635"/>
                <a:gd name="connsiteX108" fmla="*/ 112458 w 420840"/>
                <a:gd name="connsiteY108" fmla="*/ 248942 h 622635"/>
                <a:gd name="connsiteX109" fmla="*/ 112458 w 420840"/>
                <a:gd name="connsiteY109" fmla="*/ 98616 h 622635"/>
                <a:gd name="connsiteX110" fmla="*/ 262688 w 420840"/>
                <a:gd name="connsiteY110" fmla="*/ 98616 h 622635"/>
                <a:gd name="connsiteX111" fmla="*/ 262688 w 420840"/>
                <a:gd name="connsiteY111" fmla="*/ 249121 h 622635"/>
                <a:gd name="connsiteX112" fmla="*/ 300460 w 420840"/>
                <a:gd name="connsiteY112" fmla="*/ 118863 h 622635"/>
                <a:gd name="connsiteX113" fmla="*/ 297634 w 420840"/>
                <a:gd name="connsiteY113" fmla="*/ 125420 h 622635"/>
                <a:gd name="connsiteX114" fmla="*/ 297634 w 420840"/>
                <a:gd name="connsiteY114" fmla="*/ 205940 h 622635"/>
                <a:gd name="connsiteX115" fmla="*/ 280894 w 420840"/>
                <a:gd name="connsiteY115" fmla="*/ 212068 h 622635"/>
                <a:gd name="connsiteX116" fmla="*/ 280894 w 420840"/>
                <a:gd name="connsiteY116" fmla="*/ 98616 h 622635"/>
                <a:gd name="connsiteX117" fmla="*/ 262509 w 420840"/>
                <a:gd name="connsiteY117" fmla="*/ 80197 h 622635"/>
                <a:gd name="connsiteX118" fmla="*/ 211824 w 420840"/>
                <a:gd name="connsiteY118" fmla="*/ 80197 h 622635"/>
                <a:gd name="connsiteX119" fmla="*/ 211824 w 420840"/>
                <a:gd name="connsiteY119" fmla="*/ 50168 h 622635"/>
                <a:gd name="connsiteX120" fmla="*/ 202631 w 420840"/>
                <a:gd name="connsiteY120" fmla="*/ 40959 h 622635"/>
                <a:gd name="connsiteX121" fmla="*/ 160961 w 420840"/>
                <a:gd name="connsiteY121" fmla="*/ 40959 h 622635"/>
                <a:gd name="connsiteX122" fmla="*/ 160961 w 420840"/>
                <a:gd name="connsiteY122" fmla="*/ 20497 h 622635"/>
                <a:gd name="connsiteX123" fmla="*/ 182064 w 420840"/>
                <a:gd name="connsiteY123" fmla="*/ 18419 h 622635"/>
                <a:gd name="connsiteX124" fmla="*/ 323674 w 420840"/>
                <a:gd name="connsiteY124" fmla="*/ 97255 h 622635"/>
                <a:gd name="connsiteX125" fmla="*/ 314982 w 420840"/>
                <a:gd name="connsiteY125" fmla="*/ 328638 h 622635"/>
                <a:gd name="connsiteX126" fmla="*/ 309591 w 420840"/>
                <a:gd name="connsiteY126" fmla="*/ 322320 h 622635"/>
                <a:gd name="connsiteX127" fmla="*/ 314982 w 420840"/>
                <a:gd name="connsiteY127" fmla="*/ 316920 h 622635"/>
                <a:gd name="connsiteX128" fmla="*/ 353898 w 420840"/>
                <a:gd name="connsiteY128" fmla="*/ 316920 h 622635"/>
                <a:gd name="connsiteX129" fmla="*/ 353898 w 420840"/>
                <a:gd name="connsiteY129" fmla="*/ 328638 h 622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20840" h="622635">
                  <a:moveTo>
                    <a:pt x="419320" y="267791"/>
                  </a:moveTo>
                  <a:lnTo>
                    <a:pt x="367133" y="182756"/>
                  </a:lnTo>
                  <a:cubicBezTo>
                    <a:pt x="365523" y="160287"/>
                    <a:pt x="348319" y="0"/>
                    <a:pt x="181778" y="0"/>
                  </a:cubicBezTo>
                  <a:cubicBezTo>
                    <a:pt x="179954" y="0"/>
                    <a:pt x="0" y="5662"/>
                    <a:pt x="0" y="175589"/>
                  </a:cubicBezTo>
                  <a:lnTo>
                    <a:pt x="0" y="177452"/>
                  </a:lnTo>
                  <a:cubicBezTo>
                    <a:pt x="-78" y="237057"/>
                    <a:pt x="32770" y="291812"/>
                    <a:pt x="85345" y="319715"/>
                  </a:cubicBezTo>
                  <a:lnTo>
                    <a:pt x="95146" y="324947"/>
                  </a:lnTo>
                  <a:lnTo>
                    <a:pt x="95146" y="441480"/>
                  </a:lnTo>
                  <a:cubicBezTo>
                    <a:pt x="95146" y="446565"/>
                    <a:pt x="99261" y="450690"/>
                    <a:pt x="104338" y="450690"/>
                  </a:cubicBezTo>
                  <a:cubicBezTo>
                    <a:pt x="109415" y="450690"/>
                    <a:pt x="113531" y="446565"/>
                    <a:pt x="113531" y="441480"/>
                  </a:cubicBezTo>
                  <a:lnTo>
                    <a:pt x="113531" y="319428"/>
                  </a:lnTo>
                  <a:cubicBezTo>
                    <a:pt x="113534" y="316024"/>
                    <a:pt x="111664" y="312896"/>
                    <a:pt x="108666" y="311294"/>
                  </a:cubicBezTo>
                  <a:lnTo>
                    <a:pt x="93965" y="303482"/>
                  </a:lnTo>
                  <a:cubicBezTo>
                    <a:pt x="47411" y="278763"/>
                    <a:pt x="18323" y="230273"/>
                    <a:pt x="18385" y="177488"/>
                  </a:cubicBezTo>
                  <a:lnTo>
                    <a:pt x="18385" y="175589"/>
                  </a:lnTo>
                  <a:cubicBezTo>
                    <a:pt x="18385" y="128610"/>
                    <a:pt x="33444" y="95678"/>
                    <a:pt x="54405" y="72601"/>
                  </a:cubicBezTo>
                  <a:lnTo>
                    <a:pt x="66638" y="82563"/>
                  </a:lnTo>
                  <a:lnTo>
                    <a:pt x="66638" y="164982"/>
                  </a:lnTo>
                  <a:cubicBezTo>
                    <a:pt x="66632" y="168170"/>
                    <a:pt x="68286" y="171131"/>
                    <a:pt x="71002" y="172794"/>
                  </a:cubicBezTo>
                  <a:lnTo>
                    <a:pt x="94073" y="187127"/>
                  </a:lnTo>
                  <a:lnTo>
                    <a:pt x="94073" y="248942"/>
                  </a:lnTo>
                  <a:cubicBezTo>
                    <a:pt x="94073" y="259114"/>
                    <a:pt x="102304" y="267361"/>
                    <a:pt x="112458" y="267361"/>
                  </a:cubicBezTo>
                  <a:lnTo>
                    <a:pt x="133204" y="267361"/>
                  </a:lnTo>
                  <a:lnTo>
                    <a:pt x="133204" y="498672"/>
                  </a:lnTo>
                  <a:cubicBezTo>
                    <a:pt x="119568" y="503248"/>
                    <a:pt x="112217" y="518033"/>
                    <a:pt x="116786" y="531697"/>
                  </a:cubicBezTo>
                  <a:cubicBezTo>
                    <a:pt x="121355" y="545357"/>
                    <a:pt x="136113" y="552721"/>
                    <a:pt x="149749" y="548145"/>
                  </a:cubicBezTo>
                  <a:cubicBezTo>
                    <a:pt x="163386" y="543565"/>
                    <a:pt x="170736" y="528780"/>
                    <a:pt x="166167" y="515120"/>
                  </a:cubicBezTo>
                  <a:cubicBezTo>
                    <a:pt x="163787" y="508003"/>
                    <a:pt x="158462" y="502259"/>
                    <a:pt x="151553" y="499353"/>
                  </a:cubicBezTo>
                  <a:lnTo>
                    <a:pt x="151553" y="267361"/>
                  </a:lnTo>
                  <a:lnTo>
                    <a:pt x="178094" y="267361"/>
                  </a:lnTo>
                  <a:lnTo>
                    <a:pt x="178094" y="572132"/>
                  </a:lnTo>
                  <a:cubicBezTo>
                    <a:pt x="164638" y="577217"/>
                    <a:pt x="157847" y="592271"/>
                    <a:pt x="162923" y="605749"/>
                  </a:cubicBezTo>
                  <a:cubicBezTo>
                    <a:pt x="168000" y="619230"/>
                    <a:pt x="183024" y="626035"/>
                    <a:pt x="196479" y="620950"/>
                  </a:cubicBezTo>
                  <a:cubicBezTo>
                    <a:pt x="209935" y="615861"/>
                    <a:pt x="216727" y="600811"/>
                    <a:pt x="211650" y="587330"/>
                  </a:cubicBezTo>
                  <a:cubicBezTo>
                    <a:pt x="209008" y="580317"/>
                    <a:pt x="203481" y="574781"/>
                    <a:pt x="196479" y="572132"/>
                  </a:cubicBezTo>
                  <a:lnTo>
                    <a:pt x="196479" y="267540"/>
                  </a:lnTo>
                  <a:lnTo>
                    <a:pt x="220909" y="267540"/>
                  </a:lnTo>
                  <a:lnTo>
                    <a:pt x="220909" y="459326"/>
                  </a:lnTo>
                  <a:cubicBezTo>
                    <a:pt x="207454" y="464411"/>
                    <a:pt x="200662" y="479461"/>
                    <a:pt x="205739" y="492942"/>
                  </a:cubicBezTo>
                  <a:cubicBezTo>
                    <a:pt x="210816" y="506423"/>
                    <a:pt x="225839" y="513228"/>
                    <a:pt x="239295" y="508143"/>
                  </a:cubicBezTo>
                  <a:cubicBezTo>
                    <a:pt x="252750" y="503054"/>
                    <a:pt x="259542" y="488004"/>
                    <a:pt x="254465" y="474523"/>
                  </a:cubicBezTo>
                  <a:cubicBezTo>
                    <a:pt x="251823" y="467510"/>
                    <a:pt x="246296" y="461974"/>
                    <a:pt x="239295" y="459326"/>
                  </a:cubicBezTo>
                  <a:lnTo>
                    <a:pt x="239295" y="267361"/>
                  </a:lnTo>
                  <a:lnTo>
                    <a:pt x="262509" y="267361"/>
                  </a:lnTo>
                  <a:cubicBezTo>
                    <a:pt x="272662" y="267361"/>
                    <a:pt x="280894" y="259114"/>
                    <a:pt x="280894" y="248942"/>
                  </a:cubicBezTo>
                  <a:lnTo>
                    <a:pt x="280894" y="231670"/>
                  </a:lnTo>
                  <a:lnTo>
                    <a:pt x="309974" y="220919"/>
                  </a:lnTo>
                  <a:cubicBezTo>
                    <a:pt x="313598" y="219596"/>
                    <a:pt x="316012" y="216147"/>
                    <a:pt x="316019" y="212283"/>
                  </a:cubicBezTo>
                  <a:lnTo>
                    <a:pt x="316019" y="129541"/>
                  </a:lnTo>
                  <a:lnTo>
                    <a:pt x="332008" y="114670"/>
                  </a:lnTo>
                  <a:cubicBezTo>
                    <a:pt x="341502" y="137377"/>
                    <a:pt x="347205" y="161492"/>
                    <a:pt x="348891" y="186052"/>
                  </a:cubicBezTo>
                  <a:cubicBezTo>
                    <a:pt x="348941" y="187662"/>
                    <a:pt x="349409" y="189231"/>
                    <a:pt x="350250" y="190603"/>
                  </a:cubicBezTo>
                  <a:lnTo>
                    <a:pt x="395069" y="263383"/>
                  </a:lnTo>
                  <a:lnTo>
                    <a:pt x="363091" y="263383"/>
                  </a:lnTo>
                  <a:cubicBezTo>
                    <a:pt x="358023" y="263403"/>
                    <a:pt x="353918" y="267514"/>
                    <a:pt x="353898" y="272592"/>
                  </a:cubicBezTo>
                  <a:lnTo>
                    <a:pt x="353898" y="298537"/>
                  </a:lnTo>
                  <a:lnTo>
                    <a:pt x="315053" y="298537"/>
                  </a:lnTo>
                  <a:cubicBezTo>
                    <a:pt x="301679" y="298537"/>
                    <a:pt x="290838" y="309398"/>
                    <a:pt x="290838" y="322797"/>
                  </a:cubicBezTo>
                  <a:cubicBezTo>
                    <a:pt x="290838" y="336195"/>
                    <a:pt x="301679" y="347056"/>
                    <a:pt x="315053" y="347056"/>
                  </a:cubicBezTo>
                  <a:lnTo>
                    <a:pt x="353898" y="347056"/>
                  </a:lnTo>
                  <a:lnTo>
                    <a:pt x="353898" y="364974"/>
                  </a:lnTo>
                  <a:cubicBezTo>
                    <a:pt x="353879" y="378186"/>
                    <a:pt x="343193" y="388890"/>
                    <a:pt x="330005" y="388911"/>
                  </a:cubicBezTo>
                  <a:lnTo>
                    <a:pt x="274634" y="388911"/>
                  </a:lnTo>
                  <a:cubicBezTo>
                    <a:pt x="269557" y="388911"/>
                    <a:pt x="265442" y="393036"/>
                    <a:pt x="265442" y="398120"/>
                  </a:cubicBezTo>
                  <a:lnTo>
                    <a:pt x="265442" y="441588"/>
                  </a:lnTo>
                  <a:cubicBezTo>
                    <a:pt x="265125" y="446665"/>
                    <a:pt x="268976" y="451037"/>
                    <a:pt x="274044" y="451353"/>
                  </a:cubicBezTo>
                  <a:cubicBezTo>
                    <a:pt x="279111" y="451671"/>
                    <a:pt x="283475" y="447812"/>
                    <a:pt x="283791" y="442734"/>
                  </a:cubicBezTo>
                  <a:cubicBezTo>
                    <a:pt x="283815" y="442354"/>
                    <a:pt x="283815" y="441971"/>
                    <a:pt x="283791" y="441588"/>
                  </a:cubicBezTo>
                  <a:lnTo>
                    <a:pt x="283791" y="407330"/>
                  </a:lnTo>
                  <a:lnTo>
                    <a:pt x="330005" y="407330"/>
                  </a:lnTo>
                  <a:cubicBezTo>
                    <a:pt x="353338" y="407290"/>
                    <a:pt x="372244" y="388348"/>
                    <a:pt x="372284" y="364974"/>
                  </a:cubicBezTo>
                  <a:lnTo>
                    <a:pt x="372284" y="281802"/>
                  </a:lnTo>
                  <a:lnTo>
                    <a:pt x="411630" y="281802"/>
                  </a:lnTo>
                  <a:cubicBezTo>
                    <a:pt x="416687" y="281831"/>
                    <a:pt x="420812" y="277748"/>
                    <a:pt x="420840" y="272682"/>
                  </a:cubicBezTo>
                  <a:cubicBezTo>
                    <a:pt x="420851" y="270954"/>
                    <a:pt x="420372" y="269259"/>
                    <a:pt x="419463" y="267791"/>
                  </a:cubicBezTo>
                  <a:close/>
                  <a:moveTo>
                    <a:pt x="141466" y="531066"/>
                  </a:moveTo>
                  <a:cubicBezTo>
                    <a:pt x="137219" y="531088"/>
                    <a:pt x="133760" y="527651"/>
                    <a:pt x="133740" y="523398"/>
                  </a:cubicBezTo>
                  <a:cubicBezTo>
                    <a:pt x="133721" y="519144"/>
                    <a:pt x="137148" y="515679"/>
                    <a:pt x="141395" y="515657"/>
                  </a:cubicBezTo>
                  <a:cubicBezTo>
                    <a:pt x="145642" y="515639"/>
                    <a:pt x="149101" y="519072"/>
                    <a:pt x="149121" y="523326"/>
                  </a:cubicBezTo>
                  <a:cubicBezTo>
                    <a:pt x="149121" y="523351"/>
                    <a:pt x="149121" y="523373"/>
                    <a:pt x="149121" y="523398"/>
                  </a:cubicBezTo>
                  <a:cubicBezTo>
                    <a:pt x="149101" y="527626"/>
                    <a:pt x="145686" y="531048"/>
                    <a:pt x="141466" y="531066"/>
                  </a:cubicBezTo>
                  <a:close/>
                  <a:moveTo>
                    <a:pt x="187287" y="604204"/>
                  </a:moveTo>
                  <a:cubicBezTo>
                    <a:pt x="183039" y="604226"/>
                    <a:pt x="179580" y="600789"/>
                    <a:pt x="179560" y="596536"/>
                  </a:cubicBezTo>
                  <a:cubicBezTo>
                    <a:pt x="179541" y="592282"/>
                    <a:pt x="182968" y="588817"/>
                    <a:pt x="187215" y="588795"/>
                  </a:cubicBezTo>
                  <a:cubicBezTo>
                    <a:pt x="191462" y="588778"/>
                    <a:pt x="194921" y="592210"/>
                    <a:pt x="194941" y="596464"/>
                  </a:cubicBezTo>
                  <a:cubicBezTo>
                    <a:pt x="194941" y="596475"/>
                    <a:pt x="194941" y="596489"/>
                    <a:pt x="194941" y="596500"/>
                  </a:cubicBezTo>
                  <a:cubicBezTo>
                    <a:pt x="194961" y="600735"/>
                    <a:pt x="191550" y="604183"/>
                    <a:pt x="187322" y="604204"/>
                  </a:cubicBezTo>
                  <a:cubicBezTo>
                    <a:pt x="187311" y="604204"/>
                    <a:pt x="187298" y="604204"/>
                    <a:pt x="187287" y="604204"/>
                  </a:cubicBezTo>
                  <a:close/>
                  <a:moveTo>
                    <a:pt x="230209" y="491218"/>
                  </a:moveTo>
                  <a:cubicBezTo>
                    <a:pt x="225962" y="491240"/>
                    <a:pt x="222503" y="487803"/>
                    <a:pt x="222483" y="483550"/>
                  </a:cubicBezTo>
                  <a:cubicBezTo>
                    <a:pt x="222464" y="479296"/>
                    <a:pt x="225891" y="475831"/>
                    <a:pt x="230138" y="475810"/>
                  </a:cubicBezTo>
                  <a:cubicBezTo>
                    <a:pt x="234385" y="475792"/>
                    <a:pt x="237844" y="479225"/>
                    <a:pt x="237864" y="483478"/>
                  </a:cubicBezTo>
                  <a:cubicBezTo>
                    <a:pt x="237864" y="483503"/>
                    <a:pt x="237864" y="483525"/>
                    <a:pt x="237864" y="483550"/>
                  </a:cubicBezTo>
                  <a:cubicBezTo>
                    <a:pt x="237864" y="487785"/>
                    <a:pt x="234438" y="491218"/>
                    <a:pt x="230210" y="491218"/>
                  </a:cubicBezTo>
                  <a:cubicBezTo>
                    <a:pt x="230174" y="491218"/>
                    <a:pt x="230138" y="491218"/>
                    <a:pt x="230102" y="491218"/>
                  </a:cubicBezTo>
                  <a:close/>
                  <a:moveTo>
                    <a:pt x="85023" y="159857"/>
                  </a:moveTo>
                  <a:lnTo>
                    <a:pt x="85023" y="78191"/>
                  </a:lnTo>
                  <a:cubicBezTo>
                    <a:pt x="85028" y="75410"/>
                    <a:pt x="83779" y="72776"/>
                    <a:pt x="81625" y="71024"/>
                  </a:cubicBezTo>
                  <a:lnTo>
                    <a:pt x="67961" y="59772"/>
                  </a:lnTo>
                  <a:cubicBezTo>
                    <a:pt x="91855" y="39705"/>
                    <a:pt x="120148" y="29384"/>
                    <a:pt x="142647" y="23937"/>
                  </a:cubicBezTo>
                  <a:lnTo>
                    <a:pt x="142647" y="50168"/>
                  </a:lnTo>
                  <a:cubicBezTo>
                    <a:pt x="142647" y="55255"/>
                    <a:pt x="146762" y="59378"/>
                    <a:pt x="151839" y="59378"/>
                  </a:cubicBezTo>
                  <a:lnTo>
                    <a:pt x="193439" y="59378"/>
                  </a:lnTo>
                  <a:lnTo>
                    <a:pt x="193439" y="80197"/>
                  </a:lnTo>
                  <a:lnTo>
                    <a:pt x="112458" y="80197"/>
                  </a:lnTo>
                  <a:cubicBezTo>
                    <a:pt x="102304" y="80197"/>
                    <a:pt x="94073" y="88444"/>
                    <a:pt x="94073" y="98616"/>
                  </a:cubicBezTo>
                  <a:lnTo>
                    <a:pt x="94073" y="165448"/>
                  </a:lnTo>
                  <a:close/>
                  <a:moveTo>
                    <a:pt x="262509" y="248942"/>
                  </a:moveTo>
                  <a:lnTo>
                    <a:pt x="112458" y="248942"/>
                  </a:lnTo>
                  <a:lnTo>
                    <a:pt x="112458" y="98616"/>
                  </a:lnTo>
                  <a:lnTo>
                    <a:pt x="262688" y="98616"/>
                  </a:lnTo>
                  <a:lnTo>
                    <a:pt x="262688" y="249121"/>
                  </a:lnTo>
                  <a:close/>
                  <a:moveTo>
                    <a:pt x="300460" y="118863"/>
                  </a:moveTo>
                  <a:cubicBezTo>
                    <a:pt x="298665" y="120572"/>
                    <a:pt x="297645" y="122940"/>
                    <a:pt x="297634" y="125420"/>
                  </a:cubicBezTo>
                  <a:lnTo>
                    <a:pt x="297634" y="205940"/>
                  </a:lnTo>
                  <a:lnTo>
                    <a:pt x="280894" y="212068"/>
                  </a:lnTo>
                  <a:lnTo>
                    <a:pt x="280894" y="98616"/>
                  </a:lnTo>
                  <a:cubicBezTo>
                    <a:pt x="280894" y="88444"/>
                    <a:pt x="272662" y="80197"/>
                    <a:pt x="262509" y="80197"/>
                  </a:cubicBezTo>
                  <a:lnTo>
                    <a:pt x="211824" y="80197"/>
                  </a:lnTo>
                  <a:lnTo>
                    <a:pt x="211824" y="50168"/>
                  </a:lnTo>
                  <a:cubicBezTo>
                    <a:pt x="211824" y="45082"/>
                    <a:pt x="207708" y="40959"/>
                    <a:pt x="202631" y="40959"/>
                  </a:cubicBezTo>
                  <a:lnTo>
                    <a:pt x="160961" y="40959"/>
                  </a:lnTo>
                  <a:lnTo>
                    <a:pt x="160961" y="20497"/>
                  </a:lnTo>
                  <a:cubicBezTo>
                    <a:pt x="167947" y="19383"/>
                    <a:pt x="174995" y="18689"/>
                    <a:pt x="182064" y="18419"/>
                  </a:cubicBezTo>
                  <a:cubicBezTo>
                    <a:pt x="247450" y="18419"/>
                    <a:pt x="295023" y="44972"/>
                    <a:pt x="323674" y="97255"/>
                  </a:cubicBezTo>
                  <a:close/>
                  <a:moveTo>
                    <a:pt x="314982" y="328638"/>
                  </a:moveTo>
                  <a:cubicBezTo>
                    <a:pt x="311752" y="328384"/>
                    <a:pt x="309339" y="325556"/>
                    <a:pt x="309591" y="322320"/>
                  </a:cubicBezTo>
                  <a:cubicBezTo>
                    <a:pt x="309817" y="319436"/>
                    <a:pt x="312103" y="317145"/>
                    <a:pt x="314982" y="316920"/>
                  </a:cubicBezTo>
                  <a:lnTo>
                    <a:pt x="353898" y="316920"/>
                  </a:lnTo>
                  <a:lnTo>
                    <a:pt x="353898" y="328638"/>
                  </a:ln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9" name="手繪多邊形 66">
              <a:extLst>
                <a:ext uri="{FF2B5EF4-FFF2-40B4-BE49-F238E27FC236}">
                  <a16:creationId xmlns:a16="http://schemas.microsoft.com/office/drawing/2014/main" id="{8D8ABE91-ABD1-4841-923E-7E39096D5EA4}"/>
                </a:ext>
              </a:extLst>
            </p:cNvPr>
            <p:cNvSpPr/>
            <p:nvPr/>
          </p:nvSpPr>
          <p:spPr>
            <a:xfrm>
              <a:off x="7260354" y="6099352"/>
              <a:ext cx="63775" cy="74679"/>
            </a:xfrm>
            <a:custGeom>
              <a:avLst/>
              <a:gdLst>
                <a:gd name="connsiteX0" fmla="*/ 55682 w 63775"/>
                <a:gd name="connsiteY0" fmla="*/ 50025 h 74679"/>
                <a:gd name="connsiteX1" fmla="*/ 47097 w 63775"/>
                <a:gd name="connsiteY1" fmla="*/ 26410 h 74679"/>
                <a:gd name="connsiteX2" fmla="*/ 37976 w 63775"/>
                <a:gd name="connsiteY2" fmla="*/ 1326 h 74679"/>
                <a:gd name="connsiteX3" fmla="*/ 36081 w 63775"/>
                <a:gd name="connsiteY3" fmla="*/ 0 h 74679"/>
                <a:gd name="connsiteX4" fmla="*/ 27532 w 63775"/>
                <a:gd name="connsiteY4" fmla="*/ 0 h 74679"/>
                <a:gd name="connsiteX5" fmla="*/ 25636 w 63775"/>
                <a:gd name="connsiteY5" fmla="*/ 1326 h 74679"/>
                <a:gd name="connsiteX6" fmla="*/ 3710 w 63775"/>
                <a:gd name="connsiteY6" fmla="*/ 61958 h 74679"/>
                <a:gd name="connsiteX7" fmla="*/ 133 w 63775"/>
                <a:gd name="connsiteY7" fmla="*/ 71956 h 74679"/>
                <a:gd name="connsiteX8" fmla="*/ 1288 w 63775"/>
                <a:gd name="connsiteY8" fmla="*/ 74547 h 74679"/>
                <a:gd name="connsiteX9" fmla="*/ 2028 w 63775"/>
                <a:gd name="connsiteY9" fmla="*/ 74679 h 74679"/>
                <a:gd name="connsiteX10" fmla="*/ 12759 w 63775"/>
                <a:gd name="connsiteY10" fmla="*/ 74679 h 74679"/>
                <a:gd name="connsiteX11" fmla="*/ 14655 w 63775"/>
                <a:gd name="connsiteY11" fmla="*/ 73317 h 74679"/>
                <a:gd name="connsiteX12" fmla="*/ 18232 w 63775"/>
                <a:gd name="connsiteY12" fmla="*/ 62889 h 74679"/>
                <a:gd name="connsiteX13" fmla="*/ 20128 w 63775"/>
                <a:gd name="connsiteY13" fmla="*/ 61492 h 74679"/>
                <a:gd name="connsiteX14" fmla="*/ 43628 w 63775"/>
                <a:gd name="connsiteY14" fmla="*/ 61492 h 74679"/>
                <a:gd name="connsiteX15" fmla="*/ 45559 w 63775"/>
                <a:gd name="connsiteY15" fmla="*/ 62889 h 74679"/>
                <a:gd name="connsiteX16" fmla="*/ 49136 w 63775"/>
                <a:gd name="connsiteY16" fmla="*/ 73317 h 74679"/>
                <a:gd name="connsiteX17" fmla="*/ 51032 w 63775"/>
                <a:gd name="connsiteY17" fmla="*/ 74679 h 74679"/>
                <a:gd name="connsiteX18" fmla="*/ 61763 w 63775"/>
                <a:gd name="connsiteY18" fmla="*/ 74679 h 74679"/>
                <a:gd name="connsiteX19" fmla="*/ 63775 w 63775"/>
                <a:gd name="connsiteY19" fmla="*/ 72610 h 74679"/>
                <a:gd name="connsiteX20" fmla="*/ 63658 w 63775"/>
                <a:gd name="connsiteY20" fmla="*/ 71956 h 74679"/>
                <a:gd name="connsiteX21" fmla="*/ 38441 w 63775"/>
                <a:gd name="connsiteY21" fmla="*/ 49165 h 74679"/>
                <a:gd name="connsiteX22" fmla="*/ 25636 w 63775"/>
                <a:gd name="connsiteY22" fmla="*/ 49165 h 74679"/>
                <a:gd name="connsiteX23" fmla="*/ 23622 w 63775"/>
                <a:gd name="connsiteY23" fmla="*/ 47170 h 74679"/>
                <a:gd name="connsiteX24" fmla="*/ 23740 w 63775"/>
                <a:gd name="connsiteY24" fmla="*/ 46477 h 74679"/>
                <a:gd name="connsiteX25" fmla="*/ 30250 w 63775"/>
                <a:gd name="connsiteY25" fmla="*/ 27700 h 74679"/>
                <a:gd name="connsiteX26" fmla="*/ 32867 w 63775"/>
                <a:gd name="connsiteY26" fmla="*/ 26488 h 74679"/>
                <a:gd name="connsiteX27" fmla="*/ 34078 w 63775"/>
                <a:gd name="connsiteY27" fmla="*/ 27700 h 74679"/>
                <a:gd name="connsiteX28" fmla="*/ 38978 w 63775"/>
                <a:gd name="connsiteY28" fmla="*/ 42464 h 74679"/>
                <a:gd name="connsiteX29" fmla="*/ 40373 w 63775"/>
                <a:gd name="connsiteY29" fmla="*/ 46621 h 74679"/>
                <a:gd name="connsiteX30" fmla="*/ 39035 w 63775"/>
                <a:gd name="connsiteY30" fmla="*/ 49180 h 74679"/>
                <a:gd name="connsiteX31" fmla="*/ 38441 w 63775"/>
                <a:gd name="connsiteY31" fmla="*/ 49272 h 7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3775" h="74679">
                  <a:moveTo>
                    <a:pt x="55682" y="50025"/>
                  </a:moveTo>
                  <a:lnTo>
                    <a:pt x="47097" y="26410"/>
                  </a:lnTo>
                  <a:lnTo>
                    <a:pt x="37976" y="1326"/>
                  </a:lnTo>
                  <a:cubicBezTo>
                    <a:pt x="37688" y="526"/>
                    <a:pt x="36929" y="-5"/>
                    <a:pt x="36081" y="0"/>
                  </a:cubicBezTo>
                  <a:lnTo>
                    <a:pt x="27532" y="0"/>
                  </a:lnTo>
                  <a:cubicBezTo>
                    <a:pt x="26687" y="6"/>
                    <a:pt x="25933" y="533"/>
                    <a:pt x="25636" y="1326"/>
                  </a:cubicBezTo>
                  <a:lnTo>
                    <a:pt x="3710" y="61958"/>
                  </a:lnTo>
                  <a:lnTo>
                    <a:pt x="133" y="71956"/>
                  </a:lnTo>
                  <a:cubicBezTo>
                    <a:pt x="-263" y="72991"/>
                    <a:pt x="255" y="74151"/>
                    <a:pt x="1288" y="74547"/>
                  </a:cubicBezTo>
                  <a:cubicBezTo>
                    <a:pt x="1525" y="74637"/>
                    <a:pt x="1776" y="74682"/>
                    <a:pt x="2028" y="74679"/>
                  </a:cubicBezTo>
                  <a:lnTo>
                    <a:pt x="12759" y="74679"/>
                  </a:lnTo>
                  <a:cubicBezTo>
                    <a:pt x="13617" y="74679"/>
                    <a:pt x="14379" y="74131"/>
                    <a:pt x="14655" y="73317"/>
                  </a:cubicBezTo>
                  <a:lnTo>
                    <a:pt x="18232" y="62889"/>
                  </a:lnTo>
                  <a:cubicBezTo>
                    <a:pt x="18495" y="62062"/>
                    <a:pt x="19260" y="61497"/>
                    <a:pt x="20128" y="61492"/>
                  </a:cubicBezTo>
                  <a:lnTo>
                    <a:pt x="43628" y="61492"/>
                  </a:lnTo>
                  <a:cubicBezTo>
                    <a:pt x="44501" y="61504"/>
                    <a:pt x="45273" y="62063"/>
                    <a:pt x="45559" y="62889"/>
                  </a:cubicBezTo>
                  <a:lnTo>
                    <a:pt x="49136" y="73317"/>
                  </a:lnTo>
                  <a:cubicBezTo>
                    <a:pt x="49402" y="74138"/>
                    <a:pt x="50171" y="74690"/>
                    <a:pt x="51032" y="74679"/>
                  </a:cubicBezTo>
                  <a:lnTo>
                    <a:pt x="61763" y="74679"/>
                  </a:lnTo>
                  <a:cubicBezTo>
                    <a:pt x="62889" y="74664"/>
                    <a:pt x="63789" y="73738"/>
                    <a:pt x="63775" y="72610"/>
                  </a:cubicBezTo>
                  <a:cubicBezTo>
                    <a:pt x="63772" y="72387"/>
                    <a:pt x="63733" y="72166"/>
                    <a:pt x="63658" y="71956"/>
                  </a:cubicBezTo>
                  <a:close/>
                  <a:moveTo>
                    <a:pt x="38441" y="49165"/>
                  </a:moveTo>
                  <a:lnTo>
                    <a:pt x="25636" y="49165"/>
                  </a:lnTo>
                  <a:cubicBezTo>
                    <a:pt x="24530" y="49171"/>
                    <a:pt x="23628" y="48278"/>
                    <a:pt x="23622" y="47170"/>
                  </a:cubicBezTo>
                  <a:cubicBezTo>
                    <a:pt x="23620" y="46934"/>
                    <a:pt x="23661" y="46699"/>
                    <a:pt x="23740" y="46477"/>
                  </a:cubicBezTo>
                  <a:lnTo>
                    <a:pt x="30250" y="27700"/>
                  </a:lnTo>
                  <a:cubicBezTo>
                    <a:pt x="30639" y="26641"/>
                    <a:pt x="31810" y="26098"/>
                    <a:pt x="32867" y="26488"/>
                  </a:cubicBezTo>
                  <a:cubicBezTo>
                    <a:pt x="33429" y="26695"/>
                    <a:pt x="33871" y="27138"/>
                    <a:pt x="34078" y="27700"/>
                  </a:cubicBezTo>
                  <a:lnTo>
                    <a:pt x="38978" y="42464"/>
                  </a:lnTo>
                  <a:lnTo>
                    <a:pt x="40373" y="46621"/>
                  </a:lnTo>
                  <a:cubicBezTo>
                    <a:pt x="40709" y="47697"/>
                    <a:pt x="40110" y="48843"/>
                    <a:pt x="39035" y="49180"/>
                  </a:cubicBezTo>
                  <a:cubicBezTo>
                    <a:pt x="38843" y="49240"/>
                    <a:pt x="38643" y="49271"/>
                    <a:pt x="38441" y="49272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40" name="手繪多邊形 67">
              <a:extLst>
                <a:ext uri="{FF2B5EF4-FFF2-40B4-BE49-F238E27FC236}">
                  <a16:creationId xmlns:a16="http://schemas.microsoft.com/office/drawing/2014/main" id="{D16434EB-C300-4F2B-B1A6-BC034B38B99B}"/>
                </a:ext>
              </a:extLst>
            </p:cNvPr>
            <p:cNvSpPr/>
            <p:nvPr/>
          </p:nvSpPr>
          <p:spPr>
            <a:xfrm>
              <a:off x="7333957" y="6099602"/>
              <a:ext cx="14522" cy="74428"/>
            </a:xfrm>
            <a:custGeom>
              <a:avLst/>
              <a:gdLst>
                <a:gd name="connsiteX0" fmla="*/ 12519 w 14522"/>
                <a:gd name="connsiteY0" fmla="*/ 0 h 74428"/>
                <a:gd name="connsiteX1" fmla="*/ 14522 w 14522"/>
                <a:gd name="connsiteY1" fmla="*/ 0 h 74428"/>
                <a:gd name="connsiteX2" fmla="*/ 14522 w 14522"/>
                <a:gd name="connsiteY2" fmla="*/ 74428 h 74428"/>
                <a:gd name="connsiteX3" fmla="*/ 12519 w 14522"/>
                <a:gd name="connsiteY3" fmla="*/ 74428 h 74428"/>
                <a:gd name="connsiteX4" fmla="*/ 2003 w 14522"/>
                <a:gd name="connsiteY4" fmla="*/ 74428 h 74428"/>
                <a:gd name="connsiteX5" fmla="*/ 0 w 14522"/>
                <a:gd name="connsiteY5" fmla="*/ 74428 h 74428"/>
                <a:gd name="connsiteX6" fmla="*/ 0 w 14522"/>
                <a:gd name="connsiteY6" fmla="*/ 0 h 74428"/>
                <a:gd name="connsiteX7" fmla="*/ 2003 w 14522"/>
                <a:gd name="connsiteY7" fmla="*/ 0 h 7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22" h="74428">
                  <a:moveTo>
                    <a:pt x="12519" y="0"/>
                  </a:moveTo>
                  <a:cubicBezTo>
                    <a:pt x="13625" y="0"/>
                    <a:pt x="14522" y="0"/>
                    <a:pt x="14522" y="0"/>
                  </a:cubicBezTo>
                  <a:lnTo>
                    <a:pt x="14522" y="74428"/>
                  </a:lnTo>
                  <a:cubicBezTo>
                    <a:pt x="14522" y="74428"/>
                    <a:pt x="13625" y="74428"/>
                    <a:pt x="12519" y="74428"/>
                  </a:cubicBezTo>
                  <a:lnTo>
                    <a:pt x="2003" y="74428"/>
                  </a:lnTo>
                  <a:cubicBezTo>
                    <a:pt x="897" y="74428"/>
                    <a:pt x="0" y="74428"/>
                    <a:pt x="0" y="74428"/>
                  </a:cubicBezTo>
                  <a:lnTo>
                    <a:pt x="0" y="0"/>
                  </a:lnTo>
                  <a:cubicBezTo>
                    <a:pt x="0" y="0"/>
                    <a:pt x="897" y="0"/>
                    <a:pt x="2003" y="0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41" name="十字形 40">
            <a:extLst>
              <a:ext uri="{FF2B5EF4-FFF2-40B4-BE49-F238E27FC236}">
                <a16:creationId xmlns:a16="http://schemas.microsoft.com/office/drawing/2014/main" id="{0E633EE2-2DFC-4BDD-B549-1EB6FEB26233}"/>
              </a:ext>
            </a:extLst>
          </p:cNvPr>
          <p:cNvSpPr/>
          <p:nvPr userDrawn="1"/>
        </p:nvSpPr>
        <p:spPr>
          <a:xfrm>
            <a:off x="6015801" y="5728371"/>
            <a:ext cx="232462" cy="232462"/>
          </a:xfrm>
          <a:prstGeom prst="plus">
            <a:avLst>
              <a:gd name="adj" fmla="val 44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42" name="圖片 41">
            <a:extLst>
              <a:ext uri="{FF2B5EF4-FFF2-40B4-BE49-F238E27FC236}">
                <a16:creationId xmlns:a16="http://schemas.microsoft.com/office/drawing/2014/main" id="{B097F359-BDE5-4F84-AB3D-33D9180878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2119" y="919600"/>
            <a:ext cx="1396074" cy="472736"/>
          </a:xfrm>
          <a:prstGeom prst="rect">
            <a:avLst/>
          </a:prstGeom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2356E908-EF4F-4C6A-BAC1-16287DB6FA36}"/>
              </a:ext>
            </a:extLst>
          </p:cNvPr>
          <p:cNvSpPr/>
          <p:nvPr userDrawn="1"/>
        </p:nvSpPr>
        <p:spPr>
          <a:xfrm>
            <a:off x="335360" y="6564257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富智康集團有限公司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61074607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400332" y="6356349"/>
            <a:ext cx="2625763" cy="4924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13E0818C-FC5A-4378-8F41-A5F9AD5E60A6}" type="slidenum">
              <a:rPr lang="zh-TW" altLang="en-US" smtClean="0"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3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73BC9DE3-7A7F-321C-8C2A-7173E60FDF4D}"/>
              </a:ext>
            </a:extLst>
          </p:cNvPr>
          <p:cNvSpPr txBox="1"/>
          <p:nvPr/>
        </p:nvSpPr>
        <p:spPr>
          <a:xfrm>
            <a:off x="14286" y="2592685"/>
            <a:ext cx="12192002" cy="800219"/>
          </a:xfrm>
          <a:prstGeom prst="rect">
            <a:avLst/>
          </a:prstGeom>
          <a:ln w="12700">
            <a:miter lim="400000"/>
          </a:ln>
          <a:effectLst>
            <a:outerShdw blurRad="127000" dist="127000" dir="5400000" sx="112000" sy="112000" algn="t" rotWithShape="0">
              <a:prstClr val="black"/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indent="17445" algn="ctr">
              <a:spcBef>
                <a:spcPts val="100"/>
              </a:spcBef>
              <a:defRPr sz="6000" b="1" spc="782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marL="0" marR="0" lvl="0" indent="17445" defTabSz="914400" rtl="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200" u="none" strike="noStrike" kern="1200" cap="none" spc="200" normalizeH="0" noProof="0" dirty="0">
                <a:ln w="12700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YouSheBiaoTiHei" pitchFamily="2" charset="-122"/>
                <a:ea typeface="Microsoft YaHei" panose="020B0503020204020204" pitchFamily="34" charset="-122"/>
                <a:sym typeface="Microsoft YaHei"/>
              </a:rPr>
              <a:t>請於此鍵入簡報標題</a:t>
            </a: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E069EAA7-B9BF-8E66-54A8-6F2F4422B0C5}"/>
              </a:ext>
            </a:extLst>
          </p:cNvPr>
          <p:cNvCxnSpPr>
            <a:cxnSpLocks/>
          </p:cNvCxnSpPr>
          <p:nvPr/>
        </p:nvCxnSpPr>
        <p:spPr>
          <a:xfrm>
            <a:off x="3068053" y="3485709"/>
            <a:ext cx="6087979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bject 5">
            <a:extLst>
              <a:ext uri="{FF2B5EF4-FFF2-40B4-BE49-F238E27FC236}">
                <a16:creationId xmlns:a16="http://schemas.microsoft.com/office/drawing/2014/main" id="{4B83B6E9-D3D8-1E4C-1FFC-EBF7D95B6160}"/>
              </a:ext>
            </a:extLst>
          </p:cNvPr>
          <p:cNvSpPr txBox="1"/>
          <p:nvPr/>
        </p:nvSpPr>
        <p:spPr>
          <a:xfrm>
            <a:off x="3043989" y="3578515"/>
            <a:ext cx="1888958" cy="295497"/>
          </a:xfrm>
          <a:prstGeom prst="rect">
            <a:avLst/>
          </a:prstGeom>
          <a:effectLst/>
        </p:spPr>
        <p:txBody>
          <a:bodyPr vert="horz" wrap="square" lIns="0" tIns="18319" rIns="0" bIns="0" rtlCol="0">
            <a:spAutoFit/>
          </a:bodyPr>
          <a:lstStyle/>
          <a:p>
            <a:pPr marL="17446" marR="0" lvl="0" indent="0" defTabSz="914400" rtl="0" eaLnBrk="1" fontAlgn="auto" latinLnBrk="0" hangingPunct="1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Speaker</a:t>
            </a:r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286EAC1A-421E-A5ED-4030-11330F63A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FEC7AA5-A1A3-B470-80B9-3C59CE3E8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82A6D5DC-8156-A31E-0959-2EE557027D4E}"/>
              </a:ext>
            </a:extLst>
          </p:cNvPr>
          <p:cNvSpPr txBox="1"/>
          <p:nvPr/>
        </p:nvSpPr>
        <p:spPr>
          <a:xfrm>
            <a:off x="7277013" y="3578515"/>
            <a:ext cx="1888958" cy="295497"/>
          </a:xfrm>
          <a:prstGeom prst="rect">
            <a:avLst/>
          </a:prstGeom>
          <a:effectLst/>
        </p:spPr>
        <p:txBody>
          <a:bodyPr vert="horz" wrap="square" lIns="0" tIns="18319" rIns="0" bIns="0" rtlCol="0">
            <a:spAutoFit/>
          </a:bodyPr>
          <a:lstStyle/>
          <a:p>
            <a:pPr marL="17446" marR="0" lvl="0" indent="0" algn="r" defTabSz="914400" rtl="0" eaLnBrk="1" fontAlgn="auto" latinLnBrk="0" hangingPunct="1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Apr</a:t>
            </a:r>
            <a:r>
              <a:rPr kumimoji="0" lang="en-US" altLang="zh-TW" b="1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.  </a:t>
            </a:r>
            <a:r>
              <a:rPr kumimoji="0" lang="en-US" altLang="zh-TW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r>
              <a:rPr kumimoji="0" lang="en-US" altLang="zh-TW" b="1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kumimoji="0" lang="en-US" altLang="zh-TW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408357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3A6E65A9-7BCA-7FA2-ED0E-ABE69576E0B7}"/>
              </a:ext>
            </a:extLst>
          </p:cNvPr>
          <p:cNvCxnSpPr>
            <a:cxnSpLocks/>
          </p:cNvCxnSpPr>
          <p:nvPr/>
        </p:nvCxnSpPr>
        <p:spPr>
          <a:xfrm>
            <a:off x="7538109" y="2089773"/>
            <a:ext cx="0" cy="2008910"/>
          </a:xfrm>
          <a:prstGeom prst="line">
            <a:avLst/>
          </a:prstGeom>
          <a:ln>
            <a:solidFill>
              <a:srgbClr val="00D5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C88CB6E2-F36E-F734-14FB-95A8639E046C}"/>
              </a:ext>
            </a:extLst>
          </p:cNvPr>
          <p:cNvSpPr/>
          <p:nvPr/>
        </p:nvSpPr>
        <p:spPr>
          <a:xfrm>
            <a:off x="7693773" y="2033223"/>
            <a:ext cx="4168026" cy="2077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en-US" altLang="zh-TW" sz="2400" b="1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XXX</a:t>
            </a:r>
            <a:endParaRPr lang="en-US" altLang="zh-TW" sz="24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endParaRPr lang="en-US" altLang="zh-TW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en-US" altLang="zh-TW" sz="2400" b="1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XXX</a:t>
            </a:r>
            <a:endParaRPr lang="zh-TW" altLang="en-US" sz="24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228600" indent="-228600">
              <a:buClr>
                <a:srgbClr val="00D5EE"/>
              </a:buClr>
              <a:buFont typeface="+mj-lt"/>
              <a:buAutoNum type="arabicPeriod"/>
            </a:pPr>
            <a:endParaRPr lang="en-US" altLang="zh-TW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en-US" altLang="zh-TW" sz="2400" b="1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XXX</a:t>
            </a:r>
            <a:endParaRPr lang="zh-TW" altLang="en-US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228600" indent="-228600">
              <a:buClr>
                <a:srgbClr val="00D5EE"/>
              </a:buClr>
              <a:buFont typeface="+mj-lt"/>
              <a:buAutoNum type="arabicPeriod"/>
            </a:pPr>
            <a:endParaRPr lang="en-US" altLang="zh-TW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en-US" altLang="zh-TW" sz="2400" b="1" spc="200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XXX</a:t>
            </a:r>
            <a:endParaRPr lang="zh-TW" altLang="en-US" sz="24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40205715-7071-90C2-93D2-6E832E6B2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2</a:t>
            </a:fld>
            <a:r>
              <a:rPr lang="en-US" altLang="zh-TW" dirty="0"/>
              <a:t> /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F6276C-391F-34B3-9E71-58D66B6B7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AB3FBD7A-8E7B-01A5-A06B-71548A7E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9468968" cy="770259"/>
          </a:xfrm>
        </p:spPr>
        <p:txBody>
          <a:bodyPr/>
          <a:lstStyle/>
          <a:p>
            <a:r>
              <a:rPr lang="zh-TW" altLang="en-US" sz="4000" spc="300" dirty="0">
                <a:solidFill>
                  <a:prstClr val="white"/>
                </a:solidFill>
                <a:cs typeface="Microsoft JhengHei" charset="-120"/>
              </a:rPr>
              <a:t>目錄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27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93E90-964E-E519-E219-4F98530C9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分類頁</a:t>
            </a:r>
            <a:br>
              <a:rPr lang="zh-TW" altLang="en-US" sz="48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kumimoji="1" lang="zh-TW" altLang="en-US" dirty="0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4E40E84D-4E18-1813-A2DD-32DC00719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3</a:t>
            </a:fld>
            <a:r>
              <a:rPr lang="en-US" altLang="zh-TW" dirty="0"/>
              <a:t> /</a:t>
            </a:r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3E590C2F-975E-B03E-4C00-212FB81C4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668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B56AED5F-B284-BCD2-5987-2EC2DF922B6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zh-TW" altLang="en-US" kern="0" spc="300" dirty="0"/>
              <a:t>標題</a:t>
            </a:r>
            <a:r>
              <a:rPr kumimoji="1" lang="en-US" altLang="zh-TW" dirty="0"/>
              <a:t>(</a:t>
            </a:r>
            <a:r>
              <a:rPr kumimoji="1" lang="en-US" altLang="zh-TW" spc="0" dirty="0"/>
              <a:t>4</a:t>
            </a:r>
            <a:r>
              <a:rPr kumimoji="1" lang="en-US" altLang="zh-TW" spc="600" dirty="0"/>
              <a:t>0</a:t>
            </a:r>
            <a:r>
              <a:rPr kumimoji="1" lang="zh-TW" altLang="en-US" dirty="0"/>
              <a:t>級 微軟雅黑</a:t>
            </a:r>
            <a:r>
              <a:rPr kumimoji="1" lang="en-US" altLang="zh-TW" dirty="0"/>
              <a:t>)</a:t>
            </a:r>
            <a:r>
              <a:rPr kumimoji="1" lang="zh-TW" altLang="en-US" dirty="0"/>
              <a:t> 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CF9BCD7-0DDE-437B-BF7D-162E835F718E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zh-TW" altLang="en-US" dirty="0"/>
              <a:t>內文字型 </a:t>
            </a:r>
            <a:r>
              <a:rPr kumimoji="1" lang="en-US" altLang="zh-TW" dirty="0"/>
              <a:t>(</a:t>
            </a:r>
            <a:r>
              <a:rPr kumimoji="1" lang="en-US" altLang="zh-TW" spc="0" dirty="0"/>
              <a:t>3</a:t>
            </a:r>
            <a:r>
              <a:rPr kumimoji="1" lang="en-US" altLang="zh-TW" spc="300" dirty="0"/>
              <a:t>2</a:t>
            </a:r>
            <a:r>
              <a:rPr kumimoji="1" lang="zh-TW" altLang="en-US" dirty="0"/>
              <a:t>級 微軟雅黑</a:t>
            </a:r>
            <a:r>
              <a:rPr kumimoji="1" lang="en-US" altLang="zh-TW" dirty="0"/>
              <a:t>)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pPr lvl="1">
              <a:buClr>
                <a:srgbClr val="00ECFF"/>
              </a:buClr>
            </a:pPr>
            <a:r>
              <a:rPr kumimoji="1" lang="zh-TW" altLang="en-US" dirty="0"/>
              <a:t> 項目</a:t>
            </a:r>
            <a:r>
              <a:rPr kumimoji="1" lang="en-US" altLang="zh-TW" dirty="0"/>
              <a:t>1</a:t>
            </a:r>
            <a:r>
              <a:rPr kumimoji="1" lang="zh-TW" altLang="en-US" dirty="0"/>
              <a:t> </a:t>
            </a:r>
            <a:r>
              <a:rPr kumimoji="1" lang="en-US" altLang="zh-TW" dirty="0"/>
              <a:t>(2</a:t>
            </a:r>
            <a:r>
              <a:rPr kumimoji="1" lang="en-US" altLang="zh-TW" spc="300" dirty="0"/>
              <a:t>4</a:t>
            </a:r>
            <a:r>
              <a:rPr kumimoji="1" lang="zh-TW" altLang="en-US" dirty="0"/>
              <a:t>級 微軟雅黑</a:t>
            </a:r>
            <a:r>
              <a:rPr kumimoji="1" lang="en-US" altLang="zh-TW" dirty="0"/>
              <a:t>) </a:t>
            </a:r>
          </a:p>
          <a:p>
            <a:pPr lvl="1">
              <a:buClr>
                <a:srgbClr val="00ECFF"/>
              </a:buClr>
            </a:pPr>
            <a:r>
              <a:rPr kumimoji="1" lang="zh-TW" altLang="en-US" dirty="0"/>
              <a:t> 項目</a:t>
            </a:r>
            <a:r>
              <a:rPr kumimoji="1" lang="en-US" altLang="zh-TW" dirty="0"/>
              <a:t>2</a:t>
            </a:r>
            <a:br>
              <a:rPr kumimoji="1" lang="en-US" altLang="zh-TW" dirty="0"/>
            </a:br>
            <a:endParaRPr kumimoji="1" lang="en-US" altLang="zh-TW" sz="800" dirty="0"/>
          </a:p>
          <a:p>
            <a:pPr lvl="2"/>
            <a:r>
              <a:rPr kumimoji="1" lang="zh-TW" altLang="en-US" dirty="0"/>
              <a:t>子項目</a:t>
            </a:r>
            <a:r>
              <a:rPr kumimoji="1" lang="en-US" altLang="zh-TW" dirty="0"/>
              <a:t>1 (2</a:t>
            </a:r>
            <a:r>
              <a:rPr kumimoji="1" lang="en-US" altLang="zh-TW" spc="300" dirty="0"/>
              <a:t>0</a:t>
            </a:r>
            <a:r>
              <a:rPr kumimoji="1" lang="zh-TW" altLang="en-US" dirty="0"/>
              <a:t>級 微軟雅黑</a:t>
            </a:r>
            <a:r>
              <a:rPr kumimoji="1" lang="en-US" altLang="zh-TW" dirty="0"/>
              <a:t>) </a:t>
            </a:r>
          </a:p>
          <a:p>
            <a:pPr lvl="2"/>
            <a:r>
              <a:rPr kumimoji="1" lang="zh-TW" altLang="en-US" dirty="0"/>
              <a:t>子項目</a:t>
            </a:r>
            <a:r>
              <a:rPr kumimoji="1" lang="en-US" altLang="zh-TW" dirty="0"/>
              <a:t>2</a:t>
            </a:r>
            <a:br>
              <a:rPr kumimoji="1" lang="en-US" altLang="zh-TW" dirty="0"/>
            </a:br>
            <a:endParaRPr kumimoji="1" lang="en-US" altLang="zh-TW" sz="800" dirty="0"/>
          </a:p>
          <a:p>
            <a:pPr marL="1371600" lvl="3" indent="0">
              <a:buNone/>
            </a:pPr>
            <a:r>
              <a:rPr kumimoji="1" lang="en-US" altLang="zh-TW" sz="1600" dirty="0"/>
              <a:t>-</a:t>
            </a:r>
            <a:r>
              <a:rPr kumimoji="1" lang="zh-TW" altLang="en-US" sz="1600" dirty="0"/>
              <a:t>第三層項目</a:t>
            </a:r>
            <a:r>
              <a:rPr kumimoji="1" lang="en-US" altLang="zh-TW" sz="1600" dirty="0"/>
              <a:t>1 (1</a:t>
            </a:r>
            <a:r>
              <a:rPr kumimoji="1" lang="en-US" altLang="zh-TW" sz="1600" spc="300" dirty="0"/>
              <a:t>6</a:t>
            </a:r>
            <a:r>
              <a:rPr kumimoji="1" lang="zh-TW" altLang="en-US" sz="1600" dirty="0"/>
              <a:t>級 微軟雅黑</a:t>
            </a:r>
            <a:r>
              <a:rPr kumimoji="1" lang="en-US" altLang="zh-TW" sz="1600" dirty="0"/>
              <a:t>) </a:t>
            </a:r>
          </a:p>
          <a:p>
            <a:pPr marL="1371600" lvl="3" indent="0">
              <a:buNone/>
            </a:pPr>
            <a:r>
              <a:rPr kumimoji="1" lang="en-US" altLang="zh-TW" sz="1600" dirty="0"/>
              <a:t>-</a:t>
            </a:r>
            <a:r>
              <a:rPr kumimoji="1" lang="zh-TW" altLang="en-US" sz="1600" dirty="0"/>
              <a:t>第三層項目</a:t>
            </a:r>
            <a:r>
              <a:rPr kumimoji="1" lang="en-US" altLang="zh-TW" sz="1600" dirty="0"/>
              <a:t>2</a:t>
            </a:r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4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55601F4-FD62-E150-BE99-41E72B40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49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423FDEB-E359-0EED-C68F-D2CAE0F2C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5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0B2E465F-0EE7-A52F-E23A-9033E57F4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3082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2_Office 佈景主題">
  <a:themeElements>
    <a:clrScheme name="Foxconn2023">
      <a:dk1>
        <a:srgbClr val="000000"/>
      </a:dk1>
      <a:lt1>
        <a:srgbClr val="FFFFFF"/>
      </a:lt1>
      <a:dk2>
        <a:srgbClr val="4B4B4B"/>
      </a:dk2>
      <a:lt2>
        <a:srgbClr val="E7E6E6"/>
      </a:lt2>
      <a:accent1>
        <a:srgbClr val="FB0C24"/>
      </a:accent1>
      <a:accent2>
        <a:srgbClr val="3698E1"/>
      </a:accent2>
      <a:accent3>
        <a:srgbClr val="00ECFF"/>
      </a:accent3>
      <a:accent4>
        <a:srgbClr val="002A88"/>
      </a:accent4>
      <a:accent5>
        <a:srgbClr val="4472C4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99fdead-0321-44fd-be72-0f87e2f34ca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761830E8B28710429A03C47BC3AF496B" ma:contentTypeVersion="15" ma:contentTypeDescription="建立新的文件。" ma:contentTypeScope="" ma:versionID="c5c7cf66049908f597442d06e9fb9101">
  <xsd:schema xmlns:xsd="http://www.w3.org/2001/XMLSchema" xmlns:xs="http://www.w3.org/2001/XMLSchema" xmlns:p="http://schemas.microsoft.com/office/2006/metadata/properties" xmlns:ns3="999fdead-0321-44fd-be72-0f87e2f34cac" targetNamespace="http://schemas.microsoft.com/office/2006/metadata/properties" ma:root="true" ma:fieldsID="b03296d6332c36f5ea34dff26046e668" ns3:_="">
    <xsd:import namespace="999fdead-0321-44fd-be72-0f87e2f34c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Locatio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9fdead-0321-44fd-be72-0f87e2f34c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AA1840-26A9-4EBE-82FD-3B9FDF7079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C0F7E1-9319-452E-8E07-45B1E0A0FBE0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999fdead-0321-44fd-be72-0f87e2f34ca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B08399B-9B32-47D7-9626-F24945608A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9fdead-0321-44fd-be72-0f87e2f34c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19362</TotalTime>
  <Words>98</Words>
  <Application>Microsoft Office PowerPoint</Application>
  <PresentationFormat>寬螢幕</PresentationFormat>
  <Paragraphs>32</Paragraphs>
  <Slides>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5" baseType="lpstr">
      <vt:lpstr>Microsoft YaHei</vt:lpstr>
      <vt:lpstr>YouSheBiaoTiHei</vt:lpstr>
      <vt:lpstr>Microsoft JhengHei</vt:lpstr>
      <vt:lpstr>Microsoft JhengHei</vt:lpstr>
      <vt:lpstr>新細明體</vt:lpstr>
      <vt:lpstr>Arial</vt:lpstr>
      <vt:lpstr>Calibri</vt:lpstr>
      <vt:lpstr>Tahoma</vt:lpstr>
      <vt:lpstr>Wingdings</vt:lpstr>
      <vt:lpstr>2_Office 佈景主題</vt:lpstr>
      <vt:lpstr>PowerPoint 簡報</vt:lpstr>
      <vt:lpstr>目錄</vt:lpstr>
      <vt:lpstr>分類頁 </vt:lpstr>
      <vt:lpstr>標題(40級 微軟雅黑) 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Allenblue Lan (藍子翔)</dc:creator>
  <cp:lastModifiedBy>朱優良</cp:lastModifiedBy>
  <cp:revision>410</cp:revision>
  <dcterms:created xsi:type="dcterms:W3CDTF">2021-12-10T01:00:26Z</dcterms:created>
  <dcterms:modified xsi:type="dcterms:W3CDTF">2025-03-19T01:10:31Z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ContentTypeId">
    <vt:lpwstr>0x010100761830E8B28710429A03C47BC3AF496B</vt:lpwstr>
  </property>
  <property fmtid="{D5CDD505-2E9C-101B-9397-08002B2CF9AE}" pid="4" name="MediaServiceImageTags">
    <vt:lpwstr/>
  </property>
</Properties>
</file>