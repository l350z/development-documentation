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3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2" r:id="rId7"/>
  </p:sldIdLst>
  <p:sldSz cx="12192000" cy="6858000"/>
  <p:notesSz cx="6858000" cy="91440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Microsoft YaHei" panose="020B0503020204020204" pitchFamily="34" charset="-122"/>
      <p:regular r:id="rId13"/>
      <p:bold r:id="rId14"/>
    </p:embeddedFont>
    <p:embeddedFont>
      <p:font typeface="Microsoft JhengHei" panose="020B0604030504040204" pitchFamily="34" charset="-120"/>
      <p:regular r:id="rId15"/>
      <p:bold r:id="rId16"/>
    </p:embeddedFont>
    <p:embeddedFont>
      <p:font typeface="Rajdhani" panose="02020500000000000000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1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14" y="108"/>
      </p:cViewPr>
      <p:guideLst>
        <p:guide orient="horz" pos="2160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96126" lvl="0" indent="-2199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b="1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18" name="Google Shape;11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2f59c7868a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g32f59c7868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cover">
  <p:cSld name="1_cover">
    <p:bg>
      <p:bgPr>
        <a:solidFill>
          <a:schemeClr val="dk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21740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/>
          <p:nvPr/>
        </p:nvSpPr>
        <p:spPr>
          <a:xfrm>
            <a:off x="0" y="0"/>
            <a:ext cx="12217402" cy="6858000"/>
          </a:xfrm>
          <a:prstGeom prst="rect">
            <a:avLst/>
          </a:prstGeom>
          <a:gradFill>
            <a:gsLst>
              <a:gs pos="0">
                <a:srgbClr val="00B0F0"/>
              </a:gs>
              <a:gs pos="6000">
                <a:srgbClr val="00B0F0"/>
              </a:gs>
              <a:gs pos="63000">
                <a:srgbClr val="0090D8">
                  <a:alpha val="34901"/>
                </a:srgbClr>
              </a:gs>
              <a:gs pos="97000">
                <a:srgbClr val="0090D8">
                  <a:alpha val="78823"/>
                </a:srgbClr>
              </a:gs>
              <a:gs pos="100000">
                <a:srgbClr val="0090D8">
                  <a:alpha val="78823"/>
                </a:srgbClr>
              </a:gs>
            </a:gsLst>
            <a:lin ang="4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"/>
          <p:cNvSpPr/>
          <p:nvPr/>
        </p:nvSpPr>
        <p:spPr>
          <a:xfrm>
            <a:off x="272710" y="6505426"/>
            <a:ext cx="7284640" cy="11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5080" lvl="0" indent="0" algn="l" rtl="0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2024  FIH Mobile Limited. All rights reserved. </a:t>
            </a: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50799" marR="0" lvl="0" indent="0" algn="r">
              <a:spcBef>
                <a:spcPts val="0"/>
              </a:spcBef>
              <a:buNone/>
              <a:defRPr sz="1100" b="1" i="0" u="none" strike="noStrike" cap="non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marL="50799" marR="0" lvl="1" indent="0" algn="r">
              <a:spcBef>
                <a:spcPts val="0"/>
              </a:spcBef>
              <a:buNone/>
              <a:defRPr sz="1100" b="1" i="0" u="none" strike="noStrike" cap="non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marL="50799" marR="0" lvl="2" indent="0" algn="r">
              <a:spcBef>
                <a:spcPts val="0"/>
              </a:spcBef>
              <a:buNone/>
              <a:defRPr sz="1100" b="1" i="0" u="none" strike="noStrike" cap="non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marL="50799" marR="0" lvl="3" indent="0" algn="r">
              <a:spcBef>
                <a:spcPts val="0"/>
              </a:spcBef>
              <a:buNone/>
              <a:defRPr sz="1100" b="1" i="0" u="none" strike="noStrike" cap="non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marL="50799" marR="0" lvl="4" indent="0" algn="r">
              <a:spcBef>
                <a:spcPts val="0"/>
              </a:spcBef>
              <a:buNone/>
              <a:defRPr sz="1100" b="1" i="0" u="none" strike="noStrike" cap="non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marL="50799" marR="0" lvl="5" indent="0" algn="r">
              <a:spcBef>
                <a:spcPts val="0"/>
              </a:spcBef>
              <a:buNone/>
              <a:defRPr sz="1100" b="1" i="0" u="none" strike="noStrike" cap="non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marL="50799" marR="0" lvl="6" indent="0" algn="r">
              <a:spcBef>
                <a:spcPts val="0"/>
              </a:spcBef>
              <a:buNone/>
              <a:defRPr sz="1100" b="1" i="0" u="none" strike="noStrike" cap="non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marL="50799" marR="0" lvl="7" indent="0" algn="r">
              <a:spcBef>
                <a:spcPts val="0"/>
              </a:spcBef>
              <a:buNone/>
              <a:defRPr sz="1100" b="1" i="0" u="none" strike="noStrike" cap="non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marL="50799" marR="0" lvl="8" indent="0" algn="r">
              <a:spcBef>
                <a:spcPts val="0"/>
              </a:spcBef>
              <a:buNone/>
              <a:defRPr sz="1100" b="1" i="0" u="none" strike="noStrike" cap="non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>
            <a:pPr marL="50799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</a:t>
            </a:r>
            <a:endParaRPr sz="900" b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2"/>
          <p:cNvSpPr txBox="1">
            <a:spLocks noGrp="1"/>
          </p:cNvSpPr>
          <p:nvPr>
            <p:ph type="ftr" idx="11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1" i="0" u="none" strike="noStrike" cap="non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9" name="Google Shape;1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06966" y="128024"/>
            <a:ext cx="678599" cy="22978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20;p2"/>
          <p:cNvGrpSpPr/>
          <p:nvPr/>
        </p:nvGrpSpPr>
        <p:grpSpPr>
          <a:xfrm>
            <a:off x="7308808" y="5652740"/>
            <a:ext cx="410111" cy="409547"/>
            <a:chOff x="8806326" y="6007964"/>
            <a:chExt cx="505337" cy="504642"/>
          </a:xfrm>
        </p:grpSpPr>
        <p:sp>
          <p:nvSpPr>
            <p:cNvPr id="21" name="Google Shape;21;p2"/>
            <p:cNvSpPr/>
            <p:nvPr/>
          </p:nvSpPr>
          <p:spPr>
            <a:xfrm>
              <a:off x="8806326" y="6007964"/>
              <a:ext cx="505337" cy="504642"/>
            </a:xfrm>
            <a:custGeom>
              <a:avLst/>
              <a:gdLst/>
              <a:ahLst/>
              <a:cxnLst/>
              <a:rect l="l" t="t" r="r" b="b"/>
              <a:pathLst>
                <a:path w="505337" h="504642" extrusionOk="0">
                  <a:moveTo>
                    <a:pt x="502251" y="371198"/>
                  </a:moveTo>
                  <a:lnTo>
                    <a:pt x="427671" y="282040"/>
                  </a:lnTo>
                  <a:cubicBezTo>
                    <a:pt x="425341" y="279709"/>
                    <a:pt x="421845" y="277379"/>
                    <a:pt x="418349" y="276796"/>
                  </a:cubicBezTo>
                  <a:lnTo>
                    <a:pt x="418349" y="276796"/>
                  </a:lnTo>
                  <a:cubicBezTo>
                    <a:pt x="413687" y="276213"/>
                    <a:pt x="409026" y="277961"/>
                    <a:pt x="404365" y="281458"/>
                  </a:cubicBezTo>
                  <a:lnTo>
                    <a:pt x="351926" y="325162"/>
                  </a:lnTo>
                  <a:lnTo>
                    <a:pt x="344351" y="315839"/>
                  </a:lnTo>
                  <a:lnTo>
                    <a:pt x="413105" y="258731"/>
                  </a:lnTo>
                  <a:cubicBezTo>
                    <a:pt x="420097" y="252904"/>
                    <a:pt x="424175" y="245911"/>
                    <a:pt x="424758" y="237753"/>
                  </a:cubicBezTo>
                  <a:cubicBezTo>
                    <a:pt x="425923" y="227264"/>
                    <a:pt x="421845" y="215609"/>
                    <a:pt x="412522" y="205703"/>
                  </a:cubicBezTo>
                  <a:lnTo>
                    <a:pt x="346099" y="126452"/>
                  </a:lnTo>
                  <a:cubicBezTo>
                    <a:pt x="339107" y="118294"/>
                    <a:pt x="330367" y="112467"/>
                    <a:pt x="321045" y="110718"/>
                  </a:cubicBezTo>
                  <a:cubicBezTo>
                    <a:pt x="310557" y="108387"/>
                    <a:pt x="301234" y="110718"/>
                    <a:pt x="293660" y="116546"/>
                  </a:cubicBezTo>
                  <a:lnTo>
                    <a:pt x="225489" y="172487"/>
                  </a:lnTo>
                  <a:lnTo>
                    <a:pt x="216749" y="161416"/>
                  </a:lnTo>
                  <a:lnTo>
                    <a:pt x="269771" y="117128"/>
                  </a:lnTo>
                  <a:cubicBezTo>
                    <a:pt x="277345" y="110718"/>
                    <a:pt x="279093" y="100229"/>
                    <a:pt x="273849" y="93819"/>
                  </a:cubicBezTo>
                  <a:lnTo>
                    <a:pt x="198686" y="5245"/>
                  </a:lnTo>
                  <a:cubicBezTo>
                    <a:pt x="195773" y="2914"/>
                    <a:pt x="192860" y="583"/>
                    <a:pt x="189364" y="0"/>
                  </a:cubicBezTo>
                  <a:cubicBezTo>
                    <a:pt x="184703" y="0"/>
                    <a:pt x="180041" y="1748"/>
                    <a:pt x="175380" y="5245"/>
                  </a:cubicBezTo>
                  <a:lnTo>
                    <a:pt x="55935" y="106057"/>
                  </a:lnTo>
                  <a:cubicBezTo>
                    <a:pt x="48361" y="112467"/>
                    <a:pt x="46613" y="122956"/>
                    <a:pt x="51857" y="129366"/>
                  </a:cubicBezTo>
                  <a:lnTo>
                    <a:pt x="126437" y="217940"/>
                  </a:lnTo>
                  <a:cubicBezTo>
                    <a:pt x="128767" y="220271"/>
                    <a:pt x="132263" y="222602"/>
                    <a:pt x="135759" y="223185"/>
                  </a:cubicBezTo>
                  <a:lnTo>
                    <a:pt x="135759" y="223185"/>
                  </a:lnTo>
                  <a:cubicBezTo>
                    <a:pt x="140421" y="223768"/>
                    <a:pt x="145082" y="222019"/>
                    <a:pt x="149743" y="218523"/>
                  </a:cubicBezTo>
                  <a:lnTo>
                    <a:pt x="202182" y="174818"/>
                  </a:lnTo>
                  <a:lnTo>
                    <a:pt x="210922" y="185890"/>
                  </a:lnTo>
                  <a:lnTo>
                    <a:pt x="134011" y="250573"/>
                  </a:lnTo>
                  <a:cubicBezTo>
                    <a:pt x="120028" y="262810"/>
                    <a:pt x="120028" y="286702"/>
                    <a:pt x="134594" y="304184"/>
                  </a:cubicBezTo>
                  <a:lnTo>
                    <a:pt x="143917" y="315839"/>
                  </a:lnTo>
                  <a:lnTo>
                    <a:pt x="120610" y="335651"/>
                  </a:lnTo>
                  <a:cubicBezTo>
                    <a:pt x="87981" y="316421"/>
                    <a:pt x="44282" y="314090"/>
                    <a:pt x="12818" y="323414"/>
                  </a:cubicBezTo>
                  <a:lnTo>
                    <a:pt x="0" y="327493"/>
                  </a:lnTo>
                  <a:lnTo>
                    <a:pt x="66423" y="406744"/>
                  </a:lnTo>
                  <a:lnTo>
                    <a:pt x="50109" y="419564"/>
                  </a:lnTo>
                  <a:cubicBezTo>
                    <a:pt x="44282" y="424226"/>
                    <a:pt x="43699" y="432967"/>
                    <a:pt x="48943" y="438794"/>
                  </a:cubicBezTo>
                  <a:cubicBezTo>
                    <a:pt x="53605" y="444622"/>
                    <a:pt x="62344" y="445787"/>
                    <a:pt x="68754" y="440542"/>
                  </a:cubicBezTo>
                  <a:lnTo>
                    <a:pt x="84485" y="427140"/>
                  </a:lnTo>
                  <a:lnTo>
                    <a:pt x="149743" y="504642"/>
                  </a:lnTo>
                  <a:lnTo>
                    <a:pt x="155570" y="492988"/>
                  </a:lnTo>
                  <a:cubicBezTo>
                    <a:pt x="170136" y="465017"/>
                    <a:pt x="175380" y="425391"/>
                    <a:pt x="165475" y="391011"/>
                  </a:cubicBezTo>
                  <a:lnTo>
                    <a:pt x="191112" y="369450"/>
                  </a:lnTo>
                  <a:lnTo>
                    <a:pt x="202182" y="382852"/>
                  </a:lnTo>
                  <a:cubicBezTo>
                    <a:pt x="209757" y="391593"/>
                    <a:pt x="219080" y="396838"/>
                    <a:pt x="228985" y="398003"/>
                  </a:cubicBezTo>
                  <a:cubicBezTo>
                    <a:pt x="229567" y="398003"/>
                    <a:pt x="229567" y="398003"/>
                    <a:pt x="230150" y="398003"/>
                  </a:cubicBezTo>
                  <a:cubicBezTo>
                    <a:pt x="240638" y="399169"/>
                    <a:pt x="251708" y="395090"/>
                    <a:pt x="261031" y="387514"/>
                  </a:cubicBezTo>
                  <a:lnTo>
                    <a:pt x="330950" y="329241"/>
                  </a:lnTo>
                  <a:lnTo>
                    <a:pt x="338524" y="338565"/>
                  </a:lnTo>
                  <a:lnTo>
                    <a:pt x="285503" y="382852"/>
                  </a:lnTo>
                  <a:cubicBezTo>
                    <a:pt x="282589" y="385183"/>
                    <a:pt x="280259" y="388680"/>
                    <a:pt x="278511" y="392759"/>
                  </a:cubicBezTo>
                  <a:cubicBezTo>
                    <a:pt x="276763" y="398003"/>
                    <a:pt x="277928" y="402665"/>
                    <a:pt x="281424" y="406744"/>
                  </a:cubicBezTo>
                  <a:lnTo>
                    <a:pt x="356004" y="495902"/>
                  </a:lnTo>
                  <a:cubicBezTo>
                    <a:pt x="358335" y="498232"/>
                    <a:pt x="361831" y="500563"/>
                    <a:pt x="365327" y="501146"/>
                  </a:cubicBezTo>
                  <a:lnTo>
                    <a:pt x="365327" y="501146"/>
                  </a:lnTo>
                  <a:cubicBezTo>
                    <a:pt x="369988" y="501729"/>
                    <a:pt x="374649" y="499981"/>
                    <a:pt x="379311" y="496484"/>
                  </a:cubicBezTo>
                  <a:lnTo>
                    <a:pt x="499338" y="396255"/>
                  </a:lnTo>
                  <a:cubicBezTo>
                    <a:pt x="505747" y="388097"/>
                    <a:pt x="507495" y="377608"/>
                    <a:pt x="502251" y="371198"/>
                  </a:cubicBezTo>
                  <a:close/>
                  <a:moveTo>
                    <a:pt x="204513" y="146265"/>
                  </a:moveTo>
                  <a:lnTo>
                    <a:pt x="176545" y="113049"/>
                  </a:lnTo>
                  <a:lnTo>
                    <a:pt x="227819" y="69927"/>
                  </a:lnTo>
                  <a:lnTo>
                    <a:pt x="255787" y="103143"/>
                  </a:lnTo>
                  <a:lnTo>
                    <a:pt x="204513" y="146265"/>
                  </a:lnTo>
                  <a:close/>
                  <a:moveTo>
                    <a:pt x="187616" y="21561"/>
                  </a:moveTo>
                  <a:lnTo>
                    <a:pt x="216166" y="55359"/>
                  </a:lnTo>
                  <a:lnTo>
                    <a:pt x="164892" y="98481"/>
                  </a:lnTo>
                  <a:lnTo>
                    <a:pt x="136342" y="64683"/>
                  </a:lnTo>
                  <a:lnTo>
                    <a:pt x="187616" y="21561"/>
                  </a:lnTo>
                  <a:close/>
                  <a:moveTo>
                    <a:pt x="120610" y="76920"/>
                  </a:moveTo>
                  <a:lnTo>
                    <a:pt x="149161" y="110718"/>
                  </a:lnTo>
                  <a:lnTo>
                    <a:pt x="98469" y="153257"/>
                  </a:lnTo>
                  <a:lnTo>
                    <a:pt x="69919" y="119459"/>
                  </a:lnTo>
                  <a:lnTo>
                    <a:pt x="120610" y="76920"/>
                  </a:lnTo>
                  <a:close/>
                  <a:moveTo>
                    <a:pt x="138673" y="201624"/>
                  </a:moveTo>
                  <a:lnTo>
                    <a:pt x="110705" y="168408"/>
                  </a:lnTo>
                  <a:lnTo>
                    <a:pt x="161396" y="125869"/>
                  </a:lnTo>
                  <a:lnTo>
                    <a:pt x="189364" y="159085"/>
                  </a:lnTo>
                  <a:lnTo>
                    <a:pt x="138673" y="201624"/>
                  </a:lnTo>
                  <a:close/>
                  <a:moveTo>
                    <a:pt x="143917" y="471427"/>
                  </a:moveTo>
                  <a:lnTo>
                    <a:pt x="30881" y="335069"/>
                  </a:lnTo>
                  <a:cubicBezTo>
                    <a:pt x="62344" y="329824"/>
                    <a:pt x="107792" y="336234"/>
                    <a:pt x="132846" y="365370"/>
                  </a:cubicBezTo>
                  <a:cubicBezTo>
                    <a:pt x="156735" y="396255"/>
                    <a:pt x="154404" y="441708"/>
                    <a:pt x="143917" y="471427"/>
                  </a:cubicBezTo>
                  <a:close/>
                  <a:moveTo>
                    <a:pt x="153822" y="367701"/>
                  </a:moveTo>
                  <a:cubicBezTo>
                    <a:pt x="151491" y="363622"/>
                    <a:pt x="147995" y="358960"/>
                    <a:pt x="145082" y="354299"/>
                  </a:cubicBezTo>
                  <a:cubicBezTo>
                    <a:pt x="142751" y="351968"/>
                    <a:pt x="141003" y="349054"/>
                    <a:pt x="138090" y="347306"/>
                  </a:cubicBezTo>
                  <a:lnTo>
                    <a:pt x="157900" y="330990"/>
                  </a:lnTo>
                  <a:lnTo>
                    <a:pt x="174215" y="350802"/>
                  </a:lnTo>
                  <a:lnTo>
                    <a:pt x="153822" y="367701"/>
                  </a:lnTo>
                  <a:close/>
                  <a:moveTo>
                    <a:pt x="245882" y="371781"/>
                  </a:moveTo>
                  <a:cubicBezTo>
                    <a:pt x="240055" y="376442"/>
                    <a:pt x="234811" y="378191"/>
                    <a:pt x="229567" y="377608"/>
                  </a:cubicBezTo>
                  <a:cubicBezTo>
                    <a:pt x="224323" y="377025"/>
                    <a:pt x="219662" y="374111"/>
                    <a:pt x="215584" y="369450"/>
                  </a:cubicBezTo>
                  <a:lnTo>
                    <a:pt x="149161" y="290199"/>
                  </a:lnTo>
                  <a:cubicBezTo>
                    <a:pt x="141586" y="281458"/>
                    <a:pt x="140421" y="269220"/>
                    <a:pt x="146247" y="264559"/>
                  </a:cubicBezTo>
                  <a:lnTo>
                    <a:pt x="307061" y="131114"/>
                  </a:lnTo>
                  <a:lnTo>
                    <a:pt x="307061" y="131114"/>
                  </a:lnTo>
                  <a:cubicBezTo>
                    <a:pt x="309392" y="128783"/>
                    <a:pt x="312305" y="128783"/>
                    <a:pt x="314635" y="128783"/>
                  </a:cubicBezTo>
                  <a:cubicBezTo>
                    <a:pt x="315218" y="128783"/>
                    <a:pt x="316383" y="128783"/>
                    <a:pt x="316966" y="128783"/>
                  </a:cubicBezTo>
                  <a:cubicBezTo>
                    <a:pt x="322210" y="129948"/>
                    <a:pt x="326871" y="133445"/>
                    <a:pt x="331533" y="137524"/>
                  </a:cubicBezTo>
                  <a:lnTo>
                    <a:pt x="397956" y="216775"/>
                  </a:lnTo>
                  <a:cubicBezTo>
                    <a:pt x="403200" y="223185"/>
                    <a:pt x="406113" y="229012"/>
                    <a:pt x="405530" y="234257"/>
                  </a:cubicBezTo>
                  <a:cubicBezTo>
                    <a:pt x="405530" y="237170"/>
                    <a:pt x="403782" y="240084"/>
                    <a:pt x="400869" y="241832"/>
                  </a:cubicBezTo>
                  <a:lnTo>
                    <a:pt x="245882" y="371781"/>
                  </a:lnTo>
                  <a:close/>
                  <a:moveTo>
                    <a:pt x="415435" y="298357"/>
                  </a:moveTo>
                  <a:lnTo>
                    <a:pt x="443986" y="332155"/>
                  </a:lnTo>
                  <a:lnTo>
                    <a:pt x="393294" y="374694"/>
                  </a:lnTo>
                  <a:lnTo>
                    <a:pt x="364744" y="340896"/>
                  </a:lnTo>
                  <a:lnTo>
                    <a:pt x="415435" y="298357"/>
                  </a:lnTo>
                  <a:close/>
                  <a:moveTo>
                    <a:pt x="349012" y="353133"/>
                  </a:moveTo>
                  <a:lnTo>
                    <a:pt x="377563" y="386931"/>
                  </a:lnTo>
                  <a:lnTo>
                    <a:pt x="326289" y="430053"/>
                  </a:lnTo>
                  <a:lnTo>
                    <a:pt x="297738" y="396255"/>
                  </a:lnTo>
                  <a:lnTo>
                    <a:pt x="349012" y="353133"/>
                  </a:lnTo>
                  <a:close/>
                  <a:moveTo>
                    <a:pt x="366492" y="478420"/>
                  </a:moveTo>
                  <a:lnTo>
                    <a:pt x="338524" y="445204"/>
                  </a:lnTo>
                  <a:lnTo>
                    <a:pt x="389798" y="402082"/>
                  </a:lnTo>
                  <a:lnTo>
                    <a:pt x="417766" y="435298"/>
                  </a:lnTo>
                  <a:lnTo>
                    <a:pt x="366492" y="478420"/>
                  </a:lnTo>
                  <a:close/>
                  <a:moveTo>
                    <a:pt x="433498" y="422478"/>
                  </a:moveTo>
                  <a:lnTo>
                    <a:pt x="405530" y="389262"/>
                  </a:lnTo>
                  <a:lnTo>
                    <a:pt x="456221" y="346723"/>
                  </a:lnTo>
                  <a:lnTo>
                    <a:pt x="484189" y="379939"/>
                  </a:lnTo>
                  <a:lnTo>
                    <a:pt x="433498" y="422478"/>
                  </a:lnTo>
                  <a:close/>
                </a:path>
              </a:pathLst>
            </a:custGeom>
            <a:gradFill>
              <a:gsLst>
                <a:gs pos="0">
                  <a:srgbClr val="06EEFD"/>
                </a:gs>
                <a:gs pos="95000">
                  <a:srgbClr val="0B77FF"/>
                </a:gs>
                <a:gs pos="100000">
                  <a:srgbClr val="0B77FF"/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9173984" y="6121043"/>
              <a:ext cx="65409" cy="74559"/>
            </a:xfrm>
            <a:custGeom>
              <a:avLst/>
              <a:gdLst/>
              <a:ahLst/>
              <a:cxnLst/>
              <a:rect l="l" t="t" r="r" b="b"/>
              <a:pathLst>
                <a:path w="65409" h="74559" extrusionOk="0">
                  <a:moveTo>
                    <a:pt x="57683" y="38431"/>
                  </a:moveTo>
                  <a:lnTo>
                    <a:pt x="34959" y="11042"/>
                  </a:lnTo>
                  <a:cubicBezTo>
                    <a:pt x="25054" y="-612"/>
                    <a:pt x="9323" y="-3526"/>
                    <a:pt x="0" y="4632"/>
                  </a:cubicBezTo>
                  <a:lnTo>
                    <a:pt x="58266" y="74560"/>
                  </a:lnTo>
                  <a:cubicBezTo>
                    <a:pt x="68171" y="66402"/>
                    <a:pt x="67588" y="50085"/>
                    <a:pt x="57683" y="38431"/>
                  </a:cubicBezTo>
                  <a:close/>
                </a:path>
              </a:pathLst>
            </a:custGeom>
            <a:gradFill>
              <a:gsLst>
                <a:gs pos="0">
                  <a:srgbClr val="06EEFD"/>
                </a:gs>
                <a:gs pos="95000">
                  <a:srgbClr val="0B77FF"/>
                </a:gs>
                <a:gs pos="100000">
                  <a:srgbClr val="0B77FF"/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8991611" y="6258378"/>
              <a:ext cx="82978" cy="82323"/>
            </a:xfrm>
            <a:custGeom>
              <a:avLst/>
              <a:gdLst/>
              <a:ahLst/>
              <a:cxnLst/>
              <a:rect l="l" t="t" r="r" b="b"/>
              <a:pathLst>
                <a:path w="82978" h="82323" extrusionOk="0">
                  <a:moveTo>
                    <a:pt x="78076" y="29878"/>
                  </a:moveTo>
                  <a:cubicBezTo>
                    <a:pt x="75746" y="26964"/>
                    <a:pt x="72250" y="24633"/>
                    <a:pt x="68754" y="23468"/>
                  </a:cubicBezTo>
                  <a:cubicBezTo>
                    <a:pt x="65258" y="22302"/>
                    <a:pt x="61179" y="22885"/>
                    <a:pt x="57101" y="24633"/>
                  </a:cubicBezTo>
                  <a:cubicBezTo>
                    <a:pt x="58266" y="21720"/>
                    <a:pt x="59431" y="18223"/>
                    <a:pt x="58848" y="15310"/>
                  </a:cubicBezTo>
                  <a:cubicBezTo>
                    <a:pt x="58848" y="11813"/>
                    <a:pt x="57101" y="9482"/>
                    <a:pt x="54770" y="6569"/>
                  </a:cubicBezTo>
                  <a:cubicBezTo>
                    <a:pt x="52439" y="4238"/>
                    <a:pt x="50691" y="2490"/>
                    <a:pt x="47778" y="1324"/>
                  </a:cubicBezTo>
                  <a:cubicBezTo>
                    <a:pt x="44865" y="742"/>
                    <a:pt x="42534" y="-424"/>
                    <a:pt x="39621" y="159"/>
                  </a:cubicBezTo>
                  <a:cubicBezTo>
                    <a:pt x="37290" y="742"/>
                    <a:pt x="34377" y="1324"/>
                    <a:pt x="32046" y="2490"/>
                  </a:cubicBezTo>
                  <a:cubicBezTo>
                    <a:pt x="29716" y="4238"/>
                    <a:pt x="26220" y="5986"/>
                    <a:pt x="22141" y="9482"/>
                  </a:cubicBezTo>
                  <a:lnTo>
                    <a:pt x="0" y="26964"/>
                  </a:lnTo>
                  <a:lnTo>
                    <a:pt x="44282" y="82323"/>
                  </a:lnTo>
                  <a:lnTo>
                    <a:pt x="63510" y="67173"/>
                  </a:lnTo>
                  <a:cubicBezTo>
                    <a:pt x="70502" y="61345"/>
                    <a:pt x="75163" y="57849"/>
                    <a:pt x="76911" y="56101"/>
                  </a:cubicBezTo>
                  <a:cubicBezTo>
                    <a:pt x="79242" y="53187"/>
                    <a:pt x="81572" y="50856"/>
                    <a:pt x="82155" y="47360"/>
                  </a:cubicBezTo>
                  <a:cubicBezTo>
                    <a:pt x="82737" y="44446"/>
                    <a:pt x="83320" y="40950"/>
                    <a:pt x="82737" y="38036"/>
                  </a:cubicBezTo>
                  <a:cubicBezTo>
                    <a:pt x="81572" y="35122"/>
                    <a:pt x="79824" y="32209"/>
                    <a:pt x="78076" y="29878"/>
                  </a:cubicBezTo>
                  <a:close/>
                  <a:moveTo>
                    <a:pt x="28550" y="40950"/>
                  </a:moveTo>
                  <a:lnTo>
                    <a:pt x="18062" y="28130"/>
                  </a:lnTo>
                  <a:lnTo>
                    <a:pt x="24472" y="22885"/>
                  </a:lnTo>
                  <a:cubicBezTo>
                    <a:pt x="29716" y="18806"/>
                    <a:pt x="32629" y="15892"/>
                    <a:pt x="33794" y="15892"/>
                  </a:cubicBezTo>
                  <a:cubicBezTo>
                    <a:pt x="35542" y="14144"/>
                    <a:pt x="37290" y="14144"/>
                    <a:pt x="39621" y="14727"/>
                  </a:cubicBezTo>
                  <a:cubicBezTo>
                    <a:pt x="41951" y="15310"/>
                    <a:pt x="43117" y="16475"/>
                    <a:pt x="44865" y="17641"/>
                  </a:cubicBezTo>
                  <a:cubicBezTo>
                    <a:pt x="46613" y="19389"/>
                    <a:pt x="46613" y="21137"/>
                    <a:pt x="46613" y="22885"/>
                  </a:cubicBezTo>
                  <a:cubicBezTo>
                    <a:pt x="46613" y="24633"/>
                    <a:pt x="45447" y="26964"/>
                    <a:pt x="43699" y="28712"/>
                  </a:cubicBezTo>
                  <a:cubicBezTo>
                    <a:pt x="43117" y="29295"/>
                    <a:pt x="40203" y="31626"/>
                    <a:pt x="36125" y="35122"/>
                  </a:cubicBezTo>
                  <a:lnTo>
                    <a:pt x="28550" y="40950"/>
                  </a:lnTo>
                  <a:close/>
                  <a:moveTo>
                    <a:pt x="65840" y="49691"/>
                  </a:moveTo>
                  <a:cubicBezTo>
                    <a:pt x="65258" y="50856"/>
                    <a:pt x="62344" y="52604"/>
                    <a:pt x="58266" y="56101"/>
                  </a:cubicBezTo>
                  <a:lnTo>
                    <a:pt x="48361" y="64259"/>
                  </a:lnTo>
                  <a:lnTo>
                    <a:pt x="36125" y="49691"/>
                  </a:lnTo>
                  <a:lnTo>
                    <a:pt x="44865" y="42115"/>
                  </a:lnTo>
                  <a:cubicBezTo>
                    <a:pt x="50109" y="38036"/>
                    <a:pt x="53605" y="35122"/>
                    <a:pt x="55353" y="35122"/>
                  </a:cubicBezTo>
                  <a:cubicBezTo>
                    <a:pt x="57101" y="33957"/>
                    <a:pt x="58848" y="34540"/>
                    <a:pt x="60596" y="35122"/>
                  </a:cubicBezTo>
                  <a:cubicBezTo>
                    <a:pt x="62344" y="35705"/>
                    <a:pt x="64092" y="36871"/>
                    <a:pt x="64675" y="38619"/>
                  </a:cubicBezTo>
                  <a:cubicBezTo>
                    <a:pt x="66423" y="40367"/>
                    <a:pt x="67006" y="42115"/>
                    <a:pt x="67006" y="44446"/>
                  </a:cubicBezTo>
                  <a:cubicBezTo>
                    <a:pt x="68171" y="46777"/>
                    <a:pt x="67588" y="48525"/>
                    <a:pt x="65840" y="49691"/>
                  </a:cubicBezTo>
                  <a:close/>
                </a:path>
              </a:pathLst>
            </a:custGeom>
            <a:gradFill>
              <a:gsLst>
                <a:gs pos="0">
                  <a:srgbClr val="06EEFD"/>
                </a:gs>
                <a:gs pos="95000">
                  <a:srgbClr val="0B77FF"/>
                </a:gs>
                <a:gs pos="100000">
                  <a:srgbClr val="0B77FF"/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9048129" y="6218912"/>
              <a:ext cx="64202" cy="74677"/>
            </a:xfrm>
            <a:custGeom>
              <a:avLst/>
              <a:gdLst/>
              <a:ahLst/>
              <a:cxnLst/>
              <a:rect l="l" t="t" r="r" b="b"/>
              <a:pathLst>
                <a:path w="64202" h="74677" extrusionOk="0">
                  <a:moveTo>
                    <a:pt x="59431" y="34381"/>
                  </a:moveTo>
                  <a:cubicBezTo>
                    <a:pt x="55353" y="28554"/>
                    <a:pt x="49526" y="25640"/>
                    <a:pt x="43699" y="25057"/>
                  </a:cubicBezTo>
                  <a:cubicBezTo>
                    <a:pt x="37873" y="24475"/>
                    <a:pt x="32629" y="25640"/>
                    <a:pt x="27385" y="29136"/>
                  </a:cubicBezTo>
                  <a:cubicBezTo>
                    <a:pt x="25054" y="31467"/>
                    <a:pt x="22724" y="33216"/>
                    <a:pt x="21558" y="36712"/>
                  </a:cubicBezTo>
                  <a:lnTo>
                    <a:pt x="15732" y="26223"/>
                  </a:lnTo>
                  <a:lnTo>
                    <a:pt x="35542" y="9906"/>
                  </a:lnTo>
                  <a:lnTo>
                    <a:pt x="27968" y="0"/>
                  </a:lnTo>
                  <a:lnTo>
                    <a:pt x="0" y="22726"/>
                  </a:lnTo>
                  <a:lnTo>
                    <a:pt x="18062" y="55942"/>
                  </a:lnTo>
                  <a:lnTo>
                    <a:pt x="27385" y="50115"/>
                  </a:lnTo>
                  <a:cubicBezTo>
                    <a:pt x="27968" y="45453"/>
                    <a:pt x="29133" y="41956"/>
                    <a:pt x="32629" y="39626"/>
                  </a:cubicBezTo>
                  <a:cubicBezTo>
                    <a:pt x="34959" y="37295"/>
                    <a:pt x="37290" y="37295"/>
                    <a:pt x="40203" y="37295"/>
                  </a:cubicBezTo>
                  <a:cubicBezTo>
                    <a:pt x="43117" y="37295"/>
                    <a:pt x="46030" y="39626"/>
                    <a:pt x="48361" y="42539"/>
                  </a:cubicBezTo>
                  <a:cubicBezTo>
                    <a:pt x="51274" y="46618"/>
                    <a:pt x="53022" y="49532"/>
                    <a:pt x="52439" y="52446"/>
                  </a:cubicBezTo>
                  <a:cubicBezTo>
                    <a:pt x="51857" y="55359"/>
                    <a:pt x="51274" y="57690"/>
                    <a:pt x="48943" y="59438"/>
                  </a:cubicBezTo>
                  <a:cubicBezTo>
                    <a:pt x="47195" y="61186"/>
                    <a:pt x="44865" y="61769"/>
                    <a:pt x="42534" y="61769"/>
                  </a:cubicBezTo>
                  <a:cubicBezTo>
                    <a:pt x="40203" y="61769"/>
                    <a:pt x="37290" y="60021"/>
                    <a:pt x="35542" y="58273"/>
                  </a:cubicBezTo>
                  <a:lnTo>
                    <a:pt x="25054" y="68762"/>
                  </a:lnTo>
                  <a:cubicBezTo>
                    <a:pt x="29133" y="72841"/>
                    <a:pt x="34377" y="75172"/>
                    <a:pt x="39621" y="74589"/>
                  </a:cubicBezTo>
                  <a:cubicBezTo>
                    <a:pt x="44865" y="74589"/>
                    <a:pt x="50109" y="72841"/>
                    <a:pt x="55353" y="68762"/>
                  </a:cubicBezTo>
                  <a:cubicBezTo>
                    <a:pt x="61762" y="63517"/>
                    <a:pt x="64675" y="57107"/>
                    <a:pt x="64092" y="48949"/>
                  </a:cubicBezTo>
                  <a:cubicBezTo>
                    <a:pt x="64675" y="44287"/>
                    <a:pt x="62927" y="39043"/>
                    <a:pt x="59431" y="34381"/>
                  </a:cubicBezTo>
                  <a:close/>
                </a:path>
              </a:pathLst>
            </a:custGeom>
            <a:gradFill>
              <a:gsLst>
                <a:gs pos="0">
                  <a:srgbClr val="06EEFD"/>
                </a:gs>
                <a:gs pos="95000">
                  <a:srgbClr val="0B77FF"/>
                </a:gs>
                <a:gs pos="100000">
                  <a:srgbClr val="0B77FF"/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9091849" y="6184442"/>
              <a:ext cx="76890" cy="75240"/>
            </a:xfrm>
            <a:custGeom>
              <a:avLst/>
              <a:gdLst/>
              <a:ahLst/>
              <a:cxnLst/>
              <a:rect l="l" t="t" r="r" b="b"/>
              <a:pathLst>
                <a:path w="76890" h="75240" extrusionOk="0">
                  <a:moveTo>
                    <a:pt x="35522" y="34470"/>
                  </a:moveTo>
                  <a:lnTo>
                    <a:pt x="42514" y="43793"/>
                  </a:lnTo>
                  <a:lnTo>
                    <a:pt x="55333" y="33304"/>
                  </a:lnTo>
                  <a:lnTo>
                    <a:pt x="61159" y="40297"/>
                  </a:lnTo>
                  <a:cubicBezTo>
                    <a:pt x="60576" y="43210"/>
                    <a:pt x="59411" y="46124"/>
                    <a:pt x="58246" y="49038"/>
                  </a:cubicBezTo>
                  <a:cubicBezTo>
                    <a:pt x="57081" y="51951"/>
                    <a:pt x="54750" y="53700"/>
                    <a:pt x="52419" y="56031"/>
                  </a:cubicBezTo>
                  <a:cubicBezTo>
                    <a:pt x="47758" y="59527"/>
                    <a:pt x="42514" y="61275"/>
                    <a:pt x="36688" y="60110"/>
                  </a:cubicBezTo>
                  <a:cubicBezTo>
                    <a:pt x="30861" y="58944"/>
                    <a:pt x="25617" y="55448"/>
                    <a:pt x="20373" y="49038"/>
                  </a:cubicBezTo>
                  <a:cubicBezTo>
                    <a:pt x="15712" y="42628"/>
                    <a:pt x="13381" y="37383"/>
                    <a:pt x="13964" y="32139"/>
                  </a:cubicBezTo>
                  <a:cubicBezTo>
                    <a:pt x="14546" y="26894"/>
                    <a:pt x="16877" y="21650"/>
                    <a:pt x="21538" y="18153"/>
                  </a:cubicBezTo>
                  <a:cubicBezTo>
                    <a:pt x="24452" y="15822"/>
                    <a:pt x="27948" y="14074"/>
                    <a:pt x="31444" y="14074"/>
                  </a:cubicBezTo>
                  <a:cubicBezTo>
                    <a:pt x="34940" y="14074"/>
                    <a:pt x="37853" y="14657"/>
                    <a:pt x="41349" y="16988"/>
                  </a:cubicBezTo>
                  <a:lnTo>
                    <a:pt x="50671" y="5916"/>
                  </a:lnTo>
                  <a:cubicBezTo>
                    <a:pt x="45427" y="1837"/>
                    <a:pt x="39601" y="-494"/>
                    <a:pt x="33774" y="89"/>
                  </a:cubicBezTo>
                  <a:cubicBezTo>
                    <a:pt x="27365" y="89"/>
                    <a:pt x="20956" y="3002"/>
                    <a:pt x="13964" y="8830"/>
                  </a:cubicBezTo>
                  <a:cubicBezTo>
                    <a:pt x="8720" y="12909"/>
                    <a:pt x="5224" y="17570"/>
                    <a:pt x="2893" y="22232"/>
                  </a:cubicBezTo>
                  <a:cubicBezTo>
                    <a:pt x="-20" y="28642"/>
                    <a:pt x="-603" y="35052"/>
                    <a:pt x="563" y="41462"/>
                  </a:cubicBezTo>
                  <a:cubicBezTo>
                    <a:pt x="1728" y="47872"/>
                    <a:pt x="4641" y="54282"/>
                    <a:pt x="9303" y="60110"/>
                  </a:cubicBezTo>
                  <a:cubicBezTo>
                    <a:pt x="13381" y="65354"/>
                    <a:pt x="18625" y="69433"/>
                    <a:pt x="24452" y="72347"/>
                  </a:cubicBezTo>
                  <a:cubicBezTo>
                    <a:pt x="30278" y="75261"/>
                    <a:pt x="36688" y="75843"/>
                    <a:pt x="42514" y="74678"/>
                  </a:cubicBezTo>
                  <a:cubicBezTo>
                    <a:pt x="48341" y="73512"/>
                    <a:pt x="54750" y="70599"/>
                    <a:pt x="60576" y="65937"/>
                  </a:cubicBezTo>
                  <a:cubicBezTo>
                    <a:pt x="65238" y="62441"/>
                    <a:pt x="68734" y="57779"/>
                    <a:pt x="71647" y="52534"/>
                  </a:cubicBezTo>
                  <a:cubicBezTo>
                    <a:pt x="74560" y="46707"/>
                    <a:pt x="76891" y="42628"/>
                    <a:pt x="76891" y="38549"/>
                  </a:cubicBezTo>
                  <a:lnTo>
                    <a:pt x="59411" y="16405"/>
                  </a:lnTo>
                  <a:lnTo>
                    <a:pt x="35522" y="34470"/>
                  </a:lnTo>
                  <a:close/>
                </a:path>
              </a:pathLst>
            </a:custGeom>
            <a:gradFill>
              <a:gsLst>
                <a:gs pos="0">
                  <a:srgbClr val="06EEFD"/>
                </a:gs>
                <a:gs pos="95000">
                  <a:srgbClr val="0B77FF"/>
                </a:gs>
                <a:gs pos="100000">
                  <a:srgbClr val="0B77FF"/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5364117" y="5608722"/>
            <a:ext cx="347657" cy="414333"/>
            <a:chOff x="6257100" y="5991336"/>
            <a:chExt cx="428381" cy="510539"/>
          </a:xfrm>
        </p:grpSpPr>
        <p:sp>
          <p:nvSpPr>
            <p:cNvPr id="27" name="Google Shape;27;p2"/>
            <p:cNvSpPr/>
            <p:nvPr/>
          </p:nvSpPr>
          <p:spPr>
            <a:xfrm>
              <a:off x="6357424" y="6358475"/>
              <a:ext cx="51232" cy="81634"/>
            </a:xfrm>
            <a:custGeom>
              <a:avLst/>
              <a:gdLst/>
              <a:ahLst/>
              <a:cxnLst/>
              <a:rect l="l" t="t" r="r" b="b"/>
              <a:pathLst>
                <a:path w="51232" h="81634" extrusionOk="0">
                  <a:moveTo>
                    <a:pt x="13346" y="51831"/>
                  </a:moveTo>
                  <a:lnTo>
                    <a:pt x="24109" y="51831"/>
                  </a:lnTo>
                  <a:lnTo>
                    <a:pt x="36594" y="81635"/>
                  </a:lnTo>
                  <a:lnTo>
                    <a:pt x="51232" y="81635"/>
                  </a:lnTo>
                  <a:lnTo>
                    <a:pt x="51232" y="80771"/>
                  </a:lnTo>
                  <a:lnTo>
                    <a:pt x="37025" y="47512"/>
                  </a:lnTo>
                  <a:cubicBezTo>
                    <a:pt x="40900" y="45353"/>
                    <a:pt x="43913" y="42329"/>
                    <a:pt x="46066" y="38442"/>
                  </a:cubicBezTo>
                  <a:cubicBezTo>
                    <a:pt x="48218" y="34554"/>
                    <a:pt x="49079" y="30235"/>
                    <a:pt x="49079" y="24620"/>
                  </a:cubicBezTo>
                  <a:cubicBezTo>
                    <a:pt x="49079" y="16845"/>
                    <a:pt x="46927" y="10798"/>
                    <a:pt x="42622" y="6479"/>
                  </a:cubicBezTo>
                  <a:cubicBezTo>
                    <a:pt x="38316" y="2160"/>
                    <a:pt x="32289" y="0"/>
                    <a:pt x="24540" y="0"/>
                  </a:cubicBezTo>
                  <a:lnTo>
                    <a:pt x="0" y="0"/>
                  </a:lnTo>
                  <a:lnTo>
                    <a:pt x="0" y="81635"/>
                  </a:lnTo>
                  <a:lnTo>
                    <a:pt x="13777" y="81635"/>
                  </a:lnTo>
                  <a:lnTo>
                    <a:pt x="13777" y="51831"/>
                  </a:lnTo>
                  <a:close/>
                  <a:moveTo>
                    <a:pt x="13346" y="13390"/>
                  </a:moveTo>
                  <a:lnTo>
                    <a:pt x="24109" y="13390"/>
                  </a:lnTo>
                  <a:cubicBezTo>
                    <a:pt x="27553" y="13390"/>
                    <a:pt x="30567" y="14686"/>
                    <a:pt x="32289" y="16845"/>
                  </a:cubicBezTo>
                  <a:cubicBezTo>
                    <a:pt x="34011" y="19005"/>
                    <a:pt x="34872" y="22028"/>
                    <a:pt x="34872" y="25916"/>
                  </a:cubicBezTo>
                  <a:cubicBezTo>
                    <a:pt x="34872" y="29803"/>
                    <a:pt x="34011" y="32827"/>
                    <a:pt x="31859" y="34986"/>
                  </a:cubicBezTo>
                  <a:cubicBezTo>
                    <a:pt x="30136" y="37146"/>
                    <a:pt x="27553" y="38010"/>
                    <a:pt x="24109" y="38010"/>
                  </a:cubicBezTo>
                  <a:lnTo>
                    <a:pt x="13346" y="38010"/>
                  </a:lnTo>
                  <a:lnTo>
                    <a:pt x="13346" y="13390"/>
                  </a:lnTo>
                  <a:close/>
                </a:path>
              </a:pathLst>
            </a:custGeom>
            <a:gradFill>
              <a:gsLst>
                <a:gs pos="0">
                  <a:srgbClr val="06EEFD"/>
                </a:gs>
                <a:gs pos="95000">
                  <a:srgbClr val="0B77FF"/>
                </a:gs>
                <a:gs pos="100000">
                  <a:srgbClr val="0B77FF"/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6413391" y="6377912"/>
              <a:ext cx="46496" cy="63061"/>
            </a:xfrm>
            <a:custGeom>
              <a:avLst/>
              <a:gdLst/>
              <a:ahLst/>
              <a:cxnLst/>
              <a:rect l="l" t="t" r="r" b="b"/>
              <a:pathLst>
                <a:path w="46496" h="63061" extrusionOk="0">
                  <a:moveTo>
                    <a:pt x="23248" y="63062"/>
                  </a:moveTo>
                  <a:cubicBezTo>
                    <a:pt x="30136" y="63062"/>
                    <a:pt x="35733" y="60038"/>
                    <a:pt x="40038" y="54423"/>
                  </a:cubicBezTo>
                  <a:cubicBezTo>
                    <a:pt x="44344" y="48808"/>
                    <a:pt x="46496" y="41465"/>
                    <a:pt x="46496" y="31963"/>
                  </a:cubicBezTo>
                  <a:lnTo>
                    <a:pt x="46496" y="27643"/>
                  </a:lnTo>
                  <a:cubicBezTo>
                    <a:pt x="46066" y="19005"/>
                    <a:pt x="43483" y="12094"/>
                    <a:pt x="39608" y="7343"/>
                  </a:cubicBezTo>
                  <a:cubicBezTo>
                    <a:pt x="35303" y="2160"/>
                    <a:pt x="30136" y="0"/>
                    <a:pt x="23248" y="0"/>
                  </a:cubicBezTo>
                  <a:cubicBezTo>
                    <a:pt x="18512" y="0"/>
                    <a:pt x="14638" y="1296"/>
                    <a:pt x="11194" y="3887"/>
                  </a:cubicBezTo>
                  <a:cubicBezTo>
                    <a:pt x="7749" y="6479"/>
                    <a:pt x="5166" y="9934"/>
                    <a:pt x="3014" y="14686"/>
                  </a:cubicBezTo>
                  <a:cubicBezTo>
                    <a:pt x="1292" y="19437"/>
                    <a:pt x="0" y="24620"/>
                    <a:pt x="0" y="30667"/>
                  </a:cubicBezTo>
                  <a:lnTo>
                    <a:pt x="0" y="31531"/>
                  </a:lnTo>
                  <a:cubicBezTo>
                    <a:pt x="0" y="41033"/>
                    <a:pt x="2153" y="48808"/>
                    <a:pt x="6458" y="54423"/>
                  </a:cubicBezTo>
                  <a:cubicBezTo>
                    <a:pt x="10763" y="60470"/>
                    <a:pt x="16360" y="63062"/>
                    <a:pt x="23248" y="63062"/>
                  </a:cubicBezTo>
                  <a:close/>
                  <a:moveTo>
                    <a:pt x="15929" y="18141"/>
                  </a:moveTo>
                  <a:cubicBezTo>
                    <a:pt x="17651" y="15118"/>
                    <a:pt x="20234" y="13390"/>
                    <a:pt x="23248" y="13390"/>
                  </a:cubicBezTo>
                  <a:cubicBezTo>
                    <a:pt x="26692" y="13390"/>
                    <a:pt x="28845" y="15118"/>
                    <a:pt x="30567" y="18141"/>
                  </a:cubicBezTo>
                  <a:cubicBezTo>
                    <a:pt x="32289" y="21165"/>
                    <a:pt x="33150" y="25484"/>
                    <a:pt x="33150" y="31099"/>
                  </a:cubicBezTo>
                  <a:cubicBezTo>
                    <a:pt x="33150" y="37578"/>
                    <a:pt x="32289" y="42329"/>
                    <a:pt x="30567" y="45353"/>
                  </a:cubicBezTo>
                  <a:cubicBezTo>
                    <a:pt x="28845" y="48376"/>
                    <a:pt x="26262" y="49672"/>
                    <a:pt x="23248" y="49672"/>
                  </a:cubicBezTo>
                  <a:cubicBezTo>
                    <a:pt x="19804" y="49672"/>
                    <a:pt x="17651" y="47944"/>
                    <a:pt x="15929" y="44921"/>
                  </a:cubicBezTo>
                  <a:cubicBezTo>
                    <a:pt x="14207" y="41897"/>
                    <a:pt x="13346" y="37578"/>
                    <a:pt x="13346" y="31531"/>
                  </a:cubicBezTo>
                  <a:cubicBezTo>
                    <a:pt x="13346" y="25916"/>
                    <a:pt x="14207" y="21165"/>
                    <a:pt x="15929" y="18141"/>
                  </a:cubicBezTo>
                  <a:close/>
                </a:path>
              </a:pathLst>
            </a:custGeom>
            <a:gradFill>
              <a:gsLst>
                <a:gs pos="0">
                  <a:srgbClr val="06EEFD"/>
                </a:gs>
                <a:gs pos="95000">
                  <a:srgbClr val="0B77FF"/>
                </a:gs>
                <a:gs pos="100000">
                  <a:srgbClr val="0B77FF"/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468068" y="6354156"/>
              <a:ext cx="44343" cy="87249"/>
            </a:xfrm>
            <a:custGeom>
              <a:avLst/>
              <a:gdLst/>
              <a:ahLst/>
              <a:cxnLst/>
              <a:rect l="l" t="t" r="r" b="b"/>
              <a:pathLst>
                <a:path w="44343" h="87249" extrusionOk="0">
                  <a:moveTo>
                    <a:pt x="12055" y="79475"/>
                  </a:moveTo>
                  <a:cubicBezTo>
                    <a:pt x="15068" y="84658"/>
                    <a:pt x="19373" y="87250"/>
                    <a:pt x="24970" y="87250"/>
                  </a:cubicBezTo>
                  <a:cubicBezTo>
                    <a:pt x="30998" y="87250"/>
                    <a:pt x="35733" y="84658"/>
                    <a:pt x="39177" y="79043"/>
                  </a:cubicBezTo>
                  <a:cubicBezTo>
                    <a:pt x="42622" y="73428"/>
                    <a:pt x="44344" y="66085"/>
                    <a:pt x="44344" y="56151"/>
                  </a:cubicBezTo>
                  <a:lnTo>
                    <a:pt x="44344" y="55287"/>
                  </a:lnTo>
                  <a:cubicBezTo>
                    <a:pt x="44344" y="45353"/>
                    <a:pt x="42622" y="37578"/>
                    <a:pt x="39177" y="32395"/>
                  </a:cubicBezTo>
                  <a:cubicBezTo>
                    <a:pt x="35733" y="26780"/>
                    <a:pt x="30998" y="24188"/>
                    <a:pt x="24970" y="24188"/>
                  </a:cubicBezTo>
                  <a:cubicBezTo>
                    <a:pt x="20235" y="24188"/>
                    <a:pt x="15929" y="26348"/>
                    <a:pt x="12916" y="30667"/>
                  </a:cubicBezTo>
                  <a:lnTo>
                    <a:pt x="12916" y="0"/>
                  </a:lnTo>
                  <a:lnTo>
                    <a:pt x="0" y="0"/>
                  </a:lnTo>
                  <a:lnTo>
                    <a:pt x="0" y="85954"/>
                  </a:lnTo>
                  <a:lnTo>
                    <a:pt x="11624" y="85954"/>
                  </a:lnTo>
                  <a:lnTo>
                    <a:pt x="12055" y="79475"/>
                  </a:lnTo>
                  <a:close/>
                  <a:moveTo>
                    <a:pt x="12916" y="43625"/>
                  </a:moveTo>
                  <a:cubicBezTo>
                    <a:pt x="14638" y="39306"/>
                    <a:pt x="17221" y="37146"/>
                    <a:pt x="21526" y="37146"/>
                  </a:cubicBezTo>
                  <a:cubicBezTo>
                    <a:pt x="24540" y="37146"/>
                    <a:pt x="27123" y="38442"/>
                    <a:pt x="28414" y="41465"/>
                  </a:cubicBezTo>
                  <a:cubicBezTo>
                    <a:pt x="30136" y="44489"/>
                    <a:pt x="30567" y="48808"/>
                    <a:pt x="30567" y="54855"/>
                  </a:cubicBezTo>
                  <a:cubicBezTo>
                    <a:pt x="30567" y="60038"/>
                    <a:pt x="30136" y="63494"/>
                    <a:pt x="29706" y="66085"/>
                  </a:cubicBezTo>
                  <a:cubicBezTo>
                    <a:pt x="28414" y="71268"/>
                    <a:pt x="25401" y="73860"/>
                    <a:pt x="21526" y="73860"/>
                  </a:cubicBezTo>
                  <a:cubicBezTo>
                    <a:pt x="17221" y="73860"/>
                    <a:pt x="14638" y="71700"/>
                    <a:pt x="12916" y="67381"/>
                  </a:cubicBezTo>
                  <a:lnTo>
                    <a:pt x="12916" y="43625"/>
                  </a:lnTo>
                  <a:close/>
                </a:path>
              </a:pathLst>
            </a:custGeom>
            <a:gradFill>
              <a:gsLst>
                <a:gs pos="0">
                  <a:srgbClr val="06EEFD"/>
                </a:gs>
                <a:gs pos="95000">
                  <a:srgbClr val="0B77FF"/>
                </a:gs>
                <a:gs pos="100000">
                  <a:srgbClr val="0B77FF"/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6518008" y="6377912"/>
              <a:ext cx="46496" cy="63061"/>
            </a:xfrm>
            <a:custGeom>
              <a:avLst/>
              <a:gdLst/>
              <a:ahLst/>
              <a:cxnLst/>
              <a:rect l="l" t="t" r="r" b="b"/>
              <a:pathLst>
                <a:path w="46496" h="63061" extrusionOk="0">
                  <a:moveTo>
                    <a:pt x="23248" y="63062"/>
                  </a:moveTo>
                  <a:cubicBezTo>
                    <a:pt x="30136" y="63062"/>
                    <a:pt x="35733" y="60038"/>
                    <a:pt x="40038" y="54423"/>
                  </a:cubicBezTo>
                  <a:cubicBezTo>
                    <a:pt x="44344" y="48808"/>
                    <a:pt x="46496" y="41465"/>
                    <a:pt x="46496" y="31963"/>
                  </a:cubicBezTo>
                  <a:lnTo>
                    <a:pt x="46496" y="27643"/>
                  </a:lnTo>
                  <a:cubicBezTo>
                    <a:pt x="46066" y="19005"/>
                    <a:pt x="43483" y="12094"/>
                    <a:pt x="39608" y="7343"/>
                  </a:cubicBezTo>
                  <a:cubicBezTo>
                    <a:pt x="35303" y="2160"/>
                    <a:pt x="30136" y="0"/>
                    <a:pt x="23248" y="0"/>
                  </a:cubicBezTo>
                  <a:cubicBezTo>
                    <a:pt x="18512" y="0"/>
                    <a:pt x="14638" y="1296"/>
                    <a:pt x="11194" y="3887"/>
                  </a:cubicBezTo>
                  <a:cubicBezTo>
                    <a:pt x="7749" y="6479"/>
                    <a:pt x="5166" y="9934"/>
                    <a:pt x="3014" y="14686"/>
                  </a:cubicBezTo>
                  <a:cubicBezTo>
                    <a:pt x="1292" y="19437"/>
                    <a:pt x="0" y="24620"/>
                    <a:pt x="0" y="30667"/>
                  </a:cubicBezTo>
                  <a:lnTo>
                    <a:pt x="0" y="31531"/>
                  </a:lnTo>
                  <a:cubicBezTo>
                    <a:pt x="0" y="41033"/>
                    <a:pt x="2153" y="48808"/>
                    <a:pt x="6458" y="54423"/>
                  </a:cubicBezTo>
                  <a:cubicBezTo>
                    <a:pt x="10763" y="60470"/>
                    <a:pt x="16360" y="63062"/>
                    <a:pt x="23248" y="63062"/>
                  </a:cubicBezTo>
                  <a:close/>
                  <a:moveTo>
                    <a:pt x="15929" y="18141"/>
                  </a:moveTo>
                  <a:cubicBezTo>
                    <a:pt x="17651" y="15118"/>
                    <a:pt x="20235" y="13390"/>
                    <a:pt x="23248" y="13390"/>
                  </a:cubicBezTo>
                  <a:cubicBezTo>
                    <a:pt x="26692" y="13390"/>
                    <a:pt x="28845" y="15118"/>
                    <a:pt x="30567" y="18141"/>
                  </a:cubicBezTo>
                  <a:cubicBezTo>
                    <a:pt x="32289" y="21165"/>
                    <a:pt x="33150" y="25484"/>
                    <a:pt x="33150" y="31099"/>
                  </a:cubicBezTo>
                  <a:cubicBezTo>
                    <a:pt x="33150" y="37578"/>
                    <a:pt x="32289" y="42329"/>
                    <a:pt x="30567" y="45353"/>
                  </a:cubicBezTo>
                  <a:cubicBezTo>
                    <a:pt x="28845" y="48376"/>
                    <a:pt x="26262" y="49672"/>
                    <a:pt x="23248" y="49672"/>
                  </a:cubicBezTo>
                  <a:cubicBezTo>
                    <a:pt x="19804" y="49672"/>
                    <a:pt x="17651" y="47944"/>
                    <a:pt x="15929" y="44921"/>
                  </a:cubicBezTo>
                  <a:cubicBezTo>
                    <a:pt x="14207" y="41897"/>
                    <a:pt x="13346" y="37578"/>
                    <a:pt x="13346" y="31531"/>
                  </a:cubicBezTo>
                  <a:cubicBezTo>
                    <a:pt x="13346" y="25916"/>
                    <a:pt x="14207" y="21165"/>
                    <a:pt x="15929" y="18141"/>
                  </a:cubicBezTo>
                  <a:close/>
                </a:path>
              </a:pathLst>
            </a:custGeom>
            <a:gradFill>
              <a:gsLst>
                <a:gs pos="0">
                  <a:srgbClr val="06EEFD"/>
                </a:gs>
                <a:gs pos="95000">
                  <a:srgbClr val="0B77FF"/>
                </a:gs>
                <a:gs pos="100000">
                  <a:srgbClr val="0B77FF"/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6567948" y="6364523"/>
              <a:ext cx="29275" cy="76451"/>
            </a:xfrm>
            <a:custGeom>
              <a:avLst/>
              <a:gdLst/>
              <a:ahLst/>
              <a:cxnLst/>
              <a:rect l="l" t="t" r="r" b="b"/>
              <a:pathLst>
                <a:path w="29275" h="76451" extrusionOk="0">
                  <a:moveTo>
                    <a:pt x="7319" y="59174"/>
                  </a:moveTo>
                  <a:cubicBezTo>
                    <a:pt x="7319" y="70836"/>
                    <a:pt x="12055" y="76451"/>
                    <a:pt x="21526" y="76451"/>
                  </a:cubicBezTo>
                  <a:cubicBezTo>
                    <a:pt x="24109" y="76451"/>
                    <a:pt x="26692" y="76019"/>
                    <a:pt x="29275" y="75156"/>
                  </a:cubicBezTo>
                  <a:lnTo>
                    <a:pt x="29275" y="63062"/>
                  </a:lnTo>
                  <a:cubicBezTo>
                    <a:pt x="27984" y="63494"/>
                    <a:pt x="26692" y="63494"/>
                    <a:pt x="25401" y="63494"/>
                  </a:cubicBezTo>
                  <a:cubicBezTo>
                    <a:pt x="23248" y="63494"/>
                    <a:pt x="21957" y="63062"/>
                    <a:pt x="21526" y="62198"/>
                  </a:cubicBezTo>
                  <a:cubicBezTo>
                    <a:pt x="21096" y="61334"/>
                    <a:pt x="20234" y="59174"/>
                    <a:pt x="20234" y="57015"/>
                  </a:cubicBezTo>
                  <a:lnTo>
                    <a:pt x="20234" y="26780"/>
                  </a:lnTo>
                  <a:lnTo>
                    <a:pt x="28845" y="26780"/>
                  </a:lnTo>
                  <a:lnTo>
                    <a:pt x="28845" y="15118"/>
                  </a:lnTo>
                  <a:lnTo>
                    <a:pt x="20234" y="15118"/>
                  </a:lnTo>
                  <a:lnTo>
                    <a:pt x="20234" y="0"/>
                  </a:lnTo>
                  <a:lnTo>
                    <a:pt x="7319" y="0"/>
                  </a:lnTo>
                  <a:lnTo>
                    <a:pt x="7319" y="15118"/>
                  </a:lnTo>
                  <a:lnTo>
                    <a:pt x="0" y="15118"/>
                  </a:lnTo>
                  <a:lnTo>
                    <a:pt x="0" y="26780"/>
                  </a:lnTo>
                  <a:lnTo>
                    <a:pt x="7319" y="26780"/>
                  </a:lnTo>
                  <a:lnTo>
                    <a:pt x="7319" y="59174"/>
                  </a:lnTo>
                  <a:close/>
                </a:path>
              </a:pathLst>
            </a:custGeom>
            <a:gradFill>
              <a:gsLst>
                <a:gs pos="0">
                  <a:srgbClr val="06EEFD"/>
                </a:gs>
                <a:gs pos="95000">
                  <a:srgbClr val="0B77FF"/>
                </a:gs>
                <a:gs pos="100000">
                  <a:srgbClr val="0B77FF"/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6299734" y="5991336"/>
              <a:ext cx="343125" cy="510539"/>
            </a:xfrm>
            <a:custGeom>
              <a:avLst/>
              <a:gdLst/>
              <a:ahLst/>
              <a:cxnLst/>
              <a:rect l="l" t="t" r="r" b="b"/>
              <a:pathLst>
                <a:path w="343125" h="510539" extrusionOk="0">
                  <a:moveTo>
                    <a:pt x="334946" y="54855"/>
                  </a:moveTo>
                  <a:cubicBezTo>
                    <a:pt x="329779" y="49672"/>
                    <a:pt x="322891" y="46648"/>
                    <a:pt x="315142" y="46648"/>
                  </a:cubicBezTo>
                  <a:lnTo>
                    <a:pt x="210955" y="46648"/>
                  </a:lnTo>
                  <a:cubicBezTo>
                    <a:pt x="210955" y="45784"/>
                    <a:pt x="210955" y="44921"/>
                    <a:pt x="210955" y="44489"/>
                  </a:cubicBezTo>
                  <a:lnTo>
                    <a:pt x="210955" y="18573"/>
                  </a:lnTo>
                  <a:cubicBezTo>
                    <a:pt x="210955" y="13390"/>
                    <a:pt x="208803" y="8639"/>
                    <a:pt x="205359" y="5615"/>
                  </a:cubicBezTo>
                  <a:cubicBezTo>
                    <a:pt x="201914" y="2160"/>
                    <a:pt x="197179" y="0"/>
                    <a:pt x="192443" y="0"/>
                  </a:cubicBezTo>
                  <a:lnTo>
                    <a:pt x="150682" y="0"/>
                  </a:lnTo>
                  <a:cubicBezTo>
                    <a:pt x="145516" y="0"/>
                    <a:pt x="140780" y="2160"/>
                    <a:pt x="137767" y="5615"/>
                  </a:cubicBezTo>
                  <a:lnTo>
                    <a:pt x="137767" y="5615"/>
                  </a:lnTo>
                  <a:cubicBezTo>
                    <a:pt x="134323" y="9071"/>
                    <a:pt x="132170" y="13822"/>
                    <a:pt x="132170" y="18573"/>
                  </a:cubicBezTo>
                  <a:lnTo>
                    <a:pt x="132170" y="44489"/>
                  </a:lnTo>
                  <a:cubicBezTo>
                    <a:pt x="132170" y="45353"/>
                    <a:pt x="132170" y="46216"/>
                    <a:pt x="132170" y="46648"/>
                  </a:cubicBezTo>
                  <a:lnTo>
                    <a:pt x="27984" y="46648"/>
                  </a:lnTo>
                  <a:cubicBezTo>
                    <a:pt x="20235" y="46648"/>
                    <a:pt x="13346" y="49672"/>
                    <a:pt x="8180" y="54855"/>
                  </a:cubicBezTo>
                  <a:lnTo>
                    <a:pt x="8180" y="54855"/>
                  </a:lnTo>
                  <a:cubicBezTo>
                    <a:pt x="3014" y="60038"/>
                    <a:pt x="0" y="66949"/>
                    <a:pt x="0" y="74724"/>
                  </a:cubicBezTo>
                  <a:lnTo>
                    <a:pt x="0" y="255702"/>
                  </a:lnTo>
                  <a:cubicBezTo>
                    <a:pt x="0" y="263477"/>
                    <a:pt x="3014" y="270387"/>
                    <a:pt x="8180" y="275571"/>
                  </a:cubicBezTo>
                  <a:lnTo>
                    <a:pt x="8180" y="275571"/>
                  </a:lnTo>
                  <a:cubicBezTo>
                    <a:pt x="13346" y="280754"/>
                    <a:pt x="20235" y="283777"/>
                    <a:pt x="27984" y="283777"/>
                  </a:cubicBezTo>
                  <a:lnTo>
                    <a:pt x="132170" y="283777"/>
                  </a:lnTo>
                  <a:lnTo>
                    <a:pt x="132170" y="315740"/>
                  </a:lnTo>
                  <a:lnTo>
                    <a:pt x="27984" y="315740"/>
                  </a:lnTo>
                  <a:cubicBezTo>
                    <a:pt x="20235" y="315740"/>
                    <a:pt x="13346" y="318763"/>
                    <a:pt x="8180" y="323947"/>
                  </a:cubicBezTo>
                  <a:lnTo>
                    <a:pt x="8180" y="323947"/>
                  </a:lnTo>
                  <a:cubicBezTo>
                    <a:pt x="3014" y="329130"/>
                    <a:pt x="0" y="336041"/>
                    <a:pt x="0" y="343815"/>
                  </a:cubicBezTo>
                  <a:lnTo>
                    <a:pt x="0" y="482464"/>
                  </a:lnTo>
                  <a:cubicBezTo>
                    <a:pt x="0" y="490239"/>
                    <a:pt x="3014" y="497150"/>
                    <a:pt x="8180" y="502333"/>
                  </a:cubicBezTo>
                  <a:lnTo>
                    <a:pt x="8180" y="502333"/>
                  </a:lnTo>
                  <a:cubicBezTo>
                    <a:pt x="13346" y="507516"/>
                    <a:pt x="20235" y="510540"/>
                    <a:pt x="27984" y="510540"/>
                  </a:cubicBezTo>
                  <a:lnTo>
                    <a:pt x="315142" y="510540"/>
                  </a:lnTo>
                  <a:cubicBezTo>
                    <a:pt x="322891" y="510540"/>
                    <a:pt x="329779" y="507516"/>
                    <a:pt x="334946" y="502333"/>
                  </a:cubicBezTo>
                  <a:lnTo>
                    <a:pt x="334946" y="502333"/>
                  </a:lnTo>
                  <a:cubicBezTo>
                    <a:pt x="340112" y="497150"/>
                    <a:pt x="343125" y="490239"/>
                    <a:pt x="343125" y="482464"/>
                  </a:cubicBezTo>
                  <a:lnTo>
                    <a:pt x="343125" y="343815"/>
                  </a:lnTo>
                  <a:cubicBezTo>
                    <a:pt x="343125" y="336041"/>
                    <a:pt x="340112" y="329130"/>
                    <a:pt x="334946" y="323947"/>
                  </a:cubicBezTo>
                  <a:lnTo>
                    <a:pt x="334946" y="323947"/>
                  </a:lnTo>
                  <a:cubicBezTo>
                    <a:pt x="329779" y="318763"/>
                    <a:pt x="322891" y="315740"/>
                    <a:pt x="315142" y="315740"/>
                  </a:cubicBezTo>
                  <a:lnTo>
                    <a:pt x="210955" y="315740"/>
                  </a:lnTo>
                  <a:lnTo>
                    <a:pt x="210955" y="283777"/>
                  </a:lnTo>
                  <a:lnTo>
                    <a:pt x="314711" y="283777"/>
                  </a:lnTo>
                  <a:cubicBezTo>
                    <a:pt x="322460" y="283777"/>
                    <a:pt x="329349" y="280754"/>
                    <a:pt x="334515" y="275571"/>
                  </a:cubicBezTo>
                  <a:lnTo>
                    <a:pt x="334515" y="275571"/>
                  </a:lnTo>
                  <a:cubicBezTo>
                    <a:pt x="339681" y="270387"/>
                    <a:pt x="342695" y="263477"/>
                    <a:pt x="342695" y="255702"/>
                  </a:cubicBezTo>
                  <a:lnTo>
                    <a:pt x="342695" y="74724"/>
                  </a:lnTo>
                  <a:cubicBezTo>
                    <a:pt x="343125" y="66949"/>
                    <a:pt x="339681" y="60038"/>
                    <a:pt x="334946" y="54855"/>
                  </a:cubicBezTo>
                  <a:lnTo>
                    <a:pt x="334946" y="54855"/>
                  </a:lnTo>
                  <a:close/>
                  <a:moveTo>
                    <a:pt x="148530" y="18141"/>
                  </a:moveTo>
                  <a:cubicBezTo>
                    <a:pt x="148530" y="17709"/>
                    <a:pt x="148960" y="16845"/>
                    <a:pt x="149391" y="16413"/>
                  </a:cubicBezTo>
                  <a:lnTo>
                    <a:pt x="149391" y="16413"/>
                  </a:lnTo>
                  <a:cubicBezTo>
                    <a:pt x="149821" y="15981"/>
                    <a:pt x="150252" y="15549"/>
                    <a:pt x="151113" y="15549"/>
                  </a:cubicBezTo>
                  <a:lnTo>
                    <a:pt x="192874" y="15549"/>
                  </a:lnTo>
                  <a:cubicBezTo>
                    <a:pt x="193304" y="15549"/>
                    <a:pt x="194165" y="15981"/>
                    <a:pt x="194596" y="16413"/>
                  </a:cubicBezTo>
                  <a:cubicBezTo>
                    <a:pt x="195026" y="16845"/>
                    <a:pt x="195457" y="17277"/>
                    <a:pt x="195457" y="18141"/>
                  </a:cubicBezTo>
                  <a:lnTo>
                    <a:pt x="195457" y="44057"/>
                  </a:lnTo>
                  <a:cubicBezTo>
                    <a:pt x="195457" y="44489"/>
                    <a:pt x="195026" y="45353"/>
                    <a:pt x="194596" y="45784"/>
                  </a:cubicBezTo>
                  <a:cubicBezTo>
                    <a:pt x="194165" y="46216"/>
                    <a:pt x="193735" y="46648"/>
                    <a:pt x="192874" y="46648"/>
                  </a:cubicBezTo>
                  <a:lnTo>
                    <a:pt x="150682" y="46648"/>
                  </a:lnTo>
                  <a:cubicBezTo>
                    <a:pt x="150252" y="46648"/>
                    <a:pt x="149391" y="46216"/>
                    <a:pt x="148960" y="45784"/>
                  </a:cubicBezTo>
                  <a:lnTo>
                    <a:pt x="148960" y="45784"/>
                  </a:lnTo>
                  <a:cubicBezTo>
                    <a:pt x="148530" y="45353"/>
                    <a:pt x="148099" y="44921"/>
                    <a:pt x="148099" y="44057"/>
                  </a:cubicBezTo>
                  <a:lnTo>
                    <a:pt x="148099" y="18141"/>
                  </a:lnTo>
                  <a:close/>
                  <a:moveTo>
                    <a:pt x="314711" y="331721"/>
                  </a:moveTo>
                  <a:cubicBezTo>
                    <a:pt x="318155" y="331721"/>
                    <a:pt x="320738" y="333017"/>
                    <a:pt x="322891" y="335177"/>
                  </a:cubicBezTo>
                  <a:lnTo>
                    <a:pt x="322891" y="335177"/>
                  </a:lnTo>
                  <a:cubicBezTo>
                    <a:pt x="325044" y="337336"/>
                    <a:pt x="326335" y="340360"/>
                    <a:pt x="326335" y="343815"/>
                  </a:cubicBezTo>
                  <a:lnTo>
                    <a:pt x="326335" y="482464"/>
                  </a:lnTo>
                  <a:cubicBezTo>
                    <a:pt x="326335" y="485920"/>
                    <a:pt x="325044" y="488943"/>
                    <a:pt x="322891" y="491103"/>
                  </a:cubicBezTo>
                  <a:lnTo>
                    <a:pt x="322891" y="491103"/>
                  </a:lnTo>
                  <a:cubicBezTo>
                    <a:pt x="320738" y="493263"/>
                    <a:pt x="317725" y="494558"/>
                    <a:pt x="314711" y="494558"/>
                  </a:cubicBezTo>
                  <a:lnTo>
                    <a:pt x="27984" y="494558"/>
                  </a:lnTo>
                  <a:cubicBezTo>
                    <a:pt x="24540" y="494558"/>
                    <a:pt x="21957" y="493263"/>
                    <a:pt x="19373" y="491103"/>
                  </a:cubicBezTo>
                  <a:cubicBezTo>
                    <a:pt x="17221" y="488943"/>
                    <a:pt x="15929" y="485920"/>
                    <a:pt x="15929" y="482464"/>
                  </a:cubicBezTo>
                  <a:lnTo>
                    <a:pt x="15929" y="343815"/>
                  </a:lnTo>
                  <a:cubicBezTo>
                    <a:pt x="15929" y="340360"/>
                    <a:pt x="17221" y="337336"/>
                    <a:pt x="19373" y="335177"/>
                  </a:cubicBezTo>
                  <a:cubicBezTo>
                    <a:pt x="21526" y="333017"/>
                    <a:pt x="24540" y="331721"/>
                    <a:pt x="27984" y="331721"/>
                  </a:cubicBezTo>
                  <a:lnTo>
                    <a:pt x="314711" y="331721"/>
                  </a:lnTo>
                  <a:close/>
                  <a:moveTo>
                    <a:pt x="148530" y="315740"/>
                  </a:moveTo>
                  <a:lnTo>
                    <a:pt x="148530" y="283777"/>
                  </a:lnTo>
                  <a:lnTo>
                    <a:pt x="195026" y="283777"/>
                  </a:lnTo>
                  <a:lnTo>
                    <a:pt x="195026" y="315740"/>
                  </a:lnTo>
                  <a:lnTo>
                    <a:pt x="148530" y="315740"/>
                  </a:lnTo>
                  <a:close/>
                  <a:moveTo>
                    <a:pt x="326766" y="255702"/>
                  </a:moveTo>
                  <a:cubicBezTo>
                    <a:pt x="326766" y="259157"/>
                    <a:pt x="325474" y="262181"/>
                    <a:pt x="323321" y="263909"/>
                  </a:cubicBezTo>
                  <a:lnTo>
                    <a:pt x="323321" y="263909"/>
                  </a:lnTo>
                  <a:cubicBezTo>
                    <a:pt x="321169" y="266068"/>
                    <a:pt x="318155" y="267364"/>
                    <a:pt x="315142" y="267364"/>
                  </a:cubicBezTo>
                  <a:lnTo>
                    <a:pt x="27984" y="267364"/>
                  </a:lnTo>
                  <a:cubicBezTo>
                    <a:pt x="24540" y="267364"/>
                    <a:pt x="21957" y="266068"/>
                    <a:pt x="19373" y="263909"/>
                  </a:cubicBezTo>
                  <a:lnTo>
                    <a:pt x="19373" y="263909"/>
                  </a:lnTo>
                  <a:cubicBezTo>
                    <a:pt x="17221" y="261749"/>
                    <a:pt x="15929" y="258725"/>
                    <a:pt x="15929" y="255702"/>
                  </a:cubicBezTo>
                  <a:lnTo>
                    <a:pt x="15929" y="74724"/>
                  </a:lnTo>
                  <a:cubicBezTo>
                    <a:pt x="15929" y="71268"/>
                    <a:pt x="17221" y="68677"/>
                    <a:pt x="19373" y="66085"/>
                  </a:cubicBezTo>
                  <a:cubicBezTo>
                    <a:pt x="21526" y="63925"/>
                    <a:pt x="24540" y="62630"/>
                    <a:pt x="27984" y="62630"/>
                  </a:cubicBezTo>
                  <a:lnTo>
                    <a:pt x="150682" y="62630"/>
                  </a:lnTo>
                  <a:lnTo>
                    <a:pt x="150682" y="62630"/>
                  </a:lnTo>
                  <a:lnTo>
                    <a:pt x="192443" y="62630"/>
                  </a:lnTo>
                  <a:lnTo>
                    <a:pt x="192443" y="62630"/>
                  </a:lnTo>
                  <a:lnTo>
                    <a:pt x="314711" y="62630"/>
                  </a:lnTo>
                  <a:cubicBezTo>
                    <a:pt x="318155" y="62630"/>
                    <a:pt x="320738" y="63925"/>
                    <a:pt x="322891" y="66085"/>
                  </a:cubicBezTo>
                  <a:lnTo>
                    <a:pt x="322891" y="66085"/>
                  </a:lnTo>
                  <a:cubicBezTo>
                    <a:pt x="325044" y="68245"/>
                    <a:pt x="326335" y="71268"/>
                    <a:pt x="326335" y="74724"/>
                  </a:cubicBezTo>
                  <a:lnTo>
                    <a:pt x="326335" y="255702"/>
                  </a:lnTo>
                  <a:close/>
                </a:path>
              </a:pathLst>
            </a:custGeom>
            <a:gradFill>
              <a:gsLst>
                <a:gs pos="0">
                  <a:srgbClr val="06EEFD"/>
                </a:gs>
                <a:gs pos="95000">
                  <a:srgbClr val="0B77FF"/>
                </a:gs>
                <a:gs pos="100000">
                  <a:srgbClr val="0B77FF"/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511120" y="6124802"/>
              <a:ext cx="68883" cy="69108"/>
            </a:xfrm>
            <a:custGeom>
              <a:avLst/>
              <a:gdLst/>
              <a:ahLst/>
              <a:cxnLst/>
              <a:rect l="l" t="t" r="r" b="b"/>
              <a:pathLst>
                <a:path w="68883" h="69108" extrusionOk="0">
                  <a:moveTo>
                    <a:pt x="34442" y="0"/>
                  </a:moveTo>
                  <a:cubicBezTo>
                    <a:pt x="15499" y="0"/>
                    <a:pt x="0" y="15549"/>
                    <a:pt x="0" y="34554"/>
                  </a:cubicBezTo>
                  <a:cubicBezTo>
                    <a:pt x="0" y="53559"/>
                    <a:pt x="15499" y="69109"/>
                    <a:pt x="34442" y="69109"/>
                  </a:cubicBezTo>
                  <a:cubicBezTo>
                    <a:pt x="53385" y="69109"/>
                    <a:pt x="68883" y="53559"/>
                    <a:pt x="68883" y="34554"/>
                  </a:cubicBezTo>
                  <a:cubicBezTo>
                    <a:pt x="68883" y="15549"/>
                    <a:pt x="53385" y="0"/>
                    <a:pt x="34442" y="0"/>
                  </a:cubicBezTo>
                  <a:close/>
                </a:path>
              </a:pathLst>
            </a:custGeom>
            <a:gradFill>
              <a:gsLst>
                <a:gs pos="0">
                  <a:srgbClr val="06EEFD"/>
                </a:gs>
                <a:gs pos="95000">
                  <a:srgbClr val="0B77FF"/>
                </a:gs>
                <a:gs pos="100000">
                  <a:srgbClr val="0B77FF"/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6364312" y="6124802"/>
              <a:ext cx="68883" cy="69108"/>
            </a:xfrm>
            <a:custGeom>
              <a:avLst/>
              <a:gdLst/>
              <a:ahLst/>
              <a:cxnLst/>
              <a:rect l="l" t="t" r="r" b="b"/>
              <a:pathLst>
                <a:path w="68883" h="69108" extrusionOk="0">
                  <a:moveTo>
                    <a:pt x="34442" y="0"/>
                  </a:moveTo>
                  <a:cubicBezTo>
                    <a:pt x="15499" y="0"/>
                    <a:pt x="0" y="15549"/>
                    <a:pt x="0" y="34554"/>
                  </a:cubicBezTo>
                  <a:cubicBezTo>
                    <a:pt x="0" y="53559"/>
                    <a:pt x="15499" y="69109"/>
                    <a:pt x="34442" y="69109"/>
                  </a:cubicBezTo>
                  <a:cubicBezTo>
                    <a:pt x="53385" y="69109"/>
                    <a:pt x="68883" y="53559"/>
                    <a:pt x="68883" y="34554"/>
                  </a:cubicBezTo>
                  <a:cubicBezTo>
                    <a:pt x="68883" y="15549"/>
                    <a:pt x="53385" y="0"/>
                    <a:pt x="34442" y="0"/>
                  </a:cubicBezTo>
                  <a:close/>
                </a:path>
              </a:pathLst>
            </a:custGeom>
            <a:gradFill>
              <a:gsLst>
                <a:gs pos="0">
                  <a:srgbClr val="06EEFD"/>
                </a:gs>
                <a:gs pos="95000">
                  <a:srgbClr val="0B77FF"/>
                </a:gs>
                <a:gs pos="100000">
                  <a:srgbClr val="0B77FF"/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6661372" y="6105355"/>
              <a:ext cx="24109" cy="94602"/>
            </a:xfrm>
            <a:custGeom>
              <a:avLst/>
              <a:gdLst/>
              <a:ahLst/>
              <a:cxnLst/>
              <a:rect l="l" t="t" r="r" b="b"/>
              <a:pathLst>
                <a:path w="24109" h="94602" extrusionOk="0">
                  <a:moveTo>
                    <a:pt x="24109" y="28518"/>
                  </a:moveTo>
                  <a:cubicBezTo>
                    <a:pt x="24109" y="12536"/>
                    <a:pt x="13346" y="-421"/>
                    <a:pt x="0" y="10"/>
                  </a:cubicBezTo>
                  <a:lnTo>
                    <a:pt x="431" y="94603"/>
                  </a:lnTo>
                  <a:cubicBezTo>
                    <a:pt x="13777" y="94603"/>
                    <a:pt x="24109" y="81645"/>
                    <a:pt x="24109" y="65664"/>
                  </a:cubicBezTo>
                  <a:lnTo>
                    <a:pt x="24109" y="28518"/>
                  </a:lnTo>
                  <a:close/>
                </a:path>
              </a:pathLst>
            </a:custGeom>
            <a:gradFill>
              <a:gsLst>
                <a:gs pos="0">
                  <a:srgbClr val="06EEFD"/>
                </a:gs>
                <a:gs pos="95000">
                  <a:srgbClr val="0B77FF"/>
                </a:gs>
                <a:gs pos="100000">
                  <a:srgbClr val="0B77FF"/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6257100" y="6104933"/>
              <a:ext cx="24552" cy="94602"/>
            </a:xfrm>
            <a:custGeom>
              <a:avLst/>
              <a:gdLst/>
              <a:ahLst/>
              <a:cxnLst/>
              <a:rect l="l" t="t" r="r" b="b"/>
              <a:pathLst>
                <a:path w="24552" h="94602" extrusionOk="0">
                  <a:moveTo>
                    <a:pt x="12" y="28939"/>
                  </a:moveTo>
                  <a:lnTo>
                    <a:pt x="443" y="66085"/>
                  </a:lnTo>
                  <a:cubicBezTo>
                    <a:pt x="443" y="82066"/>
                    <a:pt x="11206" y="95024"/>
                    <a:pt x="24552" y="94592"/>
                  </a:cubicBezTo>
                  <a:lnTo>
                    <a:pt x="24122" y="0"/>
                  </a:lnTo>
                  <a:cubicBezTo>
                    <a:pt x="10345" y="432"/>
                    <a:pt x="-418" y="13390"/>
                    <a:pt x="12" y="28939"/>
                  </a:cubicBezTo>
                  <a:close/>
                </a:path>
              </a:pathLst>
            </a:custGeom>
            <a:gradFill>
              <a:gsLst>
                <a:gs pos="0">
                  <a:srgbClr val="06EEFD"/>
                </a:gs>
                <a:gs pos="95000">
                  <a:srgbClr val="0B77FF"/>
                </a:gs>
                <a:gs pos="100000">
                  <a:srgbClr val="0B77FF"/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" name="Google Shape;37;p2"/>
          <p:cNvGrpSpPr/>
          <p:nvPr/>
        </p:nvGrpSpPr>
        <p:grpSpPr>
          <a:xfrm>
            <a:off x="4293299" y="5700913"/>
            <a:ext cx="579200" cy="252302"/>
            <a:chOff x="4281245" y="6063858"/>
            <a:chExt cx="713687" cy="310886"/>
          </a:xfrm>
        </p:grpSpPr>
        <p:grpSp>
          <p:nvGrpSpPr>
            <p:cNvPr id="38" name="Google Shape;38;p2"/>
            <p:cNvGrpSpPr/>
            <p:nvPr/>
          </p:nvGrpSpPr>
          <p:grpSpPr>
            <a:xfrm>
              <a:off x="4281245" y="6063858"/>
              <a:ext cx="713687" cy="284341"/>
              <a:chOff x="4281245" y="6063858"/>
              <a:chExt cx="713687" cy="284341"/>
            </a:xfrm>
          </p:grpSpPr>
          <p:sp>
            <p:nvSpPr>
              <p:cNvPr id="39" name="Google Shape;39;p2"/>
              <p:cNvSpPr/>
              <p:nvPr/>
            </p:nvSpPr>
            <p:spPr>
              <a:xfrm>
                <a:off x="4541274" y="6322051"/>
                <a:ext cx="242314" cy="26148"/>
              </a:xfrm>
              <a:custGeom>
                <a:avLst/>
                <a:gdLst/>
                <a:ahLst/>
                <a:cxnLst/>
                <a:rect l="l" t="t" r="r" b="b"/>
                <a:pathLst>
                  <a:path w="242314" h="26148" extrusionOk="0">
                    <a:moveTo>
                      <a:pt x="234040" y="5151"/>
                    </a:moveTo>
                    <a:lnTo>
                      <a:pt x="108746" y="792"/>
                    </a:lnTo>
                    <a:cubicBezTo>
                      <a:pt x="77619" y="792"/>
                      <a:pt x="42159" y="396"/>
                      <a:pt x="6698" y="0"/>
                    </a:cubicBezTo>
                    <a:cubicBezTo>
                      <a:pt x="5516" y="7132"/>
                      <a:pt x="3152" y="14263"/>
                      <a:pt x="0" y="20602"/>
                    </a:cubicBezTo>
                    <a:cubicBezTo>
                      <a:pt x="35855" y="20998"/>
                      <a:pt x="72891" y="20998"/>
                      <a:pt x="108352" y="21395"/>
                    </a:cubicBezTo>
                    <a:lnTo>
                      <a:pt x="242314" y="26149"/>
                    </a:lnTo>
                    <a:cubicBezTo>
                      <a:pt x="238768" y="19414"/>
                      <a:pt x="236010" y="12282"/>
                      <a:pt x="234040" y="5151"/>
                    </a:cubicBezTo>
                    <a:close/>
                  </a:path>
                </a:pathLst>
              </a:custGeom>
              <a:gradFill>
                <a:gsLst>
                  <a:gs pos="0">
                    <a:srgbClr val="06EEFD"/>
                  </a:gs>
                  <a:gs pos="95000">
                    <a:srgbClr val="0B77FF"/>
                  </a:gs>
                  <a:gs pos="100000">
                    <a:srgbClr val="0B77FF"/>
                  </a:gs>
                </a:gsLst>
                <a:lin ang="162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4281245" y="6063858"/>
                <a:ext cx="713687" cy="276813"/>
              </a:xfrm>
              <a:custGeom>
                <a:avLst/>
                <a:gdLst/>
                <a:ahLst/>
                <a:cxnLst/>
                <a:rect l="l" t="t" r="r" b="b"/>
                <a:pathLst>
                  <a:path w="713687" h="276813" extrusionOk="0">
                    <a:moveTo>
                      <a:pt x="712350" y="190443"/>
                    </a:moveTo>
                    <a:cubicBezTo>
                      <a:pt x="711956" y="187273"/>
                      <a:pt x="711168" y="183707"/>
                      <a:pt x="710774" y="180538"/>
                    </a:cubicBezTo>
                    <a:cubicBezTo>
                      <a:pt x="708410" y="168256"/>
                      <a:pt x="706440" y="156370"/>
                      <a:pt x="708410" y="145673"/>
                    </a:cubicBezTo>
                    <a:cubicBezTo>
                      <a:pt x="710774" y="132994"/>
                      <a:pt x="708016" y="123089"/>
                      <a:pt x="705651" y="113977"/>
                    </a:cubicBezTo>
                    <a:cubicBezTo>
                      <a:pt x="704863" y="111203"/>
                      <a:pt x="704075" y="108034"/>
                      <a:pt x="703287" y="105261"/>
                    </a:cubicBezTo>
                    <a:cubicBezTo>
                      <a:pt x="702105" y="100110"/>
                      <a:pt x="698559" y="95752"/>
                      <a:pt x="693831" y="93771"/>
                    </a:cubicBezTo>
                    <a:cubicBezTo>
                      <a:pt x="678859" y="86243"/>
                      <a:pt x="663493" y="77527"/>
                      <a:pt x="648914" y="69603"/>
                    </a:cubicBezTo>
                    <a:cubicBezTo>
                      <a:pt x="622122" y="54944"/>
                      <a:pt x="594541" y="39492"/>
                      <a:pt x="566173" y="27606"/>
                    </a:cubicBezTo>
                    <a:cubicBezTo>
                      <a:pt x="513376" y="5815"/>
                      <a:pt x="455457" y="-3297"/>
                      <a:pt x="398326" y="1061"/>
                    </a:cubicBezTo>
                    <a:cubicBezTo>
                      <a:pt x="352621" y="3834"/>
                      <a:pt x="308886" y="18097"/>
                      <a:pt x="263575" y="44642"/>
                    </a:cubicBezTo>
                    <a:cubicBezTo>
                      <a:pt x="257271" y="48604"/>
                      <a:pt x="250573" y="52170"/>
                      <a:pt x="243875" y="55736"/>
                    </a:cubicBezTo>
                    <a:cubicBezTo>
                      <a:pt x="234025" y="61283"/>
                      <a:pt x="223781" y="66829"/>
                      <a:pt x="213537" y="73169"/>
                    </a:cubicBezTo>
                    <a:cubicBezTo>
                      <a:pt x="196200" y="84262"/>
                      <a:pt x="177288" y="86243"/>
                      <a:pt x="157193" y="88224"/>
                    </a:cubicBezTo>
                    <a:lnTo>
                      <a:pt x="156011" y="88224"/>
                    </a:lnTo>
                    <a:cubicBezTo>
                      <a:pt x="127643" y="91394"/>
                      <a:pt x="100062" y="94959"/>
                      <a:pt x="72876" y="103676"/>
                    </a:cubicBezTo>
                    <a:cubicBezTo>
                      <a:pt x="50024" y="110015"/>
                      <a:pt x="29535" y="124278"/>
                      <a:pt x="15351" y="143692"/>
                    </a:cubicBezTo>
                    <a:cubicBezTo>
                      <a:pt x="15351" y="143692"/>
                      <a:pt x="15351" y="143692"/>
                      <a:pt x="15351" y="143692"/>
                    </a:cubicBezTo>
                    <a:cubicBezTo>
                      <a:pt x="-1591" y="167067"/>
                      <a:pt x="-5137" y="209856"/>
                      <a:pt x="7865" y="236798"/>
                    </a:cubicBezTo>
                    <a:cubicBezTo>
                      <a:pt x="11805" y="244722"/>
                      <a:pt x="17715" y="251853"/>
                      <a:pt x="25201" y="256608"/>
                    </a:cubicBezTo>
                    <a:cubicBezTo>
                      <a:pt x="35839" y="263739"/>
                      <a:pt x="46871" y="269682"/>
                      <a:pt x="58692" y="274040"/>
                    </a:cubicBezTo>
                    <a:cubicBezTo>
                      <a:pt x="61844" y="275229"/>
                      <a:pt x="82332" y="276021"/>
                      <a:pt x="113065" y="276814"/>
                    </a:cubicBezTo>
                    <a:cubicBezTo>
                      <a:pt x="110307" y="270474"/>
                      <a:pt x="108337" y="263343"/>
                      <a:pt x="107155" y="256211"/>
                    </a:cubicBezTo>
                    <a:cubicBezTo>
                      <a:pt x="84696" y="255815"/>
                      <a:pt x="69330" y="255023"/>
                      <a:pt x="65390" y="254627"/>
                    </a:cubicBezTo>
                    <a:cubicBezTo>
                      <a:pt x="55146" y="250665"/>
                      <a:pt x="45689" y="245910"/>
                      <a:pt x="36627" y="239571"/>
                    </a:cubicBezTo>
                    <a:cubicBezTo>
                      <a:pt x="32293" y="236798"/>
                      <a:pt x="28747" y="232440"/>
                      <a:pt x="26383" y="227685"/>
                    </a:cubicBezTo>
                    <a:cubicBezTo>
                      <a:pt x="16927" y="207875"/>
                      <a:pt x="19685" y="173010"/>
                      <a:pt x="31899" y="155577"/>
                    </a:cubicBezTo>
                    <a:cubicBezTo>
                      <a:pt x="43325" y="140126"/>
                      <a:pt x="59874" y="128636"/>
                      <a:pt x="78392" y="123089"/>
                    </a:cubicBezTo>
                    <a:cubicBezTo>
                      <a:pt x="104003" y="115165"/>
                      <a:pt x="130401" y="111600"/>
                      <a:pt x="157587" y="108430"/>
                    </a:cubicBezTo>
                    <a:lnTo>
                      <a:pt x="158770" y="108430"/>
                    </a:lnTo>
                    <a:cubicBezTo>
                      <a:pt x="180440" y="106053"/>
                      <a:pt x="202504" y="103676"/>
                      <a:pt x="223781" y="90205"/>
                    </a:cubicBezTo>
                    <a:cubicBezTo>
                      <a:pt x="233237" y="84262"/>
                      <a:pt x="243087" y="78715"/>
                      <a:pt x="252937" y="73565"/>
                    </a:cubicBezTo>
                    <a:cubicBezTo>
                      <a:pt x="259635" y="69999"/>
                      <a:pt x="266333" y="66037"/>
                      <a:pt x="273032" y="62471"/>
                    </a:cubicBezTo>
                    <a:cubicBezTo>
                      <a:pt x="315190" y="37511"/>
                      <a:pt x="356167" y="24040"/>
                      <a:pt x="398326" y="20871"/>
                    </a:cubicBezTo>
                    <a:cubicBezTo>
                      <a:pt x="452305" y="16909"/>
                      <a:pt x="507072" y="25625"/>
                      <a:pt x="557111" y="46227"/>
                    </a:cubicBezTo>
                    <a:cubicBezTo>
                      <a:pt x="584691" y="57321"/>
                      <a:pt x="611484" y="72376"/>
                      <a:pt x="637488" y="87036"/>
                    </a:cubicBezTo>
                    <a:cubicBezTo>
                      <a:pt x="652067" y="95356"/>
                      <a:pt x="667433" y="103676"/>
                      <a:pt x="682405" y="111203"/>
                    </a:cubicBezTo>
                    <a:cubicBezTo>
                      <a:pt x="683193" y="113977"/>
                      <a:pt x="683981" y="116750"/>
                      <a:pt x="684375" y="119127"/>
                    </a:cubicBezTo>
                    <a:cubicBezTo>
                      <a:pt x="686739" y="127051"/>
                      <a:pt x="688315" y="133390"/>
                      <a:pt x="686739" y="140918"/>
                    </a:cubicBezTo>
                    <a:cubicBezTo>
                      <a:pt x="683981" y="155577"/>
                      <a:pt x="686345" y="169841"/>
                      <a:pt x="689103" y="183707"/>
                    </a:cubicBezTo>
                    <a:cubicBezTo>
                      <a:pt x="689497" y="186877"/>
                      <a:pt x="690285" y="190047"/>
                      <a:pt x="690679" y="193216"/>
                    </a:cubicBezTo>
                    <a:cubicBezTo>
                      <a:pt x="694225" y="217384"/>
                      <a:pt x="689891" y="230855"/>
                      <a:pt x="672555" y="245514"/>
                    </a:cubicBezTo>
                    <a:cubicBezTo>
                      <a:pt x="669403" y="246703"/>
                      <a:pt x="661917" y="247891"/>
                      <a:pt x="651673" y="249872"/>
                    </a:cubicBezTo>
                    <a:cubicBezTo>
                      <a:pt x="651279" y="257400"/>
                      <a:pt x="649702" y="264532"/>
                      <a:pt x="646944" y="271663"/>
                    </a:cubicBezTo>
                    <a:cubicBezTo>
                      <a:pt x="679647" y="266513"/>
                      <a:pt x="682405" y="264135"/>
                      <a:pt x="684769" y="262551"/>
                    </a:cubicBezTo>
                    <a:cubicBezTo>
                      <a:pt x="709592" y="242741"/>
                      <a:pt x="717078" y="222138"/>
                      <a:pt x="712350" y="190443"/>
                    </a:cubicBezTo>
                    <a:close/>
                  </a:path>
                </a:pathLst>
              </a:custGeom>
              <a:gradFill>
                <a:gsLst>
                  <a:gs pos="0">
                    <a:srgbClr val="06EEFD"/>
                  </a:gs>
                  <a:gs pos="95000">
                    <a:srgbClr val="0B77FF"/>
                  </a:gs>
                  <a:gs pos="100000">
                    <a:srgbClr val="0B77FF"/>
                  </a:gs>
                </a:gsLst>
                <a:lin ang="162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Google Shape;41;p2"/>
            <p:cNvSpPr/>
            <p:nvPr/>
          </p:nvSpPr>
          <p:spPr>
            <a:xfrm>
              <a:off x="4638439" y="6138612"/>
              <a:ext cx="110083" cy="171082"/>
            </a:xfrm>
            <a:custGeom>
              <a:avLst/>
              <a:gdLst/>
              <a:ahLst/>
              <a:cxnLst/>
              <a:rect l="l" t="t" r="r" b="b"/>
              <a:pathLst>
                <a:path w="110083" h="171082" extrusionOk="0">
                  <a:moveTo>
                    <a:pt x="61620" y="0"/>
                  </a:moveTo>
                  <a:lnTo>
                    <a:pt x="106931" y="0"/>
                  </a:lnTo>
                  <a:cubicBezTo>
                    <a:pt x="108507" y="0"/>
                    <a:pt x="110083" y="1189"/>
                    <a:pt x="110083" y="3170"/>
                  </a:cubicBezTo>
                  <a:cubicBezTo>
                    <a:pt x="110083" y="3962"/>
                    <a:pt x="109689" y="4358"/>
                    <a:pt x="109295" y="5151"/>
                  </a:cubicBezTo>
                  <a:lnTo>
                    <a:pt x="63984" y="60618"/>
                  </a:lnTo>
                  <a:cubicBezTo>
                    <a:pt x="62802" y="61807"/>
                    <a:pt x="63196" y="63788"/>
                    <a:pt x="64378" y="64976"/>
                  </a:cubicBezTo>
                  <a:cubicBezTo>
                    <a:pt x="64772" y="65372"/>
                    <a:pt x="65560" y="65769"/>
                    <a:pt x="66348" y="65769"/>
                  </a:cubicBezTo>
                  <a:lnTo>
                    <a:pt x="101415" y="65769"/>
                  </a:lnTo>
                  <a:cubicBezTo>
                    <a:pt x="102991" y="65769"/>
                    <a:pt x="104567" y="66957"/>
                    <a:pt x="104567" y="68938"/>
                  </a:cubicBezTo>
                  <a:cubicBezTo>
                    <a:pt x="104567" y="69731"/>
                    <a:pt x="104173" y="70523"/>
                    <a:pt x="103779" y="70919"/>
                  </a:cubicBezTo>
                  <a:lnTo>
                    <a:pt x="5277" y="169968"/>
                  </a:lnTo>
                  <a:cubicBezTo>
                    <a:pt x="4095" y="171157"/>
                    <a:pt x="2125" y="171553"/>
                    <a:pt x="943" y="170364"/>
                  </a:cubicBezTo>
                  <a:cubicBezTo>
                    <a:pt x="-239" y="169572"/>
                    <a:pt x="-239" y="167591"/>
                    <a:pt x="549" y="166403"/>
                  </a:cubicBezTo>
                  <a:lnTo>
                    <a:pt x="41132" y="93106"/>
                  </a:lnTo>
                  <a:cubicBezTo>
                    <a:pt x="41920" y="91521"/>
                    <a:pt x="41526" y="89937"/>
                    <a:pt x="39950" y="89144"/>
                  </a:cubicBezTo>
                  <a:cubicBezTo>
                    <a:pt x="39556" y="88748"/>
                    <a:pt x="39162" y="88748"/>
                    <a:pt x="38374" y="88748"/>
                  </a:cubicBezTo>
                  <a:lnTo>
                    <a:pt x="12369" y="88748"/>
                  </a:lnTo>
                  <a:cubicBezTo>
                    <a:pt x="10793" y="88748"/>
                    <a:pt x="9217" y="87559"/>
                    <a:pt x="9217" y="85578"/>
                  </a:cubicBezTo>
                  <a:cubicBezTo>
                    <a:pt x="9217" y="85182"/>
                    <a:pt x="9217" y="84390"/>
                    <a:pt x="9611" y="83994"/>
                  </a:cubicBezTo>
                  <a:lnTo>
                    <a:pt x="58862" y="1585"/>
                  </a:lnTo>
                  <a:cubicBezTo>
                    <a:pt x="59650" y="396"/>
                    <a:pt x="60438" y="0"/>
                    <a:pt x="61620" y="0"/>
                  </a:cubicBezTo>
                  <a:close/>
                </a:path>
              </a:pathLst>
            </a:custGeom>
            <a:gradFill>
              <a:gsLst>
                <a:gs pos="0">
                  <a:srgbClr val="06EEFD"/>
                </a:gs>
                <a:gs pos="95000">
                  <a:srgbClr val="0B77FF"/>
                </a:gs>
                <a:gs pos="100000">
                  <a:srgbClr val="0B77FF"/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4758372" y="6138612"/>
              <a:ext cx="55555" cy="77258"/>
            </a:xfrm>
            <a:custGeom>
              <a:avLst/>
              <a:gdLst/>
              <a:ahLst/>
              <a:cxnLst/>
              <a:rect l="l" t="t" r="r" b="b"/>
              <a:pathLst>
                <a:path w="55555" h="77258" extrusionOk="0">
                  <a:moveTo>
                    <a:pt x="0" y="75277"/>
                  </a:moveTo>
                  <a:lnTo>
                    <a:pt x="0" y="1981"/>
                  </a:lnTo>
                  <a:cubicBezTo>
                    <a:pt x="0" y="792"/>
                    <a:pt x="788" y="0"/>
                    <a:pt x="1970" y="0"/>
                  </a:cubicBezTo>
                  <a:lnTo>
                    <a:pt x="55555" y="0"/>
                  </a:lnTo>
                  <a:lnTo>
                    <a:pt x="55555" y="13471"/>
                  </a:lnTo>
                  <a:lnTo>
                    <a:pt x="16942" y="13471"/>
                  </a:lnTo>
                  <a:cubicBezTo>
                    <a:pt x="15760" y="13471"/>
                    <a:pt x="14972" y="14263"/>
                    <a:pt x="14972" y="15452"/>
                  </a:cubicBezTo>
                  <a:lnTo>
                    <a:pt x="14972" y="29715"/>
                  </a:lnTo>
                  <a:cubicBezTo>
                    <a:pt x="14972" y="30903"/>
                    <a:pt x="15760" y="31696"/>
                    <a:pt x="16942" y="31696"/>
                  </a:cubicBezTo>
                  <a:lnTo>
                    <a:pt x="43341" y="31696"/>
                  </a:lnTo>
                  <a:cubicBezTo>
                    <a:pt x="44523" y="31696"/>
                    <a:pt x="45311" y="32488"/>
                    <a:pt x="45311" y="33677"/>
                  </a:cubicBezTo>
                  <a:lnTo>
                    <a:pt x="45311" y="43185"/>
                  </a:lnTo>
                  <a:cubicBezTo>
                    <a:pt x="45311" y="44374"/>
                    <a:pt x="44523" y="45166"/>
                    <a:pt x="43341" y="45166"/>
                  </a:cubicBezTo>
                  <a:lnTo>
                    <a:pt x="16942" y="45166"/>
                  </a:lnTo>
                  <a:cubicBezTo>
                    <a:pt x="15760" y="45166"/>
                    <a:pt x="14972" y="45959"/>
                    <a:pt x="14972" y="47147"/>
                  </a:cubicBezTo>
                  <a:lnTo>
                    <a:pt x="14972" y="61807"/>
                  </a:lnTo>
                  <a:cubicBezTo>
                    <a:pt x="14972" y="62995"/>
                    <a:pt x="15760" y="63788"/>
                    <a:pt x="16942" y="63788"/>
                  </a:cubicBezTo>
                  <a:lnTo>
                    <a:pt x="48463" y="63788"/>
                  </a:lnTo>
                  <a:cubicBezTo>
                    <a:pt x="49645" y="63788"/>
                    <a:pt x="50433" y="64580"/>
                    <a:pt x="50433" y="65769"/>
                  </a:cubicBezTo>
                  <a:cubicBezTo>
                    <a:pt x="50433" y="65769"/>
                    <a:pt x="50433" y="65769"/>
                    <a:pt x="50433" y="65769"/>
                  </a:cubicBezTo>
                  <a:lnTo>
                    <a:pt x="50433" y="75277"/>
                  </a:lnTo>
                  <a:cubicBezTo>
                    <a:pt x="50433" y="76466"/>
                    <a:pt x="49645" y="77258"/>
                    <a:pt x="48463" y="77258"/>
                  </a:cubicBezTo>
                  <a:lnTo>
                    <a:pt x="1576" y="77258"/>
                  </a:lnTo>
                  <a:cubicBezTo>
                    <a:pt x="1182" y="77258"/>
                    <a:pt x="0" y="76466"/>
                    <a:pt x="0" y="75277"/>
                  </a:cubicBezTo>
                  <a:close/>
                </a:path>
              </a:pathLst>
            </a:custGeom>
            <a:gradFill>
              <a:gsLst>
                <a:gs pos="0">
                  <a:srgbClr val="06EEFD"/>
                </a:gs>
                <a:gs pos="95000">
                  <a:srgbClr val="0B77FF"/>
                </a:gs>
                <a:gs pos="100000">
                  <a:srgbClr val="0B77FF"/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4805899" y="6138612"/>
              <a:ext cx="60430" cy="77258"/>
            </a:xfrm>
            <a:custGeom>
              <a:avLst/>
              <a:gdLst/>
              <a:ahLst/>
              <a:cxnLst/>
              <a:rect l="l" t="t" r="r" b="b"/>
              <a:pathLst>
                <a:path w="60430" h="77258" extrusionOk="0">
                  <a:moveTo>
                    <a:pt x="34426" y="77258"/>
                  </a:moveTo>
                  <a:lnTo>
                    <a:pt x="25758" y="77258"/>
                  </a:lnTo>
                  <a:cubicBezTo>
                    <a:pt x="24970" y="77258"/>
                    <a:pt x="24182" y="76862"/>
                    <a:pt x="23788" y="75674"/>
                  </a:cubicBezTo>
                  <a:lnTo>
                    <a:pt x="148" y="2377"/>
                  </a:lnTo>
                  <a:cubicBezTo>
                    <a:pt x="-246" y="1189"/>
                    <a:pt x="148" y="396"/>
                    <a:pt x="1330" y="0"/>
                  </a:cubicBezTo>
                  <a:cubicBezTo>
                    <a:pt x="1724" y="0"/>
                    <a:pt x="1724" y="0"/>
                    <a:pt x="2118" y="0"/>
                  </a:cubicBezTo>
                  <a:lnTo>
                    <a:pt x="13544" y="0"/>
                  </a:lnTo>
                  <a:cubicBezTo>
                    <a:pt x="14332" y="0"/>
                    <a:pt x="15120" y="396"/>
                    <a:pt x="15514" y="1585"/>
                  </a:cubicBezTo>
                  <a:lnTo>
                    <a:pt x="28516" y="44374"/>
                  </a:lnTo>
                  <a:cubicBezTo>
                    <a:pt x="28910" y="45563"/>
                    <a:pt x="30092" y="45959"/>
                    <a:pt x="30880" y="45563"/>
                  </a:cubicBezTo>
                  <a:cubicBezTo>
                    <a:pt x="31668" y="45563"/>
                    <a:pt x="32062" y="44770"/>
                    <a:pt x="32062" y="44374"/>
                  </a:cubicBezTo>
                  <a:lnTo>
                    <a:pt x="45065" y="1585"/>
                  </a:lnTo>
                  <a:cubicBezTo>
                    <a:pt x="45459" y="792"/>
                    <a:pt x="46247" y="0"/>
                    <a:pt x="47035" y="0"/>
                  </a:cubicBezTo>
                  <a:lnTo>
                    <a:pt x="58461" y="0"/>
                  </a:lnTo>
                  <a:cubicBezTo>
                    <a:pt x="59643" y="0"/>
                    <a:pt x="60431" y="792"/>
                    <a:pt x="60431" y="1981"/>
                  </a:cubicBezTo>
                  <a:cubicBezTo>
                    <a:pt x="60431" y="2377"/>
                    <a:pt x="60431" y="2377"/>
                    <a:pt x="60431" y="2773"/>
                  </a:cubicBezTo>
                  <a:lnTo>
                    <a:pt x="36396" y="76070"/>
                  </a:lnTo>
                  <a:cubicBezTo>
                    <a:pt x="36002" y="76862"/>
                    <a:pt x="35214" y="77258"/>
                    <a:pt x="34426" y="77258"/>
                  </a:cubicBezTo>
                  <a:close/>
                </a:path>
              </a:pathLst>
            </a:custGeom>
            <a:gradFill>
              <a:gsLst>
                <a:gs pos="0">
                  <a:srgbClr val="06EEFD"/>
                </a:gs>
                <a:gs pos="95000">
                  <a:srgbClr val="0B77FF"/>
                </a:gs>
                <a:gs pos="100000">
                  <a:srgbClr val="0B77FF"/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4531995" y="6092497"/>
              <a:ext cx="300251" cy="78206"/>
            </a:xfrm>
            <a:custGeom>
              <a:avLst/>
              <a:gdLst/>
              <a:ahLst/>
              <a:cxnLst/>
              <a:rect l="l" t="t" r="r" b="b"/>
              <a:pathLst>
                <a:path w="300251" h="78206" extrusionOk="0">
                  <a:moveTo>
                    <a:pt x="119207" y="78206"/>
                  </a:moveTo>
                  <a:lnTo>
                    <a:pt x="10461" y="78206"/>
                  </a:lnTo>
                  <a:cubicBezTo>
                    <a:pt x="6127" y="78206"/>
                    <a:pt x="2187" y="75433"/>
                    <a:pt x="611" y="71075"/>
                  </a:cubicBezTo>
                  <a:cubicBezTo>
                    <a:pt x="-965" y="66717"/>
                    <a:pt x="611" y="62359"/>
                    <a:pt x="4157" y="59585"/>
                  </a:cubicBezTo>
                  <a:cubicBezTo>
                    <a:pt x="25827" y="42945"/>
                    <a:pt x="49862" y="28682"/>
                    <a:pt x="75472" y="18381"/>
                  </a:cubicBezTo>
                  <a:cubicBezTo>
                    <a:pt x="134179" y="-6580"/>
                    <a:pt x="207071" y="-6183"/>
                    <a:pt x="292964" y="19966"/>
                  </a:cubicBezTo>
                  <a:cubicBezTo>
                    <a:pt x="298480" y="21550"/>
                    <a:pt x="301632" y="27493"/>
                    <a:pt x="299662" y="32644"/>
                  </a:cubicBezTo>
                  <a:cubicBezTo>
                    <a:pt x="298086" y="38191"/>
                    <a:pt x="292176" y="41360"/>
                    <a:pt x="287054" y="39379"/>
                  </a:cubicBezTo>
                  <a:cubicBezTo>
                    <a:pt x="206283" y="14815"/>
                    <a:pt x="137725" y="14023"/>
                    <a:pt x="83746" y="37002"/>
                  </a:cubicBezTo>
                  <a:cubicBezTo>
                    <a:pt x="69956" y="42549"/>
                    <a:pt x="56954" y="49680"/>
                    <a:pt x="43952" y="57208"/>
                  </a:cubicBezTo>
                  <a:lnTo>
                    <a:pt x="119207" y="57208"/>
                  </a:lnTo>
                  <a:cubicBezTo>
                    <a:pt x="124723" y="57208"/>
                    <a:pt x="129451" y="61962"/>
                    <a:pt x="129451" y="67509"/>
                  </a:cubicBezTo>
                  <a:cubicBezTo>
                    <a:pt x="129451" y="73056"/>
                    <a:pt x="124723" y="78206"/>
                    <a:pt x="119207" y="78206"/>
                  </a:cubicBezTo>
                  <a:close/>
                </a:path>
              </a:pathLst>
            </a:custGeom>
            <a:gradFill>
              <a:gsLst>
                <a:gs pos="0">
                  <a:srgbClr val="06EEFD"/>
                </a:gs>
                <a:gs pos="95000">
                  <a:srgbClr val="0B77FF"/>
                </a:gs>
                <a:gs pos="100000">
                  <a:srgbClr val="0B77FF"/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4402584" y="6241227"/>
              <a:ext cx="132386" cy="133121"/>
            </a:xfrm>
            <a:custGeom>
              <a:avLst/>
              <a:gdLst/>
              <a:ahLst/>
              <a:cxnLst/>
              <a:rect l="l" t="t" r="r" b="b"/>
              <a:pathLst>
                <a:path w="132386" h="133121" extrusionOk="0">
                  <a:moveTo>
                    <a:pt x="66193" y="0"/>
                  </a:moveTo>
                  <a:cubicBezTo>
                    <a:pt x="29551" y="0"/>
                    <a:pt x="0" y="29715"/>
                    <a:pt x="0" y="66561"/>
                  </a:cubicBezTo>
                  <a:cubicBezTo>
                    <a:pt x="0" y="103407"/>
                    <a:pt x="29551" y="133122"/>
                    <a:pt x="66193" y="133122"/>
                  </a:cubicBezTo>
                  <a:cubicBezTo>
                    <a:pt x="102836" y="133122"/>
                    <a:pt x="132386" y="103407"/>
                    <a:pt x="132386" y="66561"/>
                  </a:cubicBezTo>
                  <a:cubicBezTo>
                    <a:pt x="132386" y="29715"/>
                    <a:pt x="102836" y="0"/>
                    <a:pt x="66193" y="0"/>
                  </a:cubicBezTo>
                  <a:close/>
                  <a:moveTo>
                    <a:pt x="66193" y="91125"/>
                  </a:moveTo>
                  <a:cubicBezTo>
                    <a:pt x="52797" y="91125"/>
                    <a:pt x="41765" y="80032"/>
                    <a:pt x="41765" y="66561"/>
                  </a:cubicBezTo>
                  <a:cubicBezTo>
                    <a:pt x="41765" y="53090"/>
                    <a:pt x="52797" y="41997"/>
                    <a:pt x="66193" y="41997"/>
                  </a:cubicBezTo>
                  <a:cubicBezTo>
                    <a:pt x="79589" y="41997"/>
                    <a:pt x="90622" y="53090"/>
                    <a:pt x="90622" y="66561"/>
                  </a:cubicBezTo>
                  <a:cubicBezTo>
                    <a:pt x="90622" y="80032"/>
                    <a:pt x="79589" y="91125"/>
                    <a:pt x="66193" y="91125"/>
                  </a:cubicBezTo>
                  <a:close/>
                </a:path>
              </a:pathLst>
            </a:custGeom>
            <a:gradFill>
              <a:gsLst>
                <a:gs pos="0">
                  <a:srgbClr val="06EEFD"/>
                </a:gs>
                <a:gs pos="95000">
                  <a:srgbClr val="0B77FF"/>
                </a:gs>
                <a:gs pos="100000">
                  <a:srgbClr val="0B77FF"/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4787135" y="6240830"/>
              <a:ext cx="133174" cy="133914"/>
            </a:xfrm>
            <a:custGeom>
              <a:avLst/>
              <a:gdLst/>
              <a:ahLst/>
              <a:cxnLst/>
              <a:rect l="l" t="t" r="r" b="b"/>
              <a:pathLst>
                <a:path w="133174" h="133914" extrusionOk="0">
                  <a:moveTo>
                    <a:pt x="66587" y="0"/>
                  </a:moveTo>
                  <a:cubicBezTo>
                    <a:pt x="29945" y="0"/>
                    <a:pt x="0" y="30111"/>
                    <a:pt x="0" y="66957"/>
                  </a:cubicBezTo>
                  <a:cubicBezTo>
                    <a:pt x="0" y="103803"/>
                    <a:pt x="29945" y="133914"/>
                    <a:pt x="66587" y="133914"/>
                  </a:cubicBezTo>
                  <a:cubicBezTo>
                    <a:pt x="103230" y="133914"/>
                    <a:pt x="133174" y="103803"/>
                    <a:pt x="133174" y="66957"/>
                  </a:cubicBezTo>
                  <a:cubicBezTo>
                    <a:pt x="133174" y="30111"/>
                    <a:pt x="103624" y="0"/>
                    <a:pt x="66587" y="0"/>
                  </a:cubicBezTo>
                  <a:close/>
                  <a:moveTo>
                    <a:pt x="66587" y="87163"/>
                  </a:moveTo>
                  <a:cubicBezTo>
                    <a:pt x="55555" y="87163"/>
                    <a:pt x="46493" y="78051"/>
                    <a:pt x="46493" y="66957"/>
                  </a:cubicBezTo>
                  <a:cubicBezTo>
                    <a:pt x="46493" y="55864"/>
                    <a:pt x="55555" y="46751"/>
                    <a:pt x="66587" y="46751"/>
                  </a:cubicBezTo>
                  <a:cubicBezTo>
                    <a:pt x="77619" y="46751"/>
                    <a:pt x="86682" y="55864"/>
                    <a:pt x="86682" y="66957"/>
                  </a:cubicBezTo>
                  <a:cubicBezTo>
                    <a:pt x="86682" y="78051"/>
                    <a:pt x="77619" y="87163"/>
                    <a:pt x="66587" y="87163"/>
                  </a:cubicBezTo>
                  <a:close/>
                </a:path>
              </a:pathLst>
            </a:custGeom>
            <a:gradFill>
              <a:gsLst>
                <a:gs pos="0">
                  <a:srgbClr val="06EEFD"/>
                </a:gs>
                <a:gs pos="95000">
                  <a:srgbClr val="0B77FF"/>
                </a:gs>
                <a:gs pos="100000">
                  <a:srgbClr val="0B77FF"/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" name="Google Shape;47;p2"/>
          <p:cNvGrpSpPr/>
          <p:nvPr/>
        </p:nvGrpSpPr>
        <p:grpSpPr>
          <a:xfrm>
            <a:off x="6563803" y="5597001"/>
            <a:ext cx="341537" cy="505305"/>
            <a:chOff x="7116910" y="5963038"/>
            <a:chExt cx="420840" cy="622635"/>
          </a:xfrm>
        </p:grpSpPr>
        <p:sp>
          <p:nvSpPr>
            <p:cNvPr id="48" name="Google Shape;48;p2"/>
            <p:cNvSpPr/>
            <p:nvPr/>
          </p:nvSpPr>
          <p:spPr>
            <a:xfrm>
              <a:off x="7116910" y="5963038"/>
              <a:ext cx="420840" cy="622635"/>
            </a:xfrm>
            <a:custGeom>
              <a:avLst/>
              <a:gdLst/>
              <a:ahLst/>
              <a:cxnLst/>
              <a:rect l="l" t="t" r="r" b="b"/>
              <a:pathLst>
                <a:path w="420840" h="622635" extrusionOk="0">
                  <a:moveTo>
                    <a:pt x="419320" y="267791"/>
                  </a:moveTo>
                  <a:lnTo>
                    <a:pt x="367133" y="182756"/>
                  </a:lnTo>
                  <a:cubicBezTo>
                    <a:pt x="365523" y="160287"/>
                    <a:pt x="348319" y="0"/>
                    <a:pt x="181778" y="0"/>
                  </a:cubicBezTo>
                  <a:cubicBezTo>
                    <a:pt x="179954" y="0"/>
                    <a:pt x="0" y="5662"/>
                    <a:pt x="0" y="175589"/>
                  </a:cubicBezTo>
                  <a:lnTo>
                    <a:pt x="0" y="177452"/>
                  </a:lnTo>
                  <a:cubicBezTo>
                    <a:pt x="-78" y="237057"/>
                    <a:pt x="32770" y="291812"/>
                    <a:pt x="85345" y="319715"/>
                  </a:cubicBezTo>
                  <a:lnTo>
                    <a:pt x="95146" y="324947"/>
                  </a:lnTo>
                  <a:lnTo>
                    <a:pt x="95146" y="441480"/>
                  </a:lnTo>
                  <a:cubicBezTo>
                    <a:pt x="95146" y="446565"/>
                    <a:pt x="99261" y="450690"/>
                    <a:pt x="104338" y="450690"/>
                  </a:cubicBezTo>
                  <a:cubicBezTo>
                    <a:pt x="109415" y="450690"/>
                    <a:pt x="113531" y="446565"/>
                    <a:pt x="113531" y="441480"/>
                  </a:cubicBezTo>
                  <a:lnTo>
                    <a:pt x="113531" y="319428"/>
                  </a:lnTo>
                  <a:cubicBezTo>
                    <a:pt x="113534" y="316024"/>
                    <a:pt x="111664" y="312896"/>
                    <a:pt x="108666" y="311294"/>
                  </a:cubicBezTo>
                  <a:lnTo>
                    <a:pt x="93965" y="303482"/>
                  </a:lnTo>
                  <a:cubicBezTo>
                    <a:pt x="47411" y="278763"/>
                    <a:pt x="18323" y="230273"/>
                    <a:pt x="18385" y="177488"/>
                  </a:cubicBezTo>
                  <a:lnTo>
                    <a:pt x="18385" y="175589"/>
                  </a:lnTo>
                  <a:cubicBezTo>
                    <a:pt x="18385" y="128610"/>
                    <a:pt x="33444" y="95678"/>
                    <a:pt x="54405" y="72601"/>
                  </a:cubicBezTo>
                  <a:lnTo>
                    <a:pt x="66638" y="82563"/>
                  </a:lnTo>
                  <a:lnTo>
                    <a:pt x="66638" y="164982"/>
                  </a:lnTo>
                  <a:cubicBezTo>
                    <a:pt x="66632" y="168170"/>
                    <a:pt x="68286" y="171131"/>
                    <a:pt x="71002" y="172794"/>
                  </a:cubicBezTo>
                  <a:lnTo>
                    <a:pt x="94073" y="187127"/>
                  </a:lnTo>
                  <a:lnTo>
                    <a:pt x="94073" y="248942"/>
                  </a:lnTo>
                  <a:cubicBezTo>
                    <a:pt x="94073" y="259114"/>
                    <a:pt x="102304" y="267361"/>
                    <a:pt x="112458" y="267361"/>
                  </a:cubicBezTo>
                  <a:lnTo>
                    <a:pt x="133204" y="267361"/>
                  </a:lnTo>
                  <a:lnTo>
                    <a:pt x="133204" y="498672"/>
                  </a:lnTo>
                  <a:cubicBezTo>
                    <a:pt x="119568" y="503248"/>
                    <a:pt x="112217" y="518033"/>
                    <a:pt x="116786" y="531697"/>
                  </a:cubicBezTo>
                  <a:cubicBezTo>
                    <a:pt x="121355" y="545357"/>
                    <a:pt x="136113" y="552721"/>
                    <a:pt x="149749" y="548145"/>
                  </a:cubicBezTo>
                  <a:cubicBezTo>
                    <a:pt x="163386" y="543565"/>
                    <a:pt x="170736" y="528780"/>
                    <a:pt x="166167" y="515120"/>
                  </a:cubicBezTo>
                  <a:cubicBezTo>
                    <a:pt x="163787" y="508003"/>
                    <a:pt x="158462" y="502259"/>
                    <a:pt x="151553" y="499353"/>
                  </a:cubicBezTo>
                  <a:lnTo>
                    <a:pt x="151553" y="267361"/>
                  </a:lnTo>
                  <a:lnTo>
                    <a:pt x="178094" y="267361"/>
                  </a:lnTo>
                  <a:lnTo>
                    <a:pt x="178094" y="572132"/>
                  </a:lnTo>
                  <a:cubicBezTo>
                    <a:pt x="164638" y="577217"/>
                    <a:pt x="157847" y="592271"/>
                    <a:pt x="162923" y="605749"/>
                  </a:cubicBezTo>
                  <a:cubicBezTo>
                    <a:pt x="168000" y="619230"/>
                    <a:pt x="183024" y="626035"/>
                    <a:pt x="196479" y="620950"/>
                  </a:cubicBezTo>
                  <a:cubicBezTo>
                    <a:pt x="209935" y="615861"/>
                    <a:pt x="216727" y="600811"/>
                    <a:pt x="211650" y="587330"/>
                  </a:cubicBezTo>
                  <a:cubicBezTo>
                    <a:pt x="209008" y="580317"/>
                    <a:pt x="203481" y="574781"/>
                    <a:pt x="196479" y="572132"/>
                  </a:cubicBezTo>
                  <a:lnTo>
                    <a:pt x="196479" y="267540"/>
                  </a:lnTo>
                  <a:lnTo>
                    <a:pt x="220909" y="267540"/>
                  </a:lnTo>
                  <a:lnTo>
                    <a:pt x="220909" y="459326"/>
                  </a:lnTo>
                  <a:cubicBezTo>
                    <a:pt x="207454" y="464411"/>
                    <a:pt x="200662" y="479461"/>
                    <a:pt x="205739" y="492942"/>
                  </a:cubicBezTo>
                  <a:cubicBezTo>
                    <a:pt x="210816" y="506423"/>
                    <a:pt x="225839" y="513228"/>
                    <a:pt x="239295" y="508143"/>
                  </a:cubicBezTo>
                  <a:cubicBezTo>
                    <a:pt x="252750" y="503054"/>
                    <a:pt x="259542" y="488004"/>
                    <a:pt x="254465" y="474523"/>
                  </a:cubicBezTo>
                  <a:cubicBezTo>
                    <a:pt x="251823" y="467510"/>
                    <a:pt x="246296" y="461974"/>
                    <a:pt x="239295" y="459326"/>
                  </a:cubicBezTo>
                  <a:lnTo>
                    <a:pt x="239295" y="267361"/>
                  </a:lnTo>
                  <a:lnTo>
                    <a:pt x="262509" y="267361"/>
                  </a:lnTo>
                  <a:cubicBezTo>
                    <a:pt x="272662" y="267361"/>
                    <a:pt x="280894" y="259114"/>
                    <a:pt x="280894" y="248942"/>
                  </a:cubicBezTo>
                  <a:lnTo>
                    <a:pt x="280894" y="231670"/>
                  </a:lnTo>
                  <a:lnTo>
                    <a:pt x="309974" y="220919"/>
                  </a:lnTo>
                  <a:cubicBezTo>
                    <a:pt x="313598" y="219596"/>
                    <a:pt x="316012" y="216147"/>
                    <a:pt x="316019" y="212283"/>
                  </a:cubicBezTo>
                  <a:lnTo>
                    <a:pt x="316019" y="129541"/>
                  </a:lnTo>
                  <a:lnTo>
                    <a:pt x="332008" y="114670"/>
                  </a:lnTo>
                  <a:cubicBezTo>
                    <a:pt x="341502" y="137377"/>
                    <a:pt x="347205" y="161492"/>
                    <a:pt x="348891" y="186052"/>
                  </a:cubicBezTo>
                  <a:cubicBezTo>
                    <a:pt x="348941" y="187662"/>
                    <a:pt x="349409" y="189231"/>
                    <a:pt x="350250" y="190603"/>
                  </a:cubicBezTo>
                  <a:lnTo>
                    <a:pt x="395069" y="263383"/>
                  </a:lnTo>
                  <a:lnTo>
                    <a:pt x="363091" y="263383"/>
                  </a:lnTo>
                  <a:cubicBezTo>
                    <a:pt x="358023" y="263403"/>
                    <a:pt x="353918" y="267514"/>
                    <a:pt x="353898" y="272592"/>
                  </a:cubicBezTo>
                  <a:lnTo>
                    <a:pt x="353898" y="298537"/>
                  </a:lnTo>
                  <a:lnTo>
                    <a:pt x="315053" y="298537"/>
                  </a:lnTo>
                  <a:cubicBezTo>
                    <a:pt x="301679" y="298537"/>
                    <a:pt x="290838" y="309398"/>
                    <a:pt x="290838" y="322797"/>
                  </a:cubicBezTo>
                  <a:cubicBezTo>
                    <a:pt x="290838" y="336195"/>
                    <a:pt x="301679" y="347056"/>
                    <a:pt x="315053" y="347056"/>
                  </a:cubicBezTo>
                  <a:lnTo>
                    <a:pt x="353898" y="347056"/>
                  </a:lnTo>
                  <a:lnTo>
                    <a:pt x="353898" y="364974"/>
                  </a:lnTo>
                  <a:cubicBezTo>
                    <a:pt x="353879" y="378186"/>
                    <a:pt x="343193" y="388890"/>
                    <a:pt x="330005" y="388911"/>
                  </a:cubicBezTo>
                  <a:lnTo>
                    <a:pt x="274634" y="388911"/>
                  </a:lnTo>
                  <a:cubicBezTo>
                    <a:pt x="269557" y="388911"/>
                    <a:pt x="265442" y="393036"/>
                    <a:pt x="265442" y="398120"/>
                  </a:cubicBezTo>
                  <a:lnTo>
                    <a:pt x="265442" y="441588"/>
                  </a:lnTo>
                  <a:cubicBezTo>
                    <a:pt x="265125" y="446665"/>
                    <a:pt x="268976" y="451037"/>
                    <a:pt x="274044" y="451353"/>
                  </a:cubicBezTo>
                  <a:cubicBezTo>
                    <a:pt x="279111" y="451671"/>
                    <a:pt x="283475" y="447812"/>
                    <a:pt x="283791" y="442734"/>
                  </a:cubicBezTo>
                  <a:cubicBezTo>
                    <a:pt x="283815" y="442354"/>
                    <a:pt x="283815" y="441971"/>
                    <a:pt x="283791" y="441588"/>
                  </a:cubicBezTo>
                  <a:lnTo>
                    <a:pt x="283791" y="407330"/>
                  </a:lnTo>
                  <a:lnTo>
                    <a:pt x="330005" y="407330"/>
                  </a:lnTo>
                  <a:cubicBezTo>
                    <a:pt x="353338" y="407290"/>
                    <a:pt x="372244" y="388348"/>
                    <a:pt x="372284" y="364974"/>
                  </a:cubicBezTo>
                  <a:lnTo>
                    <a:pt x="372284" y="281802"/>
                  </a:lnTo>
                  <a:lnTo>
                    <a:pt x="411630" y="281802"/>
                  </a:lnTo>
                  <a:cubicBezTo>
                    <a:pt x="416687" y="281831"/>
                    <a:pt x="420812" y="277748"/>
                    <a:pt x="420840" y="272682"/>
                  </a:cubicBezTo>
                  <a:cubicBezTo>
                    <a:pt x="420851" y="270954"/>
                    <a:pt x="420372" y="269259"/>
                    <a:pt x="419463" y="267791"/>
                  </a:cubicBezTo>
                  <a:close/>
                  <a:moveTo>
                    <a:pt x="141466" y="531066"/>
                  </a:moveTo>
                  <a:cubicBezTo>
                    <a:pt x="137219" y="531088"/>
                    <a:pt x="133760" y="527651"/>
                    <a:pt x="133740" y="523398"/>
                  </a:cubicBezTo>
                  <a:cubicBezTo>
                    <a:pt x="133721" y="519144"/>
                    <a:pt x="137148" y="515679"/>
                    <a:pt x="141395" y="515657"/>
                  </a:cubicBezTo>
                  <a:cubicBezTo>
                    <a:pt x="145642" y="515639"/>
                    <a:pt x="149101" y="519072"/>
                    <a:pt x="149121" y="523326"/>
                  </a:cubicBezTo>
                  <a:cubicBezTo>
                    <a:pt x="149121" y="523351"/>
                    <a:pt x="149121" y="523373"/>
                    <a:pt x="149121" y="523398"/>
                  </a:cubicBezTo>
                  <a:cubicBezTo>
                    <a:pt x="149101" y="527626"/>
                    <a:pt x="145686" y="531048"/>
                    <a:pt x="141466" y="531066"/>
                  </a:cubicBezTo>
                  <a:close/>
                  <a:moveTo>
                    <a:pt x="187287" y="604204"/>
                  </a:moveTo>
                  <a:cubicBezTo>
                    <a:pt x="183039" y="604226"/>
                    <a:pt x="179580" y="600789"/>
                    <a:pt x="179560" y="596536"/>
                  </a:cubicBezTo>
                  <a:cubicBezTo>
                    <a:pt x="179541" y="592282"/>
                    <a:pt x="182968" y="588817"/>
                    <a:pt x="187215" y="588795"/>
                  </a:cubicBezTo>
                  <a:cubicBezTo>
                    <a:pt x="191462" y="588778"/>
                    <a:pt x="194921" y="592210"/>
                    <a:pt x="194941" y="596464"/>
                  </a:cubicBezTo>
                  <a:cubicBezTo>
                    <a:pt x="194941" y="596475"/>
                    <a:pt x="194941" y="596489"/>
                    <a:pt x="194941" y="596500"/>
                  </a:cubicBezTo>
                  <a:cubicBezTo>
                    <a:pt x="194961" y="600735"/>
                    <a:pt x="191550" y="604183"/>
                    <a:pt x="187322" y="604204"/>
                  </a:cubicBezTo>
                  <a:cubicBezTo>
                    <a:pt x="187311" y="604204"/>
                    <a:pt x="187298" y="604204"/>
                    <a:pt x="187287" y="604204"/>
                  </a:cubicBezTo>
                  <a:close/>
                  <a:moveTo>
                    <a:pt x="230209" y="491218"/>
                  </a:moveTo>
                  <a:cubicBezTo>
                    <a:pt x="225962" y="491240"/>
                    <a:pt x="222503" y="487803"/>
                    <a:pt x="222483" y="483550"/>
                  </a:cubicBezTo>
                  <a:cubicBezTo>
                    <a:pt x="222464" y="479296"/>
                    <a:pt x="225891" y="475831"/>
                    <a:pt x="230138" y="475810"/>
                  </a:cubicBezTo>
                  <a:cubicBezTo>
                    <a:pt x="234385" y="475792"/>
                    <a:pt x="237844" y="479225"/>
                    <a:pt x="237864" y="483478"/>
                  </a:cubicBezTo>
                  <a:cubicBezTo>
                    <a:pt x="237864" y="483503"/>
                    <a:pt x="237864" y="483525"/>
                    <a:pt x="237864" y="483550"/>
                  </a:cubicBezTo>
                  <a:cubicBezTo>
                    <a:pt x="237864" y="487785"/>
                    <a:pt x="234438" y="491218"/>
                    <a:pt x="230210" y="491218"/>
                  </a:cubicBezTo>
                  <a:cubicBezTo>
                    <a:pt x="230174" y="491218"/>
                    <a:pt x="230138" y="491218"/>
                    <a:pt x="230102" y="491218"/>
                  </a:cubicBezTo>
                  <a:close/>
                  <a:moveTo>
                    <a:pt x="85023" y="159857"/>
                  </a:moveTo>
                  <a:lnTo>
                    <a:pt x="85023" y="78191"/>
                  </a:lnTo>
                  <a:cubicBezTo>
                    <a:pt x="85028" y="75410"/>
                    <a:pt x="83779" y="72776"/>
                    <a:pt x="81625" y="71024"/>
                  </a:cubicBezTo>
                  <a:lnTo>
                    <a:pt x="67961" y="59772"/>
                  </a:lnTo>
                  <a:cubicBezTo>
                    <a:pt x="91855" y="39705"/>
                    <a:pt x="120148" y="29384"/>
                    <a:pt x="142647" y="23937"/>
                  </a:cubicBezTo>
                  <a:lnTo>
                    <a:pt x="142647" y="50168"/>
                  </a:lnTo>
                  <a:cubicBezTo>
                    <a:pt x="142647" y="55255"/>
                    <a:pt x="146762" y="59378"/>
                    <a:pt x="151839" y="59378"/>
                  </a:cubicBezTo>
                  <a:lnTo>
                    <a:pt x="193439" y="59378"/>
                  </a:lnTo>
                  <a:lnTo>
                    <a:pt x="193439" y="80197"/>
                  </a:lnTo>
                  <a:lnTo>
                    <a:pt x="112458" y="80197"/>
                  </a:lnTo>
                  <a:cubicBezTo>
                    <a:pt x="102304" y="80197"/>
                    <a:pt x="94073" y="88444"/>
                    <a:pt x="94073" y="98616"/>
                  </a:cubicBezTo>
                  <a:lnTo>
                    <a:pt x="94073" y="165448"/>
                  </a:lnTo>
                  <a:close/>
                  <a:moveTo>
                    <a:pt x="262509" y="248942"/>
                  </a:moveTo>
                  <a:lnTo>
                    <a:pt x="112458" y="248942"/>
                  </a:lnTo>
                  <a:lnTo>
                    <a:pt x="112458" y="98616"/>
                  </a:lnTo>
                  <a:lnTo>
                    <a:pt x="262688" y="98616"/>
                  </a:lnTo>
                  <a:lnTo>
                    <a:pt x="262688" y="249121"/>
                  </a:lnTo>
                  <a:close/>
                  <a:moveTo>
                    <a:pt x="300460" y="118863"/>
                  </a:moveTo>
                  <a:cubicBezTo>
                    <a:pt x="298665" y="120572"/>
                    <a:pt x="297645" y="122940"/>
                    <a:pt x="297634" y="125420"/>
                  </a:cubicBezTo>
                  <a:lnTo>
                    <a:pt x="297634" y="205940"/>
                  </a:lnTo>
                  <a:lnTo>
                    <a:pt x="280894" y="212068"/>
                  </a:lnTo>
                  <a:lnTo>
                    <a:pt x="280894" y="98616"/>
                  </a:lnTo>
                  <a:cubicBezTo>
                    <a:pt x="280894" y="88444"/>
                    <a:pt x="272662" y="80197"/>
                    <a:pt x="262509" y="80197"/>
                  </a:cubicBezTo>
                  <a:lnTo>
                    <a:pt x="211824" y="80197"/>
                  </a:lnTo>
                  <a:lnTo>
                    <a:pt x="211824" y="50168"/>
                  </a:lnTo>
                  <a:cubicBezTo>
                    <a:pt x="211824" y="45082"/>
                    <a:pt x="207708" y="40959"/>
                    <a:pt x="202631" y="40959"/>
                  </a:cubicBezTo>
                  <a:lnTo>
                    <a:pt x="160961" y="40959"/>
                  </a:lnTo>
                  <a:lnTo>
                    <a:pt x="160961" y="20497"/>
                  </a:lnTo>
                  <a:cubicBezTo>
                    <a:pt x="167947" y="19383"/>
                    <a:pt x="174995" y="18689"/>
                    <a:pt x="182064" y="18419"/>
                  </a:cubicBezTo>
                  <a:cubicBezTo>
                    <a:pt x="247450" y="18419"/>
                    <a:pt x="295023" y="44972"/>
                    <a:pt x="323674" y="97255"/>
                  </a:cubicBezTo>
                  <a:close/>
                  <a:moveTo>
                    <a:pt x="314982" y="328638"/>
                  </a:moveTo>
                  <a:cubicBezTo>
                    <a:pt x="311752" y="328384"/>
                    <a:pt x="309339" y="325556"/>
                    <a:pt x="309591" y="322320"/>
                  </a:cubicBezTo>
                  <a:cubicBezTo>
                    <a:pt x="309817" y="319436"/>
                    <a:pt x="312103" y="317145"/>
                    <a:pt x="314982" y="316920"/>
                  </a:cubicBezTo>
                  <a:lnTo>
                    <a:pt x="353898" y="316920"/>
                  </a:lnTo>
                  <a:lnTo>
                    <a:pt x="353898" y="328638"/>
                  </a:lnTo>
                  <a:close/>
                </a:path>
              </a:pathLst>
            </a:custGeom>
            <a:gradFill>
              <a:gsLst>
                <a:gs pos="0">
                  <a:srgbClr val="06EEFD"/>
                </a:gs>
                <a:gs pos="95000">
                  <a:srgbClr val="0B77FF"/>
                </a:gs>
                <a:gs pos="100000">
                  <a:srgbClr val="0B77FF"/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7260354" y="6099352"/>
              <a:ext cx="63775" cy="74679"/>
            </a:xfrm>
            <a:custGeom>
              <a:avLst/>
              <a:gdLst/>
              <a:ahLst/>
              <a:cxnLst/>
              <a:rect l="l" t="t" r="r" b="b"/>
              <a:pathLst>
                <a:path w="63775" h="74679" extrusionOk="0">
                  <a:moveTo>
                    <a:pt x="55682" y="50025"/>
                  </a:moveTo>
                  <a:lnTo>
                    <a:pt x="47097" y="26410"/>
                  </a:lnTo>
                  <a:lnTo>
                    <a:pt x="37976" y="1326"/>
                  </a:lnTo>
                  <a:cubicBezTo>
                    <a:pt x="37688" y="526"/>
                    <a:pt x="36929" y="-5"/>
                    <a:pt x="36081" y="0"/>
                  </a:cubicBezTo>
                  <a:lnTo>
                    <a:pt x="27532" y="0"/>
                  </a:lnTo>
                  <a:cubicBezTo>
                    <a:pt x="26687" y="6"/>
                    <a:pt x="25933" y="533"/>
                    <a:pt x="25636" y="1326"/>
                  </a:cubicBezTo>
                  <a:lnTo>
                    <a:pt x="3710" y="61958"/>
                  </a:lnTo>
                  <a:lnTo>
                    <a:pt x="133" y="71956"/>
                  </a:lnTo>
                  <a:cubicBezTo>
                    <a:pt x="-263" y="72991"/>
                    <a:pt x="255" y="74151"/>
                    <a:pt x="1288" y="74547"/>
                  </a:cubicBezTo>
                  <a:cubicBezTo>
                    <a:pt x="1525" y="74637"/>
                    <a:pt x="1776" y="74682"/>
                    <a:pt x="2028" y="74679"/>
                  </a:cubicBezTo>
                  <a:lnTo>
                    <a:pt x="12759" y="74679"/>
                  </a:lnTo>
                  <a:cubicBezTo>
                    <a:pt x="13617" y="74679"/>
                    <a:pt x="14379" y="74131"/>
                    <a:pt x="14655" y="73317"/>
                  </a:cubicBezTo>
                  <a:lnTo>
                    <a:pt x="18232" y="62889"/>
                  </a:lnTo>
                  <a:cubicBezTo>
                    <a:pt x="18495" y="62062"/>
                    <a:pt x="19260" y="61497"/>
                    <a:pt x="20128" y="61492"/>
                  </a:cubicBezTo>
                  <a:lnTo>
                    <a:pt x="43628" y="61492"/>
                  </a:lnTo>
                  <a:cubicBezTo>
                    <a:pt x="44501" y="61504"/>
                    <a:pt x="45273" y="62063"/>
                    <a:pt x="45559" y="62889"/>
                  </a:cubicBezTo>
                  <a:lnTo>
                    <a:pt x="49136" y="73317"/>
                  </a:lnTo>
                  <a:cubicBezTo>
                    <a:pt x="49402" y="74138"/>
                    <a:pt x="50171" y="74690"/>
                    <a:pt x="51032" y="74679"/>
                  </a:cubicBezTo>
                  <a:lnTo>
                    <a:pt x="61763" y="74679"/>
                  </a:lnTo>
                  <a:cubicBezTo>
                    <a:pt x="62889" y="74664"/>
                    <a:pt x="63789" y="73738"/>
                    <a:pt x="63775" y="72610"/>
                  </a:cubicBezTo>
                  <a:cubicBezTo>
                    <a:pt x="63772" y="72387"/>
                    <a:pt x="63733" y="72166"/>
                    <a:pt x="63658" y="71956"/>
                  </a:cubicBezTo>
                  <a:close/>
                  <a:moveTo>
                    <a:pt x="38441" y="49165"/>
                  </a:moveTo>
                  <a:lnTo>
                    <a:pt x="25636" y="49165"/>
                  </a:lnTo>
                  <a:cubicBezTo>
                    <a:pt x="24530" y="49171"/>
                    <a:pt x="23628" y="48278"/>
                    <a:pt x="23622" y="47170"/>
                  </a:cubicBezTo>
                  <a:cubicBezTo>
                    <a:pt x="23620" y="46934"/>
                    <a:pt x="23661" y="46699"/>
                    <a:pt x="23740" y="46477"/>
                  </a:cubicBezTo>
                  <a:lnTo>
                    <a:pt x="30250" y="27700"/>
                  </a:lnTo>
                  <a:cubicBezTo>
                    <a:pt x="30639" y="26641"/>
                    <a:pt x="31810" y="26098"/>
                    <a:pt x="32867" y="26488"/>
                  </a:cubicBezTo>
                  <a:cubicBezTo>
                    <a:pt x="33429" y="26695"/>
                    <a:pt x="33871" y="27138"/>
                    <a:pt x="34078" y="27700"/>
                  </a:cubicBezTo>
                  <a:lnTo>
                    <a:pt x="38978" y="42464"/>
                  </a:lnTo>
                  <a:lnTo>
                    <a:pt x="40373" y="46621"/>
                  </a:lnTo>
                  <a:cubicBezTo>
                    <a:pt x="40709" y="47697"/>
                    <a:pt x="40110" y="48843"/>
                    <a:pt x="39035" y="49180"/>
                  </a:cubicBezTo>
                  <a:cubicBezTo>
                    <a:pt x="38843" y="49240"/>
                    <a:pt x="38643" y="49271"/>
                    <a:pt x="38441" y="49272"/>
                  </a:cubicBezTo>
                  <a:close/>
                </a:path>
              </a:pathLst>
            </a:custGeom>
            <a:gradFill>
              <a:gsLst>
                <a:gs pos="0">
                  <a:srgbClr val="06EEFD"/>
                </a:gs>
                <a:gs pos="95000">
                  <a:srgbClr val="0B77FF"/>
                </a:gs>
                <a:gs pos="100000">
                  <a:srgbClr val="0B77FF"/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7333957" y="6099602"/>
              <a:ext cx="14522" cy="74428"/>
            </a:xfrm>
            <a:custGeom>
              <a:avLst/>
              <a:gdLst/>
              <a:ahLst/>
              <a:cxnLst/>
              <a:rect l="l" t="t" r="r" b="b"/>
              <a:pathLst>
                <a:path w="14522" h="74428" extrusionOk="0">
                  <a:moveTo>
                    <a:pt x="12519" y="0"/>
                  </a:moveTo>
                  <a:cubicBezTo>
                    <a:pt x="13625" y="0"/>
                    <a:pt x="14522" y="0"/>
                    <a:pt x="14522" y="0"/>
                  </a:cubicBezTo>
                  <a:lnTo>
                    <a:pt x="14522" y="74428"/>
                  </a:lnTo>
                  <a:cubicBezTo>
                    <a:pt x="14522" y="74428"/>
                    <a:pt x="13625" y="74428"/>
                    <a:pt x="12519" y="74428"/>
                  </a:cubicBezTo>
                  <a:lnTo>
                    <a:pt x="2003" y="74428"/>
                  </a:lnTo>
                  <a:cubicBezTo>
                    <a:pt x="897" y="74428"/>
                    <a:pt x="0" y="74428"/>
                    <a:pt x="0" y="74428"/>
                  </a:cubicBezTo>
                  <a:lnTo>
                    <a:pt x="0" y="0"/>
                  </a:lnTo>
                  <a:cubicBezTo>
                    <a:pt x="0" y="0"/>
                    <a:pt x="897" y="0"/>
                    <a:pt x="2003" y="0"/>
                  </a:cubicBezTo>
                  <a:close/>
                </a:path>
              </a:pathLst>
            </a:custGeom>
            <a:gradFill>
              <a:gsLst>
                <a:gs pos="0">
                  <a:srgbClr val="06EEFD"/>
                </a:gs>
                <a:gs pos="95000">
                  <a:srgbClr val="0B77FF"/>
                </a:gs>
                <a:gs pos="100000">
                  <a:srgbClr val="0B77FF"/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" name="Google Shape;51;p2"/>
          <p:cNvSpPr/>
          <p:nvPr/>
        </p:nvSpPr>
        <p:spPr>
          <a:xfrm>
            <a:off x="6015801" y="5728371"/>
            <a:ext cx="232462" cy="232462"/>
          </a:xfrm>
          <a:prstGeom prst="plus">
            <a:avLst>
              <a:gd name="adj" fmla="val 44468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agenda">
  <p:cSld name="1_agenda">
    <p:bg>
      <p:bgPr>
        <a:solidFill>
          <a:srgbClr val="091C42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099900"/>
            <a:ext cx="7620000" cy="375419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3"/>
          <p:cNvSpPr/>
          <p:nvPr/>
        </p:nvSpPr>
        <p:spPr>
          <a:xfrm>
            <a:off x="0" y="3903"/>
            <a:ext cx="12192000" cy="6854097"/>
          </a:xfrm>
          <a:prstGeom prst="rect">
            <a:avLst/>
          </a:prstGeom>
          <a:gradFill>
            <a:gsLst>
              <a:gs pos="0">
                <a:srgbClr val="00B0F0"/>
              </a:gs>
              <a:gs pos="4000">
                <a:srgbClr val="00B0F0"/>
              </a:gs>
              <a:gs pos="70000">
                <a:srgbClr val="00B0F0">
                  <a:alpha val="36470"/>
                </a:srgbClr>
              </a:gs>
              <a:gs pos="100000">
                <a:srgbClr val="00B0F0">
                  <a:alpha val="36470"/>
                </a:srgbClr>
              </a:gs>
            </a:gsLst>
            <a:lin ang="81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272710" y="6505426"/>
            <a:ext cx="7284640" cy="11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5080" lvl="0" indent="0" algn="l" rtl="0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2024  FIH Mobile Limited. All rights reserved. </a:t>
            </a:r>
            <a:endParaRPr/>
          </a:p>
        </p:txBody>
      </p:sp>
      <p:sp>
        <p:nvSpPr>
          <p:cNvPr id="56" name="Google Shape;56;p3"/>
          <p:cNvSpPr txBox="1">
            <a:spLocks noGrp="1"/>
          </p:cNvSpPr>
          <p:nvPr>
            <p:ph type="title"/>
          </p:nvPr>
        </p:nvSpPr>
        <p:spPr>
          <a:xfrm>
            <a:off x="432000" y="252000"/>
            <a:ext cx="11003794" cy="770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  <a:defRPr sz="4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"/>
          <p:cNvSpPr txBox="1">
            <a:spLocks noGrp="1"/>
          </p:cNvSpPr>
          <p:nvPr>
            <p:ph type="sldNum" idx="12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50799" marR="0" lvl="0" indent="0" algn="r">
              <a:spcBef>
                <a:spcPts val="0"/>
              </a:spcBef>
              <a:buNone/>
              <a:defRPr sz="1100" b="1" i="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marL="50799" marR="0" lvl="1" indent="0" algn="r">
              <a:spcBef>
                <a:spcPts val="0"/>
              </a:spcBef>
              <a:buNone/>
              <a:defRPr sz="1100" b="1" i="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marL="50799" marR="0" lvl="2" indent="0" algn="r">
              <a:spcBef>
                <a:spcPts val="0"/>
              </a:spcBef>
              <a:buNone/>
              <a:defRPr sz="1100" b="1" i="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marL="50799" marR="0" lvl="3" indent="0" algn="r">
              <a:spcBef>
                <a:spcPts val="0"/>
              </a:spcBef>
              <a:buNone/>
              <a:defRPr sz="1100" b="1" i="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marL="50799" marR="0" lvl="4" indent="0" algn="r">
              <a:spcBef>
                <a:spcPts val="0"/>
              </a:spcBef>
              <a:buNone/>
              <a:defRPr sz="1100" b="1" i="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marL="50799" marR="0" lvl="5" indent="0" algn="r">
              <a:spcBef>
                <a:spcPts val="0"/>
              </a:spcBef>
              <a:buNone/>
              <a:defRPr sz="1100" b="1" i="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marL="50799" marR="0" lvl="6" indent="0" algn="r">
              <a:spcBef>
                <a:spcPts val="0"/>
              </a:spcBef>
              <a:buNone/>
              <a:defRPr sz="1100" b="1" i="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marL="50799" marR="0" lvl="7" indent="0" algn="r">
              <a:spcBef>
                <a:spcPts val="0"/>
              </a:spcBef>
              <a:buNone/>
              <a:defRPr sz="1100" b="1" i="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marL="50799" marR="0" lvl="8" indent="0" algn="r">
              <a:spcBef>
                <a:spcPts val="0"/>
              </a:spcBef>
              <a:buNone/>
              <a:defRPr sz="1100" b="1" i="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>
            <a:pPr marL="50799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</a:t>
            </a:r>
            <a:endParaRPr sz="900" b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"/>
          <p:cNvSpPr txBox="1">
            <a:spLocks noGrp="1"/>
          </p:cNvSpPr>
          <p:nvPr>
            <p:ph type="ftr" idx="11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1" i="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59" name="Google Shape;5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06966" y="128024"/>
            <a:ext cx="678599" cy="2297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new category">
  <p:cSld name="1_new categor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4"/>
          <p:cNvSpPr/>
          <p:nvPr/>
        </p:nvSpPr>
        <p:spPr>
          <a:xfrm>
            <a:off x="-2" y="3903"/>
            <a:ext cx="12192000" cy="6854097"/>
          </a:xfrm>
          <a:prstGeom prst="rect">
            <a:avLst/>
          </a:prstGeom>
          <a:gradFill>
            <a:gsLst>
              <a:gs pos="0">
                <a:srgbClr val="00B0F0"/>
              </a:gs>
              <a:gs pos="10000">
                <a:srgbClr val="00B0F0"/>
              </a:gs>
              <a:gs pos="52999">
                <a:srgbClr val="00B0F0">
                  <a:alpha val="34901"/>
                </a:srgbClr>
              </a:gs>
              <a:gs pos="97000">
                <a:srgbClr val="00B0F0">
                  <a:alpha val="31764"/>
                </a:srgbClr>
              </a:gs>
              <a:gs pos="100000">
                <a:srgbClr val="00B0F0">
                  <a:alpha val="31764"/>
                </a:srgbClr>
              </a:gs>
            </a:gsLst>
            <a:lin ang="81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272710" y="6505426"/>
            <a:ext cx="7284640" cy="11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5080" lvl="0" indent="0" algn="l" rtl="0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2024  FIH Mobile Limited. All rights reserved. </a:t>
            </a:r>
            <a:endParaRPr/>
          </a:p>
        </p:txBody>
      </p:sp>
      <p:sp>
        <p:nvSpPr>
          <p:cNvPr id="64" name="Google Shape;64;p4"/>
          <p:cNvSpPr txBox="1">
            <a:spLocks noGrp="1"/>
          </p:cNvSpPr>
          <p:nvPr>
            <p:ph type="title"/>
          </p:nvPr>
        </p:nvSpPr>
        <p:spPr>
          <a:xfrm>
            <a:off x="729691" y="2604953"/>
            <a:ext cx="10732615" cy="770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4"/>
          <p:cNvSpPr txBox="1">
            <a:spLocks noGrp="1"/>
          </p:cNvSpPr>
          <p:nvPr>
            <p:ph type="sldNum" idx="12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50799" marR="0" lvl="0" indent="0" algn="r">
              <a:spcBef>
                <a:spcPts val="0"/>
              </a:spcBef>
              <a:buNone/>
              <a:defRPr sz="1100" b="1" i="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marL="50799" marR="0" lvl="1" indent="0" algn="r">
              <a:spcBef>
                <a:spcPts val="0"/>
              </a:spcBef>
              <a:buNone/>
              <a:defRPr sz="1100" b="1" i="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marL="50799" marR="0" lvl="2" indent="0" algn="r">
              <a:spcBef>
                <a:spcPts val="0"/>
              </a:spcBef>
              <a:buNone/>
              <a:defRPr sz="1100" b="1" i="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marL="50799" marR="0" lvl="3" indent="0" algn="r">
              <a:spcBef>
                <a:spcPts val="0"/>
              </a:spcBef>
              <a:buNone/>
              <a:defRPr sz="1100" b="1" i="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marL="50799" marR="0" lvl="4" indent="0" algn="r">
              <a:spcBef>
                <a:spcPts val="0"/>
              </a:spcBef>
              <a:buNone/>
              <a:defRPr sz="1100" b="1" i="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marL="50799" marR="0" lvl="5" indent="0" algn="r">
              <a:spcBef>
                <a:spcPts val="0"/>
              </a:spcBef>
              <a:buNone/>
              <a:defRPr sz="1100" b="1" i="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marL="50799" marR="0" lvl="6" indent="0" algn="r">
              <a:spcBef>
                <a:spcPts val="0"/>
              </a:spcBef>
              <a:buNone/>
              <a:defRPr sz="1100" b="1" i="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marL="50799" marR="0" lvl="7" indent="0" algn="r">
              <a:spcBef>
                <a:spcPts val="0"/>
              </a:spcBef>
              <a:buNone/>
              <a:defRPr sz="1100" b="1" i="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marL="50799" marR="0" lvl="8" indent="0" algn="r">
              <a:spcBef>
                <a:spcPts val="0"/>
              </a:spcBef>
              <a:buNone/>
              <a:defRPr sz="1100" b="1" i="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>
            <a:pPr marL="50799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</a:t>
            </a:r>
            <a:endParaRPr sz="900" b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4"/>
          <p:cNvSpPr txBox="1">
            <a:spLocks noGrp="1"/>
          </p:cNvSpPr>
          <p:nvPr>
            <p:ph type="ftr" idx="11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1" i="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67" name="Google Shape;6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06966" y="128024"/>
            <a:ext cx="678599" cy="2297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content page">
  <p:cSld name="1_content page">
    <p:bg>
      <p:bgPr>
        <a:solidFill>
          <a:srgbClr val="00060D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5"/>
          <p:cNvSpPr/>
          <p:nvPr/>
        </p:nvSpPr>
        <p:spPr>
          <a:xfrm>
            <a:off x="-4672" y="0"/>
            <a:ext cx="12192001" cy="6858000"/>
          </a:xfrm>
          <a:prstGeom prst="rect">
            <a:avLst/>
          </a:prstGeom>
          <a:gradFill>
            <a:gsLst>
              <a:gs pos="0">
                <a:srgbClr val="00B0F0">
                  <a:alpha val="84705"/>
                </a:srgbClr>
              </a:gs>
              <a:gs pos="60000">
                <a:srgbClr val="00B0F0">
                  <a:alpha val="47843"/>
                </a:srgbClr>
              </a:gs>
              <a:gs pos="77000">
                <a:srgbClr val="00A0E4">
                  <a:alpha val="48627"/>
                </a:srgbClr>
              </a:gs>
              <a:gs pos="99000">
                <a:srgbClr val="0090D8">
                  <a:alpha val="71764"/>
                </a:srgbClr>
              </a:gs>
              <a:gs pos="100000">
                <a:srgbClr val="0090D8">
                  <a:alpha val="71764"/>
                </a:srgbClr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272710" y="6505426"/>
            <a:ext cx="7284640" cy="11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5080" lvl="0" indent="0" algn="l" rtl="0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2024  FIH Mobile Limited. All rights reserved. </a:t>
            </a:r>
            <a:endParaRPr/>
          </a:p>
        </p:txBody>
      </p:sp>
      <p:sp>
        <p:nvSpPr>
          <p:cNvPr id="72" name="Google Shape;72;p5"/>
          <p:cNvSpPr txBox="1">
            <a:spLocks noGrp="1"/>
          </p:cNvSpPr>
          <p:nvPr>
            <p:ph type="title"/>
          </p:nvPr>
        </p:nvSpPr>
        <p:spPr>
          <a:xfrm>
            <a:off x="432000" y="252000"/>
            <a:ext cx="11003794" cy="770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  <a:defRPr sz="4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5"/>
          <p:cNvSpPr txBox="1">
            <a:spLocks noGrp="1"/>
          </p:cNvSpPr>
          <p:nvPr>
            <p:ph type="body" idx="1"/>
          </p:nvPr>
        </p:nvSpPr>
        <p:spPr>
          <a:xfrm>
            <a:off x="589433" y="1489166"/>
            <a:ext cx="11003794" cy="4687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■"/>
              <a:defRPr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5"/>
          <p:cNvSpPr txBox="1">
            <a:spLocks noGrp="1"/>
          </p:cNvSpPr>
          <p:nvPr>
            <p:ph type="sldNum" idx="12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50799" marR="0" lvl="0" indent="0" algn="r">
              <a:spcBef>
                <a:spcPts val="0"/>
              </a:spcBef>
              <a:buNone/>
              <a:defRPr sz="1100" b="1" i="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marL="50799" marR="0" lvl="1" indent="0" algn="r">
              <a:spcBef>
                <a:spcPts val="0"/>
              </a:spcBef>
              <a:buNone/>
              <a:defRPr sz="1100" b="1" i="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marL="50799" marR="0" lvl="2" indent="0" algn="r">
              <a:spcBef>
                <a:spcPts val="0"/>
              </a:spcBef>
              <a:buNone/>
              <a:defRPr sz="1100" b="1" i="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marL="50799" marR="0" lvl="3" indent="0" algn="r">
              <a:spcBef>
                <a:spcPts val="0"/>
              </a:spcBef>
              <a:buNone/>
              <a:defRPr sz="1100" b="1" i="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marL="50799" marR="0" lvl="4" indent="0" algn="r">
              <a:spcBef>
                <a:spcPts val="0"/>
              </a:spcBef>
              <a:buNone/>
              <a:defRPr sz="1100" b="1" i="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marL="50799" marR="0" lvl="5" indent="0" algn="r">
              <a:spcBef>
                <a:spcPts val="0"/>
              </a:spcBef>
              <a:buNone/>
              <a:defRPr sz="1100" b="1" i="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marL="50799" marR="0" lvl="6" indent="0" algn="r">
              <a:spcBef>
                <a:spcPts val="0"/>
              </a:spcBef>
              <a:buNone/>
              <a:defRPr sz="1100" b="1" i="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marL="50799" marR="0" lvl="7" indent="0" algn="r">
              <a:spcBef>
                <a:spcPts val="0"/>
              </a:spcBef>
              <a:buNone/>
              <a:defRPr sz="1100" b="1" i="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marL="50799" marR="0" lvl="8" indent="0" algn="r">
              <a:spcBef>
                <a:spcPts val="0"/>
              </a:spcBef>
              <a:buNone/>
              <a:defRPr sz="1100" b="1" i="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>
            <a:pPr marL="50799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</a:t>
            </a:r>
            <a:endParaRPr sz="900" b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5"/>
          <p:cNvSpPr txBox="1">
            <a:spLocks noGrp="1"/>
          </p:cNvSpPr>
          <p:nvPr>
            <p:ph type="ftr" idx="11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1" i="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76" name="Google Shape;7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06966" y="128024"/>
            <a:ext cx="678599" cy="2297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worlddwide_thank you">
  <p:cSld name="worlddwide_thank you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"/>
          <p:cNvSpPr/>
          <p:nvPr/>
        </p:nvSpPr>
        <p:spPr>
          <a:xfrm>
            <a:off x="-12702" y="-9939"/>
            <a:ext cx="12307405" cy="6857999"/>
          </a:xfrm>
          <a:prstGeom prst="rect">
            <a:avLst/>
          </a:prstGeom>
          <a:gradFill>
            <a:gsLst>
              <a:gs pos="0">
                <a:srgbClr val="00B0F0"/>
              </a:gs>
              <a:gs pos="46000">
                <a:srgbClr val="0090D8">
                  <a:alpha val="0"/>
                </a:srgbClr>
              </a:gs>
              <a:gs pos="63000">
                <a:srgbClr val="0090D8">
                  <a:alpha val="0"/>
                </a:srgbClr>
              </a:gs>
              <a:gs pos="90000">
                <a:srgbClr val="0090D8">
                  <a:alpha val="78823"/>
                </a:srgbClr>
              </a:gs>
              <a:gs pos="100000">
                <a:srgbClr val="0090D8">
                  <a:alpha val="78823"/>
                </a:srgbClr>
              </a:gs>
            </a:gsLst>
            <a:lin ang="4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6"/>
          <p:cNvSpPr txBox="1">
            <a:spLocks noGrp="1"/>
          </p:cNvSpPr>
          <p:nvPr>
            <p:ph type="sldNum" idx="12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50799" marR="0" lvl="0" indent="0" algn="r">
              <a:spcBef>
                <a:spcPts val="0"/>
              </a:spcBef>
              <a:buNone/>
              <a:defRPr sz="1100" b="1" i="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marL="50799" marR="0" lvl="1" indent="0" algn="r">
              <a:spcBef>
                <a:spcPts val="0"/>
              </a:spcBef>
              <a:buNone/>
              <a:defRPr sz="1100" b="1" i="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marL="50799" marR="0" lvl="2" indent="0" algn="r">
              <a:spcBef>
                <a:spcPts val="0"/>
              </a:spcBef>
              <a:buNone/>
              <a:defRPr sz="1100" b="1" i="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marL="50799" marR="0" lvl="3" indent="0" algn="r">
              <a:spcBef>
                <a:spcPts val="0"/>
              </a:spcBef>
              <a:buNone/>
              <a:defRPr sz="1100" b="1" i="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marL="50799" marR="0" lvl="4" indent="0" algn="r">
              <a:spcBef>
                <a:spcPts val="0"/>
              </a:spcBef>
              <a:buNone/>
              <a:defRPr sz="1100" b="1" i="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marL="50799" marR="0" lvl="5" indent="0" algn="r">
              <a:spcBef>
                <a:spcPts val="0"/>
              </a:spcBef>
              <a:buNone/>
              <a:defRPr sz="1100" b="1" i="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marL="50799" marR="0" lvl="6" indent="0" algn="r">
              <a:spcBef>
                <a:spcPts val="0"/>
              </a:spcBef>
              <a:buNone/>
              <a:defRPr sz="1100" b="1" i="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marL="50799" marR="0" lvl="7" indent="0" algn="r">
              <a:spcBef>
                <a:spcPts val="0"/>
              </a:spcBef>
              <a:buNone/>
              <a:defRPr sz="1100" b="1" i="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marL="50799" marR="0" lvl="8" indent="0" algn="r">
              <a:spcBef>
                <a:spcPts val="0"/>
              </a:spcBef>
              <a:buNone/>
              <a:defRPr sz="1100" b="1" i="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>
            <a:pPr marL="50799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</a:t>
            </a:r>
            <a:endParaRPr sz="900" b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6"/>
          <p:cNvSpPr txBox="1">
            <a:spLocks noGrp="1"/>
          </p:cNvSpPr>
          <p:nvPr>
            <p:ph type="ftr" idx="11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1" i="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272710" y="6505426"/>
            <a:ext cx="7284640" cy="11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5080" lvl="0" indent="0" algn="l" rtl="0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2024  FIH Mobile Limited. All rights reserved. </a:t>
            </a:r>
            <a:endParaRPr/>
          </a:p>
        </p:txBody>
      </p:sp>
      <p:pic>
        <p:nvPicPr>
          <p:cNvPr id="82" name="Google Shape;82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17924" y="860699"/>
            <a:ext cx="1487135" cy="50357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3" name="Google Shape;83;p6"/>
          <p:cNvGrpSpPr/>
          <p:nvPr/>
        </p:nvGrpSpPr>
        <p:grpSpPr>
          <a:xfrm>
            <a:off x="7308808" y="5652740"/>
            <a:ext cx="410111" cy="409547"/>
            <a:chOff x="8806326" y="6007964"/>
            <a:chExt cx="505337" cy="504642"/>
          </a:xfrm>
        </p:grpSpPr>
        <p:sp>
          <p:nvSpPr>
            <p:cNvPr id="84" name="Google Shape;84;p6"/>
            <p:cNvSpPr/>
            <p:nvPr/>
          </p:nvSpPr>
          <p:spPr>
            <a:xfrm>
              <a:off x="8806326" y="6007964"/>
              <a:ext cx="505337" cy="504642"/>
            </a:xfrm>
            <a:custGeom>
              <a:avLst/>
              <a:gdLst/>
              <a:ahLst/>
              <a:cxnLst/>
              <a:rect l="l" t="t" r="r" b="b"/>
              <a:pathLst>
                <a:path w="505337" h="504642" extrusionOk="0">
                  <a:moveTo>
                    <a:pt x="502251" y="371198"/>
                  </a:moveTo>
                  <a:lnTo>
                    <a:pt x="427671" y="282040"/>
                  </a:lnTo>
                  <a:cubicBezTo>
                    <a:pt x="425341" y="279709"/>
                    <a:pt x="421845" y="277379"/>
                    <a:pt x="418349" y="276796"/>
                  </a:cubicBezTo>
                  <a:lnTo>
                    <a:pt x="418349" y="276796"/>
                  </a:lnTo>
                  <a:cubicBezTo>
                    <a:pt x="413687" y="276213"/>
                    <a:pt x="409026" y="277961"/>
                    <a:pt x="404365" y="281458"/>
                  </a:cubicBezTo>
                  <a:lnTo>
                    <a:pt x="351926" y="325162"/>
                  </a:lnTo>
                  <a:lnTo>
                    <a:pt x="344351" y="315839"/>
                  </a:lnTo>
                  <a:lnTo>
                    <a:pt x="413105" y="258731"/>
                  </a:lnTo>
                  <a:cubicBezTo>
                    <a:pt x="420097" y="252904"/>
                    <a:pt x="424175" y="245911"/>
                    <a:pt x="424758" y="237753"/>
                  </a:cubicBezTo>
                  <a:cubicBezTo>
                    <a:pt x="425923" y="227264"/>
                    <a:pt x="421845" y="215609"/>
                    <a:pt x="412522" y="205703"/>
                  </a:cubicBezTo>
                  <a:lnTo>
                    <a:pt x="346099" y="126452"/>
                  </a:lnTo>
                  <a:cubicBezTo>
                    <a:pt x="339107" y="118294"/>
                    <a:pt x="330367" y="112467"/>
                    <a:pt x="321045" y="110718"/>
                  </a:cubicBezTo>
                  <a:cubicBezTo>
                    <a:pt x="310557" y="108387"/>
                    <a:pt x="301234" y="110718"/>
                    <a:pt x="293660" y="116546"/>
                  </a:cubicBezTo>
                  <a:lnTo>
                    <a:pt x="225489" y="172487"/>
                  </a:lnTo>
                  <a:lnTo>
                    <a:pt x="216749" y="161416"/>
                  </a:lnTo>
                  <a:lnTo>
                    <a:pt x="269771" y="117128"/>
                  </a:lnTo>
                  <a:cubicBezTo>
                    <a:pt x="277345" y="110718"/>
                    <a:pt x="279093" y="100229"/>
                    <a:pt x="273849" y="93819"/>
                  </a:cubicBezTo>
                  <a:lnTo>
                    <a:pt x="198686" y="5245"/>
                  </a:lnTo>
                  <a:cubicBezTo>
                    <a:pt x="195773" y="2914"/>
                    <a:pt x="192860" y="583"/>
                    <a:pt x="189364" y="0"/>
                  </a:cubicBezTo>
                  <a:cubicBezTo>
                    <a:pt x="184703" y="0"/>
                    <a:pt x="180041" y="1748"/>
                    <a:pt x="175380" y="5245"/>
                  </a:cubicBezTo>
                  <a:lnTo>
                    <a:pt x="55935" y="106057"/>
                  </a:lnTo>
                  <a:cubicBezTo>
                    <a:pt x="48361" y="112467"/>
                    <a:pt x="46613" y="122956"/>
                    <a:pt x="51857" y="129366"/>
                  </a:cubicBezTo>
                  <a:lnTo>
                    <a:pt x="126437" y="217940"/>
                  </a:lnTo>
                  <a:cubicBezTo>
                    <a:pt x="128767" y="220271"/>
                    <a:pt x="132263" y="222602"/>
                    <a:pt x="135759" y="223185"/>
                  </a:cubicBezTo>
                  <a:lnTo>
                    <a:pt x="135759" y="223185"/>
                  </a:lnTo>
                  <a:cubicBezTo>
                    <a:pt x="140421" y="223768"/>
                    <a:pt x="145082" y="222019"/>
                    <a:pt x="149743" y="218523"/>
                  </a:cubicBezTo>
                  <a:lnTo>
                    <a:pt x="202182" y="174818"/>
                  </a:lnTo>
                  <a:lnTo>
                    <a:pt x="210922" y="185890"/>
                  </a:lnTo>
                  <a:lnTo>
                    <a:pt x="134011" y="250573"/>
                  </a:lnTo>
                  <a:cubicBezTo>
                    <a:pt x="120028" y="262810"/>
                    <a:pt x="120028" y="286702"/>
                    <a:pt x="134594" y="304184"/>
                  </a:cubicBezTo>
                  <a:lnTo>
                    <a:pt x="143917" y="315839"/>
                  </a:lnTo>
                  <a:lnTo>
                    <a:pt x="120610" y="335651"/>
                  </a:lnTo>
                  <a:cubicBezTo>
                    <a:pt x="87981" y="316421"/>
                    <a:pt x="44282" y="314090"/>
                    <a:pt x="12818" y="323414"/>
                  </a:cubicBezTo>
                  <a:lnTo>
                    <a:pt x="0" y="327493"/>
                  </a:lnTo>
                  <a:lnTo>
                    <a:pt x="66423" y="406744"/>
                  </a:lnTo>
                  <a:lnTo>
                    <a:pt x="50109" y="419564"/>
                  </a:lnTo>
                  <a:cubicBezTo>
                    <a:pt x="44282" y="424226"/>
                    <a:pt x="43699" y="432967"/>
                    <a:pt x="48943" y="438794"/>
                  </a:cubicBezTo>
                  <a:cubicBezTo>
                    <a:pt x="53605" y="444622"/>
                    <a:pt x="62344" y="445787"/>
                    <a:pt x="68754" y="440542"/>
                  </a:cubicBezTo>
                  <a:lnTo>
                    <a:pt x="84485" y="427140"/>
                  </a:lnTo>
                  <a:lnTo>
                    <a:pt x="149743" y="504642"/>
                  </a:lnTo>
                  <a:lnTo>
                    <a:pt x="155570" y="492988"/>
                  </a:lnTo>
                  <a:cubicBezTo>
                    <a:pt x="170136" y="465017"/>
                    <a:pt x="175380" y="425391"/>
                    <a:pt x="165475" y="391011"/>
                  </a:cubicBezTo>
                  <a:lnTo>
                    <a:pt x="191112" y="369450"/>
                  </a:lnTo>
                  <a:lnTo>
                    <a:pt x="202182" y="382852"/>
                  </a:lnTo>
                  <a:cubicBezTo>
                    <a:pt x="209757" y="391593"/>
                    <a:pt x="219080" y="396838"/>
                    <a:pt x="228985" y="398003"/>
                  </a:cubicBezTo>
                  <a:cubicBezTo>
                    <a:pt x="229567" y="398003"/>
                    <a:pt x="229567" y="398003"/>
                    <a:pt x="230150" y="398003"/>
                  </a:cubicBezTo>
                  <a:cubicBezTo>
                    <a:pt x="240638" y="399169"/>
                    <a:pt x="251708" y="395090"/>
                    <a:pt x="261031" y="387514"/>
                  </a:cubicBezTo>
                  <a:lnTo>
                    <a:pt x="330950" y="329241"/>
                  </a:lnTo>
                  <a:lnTo>
                    <a:pt x="338524" y="338565"/>
                  </a:lnTo>
                  <a:lnTo>
                    <a:pt x="285503" y="382852"/>
                  </a:lnTo>
                  <a:cubicBezTo>
                    <a:pt x="282589" y="385183"/>
                    <a:pt x="280259" y="388680"/>
                    <a:pt x="278511" y="392759"/>
                  </a:cubicBezTo>
                  <a:cubicBezTo>
                    <a:pt x="276763" y="398003"/>
                    <a:pt x="277928" y="402665"/>
                    <a:pt x="281424" y="406744"/>
                  </a:cubicBezTo>
                  <a:lnTo>
                    <a:pt x="356004" y="495902"/>
                  </a:lnTo>
                  <a:cubicBezTo>
                    <a:pt x="358335" y="498232"/>
                    <a:pt x="361831" y="500563"/>
                    <a:pt x="365327" y="501146"/>
                  </a:cubicBezTo>
                  <a:lnTo>
                    <a:pt x="365327" y="501146"/>
                  </a:lnTo>
                  <a:cubicBezTo>
                    <a:pt x="369988" y="501729"/>
                    <a:pt x="374649" y="499981"/>
                    <a:pt x="379311" y="496484"/>
                  </a:cubicBezTo>
                  <a:lnTo>
                    <a:pt x="499338" y="396255"/>
                  </a:lnTo>
                  <a:cubicBezTo>
                    <a:pt x="505747" y="388097"/>
                    <a:pt x="507495" y="377608"/>
                    <a:pt x="502251" y="371198"/>
                  </a:cubicBezTo>
                  <a:close/>
                  <a:moveTo>
                    <a:pt x="204513" y="146265"/>
                  </a:moveTo>
                  <a:lnTo>
                    <a:pt x="176545" y="113049"/>
                  </a:lnTo>
                  <a:lnTo>
                    <a:pt x="227819" y="69927"/>
                  </a:lnTo>
                  <a:lnTo>
                    <a:pt x="255787" y="103143"/>
                  </a:lnTo>
                  <a:lnTo>
                    <a:pt x="204513" y="146265"/>
                  </a:lnTo>
                  <a:close/>
                  <a:moveTo>
                    <a:pt x="187616" y="21561"/>
                  </a:moveTo>
                  <a:lnTo>
                    <a:pt x="216166" y="55359"/>
                  </a:lnTo>
                  <a:lnTo>
                    <a:pt x="164892" y="98481"/>
                  </a:lnTo>
                  <a:lnTo>
                    <a:pt x="136342" y="64683"/>
                  </a:lnTo>
                  <a:lnTo>
                    <a:pt x="187616" y="21561"/>
                  </a:lnTo>
                  <a:close/>
                  <a:moveTo>
                    <a:pt x="120610" y="76920"/>
                  </a:moveTo>
                  <a:lnTo>
                    <a:pt x="149161" y="110718"/>
                  </a:lnTo>
                  <a:lnTo>
                    <a:pt x="98469" y="153257"/>
                  </a:lnTo>
                  <a:lnTo>
                    <a:pt x="69919" y="119459"/>
                  </a:lnTo>
                  <a:lnTo>
                    <a:pt x="120610" y="76920"/>
                  </a:lnTo>
                  <a:close/>
                  <a:moveTo>
                    <a:pt x="138673" y="201624"/>
                  </a:moveTo>
                  <a:lnTo>
                    <a:pt x="110705" y="168408"/>
                  </a:lnTo>
                  <a:lnTo>
                    <a:pt x="161396" y="125869"/>
                  </a:lnTo>
                  <a:lnTo>
                    <a:pt x="189364" y="159085"/>
                  </a:lnTo>
                  <a:lnTo>
                    <a:pt x="138673" y="201624"/>
                  </a:lnTo>
                  <a:close/>
                  <a:moveTo>
                    <a:pt x="143917" y="471427"/>
                  </a:moveTo>
                  <a:lnTo>
                    <a:pt x="30881" y="335069"/>
                  </a:lnTo>
                  <a:cubicBezTo>
                    <a:pt x="62344" y="329824"/>
                    <a:pt x="107792" y="336234"/>
                    <a:pt x="132846" y="365370"/>
                  </a:cubicBezTo>
                  <a:cubicBezTo>
                    <a:pt x="156735" y="396255"/>
                    <a:pt x="154404" y="441708"/>
                    <a:pt x="143917" y="471427"/>
                  </a:cubicBezTo>
                  <a:close/>
                  <a:moveTo>
                    <a:pt x="153822" y="367701"/>
                  </a:moveTo>
                  <a:cubicBezTo>
                    <a:pt x="151491" y="363622"/>
                    <a:pt x="147995" y="358960"/>
                    <a:pt x="145082" y="354299"/>
                  </a:cubicBezTo>
                  <a:cubicBezTo>
                    <a:pt x="142751" y="351968"/>
                    <a:pt x="141003" y="349054"/>
                    <a:pt x="138090" y="347306"/>
                  </a:cubicBezTo>
                  <a:lnTo>
                    <a:pt x="157900" y="330990"/>
                  </a:lnTo>
                  <a:lnTo>
                    <a:pt x="174215" y="350802"/>
                  </a:lnTo>
                  <a:lnTo>
                    <a:pt x="153822" y="367701"/>
                  </a:lnTo>
                  <a:close/>
                  <a:moveTo>
                    <a:pt x="245882" y="371781"/>
                  </a:moveTo>
                  <a:cubicBezTo>
                    <a:pt x="240055" y="376442"/>
                    <a:pt x="234811" y="378191"/>
                    <a:pt x="229567" y="377608"/>
                  </a:cubicBezTo>
                  <a:cubicBezTo>
                    <a:pt x="224323" y="377025"/>
                    <a:pt x="219662" y="374111"/>
                    <a:pt x="215584" y="369450"/>
                  </a:cubicBezTo>
                  <a:lnTo>
                    <a:pt x="149161" y="290199"/>
                  </a:lnTo>
                  <a:cubicBezTo>
                    <a:pt x="141586" y="281458"/>
                    <a:pt x="140421" y="269220"/>
                    <a:pt x="146247" y="264559"/>
                  </a:cubicBezTo>
                  <a:lnTo>
                    <a:pt x="307061" y="131114"/>
                  </a:lnTo>
                  <a:lnTo>
                    <a:pt x="307061" y="131114"/>
                  </a:lnTo>
                  <a:cubicBezTo>
                    <a:pt x="309392" y="128783"/>
                    <a:pt x="312305" y="128783"/>
                    <a:pt x="314635" y="128783"/>
                  </a:cubicBezTo>
                  <a:cubicBezTo>
                    <a:pt x="315218" y="128783"/>
                    <a:pt x="316383" y="128783"/>
                    <a:pt x="316966" y="128783"/>
                  </a:cubicBezTo>
                  <a:cubicBezTo>
                    <a:pt x="322210" y="129948"/>
                    <a:pt x="326871" y="133445"/>
                    <a:pt x="331533" y="137524"/>
                  </a:cubicBezTo>
                  <a:lnTo>
                    <a:pt x="397956" y="216775"/>
                  </a:lnTo>
                  <a:cubicBezTo>
                    <a:pt x="403200" y="223185"/>
                    <a:pt x="406113" y="229012"/>
                    <a:pt x="405530" y="234257"/>
                  </a:cubicBezTo>
                  <a:cubicBezTo>
                    <a:pt x="405530" y="237170"/>
                    <a:pt x="403782" y="240084"/>
                    <a:pt x="400869" y="241832"/>
                  </a:cubicBezTo>
                  <a:lnTo>
                    <a:pt x="245882" y="371781"/>
                  </a:lnTo>
                  <a:close/>
                  <a:moveTo>
                    <a:pt x="415435" y="298357"/>
                  </a:moveTo>
                  <a:lnTo>
                    <a:pt x="443986" y="332155"/>
                  </a:lnTo>
                  <a:lnTo>
                    <a:pt x="393294" y="374694"/>
                  </a:lnTo>
                  <a:lnTo>
                    <a:pt x="364744" y="340896"/>
                  </a:lnTo>
                  <a:lnTo>
                    <a:pt x="415435" y="298357"/>
                  </a:lnTo>
                  <a:close/>
                  <a:moveTo>
                    <a:pt x="349012" y="353133"/>
                  </a:moveTo>
                  <a:lnTo>
                    <a:pt x="377563" y="386931"/>
                  </a:lnTo>
                  <a:lnTo>
                    <a:pt x="326289" y="430053"/>
                  </a:lnTo>
                  <a:lnTo>
                    <a:pt x="297738" y="396255"/>
                  </a:lnTo>
                  <a:lnTo>
                    <a:pt x="349012" y="353133"/>
                  </a:lnTo>
                  <a:close/>
                  <a:moveTo>
                    <a:pt x="366492" y="478420"/>
                  </a:moveTo>
                  <a:lnTo>
                    <a:pt x="338524" y="445204"/>
                  </a:lnTo>
                  <a:lnTo>
                    <a:pt x="389798" y="402082"/>
                  </a:lnTo>
                  <a:lnTo>
                    <a:pt x="417766" y="435298"/>
                  </a:lnTo>
                  <a:lnTo>
                    <a:pt x="366492" y="478420"/>
                  </a:lnTo>
                  <a:close/>
                  <a:moveTo>
                    <a:pt x="433498" y="422478"/>
                  </a:moveTo>
                  <a:lnTo>
                    <a:pt x="405530" y="389262"/>
                  </a:lnTo>
                  <a:lnTo>
                    <a:pt x="456221" y="346723"/>
                  </a:lnTo>
                  <a:lnTo>
                    <a:pt x="484189" y="379939"/>
                  </a:lnTo>
                  <a:lnTo>
                    <a:pt x="433498" y="422478"/>
                  </a:lnTo>
                  <a:close/>
                </a:path>
              </a:pathLst>
            </a:custGeom>
            <a:gradFill>
              <a:gsLst>
                <a:gs pos="0">
                  <a:srgbClr val="06EEFD"/>
                </a:gs>
                <a:gs pos="95000">
                  <a:srgbClr val="0B77FF"/>
                </a:gs>
                <a:gs pos="100000">
                  <a:srgbClr val="0B77FF"/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6"/>
            <p:cNvSpPr/>
            <p:nvPr/>
          </p:nvSpPr>
          <p:spPr>
            <a:xfrm>
              <a:off x="9173984" y="6121043"/>
              <a:ext cx="65409" cy="74559"/>
            </a:xfrm>
            <a:custGeom>
              <a:avLst/>
              <a:gdLst/>
              <a:ahLst/>
              <a:cxnLst/>
              <a:rect l="l" t="t" r="r" b="b"/>
              <a:pathLst>
                <a:path w="65409" h="74559" extrusionOk="0">
                  <a:moveTo>
                    <a:pt x="57683" y="38431"/>
                  </a:moveTo>
                  <a:lnTo>
                    <a:pt x="34959" y="11042"/>
                  </a:lnTo>
                  <a:cubicBezTo>
                    <a:pt x="25054" y="-612"/>
                    <a:pt x="9323" y="-3526"/>
                    <a:pt x="0" y="4632"/>
                  </a:cubicBezTo>
                  <a:lnTo>
                    <a:pt x="58266" y="74560"/>
                  </a:lnTo>
                  <a:cubicBezTo>
                    <a:pt x="68171" y="66402"/>
                    <a:pt x="67588" y="50085"/>
                    <a:pt x="57683" y="38431"/>
                  </a:cubicBezTo>
                  <a:close/>
                </a:path>
              </a:pathLst>
            </a:custGeom>
            <a:gradFill>
              <a:gsLst>
                <a:gs pos="0">
                  <a:srgbClr val="06EEFD"/>
                </a:gs>
                <a:gs pos="95000">
                  <a:srgbClr val="0B77FF"/>
                </a:gs>
                <a:gs pos="100000">
                  <a:srgbClr val="0B77FF"/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6"/>
            <p:cNvSpPr/>
            <p:nvPr/>
          </p:nvSpPr>
          <p:spPr>
            <a:xfrm>
              <a:off x="8991611" y="6258378"/>
              <a:ext cx="82978" cy="82323"/>
            </a:xfrm>
            <a:custGeom>
              <a:avLst/>
              <a:gdLst/>
              <a:ahLst/>
              <a:cxnLst/>
              <a:rect l="l" t="t" r="r" b="b"/>
              <a:pathLst>
                <a:path w="82978" h="82323" extrusionOk="0">
                  <a:moveTo>
                    <a:pt x="78076" y="29878"/>
                  </a:moveTo>
                  <a:cubicBezTo>
                    <a:pt x="75746" y="26964"/>
                    <a:pt x="72250" y="24633"/>
                    <a:pt x="68754" y="23468"/>
                  </a:cubicBezTo>
                  <a:cubicBezTo>
                    <a:pt x="65258" y="22302"/>
                    <a:pt x="61179" y="22885"/>
                    <a:pt x="57101" y="24633"/>
                  </a:cubicBezTo>
                  <a:cubicBezTo>
                    <a:pt x="58266" y="21720"/>
                    <a:pt x="59431" y="18223"/>
                    <a:pt x="58848" y="15310"/>
                  </a:cubicBezTo>
                  <a:cubicBezTo>
                    <a:pt x="58848" y="11813"/>
                    <a:pt x="57101" y="9482"/>
                    <a:pt x="54770" y="6569"/>
                  </a:cubicBezTo>
                  <a:cubicBezTo>
                    <a:pt x="52439" y="4238"/>
                    <a:pt x="50691" y="2490"/>
                    <a:pt x="47778" y="1324"/>
                  </a:cubicBezTo>
                  <a:cubicBezTo>
                    <a:pt x="44865" y="742"/>
                    <a:pt x="42534" y="-424"/>
                    <a:pt x="39621" y="159"/>
                  </a:cubicBezTo>
                  <a:cubicBezTo>
                    <a:pt x="37290" y="742"/>
                    <a:pt x="34377" y="1324"/>
                    <a:pt x="32046" y="2490"/>
                  </a:cubicBezTo>
                  <a:cubicBezTo>
                    <a:pt x="29716" y="4238"/>
                    <a:pt x="26220" y="5986"/>
                    <a:pt x="22141" y="9482"/>
                  </a:cubicBezTo>
                  <a:lnTo>
                    <a:pt x="0" y="26964"/>
                  </a:lnTo>
                  <a:lnTo>
                    <a:pt x="44282" y="82323"/>
                  </a:lnTo>
                  <a:lnTo>
                    <a:pt x="63510" y="67173"/>
                  </a:lnTo>
                  <a:cubicBezTo>
                    <a:pt x="70502" y="61345"/>
                    <a:pt x="75163" y="57849"/>
                    <a:pt x="76911" y="56101"/>
                  </a:cubicBezTo>
                  <a:cubicBezTo>
                    <a:pt x="79242" y="53187"/>
                    <a:pt x="81572" y="50856"/>
                    <a:pt x="82155" y="47360"/>
                  </a:cubicBezTo>
                  <a:cubicBezTo>
                    <a:pt x="82737" y="44446"/>
                    <a:pt x="83320" y="40950"/>
                    <a:pt x="82737" y="38036"/>
                  </a:cubicBezTo>
                  <a:cubicBezTo>
                    <a:pt x="81572" y="35122"/>
                    <a:pt x="79824" y="32209"/>
                    <a:pt x="78076" y="29878"/>
                  </a:cubicBezTo>
                  <a:close/>
                  <a:moveTo>
                    <a:pt x="28550" y="40950"/>
                  </a:moveTo>
                  <a:lnTo>
                    <a:pt x="18062" y="28130"/>
                  </a:lnTo>
                  <a:lnTo>
                    <a:pt x="24472" y="22885"/>
                  </a:lnTo>
                  <a:cubicBezTo>
                    <a:pt x="29716" y="18806"/>
                    <a:pt x="32629" y="15892"/>
                    <a:pt x="33794" y="15892"/>
                  </a:cubicBezTo>
                  <a:cubicBezTo>
                    <a:pt x="35542" y="14144"/>
                    <a:pt x="37290" y="14144"/>
                    <a:pt x="39621" y="14727"/>
                  </a:cubicBezTo>
                  <a:cubicBezTo>
                    <a:pt x="41951" y="15310"/>
                    <a:pt x="43117" y="16475"/>
                    <a:pt x="44865" y="17641"/>
                  </a:cubicBezTo>
                  <a:cubicBezTo>
                    <a:pt x="46613" y="19389"/>
                    <a:pt x="46613" y="21137"/>
                    <a:pt x="46613" y="22885"/>
                  </a:cubicBezTo>
                  <a:cubicBezTo>
                    <a:pt x="46613" y="24633"/>
                    <a:pt x="45447" y="26964"/>
                    <a:pt x="43699" y="28712"/>
                  </a:cubicBezTo>
                  <a:cubicBezTo>
                    <a:pt x="43117" y="29295"/>
                    <a:pt x="40203" y="31626"/>
                    <a:pt x="36125" y="35122"/>
                  </a:cubicBezTo>
                  <a:lnTo>
                    <a:pt x="28550" y="40950"/>
                  </a:lnTo>
                  <a:close/>
                  <a:moveTo>
                    <a:pt x="65840" y="49691"/>
                  </a:moveTo>
                  <a:cubicBezTo>
                    <a:pt x="65258" y="50856"/>
                    <a:pt x="62344" y="52604"/>
                    <a:pt x="58266" y="56101"/>
                  </a:cubicBezTo>
                  <a:lnTo>
                    <a:pt x="48361" y="64259"/>
                  </a:lnTo>
                  <a:lnTo>
                    <a:pt x="36125" y="49691"/>
                  </a:lnTo>
                  <a:lnTo>
                    <a:pt x="44865" y="42115"/>
                  </a:lnTo>
                  <a:cubicBezTo>
                    <a:pt x="50109" y="38036"/>
                    <a:pt x="53605" y="35122"/>
                    <a:pt x="55353" y="35122"/>
                  </a:cubicBezTo>
                  <a:cubicBezTo>
                    <a:pt x="57101" y="33957"/>
                    <a:pt x="58848" y="34540"/>
                    <a:pt x="60596" y="35122"/>
                  </a:cubicBezTo>
                  <a:cubicBezTo>
                    <a:pt x="62344" y="35705"/>
                    <a:pt x="64092" y="36871"/>
                    <a:pt x="64675" y="38619"/>
                  </a:cubicBezTo>
                  <a:cubicBezTo>
                    <a:pt x="66423" y="40367"/>
                    <a:pt x="67006" y="42115"/>
                    <a:pt x="67006" y="44446"/>
                  </a:cubicBezTo>
                  <a:cubicBezTo>
                    <a:pt x="68171" y="46777"/>
                    <a:pt x="67588" y="48525"/>
                    <a:pt x="65840" y="49691"/>
                  </a:cubicBezTo>
                  <a:close/>
                </a:path>
              </a:pathLst>
            </a:custGeom>
            <a:gradFill>
              <a:gsLst>
                <a:gs pos="0">
                  <a:srgbClr val="06EEFD"/>
                </a:gs>
                <a:gs pos="95000">
                  <a:srgbClr val="0B77FF"/>
                </a:gs>
                <a:gs pos="100000">
                  <a:srgbClr val="0B77FF"/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6"/>
            <p:cNvSpPr/>
            <p:nvPr/>
          </p:nvSpPr>
          <p:spPr>
            <a:xfrm>
              <a:off x="9048129" y="6218912"/>
              <a:ext cx="64202" cy="74677"/>
            </a:xfrm>
            <a:custGeom>
              <a:avLst/>
              <a:gdLst/>
              <a:ahLst/>
              <a:cxnLst/>
              <a:rect l="l" t="t" r="r" b="b"/>
              <a:pathLst>
                <a:path w="64202" h="74677" extrusionOk="0">
                  <a:moveTo>
                    <a:pt x="59431" y="34381"/>
                  </a:moveTo>
                  <a:cubicBezTo>
                    <a:pt x="55353" y="28554"/>
                    <a:pt x="49526" y="25640"/>
                    <a:pt x="43699" y="25057"/>
                  </a:cubicBezTo>
                  <a:cubicBezTo>
                    <a:pt x="37873" y="24475"/>
                    <a:pt x="32629" y="25640"/>
                    <a:pt x="27385" y="29136"/>
                  </a:cubicBezTo>
                  <a:cubicBezTo>
                    <a:pt x="25054" y="31467"/>
                    <a:pt x="22724" y="33216"/>
                    <a:pt x="21558" y="36712"/>
                  </a:cubicBezTo>
                  <a:lnTo>
                    <a:pt x="15732" y="26223"/>
                  </a:lnTo>
                  <a:lnTo>
                    <a:pt x="35542" y="9906"/>
                  </a:lnTo>
                  <a:lnTo>
                    <a:pt x="27968" y="0"/>
                  </a:lnTo>
                  <a:lnTo>
                    <a:pt x="0" y="22726"/>
                  </a:lnTo>
                  <a:lnTo>
                    <a:pt x="18062" y="55942"/>
                  </a:lnTo>
                  <a:lnTo>
                    <a:pt x="27385" y="50115"/>
                  </a:lnTo>
                  <a:cubicBezTo>
                    <a:pt x="27968" y="45453"/>
                    <a:pt x="29133" y="41956"/>
                    <a:pt x="32629" y="39626"/>
                  </a:cubicBezTo>
                  <a:cubicBezTo>
                    <a:pt x="34959" y="37295"/>
                    <a:pt x="37290" y="37295"/>
                    <a:pt x="40203" y="37295"/>
                  </a:cubicBezTo>
                  <a:cubicBezTo>
                    <a:pt x="43117" y="37295"/>
                    <a:pt x="46030" y="39626"/>
                    <a:pt x="48361" y="42539"/>
                  </a:cubicBezTo>
                  <a:cubicBezTo>
                    <a:pt x="51274" y="46618"/>
                    <a:pt x="53022" y="49532"/>
                    <a:pt x="52439" y="52446"/>
                  </a:cubicBezTo>
                  <a:cubicBezTo>
                    <a:pt x="51857" y="55359"/>
                    <a:pt x="51274" y="57690"/>
                    <a:pt x="48943" y="59438"/>
                  </a:cubicBezTo>
                  <a:cubicBezTo>
                    <a:pt x="47195" y="61186"/>
                    <a:pt x="44865" y="61769"/>
                    <a:pt x="42534" y="61769"/>
                  </a:cubicBezTo>
                  <a:cubicBezTo>
                    <a:pt x="40203" y="61769"/>
                    <a:pt x="37290" y="60021"/>
                    <a:pt x="35542" y="58273"/>
                  </a:cubicBezTo>
                  <a:lnTo>
                    <a:pt x="25054" y="68762"/>
                  </a:lnTo>
                  <a:cubicBezTo>
                    <a:pt x="29133" y="72841"/>
                    <a:pt x="34377" y="75172"/>
                    <a:pt x="39621" y="74589"/>
                  </a:cubicBezTo>
                  <a:cubicBezTo>
                    <a:pt x="44865" y="74589"/>
                    <a:pt x="50109" y="72841"/>
                    <a:pt x="55353" y="68762"/>
                  </a:cubicBezTo>
                  <a:cubicBezTo>
                    <a:pt x="61762" y="63517"/>
                    <a:pt x="64675" y="57107"/>
                    <a:pt x="64092" y="48949"/>
                  </a:cubicBezTo>
                  <a:cubicBezTo>
                    <a:pt x="64675" y="44287"/>
                    <a:pt x="62927" y="39043"/>
                    <a:pt x="59431" y="34381"/>
                  </a:cubicBezTo>
                  <a:close/>
                </a:path>
              </a:pathLst>
            </a:custGeom>
            <a:gradFill>
              <a:gsLst>
                <a:gs pos="0">
                  <a:srgbClr val="06EEFD"/>
                </a:gs>
                <a:gs pos="95000">
                  <a:srgbClr val="0B77FF"/>
                </a:gs>
                <a:gs pos="100000">
                  <a:srgbClr val="0B77FF"/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6"/>
            <p:cNvSpPr/>
            <p:nvPr/>
          </p:nvSpPr>
          <p:spPr>
            <a:xfrm>
              <a:off x="9091849" y="6184442"/>
              <a:ext cx="76890" cy="75240"/>
            </a:xfrm>
            <a:custGeom>
              <a:avLst/>
              <a:gdLst/>
              <a:ahLst/>
              <a:cxnLst/>
              <a:rect l="l" t="t" r="r" b="b"/>
              <a:pathLst>
                <a:path w="76890" h="75240" extrusionOk="0">
                  <a:moveTo>
                    <a:pt x="35522" y="34470"/>
                  </a:moveTo>
                  <a:lnTo>
                    <a:pt x="42514" y="43793"/>
                  </a:lnTo>
                  <a:lnTo>
                    <a:pt x="55333" y="33304"/>
                  </a:lnTo>
                  <a:lnTo>
                    <a:pt x="61159" y="40297"/>
                  </a:lnTo>
                  <a:cubicBezTo>
                    <a:pt x="60576" y="43210"/>
                    <a:pt x="59411" y="46124"/>
                    <a:pt x="58246" y="49038"/>
                  </a:cubicBezTo>
                  <a:cubicBezTo>
                    <a:pt x="57081" y="51951"/>
                    <a:pt x="54750" y="53700"/>
                    <a:pt x="52419" y="56031"/>
                  </a:cubicBezTo>
                  <a:cubicBezTo>
                    <a:pt x="47758" y="59527"/>
                    <a:pt x="42514" y="61275"/>
                    <a:pt x="36688" y="60110"/>
                  </a:cubicBezTo>
                  <a:cubicBezTo>
                    <a:pt x="30861" y="58944"/>
                    <a:pt x="25617" y="55448"/>
                    <a:pt x="20373" y="49038"/>
                  </a:cubicBezTo>
                  <a:cubicBezTo>
                    <a:pt x="15712" y="42628"/>
                    <a:pt x="13381" y="37383"/>
                    <a:pt x="13964" y="32139"/>
                  </a:cubicBezTo>
                  <a:cubicBezTo>
                    <a:pt x="14546" y="26894"/>
                    <a:pt x="16877" y="21650"/>
                    <a:pt x="21538" y="18153"/>
                  </a:cubicBezTo>
                  <a:cubicBezTo>
                    <a:pt x="24452" y="15822"/>
                    <a:pt x="27948" y="14074"/>
                    <a:pt x="31444" y="14074"/>
                  </a:cubicBezTo>
                  <a:cubicBezTo>
                    <a:pt x="34940" y="14074"/>
                    <a:pt x="37853" y="14657"/>
                    <a:pt x="41349" y="16988"/>
                  </a:cubicBezTo>
                  <a:lnTo>
                    <a:pt x="50671" y="5916"/>
                  </a:lnTo>
                  <a:cubicBezTo>
                    <a:pt x="45427" y="1837"/>
                    <a:pt x="39601" y="-494"/>
                    <a:pt x="33774" y="89"/>
                  </a:cubicBezTo>
                  <a:cubicBezTo>
                    <a:pt x="27365" y="89"/>
                    <a:pt x="20956" y="3002"/>
                    <a:pt x="13964" y="8830"/>
                  </a:cubicBezTo>
                  <a:cubicBezTo>
                    <a:pt x="8720" y="12909"/>
                    <a:pt x="5224" y="17570"/>
                    <a:pt x="2893" y="22232"/>
                  </a:cubicBezTo>
                  <a:cubicBezTo>
                    <a:pt x="-20" y="28642"/>
                    <a:pt x="-603" y="35052"/>
                    <a:pt x="563" y="41462"/>
                  </a:cubicBezTo>
                  <a:cubicBezTo>
                    <a:pt x="1728" y="47872"/>
                    <a:pt x="4641" y="54282"/>
                    <a:pt x="9303" y="60110"/>
                  </a:cubicBezTo>
                  <a:cubicBezTo>
                    <a:pt x="13381" y="65354"/>
                    <a:pt x="18625" y="69433"/>
                    <a:pt x="24452" y="72347"/>
                  </a:cubicBezTo>
                  <a:cubicBezTo>
                    <a:pt x="30278" y="75261"/>
                    <a:pt x="36688" y="75843"/>
                    <a:pt x="42514" y="74678"/>
                  </a:cubicBezTo>
                  <a:cubicBezTo>
                    <a:pt x="48341" y="73512"/>
                    <a:pt x="54750" y="70599"/>
                    <a:pt x="60576" y="65937"/>
                  </a:cubicBezTo>
                  <a:cubicBezTo>
                    <a:pt x="65238" y="62441"/>
                    <a:pt x="68734" y="57779"/>
                    <a:pt x="71647" y="52534"/>
                  </a:cubicBezTo>
                  <a:cubicBezTo>
                    <a:pt x="74560" y="46707"/>
                    <a:pt x="76891" y="42628"/>
                    <a:pt x="76891" y="38549"/>
                  </a:cubicBezTo>
                  <a:lnTo>
                    <a:pt x="59411" y="16405"/>
                  </a:lnTo>
                  <a:lnTo>
                    <a:pt x="35522" y="34470"/>
                  </a:lnTo>
                  <a:close/>
                </a:path>
              </a:pathLst>
            </a:custGeom>
            <a:gradFill>
              <a:gsLst>
                <a:gs pos="0">
                  <a:srgbClr val="06EEFD"/>
                </a:gs>
                <a:gs pos="95000">
                  <a:srgbClr val="0B77FF"/>
                </a:gs>
                <a:gs pos="100000">
                  <a:srgbClr val="0B77FF"/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" name="Google Shape;89;p6"/>
          <p:cNvGrpSpPr/>
          <p:nvPr/>
        </p:nvGrpSpPr>
        <p:grpSpPr>
          <a:xfrm>
            <a:off x="5364117" y="5608722"/>
            <a:ext cx="347657" cy="414333"/>
            <a:chOff x="6257100" y="5991336"/>
            <a:chExt cx="428381" cy="510539"/>
          </a:xfrm>
        </p:grpSpPr>
        <p:sp>
          <p:nvSpPr>
            <p:cNvPr id="90" name="Google Shape;90;p6"/>
            <p:cNvSpPr/>
            <p:nvPr/>
          </p:nvSpPr>
          <p:spPr>
            <a:xfrm>
              <a:off x="6357424" y="6358475"/>
              <a:ext cx="51232" cy="81634"/>
            </a:xfrm>
            <a:custGeom>
              <a:avLst/>
              <a:gdLst/>
              <a:ahLst/>
              <a:cxnLst/>
              <a:rect l="l" t="t" r="r" b="b"/>
              <a:pathLst>
                <a:path w="51232" h="81634" extrusionOk="0">
                  <a:moveTo>
                    <a:pt x="13346" y="51831"/>
                  </a:moveTo>
                  <a:lnTo>
                    <a:pt x="24109" y="51831"/>
                  </a:lnTo>
                  <a:lnTo>
                    <a:pt x="36594" y="81635"/>
                  </a:lnTo>
                  <a:lnTo>
                    <a:pt x="51232" y="81635"/>
                  </a:lnTo>
                  <a:lnTo>
                    <a:pt x="51232" y="80771"/>
                  </a:lnTo>
                  <a:lnTo>
                    <a:pt x="37025" y="47512"/>
                  </a:lnTo>
                  <a:cubicBezTo>
                    <a:pt x="40900" y="45353"/>
                    <a:pt x="43913" y="42329"/>
                    <a:pt x="46066" y="38442"/>
                  </a:cubicBezTo>
                  <a:cubicBezTo>
                    <a:pt x="48218" y="34554"/>
                    <a:pt x="49079" y="30235"/>
                    <a:pt x="49079" y="24620"/>
                  </a:cubicBezTo>
                  <a:cubicBezTo>
                    <a:pt x="49079" y="16845"/>
                    <a:pt x="46927" y="10798"/>
                    <a:pt x="42622" y="6479"/>
                  </a:cubicBezTo>
                  <a:cubicBezTo>
                    <a:pt x="38316" y="2160"/>
                    <a:pt x="32289" y="0"/>
                    <a:pt x="24540" y="0"/>
                  </a:cubicBezTo>
                  <a:lnTo>
                    <a:pt x="0" y="0"/>
                  </a:lnTo>
                  <a:lnTo>
                    <a:pt x="0" y="81635"/>
                  </a:lnTo>
                  <a:lnTo>
                    <a:pt x="13777" y="81635"/>
                  </a:lnTo>
                  <a:lnTo>
                    <a:pt x="13777" y="51831"/>
                  </a:lnTo>
                  <a:close/>
                  <a:moveTo>
                    <a:pt x="13346" y="13390"/>
                  </a:moveTo>
                  <a:lnTo>
                    <a:pt x="24109" y="13390"/>
                  </a:lnTo>
                  <a:cubicBezTo>
                    <a:pt x="27553" y="13390"/>
                    <a:pt x="30567" y="14686"/>
                    <a:pt x="32289" y="16845"/>
                  </a:cubicBezTo>
                  <a:cubicBezTo>
                    <a:pt x="34011" y="19005"/>
                    <a:pt x="34872" y="22028"/>
                    <a:pt x="34872" y="25916"/>
                  </a:cubicBezTo>
                  <a:cubicBezTo>
                    <a:pt x="34872" y="29803"/>
                    <a:pt x="34011" y="32827"/>
                    <a:pt x="31859" y="34986"/>
                  </a:cubicBezTo>
                  <a:cubicBezTo>
                    <a:pt x="30136" y="37146"/>
                    <a:pt x="27553" y="38010"/>
                    <a:pt x="24109" y="38010"/>
                  </a:cubicBezTo>
                  <a:lnTo>
                    <a:pt x="13346" y="38010"/>
                  </a:lnTo>
                  <a:lnTo>
                    <a:pt x="13346" y="13390"/>
                  </a:lnTo>
                  <a:close/>
                </a:path>
              </a:pathLst>
            </a:custGeom>
            <a:gradFill>
              <a:gsLst>
                <a:gs pos="0">
                  <a:srgbClr val="06EEFD"/>
                </a:gs>
                <a:gs pos="95000">
                  <a:srgbClr val="0B77FF"/>
                </a:gs>
                <a:gs pos="100000">
                  <a:srgbClr val="0B77FF"/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6"/>
            <p:cNvSpPr/>
            <p:nvPr/>
          </p:nvSpPr>
          <p:spPr>
            <a:xfrm>
              <a:off x="6413391" y="6377912"/>
              <a:ext cx="46496" cy="63061"/>
            </a:xfrm>
            <a:custGeom>
              <a:avLst/>
              <a:gdLst/>
              <a:ahLst/>
              <a:cxnLst/>
              <a:rect l="l" t="t" r="r" b="b"/>
              <a:pathLst>
                <a:path w="46496" h="63061" extrusionOk="0">
                  <a:moveTo>
                    <a:pt x="23248" y="63062"/>
                  </a:moveTo>
                  <a:cubicBezTo>
                    <a:pt x="30136" y="63062"/>
                    <a:pt x="35733" y="60038"/>
                    <a:pt x="40038" y="54423"/>
                  </a:cubicBezTo>
                  <a:cubicBezTo>
                    <a:pt x="44344" y="48808"/>
                    <a:pt x="46496" y="41465"/>
                    <a:pt x="46496" y="31963"/>
                  </a:cubicBezTo>
                  <a:lnTo>
                    <a:pt x="46496" y="27643"/>
                  </a:lnTo>
                  <a:cubicBezTo>
                    <a:pt x="46066" y="19005"/>
                    <a:pt x="43483" y="12094"/>
                    <a:pt x="39608" y="7343"/>
                  </a:cubicBezTo>
                  <a:cubicBezTo>
                    <a:pt x="35303" y="2160"/>
                    <a:pt x="30136" y="0"/>
                    <a:pt x="23248" y="0"/>
                  </a:cubicBezTo>
                  <a:cubicBezTo>
                    <a:pt x="18512" y="0"/>
                    <a:pt x="14638" y="1296"/>
                    <a:pt x="11194" y="3887"/>
                  </a:cubicBezTo>
                  <a:cubicBezTo>
                    <a:pt x="7749" y="6479"/>
                    <a:pt x="5166" y="9934"/>
                    <a:pt x="3014" y="14686"/>
                  </a:cubicBezTo>
                  <a:cubicBezTo>
                    <a:pt x="1292" y="19437"/>
                    <a:pt x="0" y="24620"/>
                    <a:pt x="0" y="30667"/>
                  </a:cubicBezTo>
                  <a:lnTo>
                    <a:pt x="0" y="31531"/>
                  </a:lnTo>
                  <a:cubicBezTo>
                    <a:pt x="0" y="41033"/>
                    <a:pt x="2153" y="48808"/>
                    <a:pt x="6458" y="54423"/>
                  </a:cubicBezTo>
                  <a:cubicBezTo>
                    <a:pt x="10763" y="60470"/>
                    <a:pt x="16360" y="63062"/>
                    <a:pt x="23248" y="63062"/>
                  </a:cubicBezTo>
                  <a:close/>
                  <a:moveTo>
                    <a:pt x="15929" y="18141"/>
                  </a:moveTo>
                  <a:cubicBezTo>
                    <a:pt x="17651" y="15118"/>
                    <a:pt x="20234" y="13390"/>
                    <a:pt x="23248" y="13390"/>
                  </a:cubicBezTo>
                  <a:cubicBezTo>
                    <a:pt x="26692" y="13390"/>
                    <a:pt x="28845" y="15118"/>
                    <a:pt x="30567" y="18141"/>
                  </a:cubicBezTo>
                  <a:cubicBezTo>
                    <a:pt x="32289" y="21165"/>
                    <a:pt x="33150" y="25484"/>
                    <a:pt x="33150" y="31099"/>
                  </a:cubicBezTo>
                  <a:cubicBezTo>
                    <a:pt x="33150" y="37578"/>
                    <a:pt x="32289" y="42329"/>
                    <a:pt x="30567" y="45353"/>
                  </a:cubicBezTo>
                  <a:cubicBezTo>
                    <a:pt x="28845" y="48376"/>
                    <a:pt x="26262" y="49672"/>
                    <a:pt x="23248" y="49672"/>
                  </a:cubicBezTo>
                  <a:cubicBezTo>
                    <a:pt x="19804" y="49672"/>
                    <a:pt x="17651" y="47944"/>
                    <a:pt x="15929" y="44921"/>
                  </a:cubicBezTo>
                  <a:cubicBezTo>
                    <a:pt x="14207" y="41897"/>
                    <a:pt x="13346" y="37578"/>
                    <a:pt x="13346" y="31531"/>
                  </a:cubicBezTo>
                  <a:cubicBezTo>
                    <a:pt x="13346" y="25916"/>
                    <a:pt x="14207" y="21165"/>
                    <a:pt x="15929" y="18141"/>
                  </a:cubicBezTo>
                  <a:close/>
                </a:path>
              </a:pathLst>
            </a:custGeom>
            <a:gradFill>
              <a:gsLst>
                <a:gs pos="0">
                  <a:srgbClr val="06EEFD"/>
                </a:gs>
                <a:gs pos="95000">
                  <a:srgbClr val="0B77FF"/>
                </a:gs>
                <a:gs pos="100000">
                  <a:srgbClr val="0B77FF"/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6"/>
            <p:cNvSpPr/>
            <p:nvPr/>
          </p:nvSpPr>
          <p:spPr>
            <a:xfrm>
              <a:off x="6468068" y="6354156"/>
              <a:ext cx="44343" cy="87249"/>
            </a:xfrm>
            <a:custGeom>
              <a:avLst/>
              <a:gdLst/>
              <a:ahLst/>
              <a:cxnLst/>
              <a:rect l="l" t="t" r="r" b="b"/>
              <a:pathLst>
                <a:path w="44343" h="87249" extrusionOk="0">
                  <a:moveTo>
                    <a:pt x="12055" y="79475"/>
                  </a:moveTo>
                  <a:cubicBezTo>
                    <a:pt x="15068" y="84658"/>
                    <a:pt x="19373" y="87250"/>
                    <a:pt x="24970" y="87250"/>
                  </a:cubicBezTo>
                  <a:cubicBezTo>
                    <a:pt x="30998" y="87250"/>
                    <a:pt x="35733" y="84658"/>
                    <a:pt x="39177" y="79043"/>
                  </a:cubicBezTo>
                  <a:cubicBezTo>
                    <a:pt x="42622" y="73428"/>
                    <a:pt x="44344" y="66085"/>
                    <a:pt x="44344" y="56151"/>
                  </a:cubicBezTo>
                  <a:lnTo>
                    <a:pt x="44344" y="55287"/>
                  </a:lnTo>
                  <a:cubicBezTo>
                    <a:pt x="44344" y="45353"/>
                    <a:pt x="42622" y="37578"/>
                    <a:pt x="39177" y="32395"/>
                  </a:cubicBezTo>
                  <a:cubicBezTo>
                    <a:pt x="35733" y="26780"/>
                    <a:pt x="30998" y="24188"/>
                    <a:pt x="24970" y="24188"/>
                  </a:cubicBezTo>
                  <a:cubicBezTo>
                    <a:pt x="20235" y="24188"/>
                    <a:pt x="15929" y="26348"/>
                    <a:pt x="12916" y="30667"/>
                  </a:cubicBezTo>
                  <a:lnTo>
                    <a:pt x="12916" y="0"/>
                  </a:lnTo>
                  <a:lnTo>
                    <a:pt x="0" y="0"/>
                  </a:lnTo>
                  <a:lnTo>
                    <a:pt x="0" y="85954"/>
                  </a:lnTo>
                  <a:lnTo>
                    <a:pt x="11624" y="85954"/>
                  </a:lnTo>
                  <a:lnTo>
                    <a:pt x="12055" y="79475"/>
                  </a:lnTo>
                  <a:close/>
                  <a:moveTo>
                    <a:pt x="12916" y="43625"/>
                  </a:moveTo>
                  <a:cubicBezTo>
                    <a:pt x="14638" y="39306"/>
                    <a:pt x="17221" y="37146"/>
                    <a:pt x="21526" y="37146"/>
                  </a:cubicBezTo>
                  <a:cubicBezTo>
                    <a:pt x="24540" y="37146"/>
                    <a:pt x="27123" y="38442"/>
                    <a:pt x="28414" y="41465"/>
                  </a:cubicBezTo>
                  <a:cubicBezTo>
                    <a:pt x="30136" y="44489"/>
                    <a:pt x="30567" y="48808"/>
                    <a:pt x="30567" y="54855"/>
                  </a:cubicBezTo>
                  <a:cubicBezTo>
                    <a:pt x="30567" y="60038"/>
                    <a:pt x="30136" y="63494"/>
                    <a:pt x="29706" y="66085"/>
                  </a:cubicBezTo>
                  <a:cubicBezTo>
                    <a:pt x="28414" y="71268"/>
                    <a:pt x="25401" y="73860"/>
                    <a:pt x="21526" y="73860"/>
                  </a:cubicBezTo>
                  <a:cubicBezTo>
                    <a:pt x="17221" y="73860"/>
                    <a:pt x="14638" y="71700"/>
                    <a:pt x="12916" y="67381"/>
                  </a:cubicBezTo>
                  <a:lnTo>
                    <a:pt x="12916" y="43625"/>
                  </a:lnTo>
                  <a:close/>
                </a:path>
              </a:pathLst>
            </a:custGeom>
            <a:gradFill>
              <a:gsLst>
                <a:gs pos="0">
                  <a:srgbClr val="06EEFD"/>
                </a:gs>
                <a:gs pos="95000">
                  <a:srgbClr val="0B77FF"/>
                </a:gs>
                <a:gs pos="100000">
                  <a:srgbClr val="0B77FF"/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6"/>
            <p:cNvSpPr/>
            <p:nvPr/>
          </p:nvSpPr>
          <p:spPr>
            <a:xfrm>
              <a:off x="6518008" y="6377912"/>
              <a:ext cx="46496" cy="63061"/>
            </a:xfrm>
            <a:custGeom>
              <a:avLst/>
              <a:gdLst/>
              <a:ahLst/>
              <a:cxnLst/>
              <a:rect l="l" t="t" r="r" b="b"/>
              <a:pathLst>
                <a:path w="46496" h="63061" extrusionOk="0">
                  <a:moveTo>
                    <a:pt x="23248" y="63062"/>
                  </a:moveTo>
                  <a:cubicBezTo>
                    <a:pt x="30136" y="63062"/>
                    <a:pt x="35733" y="60038"/>
                    <a:pt x="40038" y="54423"/>
                  </a:cubicBezTo>
                  <a:cubicBezTo>
                    <a:pt x="44344" y="48808"/>
                    <a:pt x="46496" y="41465"/>
                    <a:pt x="46496" y="31963"/>
                  </a:cubicBezTo>
                  <a:lnTo>
                    <a:pt x="46496" y="27643"/>
                  </a:lnTo>
                  <a:cubicBezTo>
                    <a:pt x="46066" y="19005"/>
                    <a:pt x="43483" y="12094"/>
                    <a:pt x="39608" y="7343"/>
                  </a:cubicBezTo>
                  <a:cubicBezTo>
                    <a:pt x="35303" y="2160"/>
                    <a:pt x="30136" y="0"/>
                    <a:pt x="23248" y="0"/>
                  </a:cubicBezTo>
                  <a:cubicBezTo>
                    <a:pt x="18512" y="0"/>
                    <a:pt x="14638" y="1296"/>
                    <a:pt x="11194" y="3887"/>
                  </a:cubicBezTo>
                  <a:cubicBezTo>
                    <a:pt x="7749" y="6479"/>
                    <a:pt x="5166" y="9934"/>
                    <a:pt x="3014" y="14686"/>
                  </a:cubicBezTo>
                  <a:cubicBezTo>
                    <a:pt x="1292" y="19437"/>
                    <a:pt x="0" y="24620"/>
                    <a:pt x="0" y="30667"/>
                  </a:cubicBezTo>
                  <a:lnTo>
                    <a:pt x="0" y="31531"/>
                  </a:lnTo>
                  <a:cubicBezTo>
                    <a:pt x="0" y="41033"/>
                    <a:pt x="2153" y="48808"/>
                    <a:pt x="6458" y="54423"/>
                  </a:cubicBezTo>
                  <a:cubicBezTo>
                    <a:pt x="10763" y="60470"/>
                    <a:pt x="16360" y="63062"/>
                    <a:pt x="23248" y="63062"/>
                  </a:cubicBezTo>
                  <a:close/>
                  <a:moveTo>
                    <a:pt x="15929" y="18141"/>
                  </a:moveTo>
                  <a:cubicBezTo>
                    <a:pt x="17651" y="15118"/>
                    <a:pt x="20235" y="13390"/>
                    <a:pt x="23248" y="13390"/>
                  </a:cubicBezTo>
                  <a:cubicBezTo>
                    <a:pt x="26692" y="13390"/>
                    <a:pt x="28845" y="15118"/>
                    <a:pt x="30567" y="18141"/>
                  </a:cubicBezTo>
                  <a:cubicBezTo>
                    <a:pt x="32289" y="21165"/>
                    <a:pt x="33150" y="25484"/>
                    <a:pt x="33150" y="31099"/>
                  </a:cubicBezTo>
                  <a:cubicBezTo>
                    <a:pt x="33150" y="37578"/>
                    <a:pt x="32289" y="42329"/>
                    <a:pt x="30567" y="45353"/>
                  </a:cubicBezTo>
                  <a:cubicBezTo>
                    <a:pt x="28845" y="48376"/>
                    <a:pt x="26262" y="49672"/>
                    <a:pt x="23248" y="49672"/>
                  </a:cubicBezTo>
                  <a:cubicBezTo>
                    <a:pt x="19804" y="49672"/>
                    <a:pt x="17651" y="47944"/>
                    <a:pt x="15929" y="44921"/>
                  </a:cubicBezTo>
                  <a:cubicBezTo>
                    <a:pt x="14207" y="41897"/>
                    <a:pt x="13346" y="37578"/>
                    <a:pt x="13346" y="31531"/>
                  </a:cubicBezTo>
                  <a:cubicBezTo>
                    <a:pt x="13346" y="25916"/>
                    <a:pt x="14207" y="21165"/>
                    <a:pt x="15929" y="18141"/>
                  </a:cubicBezTo>
                  <a:close/>
                </a:path>
              </a:pathLst>
            </a:custGeom>
            <a:gradFill>
              <a:gsLst>
                <a:gs pos="0">
                  <a:srgbClr val="06EEFD"/>
                </a:gs>
                <a:gs pos="95000">
                  <a:srgbClr val="0B77FF"/>
                </a:gs>
                <a:gs pos="100000">
                  <a:srgbClr val="0B77FF"/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6"/>
            <p:cNvSpPr/>
            <p:nvPr/>
          </p:nvSpPr>
          <p:spPr>
            <a:xfrm>
              <a:off x="6567948" y="6364523"/>
              <a:ext cx="29275" cy="76451"/>
            </a:xfrm>
            <a:custGeom>
              <a:avLst/>
              <a:gdLst/>
              <a:ahLst/>
              <a:cxnLst/>
              <a:rect l="l" t="t" r="r" b="b"/>
              <a:pathLst>
                <a:path w="29275" h="76451" extrusionOk="0">
                  <a:moveTo>
                    <a:pt x="7319" y="59174"/>
                  </a:moveTo>
                  <a:cubicBezTo>
                    <a:pt x="7319" y="70836"/>
                    <a:pt x="12055" y="76451"/>
                    <a:pt x="21526" y="76451"/>
                  </a:cubicBezTo>
                  <a:cubicBezTo>
                    <a:pt x="24109" y="76451"/>
                    <a:pt x="26692" y="76019"/>
                    <a:pt x="29275" y="75156"/>
                  </a:cubicBezTo>
                  <a:lnTo>
                    <a:pt x="29275" y="63062"/>
                  </a:lnTo>
                  <a:cubicBezTo>
                    <a:pt x="27984" y="63494"/>
                    <a:pt x="26692" y="63494"/>
                    <a:pt x="25401" y="63494"/>
                  </a:cubicBezTo>
                  <a:cubicBezTo>
                    <a:pt x="23248" y="63494"/>
                    <a:pt x="21957" y="63062"/>
                    <a:pt x="21526" y="62198"/>
                  </a:cubicBezTo>
                  <a:cubicBezTo>
                    <a:pt x="21096" y="61334"/>
                    <a:pt x="20234" y="59174"/>
                    <a:pt x="20234" y="57015"/>
                  </a:cubicBezTo>
                  <a:lnTo>
                    <a:pt x="20234" y="26780"/>
                  </a:lnTo>
                  <a:lnTo>
                    <a:pt x="28845" y="26780"/>
                  </a:lnTo>
                  <a:lnTo>
                    <a:pt x="28845" y="15118"/>
                  </a:lnTo>
                  <a:lnTo>
                    <a:pt x="20234" y="15118"/>
                  </a:lnTo>
                  <a:lnTo>
                    <a:pt x="20234" y="0"/>
                  </a:lnTo>
                  <a:lnTo>
                    <a:pt x="7319" y="0"/>
                  </a:lnTo>
                  <a:lnTo>
                    <a:pt x="7319" y="15118"/>
                  </a:lnTo>
                  <a:lnTo>
                    <a:pt x="0" y="15118"/>
                  </a:lnTo>
                  <a:lnTo>
                    <a:pt x="0" y="26780"/>
                  </a:lnTo>
                  <a:lnTo>
                    <a:pt x="7319" y="26780"/>
                  </a:lnTo>
                  <a:lnTo>
                    <a:pt x="7319" y="59174"/>
                  </a:lnTo>
                  <a:close/>
                </a:path>
              </a:pathLst>
            </a:custGeom>
            <a:gradFill>
              <a:gsLst>
                <a:gs pos="0">
                  <a:srgbClr val="06EEFD"/>
                </a:gs>
                <a:gs pos="95000">
                  <a:srgbClr val="0B77FF"/>
                </a:gs>
                <a:gs pos="100000">
                  <a:srgbClr val="0B77FF"/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6"/>
            <p:cNvSpPr/>
            <p:nvPr/>
          </p:nvSpPr>
          <p:spPr>
            <a:xfrm>
              <a:off x="6299734" y="5991336"/>
              <a:ext cx="343125" cy="510539"/>
            </a:xfrm>
            <a:custGeom>
              <a:avLst/>
              <a:gdLst/>
              <a:ahLst/>
              <a:cxnLst/>
              <a:rect l="l" t="t" r="r" b="b"/>
              <a:pathLst>
                <a:path w="343125" h="510539" extrusionOk="0">
                  <a:moveTo>
                    <a:pt x="334946" y="54855"/>
                  </a:moveTo>
                  <a:cubicBezTo>
                    <a:pt x="329779" y="49672"/>
                    <a:pt x="322891" y="46648"/>
                    <a:pt x="315142" y="46648"/>
                  </a:cubicBezTo>
                  <a:lnTo>
                    <a:pt x="210955" y="46648"/>
                  </a:lnTo>
                  <a:cubicBezTo>
                    <a:pt x="210955" y="45784"/>
                    <a:pt x="210955" y="44921"/>
                    <a:pt x="210955" y="44489"/>
                  </a:cubicBezTo>
                  <a:lnTo>
                    <a:pt x="210955" y="18573"/>
                  </a:lnTo>
                  <a:cubicBezTo>
                    <a:pt x="210955" y="13390"/>
                    <a:pt x="208803" y="8639"/>
                    <a:pt x="205359" y="5615"/>
                  </a:cubicBezTo>
                  <a:cubicBezTo>
                    <a:pt x="201914" y="2160"/>
                    <a:pt x="197179" y="0"/>
                    <a:pt x="192443" y="0"/>
                  </a:cubicBezTo>
                  <a:lnTo>
                    <a:pt x="150682" y="0"/>
                  </a:lnTo>
                  <a:cubicBezTo>
                    <a:pt x="145516" y="0"/>
                    <a:pt x="140780" y="2160"/>
                    <a:pt x="137767" y="5615"/>
                  </a:cubicBezTo>
                  <a:lnTo>
                    <a:pt x="137767" y="5615"/>
                  </a:lnTo>
                  <a:cubicBezTo>
                    <a:pt x="134323" y="9071"/>
                    <a:pt x="132170" y="13822"/>
                    <a:pt x="132170" y="18573"/>
                  </a:cubicBezTo>
                  <a:lnTo>
                    <a:pt x="132170" y="44489"/>
                  </a:lnTo>
                  <a:cubicBezTo>
                    <a:pt x="132170" y="45353"/>
                    <a:pt x="132170" y="46216"/>
                    <a:pt x="132170" y="46648"/>
                  </a:cubicBezTo>
                  <a:lnTo>
                    <a:pt x="27984" y="46648"/>
                  </a:lnTo>
                  <a:cubicBezTo>
                    <a:pt x="20235" y="46648"/>
                    <a:pt x="13346" y="49672"/>
                    <a:pt x="8180" y="54855"/>
                  </a:cubicBezTo>
                  <a:lnTo>
                    <a:pt x="8180" y="54855"/>
                  </a:lnTo>
                  <a:cubicBezTo>
                    <a:pt x="3014" y="60038"/>
                    <a:pt x="0" y="66949"/>
                    <a:pt x="0" y="74724"/>
                  </a:cubicBezTo>
                  <a:lnTo>
                    <a:pt x="0" y="255702"/>
                  </a:lnTo>
                  <a:cubicBezTo>
                    <a:pt x="0" y="263477"/>
                    <a:pt x="3014" y="270387"/>
                    <a:pt x="8180" y="275571"/>
                  </a:cubicBezTo>
                  <a:lnTo>
                    <a:pt x="8180" y="275571"/>
                  </a:lnTo>
                  <a:cubicBezTo>
                    <a:pt x="13346" y="280754"/>
                    <a:pt x="20235" y="283777"/>
                    <a:pt x="27984" y="283777"/>
                  </a:cubicBezTo>
                  <a:lnTo>
                    <a:pt x="132170" y="283777"/>
                  </a:lnTo>
                  <a:lnTo>
                    <a:pt x="132170" y="315740"/>
                  </a:lnTo>
                  <a:lnTo>
                    <a:pt x="27984" y="315740"/>
                  </a:lnTo>
                  <a:cubicBezTo>
                    <a:pt x="20235" y="315740"/>
                    <a:pt x="13346" y="318763"/>
                    <a:pt x="8180" y="323947"/>
                  </a:cubicBezTo>
                  <a:lnTo>
                    <a:pt x="8180" y="323947"/>
                  </a:lnTo>
                  <a:cubicBezTo>
                    <a:pt x="3014" y="329130"/>
                    <a:pt x="0" y="336041"/>
                    <a:pt x="0" y="343815"/>
                  </a:cubicBezTo>
                  <a:lnTo>
                    <a:pt x="0" y="482464"/>
                  </a:lnTo>
                  <a:cubicBezTo>
                    <a:pt x="0" y="490239"/>
                    <a:pt x="3014" y="497150"/>
                    <a:pt x="8180" y="502333"/>
                  </a:cubicBezTo>
                  <a:lnTo>
                    <a:pt x="8180" y="502333"/>
                  </a:lnTo>
                  <a:cubicBezTo>
                    <a:pt x="13346" y="507516"/>
                    <a:pt x="20235" y="510540"/>
                    <a:pt x="27984" y="510540"/>
                  </a:cubicBezTo>
                  <a:lnTo>
                    <a:pt x="315142" y="510540"/>
                  </a:lnTo>
                  <a:cubicBezTo>
                    <a:pt x="322891" y="510540"/>
                    <a:pt x="329779" y="507516"/>
                    <a:pt x="334946" y="502333"/>
                  </a:cubicBezTo>
                  <a:lnTo>
                    <a:pt x="334946" y="502333"/>
                  </a:lnTo>
                  <a:cubicBezTo>
                    <a:pt x="340112" y="497150"/>
                    <a:pt x="343125" y="490239"/>
                    <a:pt x="343125" y="482464"/>
                  </a:cubicBezTo>
                  <a:lnTo>
                    <a:pt x="343125" y="343815"/>
                  </a:lnTo>
                  <a:cubicBezTo>
                    <a:pt x="343125" y="336041"/>
                    <a:pt x="340112" y="329130"/>
                    <a:pt x="334946" y="323947"/>
                  </a:cubicBezTo>
                  <a:lnTo>
                    <a:pt x="334946" y="323947"/>
                  </a:lnTo>
                  <a:cubicBezTo>
                    <a:pt x="329779" y="318763"/>
                    <a:pt x="322891" y="315740"/>
                    <a:pt x="315142" y="315740"/>
                  </a:cubicBezTo>
                  <a:lnTo>
                    <a:pt x="210955" y="315740"/>
                  </a:lnTo>
                  <a:lnTo>
                    <a:pt x="210955" y="283777"/>
                  </a:lnTo>
                  <a:lnTo>
                    <a:pt x="314711" y="283777"/>
                  </a:lnTo>
                  <a:cubicBezTo>
                    <a:pt x="322460" y="283777"/>
                    <a:pt x="329349" y="280754"/>
                    <a:pt x="334515" y="275571"/>
                  </a:cubicBezTo>
                  <a:lnTo>
                    <a:pt x="334515" y="275571"/>
                  </a:lnTo>
                  <a:cubicBezTo>
                    <a:pt x="339681" y="270387"/>
                    <a:pt x="342695" y="263477"/>
                    <a:pt x="342695" y="255702"/>
                  </a:cubicBezTo>
                  <a:lnTo>
                    <a:pt x="342695" y="74724"/>
                  </a:lnTo>
                  <a:cubicBezTo>
                    <a:pt x="343125" y="66949"/>
                    <a:pt x="339681" y="60038"/>
                    <a:pt x="334946" y="54855"/>
                  </a:cubicBezTo>
                  <a:lnTo>
                    <a:pt x="334946" y="54855"/>
                  </a:lnTo>
                  <a:close/>
                  <a:moveTo>
                    <a:pt x="148530" y="18141"/>
                  </a:moveTo>
                  <a:cubicBezTo>
                    <a:pt x="148530" y="17709"/>
                    <a:pt x="148960" y="16845"/>
                    <a:pt x="149391" y="16413"/>
                  </a:cubicBezTo>
                  <a:lnTo>
                    <a:pt x="149391" y="16413"/>
                  </a:lnTo>
                  <a:cubicBezTo>
                    <a:pt x="149821" y="15981"/>
                    <a:pt x="150252" y="15549"/>
                    <a:pt x="151113" y="15549"/>
                  </a:cubicBezTo>
                  <a:lnTo>
                    <a:pt x="192874" y="15549"/>
                  </a:lnTo>
                  <a:cubicBezTo>
                    <a:pt x="193304" y="15549"/>
                    <a:pt x="194165" y="15981"/>
                    <a:pt x="194596" y="16413"/>
                  </a:cubicBezTo>
                  <a:cubicBezTo>
                    <a:pt x="195026" y="16845"/>
                    <a:pt x="195457" y="17277"/>
                    <a:pt x="195457" y="18141"/>
                  </a:cubicBezTo>
                  <a:lnTo>
                    <a:pt x="195457" y="44057"/>
                  </a:lnTo>
                  <a:cubicBezTo>
                    <a:pt x="195457" y="44489"/>
                    <a:pt x="195026" y="45353"/>
                    <a:pt x="194596" y="45784"/>
                  </a:cubicBezTo>
                  <a:cubicBezTo>
                    <a:pt x="194165" y="46216"/>
                    <a:pt x="193735" y="46648"/>
                    <a:pt x="192874" y="46648"/>
                  </a:cubicBezTo>
                  <a:lnTo>
                    <a:pt x="150682" y="46648"/>
                  </a:lnTo>
                  <a:cubicBezTo>
                    <a:pt x="150252" y="46648"/>
                    <a:pt x="149391" y="46216"/>
                    <a:pt x="148960" y="45784"/>
                  </a:cubicBezTo>
                  <a:lnTo>
                    <a:pt x="148960" y="45784"/>
                  </a:lnTo>
                  <a:cubicBezTo>
                    <a:pt x="148530" y="45353"/>
                    <a:pt x="148099" y="44921"/>
                    <a:pt x="148099" y="44057"/>
                  </a:cubicBezTo>
                  <a:lnTo>
                    <a:pt x="148099" y="18141"/>
                  </a:lnTo>
                  <a:close/>
                  <a:moveTo>
                    <a:pt x="314711" y="331721"/>
                  </a:moveTo>
                  <a:cubicBezTo>
                    <a:pt x="318155" y="331721"/>
                    <a:pt x="320738" y="333017"/>
                    <a:pt x="322891" y="335177"/>
                  </a:cubicBezTo>
                  <a:lnTo>
                    <a:pt x="322891" y="335177"/>
                  </a:lnTo>
                  <a:cubicBezTo>
                    <a:pt x="325044" y="337336"/>
                    <a:pt x="326335" y="340360"/>
                    <a:pt x="326335" y="343815"/>
                  </a:cubicBezTo>
                  <a:lnTo>
                    <a:pt x="326335" y="482464"/>
                  </a:lnTo>
                  <a:cubicBezTo>
                    <a:pt x="326335" y="485920"/>
                    <a:pt x="325044" y="488943"/>
                    <a:pt x="322891" y="491103"/>
                  </a:cubicBezTo>
                  <a:lnTo>
                    <a:pt x="322891" y="491103"/>
                  </a:lnTo>
                  <a:cubicBezTo>
                    <a:pt x="320738" y="493263"/>
                    <a:pt x="317725" y="494558"/>
                    <a:pt x="314711" y="494558"/>
                  </a:cubicBezTo>
                  <a:lnTo>
                    <a:pt x="27984" y="494558"/>
                  </a:lnTo>
                  <a:cubicBezTo>
                    <a:pt x="24540" y="494558"/>
                    <a:pt x="21957" y="493263"/>
                    <a:pt x="19373" y="491103"/>
                  </a:cubicBezTo>
                  <a:cubicBezTo>
                    <a:pt x="17221" y="488943"/>
                    <a:pt x="15929" y="485920"/>
                    <a:pt x="15929" y="482464"/>
                  </a:cubicBezTo>
                  <a:lnTo>
                    <a:pt x="15929" y="343815"/>
                  </a:lnTo>
                  <a:cubicBezTo>
                    <a:pt x="15929" y="340360"/>
                    <a:pt x="17221" y="337336"/>
                    <a:pt x="19373" y="335177"/>
                  </a:cubicBezTo>
                  <a:cubicBezTo>
                    <a:pt x="21526" y="333017"/>
                    <a:pt x="24540" y="331721"/>
                    <a:pt x="27984" y="331721"/>
                  </a:cubicBezTo>
                  <a:lnTo>
                    <a:pt x="314711" y="331721"/>
                  </a:lnTo>
                  <a:close/>
                  <a:moveTo>
                    <a:pt x="148530" y="315740"/>
                  </a:moveTo>
                  <a:lnTo>
                    <a:pt x="148530" y="283777"/>
                  </a:lnTo>
                  <a:lnTo>
                    <a:pt x="195026" y="283777"/>
                  </a:lnTo>
                  <a:lnTo>
                    <a:pt x="195026" y="315740"/>
                  </a:lnTo>
                  <a:lnTo>
                    <a:pt x="148530" y="315740"/>
                  </a:lnTo>
                  <a:close/>
                  <a:moveTo>
                    <a:pt x="326766" y="255702"/>
                  </a:moveTo>
                  <a:cubicBezTo>
                    <a:pt x="326766" y="259157"/>
                    <a:pt x="325474" y="262181"/>
                    <a:pt x="323321" y="263909"/>
                  </a:cubicBezTo>
                  <a:lnTo>
                    <a:pt x="323321" y="263909"/>
                  </a:lnTo>
                  <a:cubicBezTo>
                    <a:pt x="321169" y="266068"/>
                    <a:pt x="318155" y="267364"/>
                    <a:pt x="315142" y="267364"/>
                  </a:cubicBezTo>
                  <a:lnTo>
                    <a:pt x="27984" y="267364"/>
                  </a:lnTo>
                  <a:cubicBezTo>
                    <a:pt x="24540" y="267364"/>
                    <a:pt x="21957" y="266068"/>
                    <a:pt x="19373" y="263909"/>
                  </a:cubicBezTo>
                  <a:lnTo>
                    <a:pt x="19373" y="263909"/>
                  </a:lnTo>
                  <a:cubicBezTo>
                    <a:pt x="17221" y="261749"/>
                    <a:pt x="15929" y="258725"/>
                    <a:pt x="15929" y="255702"/>
                  </a:cubicBezTo>
                  <a:lnTo>
                    <a:pt x="15929" y="74724"/>
                  </a:lnTo>
                  <a:cubicBezTo>
                    <a:pt x="15929" y="71268"/>
                    <a:pt x="17221" y="68677"/>
                    <a:pt x="19373" y="66085"/>
                  </a:cubicBezTo>
                  <a:cubicBezTo>
                    <a:pt x="21526" y="63925"/>
                    <a:pt x="24540" y="62630"/>
                    <a:pt x="27984" y="62630"/>
                  </a:cubicBezTo>
                  <a:lnTo>
                    <a:pt x="150682" y="62630"/>
                  </a:lnTo>
                  <a:lnTo>
                    <a:pt x="150682" y="62630"/>
                  </a:lnTo>
                  <a:lnTo>
                    <a:pt x="192443" y="62630"/>
                  </a:lnTo>
                  <a:lnTo>
                    <a:pt x="192443" y="62630"/>
                  </a:lnTo>
                  <a:lnTo>
                    <a:pt x="314711" y="62630"/>
                  </a:lnTo>
                  <a:cubicBezTo>
                    <a:pt x="318155" y="62630"/>
                    <a:pt x="320738" y="63925"/>
                    <a:pt x="322891" y="66085"/>
                  </a:cubicBezTo>
                  <a:lnTo>
                    <a:pt x="322891" y="66085"/>
                  </a:lnTo>
                  <a:cubicBezTo>
                    <a:pt x="325044" y="68245"/>
                    <a:pt x="326335" y="71268"/>
                    <a:pt x="326335" y="74724"/>
                  </a:cubicBezTo>
                  <a:lnTo>
                    <a:pt x="326335" y="255702"/>
                  </a:lnTo>
                  <a:close/>
                </a:path>
              </a:pathLst>
            </a:custGeom>
            <a:gradFill>
              <a:gsLst>
                <a:gs pos="0">
                  <a:srgbClr val="06EEFD"/>
                </a:gs>
                <a:gs pos="95000">
                  <a:srgbClr val="0B77FF"/>
                </a:gs>
                <a:gs pos="100000">
                  <a:srgbClr val="0B77FF"/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6"/>
            <p:cNvSpPr/>
            <p:nvPr/>
          </p:nvSpPr>
          <p:spPr>
            <a:xfrm>
              <a:off x="6511120" y="6124802"/>
              <a:ext cx="68883" cy="69108"/>
            </a:xfrm>
            <a:custGeom>
              <a:avLst/>
              <a:gdLst/>
              <a:ahLst/>
              <a:cxnLst/>
              <a:rect l="l" t="t" r="r" b="b"/>
              <a:pathLst>
                <a:path w="68883" h="69108" extrusionOk="0">
                  <a:moveTo>
                    <a:pt x="34442" y="0"/>
                  </a:moveTo>
                  <a:cubicBezTo>
                    <a:pt x="15499" y="0"/>
                    <a:pt x="0" y="15549"/>
                    <a:pt x="0" y="34554"/>
                  </a:cubicBezTo>
                  <a:cubicBezTo>
                    <a:pt x="0" y="53559"/>
                    <a:pt x="15499" y="69109"/>
                    <a:pt x="34442" y="69109"/>
                  </a:cubicBezTo>
                  <a:cubicBezTo>
                    <a:pt x="53385" y="69109"/>
                    <a:pt x="68883" y="53559"/>
                    <a:pt x="68883" y="34554"/>
                  </a:cubicBezTo>
                  <a:cubicBezTo>
                    <a:pt x="68883" y="15549"/>
                    <a:pt x="53385" y="0"/>
                    <a:pt x="34442" y="0"/>
                  </a:cubicBezTo>
                  <a:close/>
                </a:path>
              </a:pathLst>
            </a:custGeom>
            <a:gradFill>
              <a:gsLst>
                <a:gs pos="0">
                  <a:srgbClr val="06EEFD"/>
                </a:gs>
                <a:gs pos="95000">
                  <a:srgbClr val="0B77FF"/>
                </a:gs>
                <a:gs pos="100000">
                  <a:srgbClr val="0B77FF"/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6"/>
            <p:cNvSpPr/>
            <p:nvPr/>
          </p:nvSpPr>
          <p:spPr>
            <a:xfrm>
              <a:off x="6364312" y="6124802"/>
              <a:ext cx="68883" cy="69108"/>
            </a:xfrm>
            <a:custGeom>
              <a:avLst/>
              <a:gdLst/>
              <a:ahLst/>
              <a:cxnLst/>
              <a:rect l="l" t="t" r="r" b="b"/>
              <a:pathLst>
                <a:path w="68883" h="69108" extrusionOk="0">
                  <a:moveTo>
                    <a:pt x="34442" y="0"/>
                  </a:moveTo>
                  <a:cubicBezTo>
                    <a:pt x="15499" y="0"/>
                    <a:pt x="0" y="15549"/>
                    <a:pt x="0" y="34554"/>
                  </a:cubicBezTo>
                  <a:cubicBezTo>
                    <a:pt x="0" y="53559"/>
                    <a:pt x="15499" y="69109"/>
                    <a:pt x="34442" y="69109"/>
                  </a:cubicBezTo>
                  <a:cubicBezTo>
                    <a:pt x="53385" y="69109"/>
                    <a:pt x="68883" y="53559"/>
                    <a:pt x="68883" y="34554"/>
                  </a:cubicBezTo>
                  <a:cubicBezTo>
                    <a:pt x="68883" y="15549"/>
                    <a:pt x="53385" y="0"/>
                    <a:pt x="34442" y="0"/>
                  </a:cubicBezTo>
                  <a:close/>
                </a:path>
              </a:pathLst>
            </a:custGeom>
            <a:gradFill>
              <a:gsLst>
                <a:gs pos="0">
                  <a:srgbClr val="06EEFD"/>
                </a:gs>
                <a:gs pos="95000">
                  <a:srgbClr val="0B77FF"/>
                </a:gs>
                <a:gs pos="100000">
                  <a:srgbClr val="0B77FF"/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6"/>
            <p:cNvSpPr/>
            <p:nvPr/>
          </p:nvSpPr>
          <p:spPr>
            <a:xfrm>
              <a:off x="6661372" y="6105355"/>
              <a:ext cx="24109" cy="94602"/>
            </a:xfrm>
            <a:custGeom>
              <a:avLst/>
              <a:gdLst/>
              <a:ahLst/>
              <a:cxnLst/>
              <a:rect l="l" t="t" r="r" b="b"/>
              <a:pathLst>
                <a:path w="24109" h="94602" extrusionOk="0">
                  <a:moveTo>
                    <a:pt x="24109" y="28518"/>
                  </a:moveTo>
                  <a:cubicBezTo>
                    <a:pt x="24109" y="12536"/>
                    <a:pt x="13346" y="-421"/>
                    <a:pt x="0" y="10"/>
                  </a:cubicBezTo>
                  <a:lnTo>
                    <a:pt x="431" y="94603"/>
                  </a:lnTo>
                  <a:cubicBezTo>
                    <a:pt x="13777" y="94603"/>
                    <a:pt x="24109" y="81645"/>
                    <a:pt x="24109" y="65664"/>
                  </a:cubicBezTo>
                  <a:lnTo>
                    <a:pt x="24109" y="28518"/>
                  </a:lnTo>
                  <a:close/>
                </a:path>
              </a:pathLst>
            </a:custGeom>
            <a:gradFill>
              <a:gsLst>
                <a:gs pos="0">
                  <a:srgbClr val="06EEFD"/>
                </a:gs>
                <a:gs pos="95000">
                  <a:srgbClr val="0B77FF"/>
                </a:gs>
                <a:gs pos="100000">
                  <a:srgbClr val="0B77FF"/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6"/>
            <p:cNvSpPr/>
            <p:nvPr/>
          </p:nvSpPr>
          <p:spPr>
            <a:xfrm>
              <a:off x="6257100" y="6104933"/>
              <a:ext cx="24552" cy="94602"/>
            </a:xfrm>
            <a:custGeom>
              <a:avLst/>
              <a:gdLst/>
              <a:ahLst/>
              <a:cxnLst/>
              <a:rect l="l" t="t" r="r" b="b"/>
              <a:pathLst>
                <a:path w="24552" h="94602" extrusionOk="0">
                  <a:moveTo>
                    <a:pt x="12" y="28939"/>
                  </a:moveTo>
                  <a:lnTo>
                    <a:pt x="443" y="66085"/>
                  </a:lnTo>
                  <a:cubicBezTo>
                    <a:pt x="443" y="82066"/>
                    <a:pt x="11206" y="95024"/>
                    <a:pt x="24552" y="94592"/>
                  </a:cubicBezTo>
                  <a:lnTo>
                    <a:pt x="24122" y="0"/>
                  </a:lnTo>
                  <a:cubicBezTo>
                    <a:pt x="10345" y="432"/>
                    <a:pt x="-418" y="13390"/>
                    <a:pt x="12" y="28939"/>
                  </a:cubicBezTo>
                  <a:close/>
                </a:path>
              </a:pathLst>
            </a:custGeom>
            <a:gradFill>
              <a:gsLst>
                <a:gs pos="0">
                  <a:srgbClr val="06EEFD"/>
                </a:gs>
                <a:gs pos="95000">
                  <a:srgbClr val="0B77FF"/>
                </a:gs>
                <a:gs pos="100000">
                  <a:srgbClr val="0B77FF"/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0" name="Google Shape;100;p6"/>
          <p:cNvGrpSpPr/>
          <p:nvPr/>
        </p:nvGrpSpPr>
        <p:grpSpPr>
          <a:xfrm>
            <a:off x="4293299" y="5700913"/>
            <a:ext cx="579200" cy="252302"/>
            <a:chOff x="4281245" y="6063858"/>
            <a:chExt cx="713687" cy="310886"/>
          </a:xfrm>
        </p:grpSpPr>
        <p:grpSp>
          <p:nvGrpSpPr>
            <p:cNvPr id="101" name="Google Shape;101;p6"/>
            <p:cNvGrpSpPr/>
            <p:nvPr/>
          </p:nvGrpSpPr>
          <p:grpSpPr>
            <a:xfrm>
              <a:off x="4281245" y="6063858"/>
              <a:ext cx="713687" cy="284341"/>
              <a:chOff x="4281245" y="6063858"/>
              <a:chExt cx="713687" cy="284341"/>
            </a:xfrm>
          </p:grpSpPr>
          <p:sp>
            <p:nvSpPr>
              <p:cNvPr id="102" name="Google Shape;102;p6"/>
              <p:cNvSpPr/>
              <p:nvPr/>
            </p:nvSpPr>
            <p:spPr>
              <a:xfrm>
                <a:off x="4541274" y="6322051"/>
                <a:ext cx="242314" cy="26148"/>
              </a:xfrm>
              <a:custGeom>
                <a:avLst/>
                <a:gdLst/>
                <a:ahLst/>
                <a:cxnLst/>
                <a:rect l="l" t="t" r="r" b="b"/>
                <a:pathLst>
                  <a:path w="242314" h="26148" extrusionOk="0">
                    <a:moveTo>
                      <a:pt x="234040" y="5151"/>
                    </a:moveTo>
                    <a:lnTo>
                      <a:pt x="108746" y="792"/>
                    </a:lnTo>
                    <a:cubicBezTo>
                      <a:pt x="77619" y="792"/>
                      <a:pt x="42159" y="396"/>
                      <a:pt x="6698" y="0"/>
                    </a:cubicBezTo>
                    <a:cubicBezTo>
                      <a:pt x="5516" y="7132"/>
                      <a:pt x="3152" y="14263"/>
                      <a:pt x="0" y="20602"/>
                    </a:cubicBezTo>
                    <a:cubicBezTo>
                      <a:pt x="35855" y="20998"/>
                      <a:pt x="72891" y="20998"/>
                      <a:pt x="108352" y="21395"/>
                    </a:cubicBezTo>
                    <a:lnTo>
                      <a:pt x="242314" y="26149"/>
                    </a:lnTo>
                    <a:cubicBezTo>
                      <a:pt x="238768" y="19414"/>
                      <a:pt x="236010" y="12282"/>
                      <a:pt x="234040" y="5151"/>
                    </a:cubicBezTo>
                    <a:close/>
                  </a:path>
                </a:pathLst>
              </a:custGeom>
              <a:gradFill>
                <a:gsLst>
                  <a:gs pos="0">
                    <a:srgbClr val="06EEFD"/>
                  </a:gs>
                  <a:gs pos="95000">
                    <a:srgbClr val="0B77FF"/>
                  </a:gs>
                  <a:gs pos="100000">
                    <a:srgbClr val="0B77FF"/>
                  </a:gs>
                </a:gsLst>
                <a:lin ang="162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" name="Google Shape;103;p6"/>
              <p:cNvSpPr/>
              <p:nvPr/>
            </p:nvSpPr>
            <p:spPr>
              <a:xfrm>
                <a:off x="4281245" y="6063858"/>
                <a:ext cx="713687" cy="276813"/>
              </a:xfrm>
              <a:custGeom>
                <a:avLst/>
                <a:gdLst/>
                <a:ahLst/>
                <a:cxnLst/>
                <a:rect l="l" t="t" r="r" b="b"/>
                <a:pathLst>
                  <a:path w="713687" h="276813" extrusionOk="0">
                    <a:moveTo>
                      <a:pt x="712350" y="190443"/>
                    </a:moveTo>
                    <a:cubicBezTo>
                      <a:pt x="711956" y="187273"/>
                      <a:pt x="711168" y="183707"/>
                      <a:pt x="710774" y="180538"/>
                    </a:cubicBezTo>
                    <a:cubicBezTo>
                      <a:pt x="708410" y="168256"/>
                      <a:pt x="706440" y="156370"/>
                      <a:pt x="708410" y="145673"/>
                    </a:cubicBezTo>
                    <a:cubicBezTo>
                      <a:pt x="710774" y="132994"/>
                      <a:pt x="708016" y="123089"/>
                      <a:pt x="705651" y="113977"/>
                    </a:cubicBezTo>
                    <a:cubicBezTo>
                      <a:pt x="704863" y="111203"/>
                      <a:pt x="704075" y="108034"/>
                      <a:pt x="703287" y="105261"/>
                    </a:cubicBezTo>
                    <a:cubicBezTo>
                      <a:pt x="702105" y="100110"/>
                      <a:pt x="698559" y="95752"/>
                      <a:pt x="693831" y="93771"/>
                    </a:cubicBezTo>
                    <a:cubicBezTo>
                      <a:pt x="678859" y="86243"/>
                      <a:pt x="663493" y="77527"/>
                      <a:pt x="648914" y="69603"/>
                    </a:cubicBezTo>
                    <a:cubicBezTo>
                      <a:pt x="622122" y="54944"/>
                      <a:pt x="594541" y="39492"/>
                      <a:pt x="566173" y="27606"/>
                    </a:cubicBezTo>
                    <a:cubicBezTo>
                      <a:pt x="513376" y="5815"/>
                      <a:pt x="455457" y="-3297"/>
                      <a:pt x="398326" y="1061"/>
                    </a:cubicBezTo>
                    <a:cubicBezTo>
                      <a:pt x="352621" y="3834"/>
                      <a:pt x="308886" y="18097"/>
                      <a:pt x="263575" y="44642"/>
                    </a:cubicBezTo>
                    <a:cubicBezTo>
                      <a:pt x="257271" y="48604"/>
                      <a:pt x="250573" y="52170"/>
                      <a:pt x="243875" y="55736"/>
                    </a:cubicBezTo>
                    <a:cubicBezTo>
                      <a:pt x="234025" y="61283"/>
                      <a:pt x="223781" y="66829"/>
                      <a:pt x="213537" y="73169"/>
                    </a:cubicBezTo>
                    <a:cubicBezTo>
                      <a:pt x="196200" y="84262"/>
                      <a:pt x="177288" y="86243"/>
                      <a:pt x="157193" y="88224"/>
                    </a:cubicBezTo>
                    <a:lnTo>
                      <a:pt x="156011" y="88224"/>
                    </a:lnTo>
                    <a:cubicBezTo>
                      <a:pt x="127643" y="91394"/>
                      <a:pt x="100062" y="94959"/>
                      <a:pt x="72876" y="103676"/>
                    </a:cubicBezTo>
                    <a:cubicBezTo>
                      <a:pt x="50024" y="110015"/>
                      <a:pt x="29535" y="124278"/>
                      <a:pt x="15351" y="143692"/>
                    </a:cubicBezTo>
                    <a:cubicBezTo>
                      <a:pt x="15351" y="143692"/>
                      <a:pt x="15351" y="143692"/>
                      <a:pt x="15351" y="143692"/>
                    </a:cubicBezTo>
                    <a:cubicBezTo>
                      <a:pt x="-1591" y="167067"/>
                      <a:pt x="-5137" y="209856"/>
                      <a:pt x="7865" y="236798"/>
                    </a:cubicBezTo>
                    <a:cubicBezTo>
                      <a:pt x="11805" y="244722"/>
                      <a:pt x="17715" y="251853"/>
                      <a:pt x="25201" y="256608"/>
                    </a:cubicBezTo>
                    <a:cubicBezTo>
                      <a:pt x="35839" y="263739"/>
                      <a:pt x="46871" y="269682"/>
                      <a:pt x="58692" y="274040"/>
                    </a:cubicBezTo>
                    <a:cubicBezTo>
                      <a:pt x="61844" y="275229"/>
                      <a:pt x="82332" y="276021"/>
                      <a:pt x="113065" y="276814"/>
                    </a:cubicBezTo>
                    <a:cubicBezTo>
                      <a:pt x="110307" y="270474"/>
                      <a:pt x="108337" y="263343"/>
                      <a:pt x="107155" y="256211"/>
                    </a:cubicBezTo>
                    <a:cubicBezTo>
                      <a:pt x="84696" y="255815"/>
                      <a:pt x="69330" y="255023"/>
                      <a:pt x="65390" y="254627"/>
                    </a:cubicBezTo>
                    <a:cubicBezTo>
                      <a:pt x="55146" y="250665"/>
                      <a:pt x="45689" y="245910"/>
                      <a:pt x="36627" y="239571"/>
                    </a:cubicBezTo>
                    <a:cubicBezTo>
                      <a:pt x="32293" y="236798"/>
                      <a:pt x="28747" y="232440"/>
                      <a:pt x="26383" y="227685"/>
                    </a:cubicBezTo>
                    <a:cubicBezTo>
                      <a:pt x="16927" y="207875"/>
                      <a:pt x="19685" y="173010"/>
                      <a:pt x="31899" y="155577"/>
                    </a:cubicBezTo>
                    <a:cubicBezTo>
                      <a:pt x="43325" y="140126"/>
                      <a:pt x="59874" y="128636"/>
                      <a:pt x="78392" y="123089"/>
                    </a:cubicBezTo>
                    <a:cubicBezTo>
                      <a:pt x="104003" y="115165"/>
                      <a:pt x="130401" y="111600"/>
                      <a:pt x="157587" y="108430"/>
                    </a:cubicBezTo>
                    <a:lnTo>
                      <a:pt x="158770" y="108430"/>
                    </a:lnTo>
                    <a:cubicBezTo>
                      <a:pt x="180440" y="106053"/>
                      <a:pt x="202504" y="103676"/>
                      <a:pt x="223781" y="90205"/>
                    </a:cubicBezTo>
                    <a:cubicBezTo>
                      <a:pt x="233237" y="84262"/>
                      <a:pt x="243087" y="78715"/>
                      <a:pt x="252937" y="73565"/>
                    </a:cubicBezTo>
                    <a:cubicBezTo>
                      <a:pt x="259635" y="69999"/>
                      <a:pt x="266333" y="66037"/>
                      <a:pt x="273032" y="62471"/>
                    </a:cubicBezTo>
                    <a:cubicBezTo>
                      <a:pt x="315190" y="37511"/>
                      <a:pt x="356167" y="24040"/>
                      <a:pt x="398326" y="20871"/>
                    </a:cubicBezTo>
                    <a:cubicBezTo>
                      <a:pt x="452305" y="16909"/>
                      <a:pt x="507072" y="25625"/>
                      <a:pt x="557111" y="46227"/>
                    </a:cubicBezTo>
                    <a:cubicBezTo>
                      <a:pt x="584691" y="57321"/>
                      <a:pt x="611484" y="72376"/>
                      <a:pt x="637488" y="87036"/>
                    </a:cubicBezTo>
                    <a:cubicBezTo>
                      <a:pt x="652067" y="95356"/>
                      <a:pt x="667433" y="103676"/>
                      <a:pt x="682405" y="111203"/>
                    </a:cubicBezTo>
                    <a:cubicBezTo>
                      <a:pt x="683193" y="113977"/>
                      <a:pt x="683981" y="116750"/>
                      <a:pt x="684375" y="119127"/>
                    </a:cubicBezTo>
                    <a:cubicBezTo>
                      <a:pt x="686739" y="127051"/>
                      <a:pt x="688315" y="133390"/>
                      <a:pt x="686739" y="140918"/>
                    </a:cubicBezTo>
                    <a:cubicBezTo>
                      <a:pt x="683981" y="155577"/>
                      <a:pt x="686345" y="169841"/>
                      <a:pt x="689103" y="183707"/>
                    </a:cubicBezTo>
                    <a:cubicBezTo>
                      <a:pt x="689497" y="186877"/>
                      <a:pt x="690285" y="190047"/>
                      <a:pt x="690679" y="193216"/>
                    </a:cubicBezTo>
                    <a:cubicBezTo>
                      <a:pt x="694225" y="217384"/>
                      <a:pt x="689891" y="230855"/>
                      <a:pt x="672555" y="245514"/>
                    </a:cubicBezTo>
                    <a:cubicBezTo>
                      <a:pt x="669403" y="246703"/>
                      <a:pt x="661917" y="247891"/>
                      <a:pt x="651673" y="249872"/>
                    </a:cubicBezTo>
                    <a:cubicBezTo>
                      <a:pt x="651279" y="257400"/>
                      <a:pt x="649702" y="264532"/>
                      <a:pt x="646944" y="271663"/>
                    </a:cubicBezTo>
                    <a:cubicBezTo>
                      <a:pt x="679647" y="266513"/>
                      <a:pt x="682405" y="264135"/>
                      <a:pt x="684769" y="262551"/>
                    </a:cubicBezTo>
                    <a:cubicBezTo>
                      <a:pt x="709592" y="242741"/>
                      <a:pt x="717078" y="222138"/>
                      <a:pt x="712350" y="190443"/>
                    </a:cubicBezTo>
                    <a:close/>
                  </a:path>
                </a:pathLst>
              </a:custGeom>
              <a:gradFill>
                <a:gsLst>
                  <a:gs pos="0">
                    <a:srgbClr val="06EEFD"/>
                  </a:gs>
                  <a:gs pos="95000">
                    <a:srgbClr val="0B77FF"/>
                  </a:gs>
                  <a:gs pos="100000">
                    <a:srgbClr val="0B77FF"/>
                  </a:gs>
                </a:gsLst>
                <a:lin ang="162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4" name="Google Shape;104;p6"/>
            <p:cNvSpPr/>
            <p:nvPr/>
          </p:nvSpPr>
          <p:spPr>
            <a:xfrm>
              <a:off x="4638439" y="6138612"/>
              <a:ext cx="110083" cy="171082"/>
            </a:xfrm>
            <a:custGeom>
              <a:avLst/>
              <a:gdLst/>
              <a:ahLst/>
              <a:cxnLst/>
              <a:rect l="l" t="t" r="r" b="b"/>
              <a:pathLst>
                <a:path w="110083" h="171082" extrusionOk="0">
                  <a:moveTo>
                    <a:pt x="61620" y="0"/>
                  </a:moveTo>
                  <a:lnTo>
                    <a:pt x="106931" y="0"/>
                  </a:lnTo>
                  <a:cubicBezTo>
                    <a:pt x="108507" y="0"/>
                    <a:pt x="110083" y="1189"/>
                    <a:pt x="110083" y="3170"/>
                  </a:cubicBezTo>
                  <a:cubicBezTo>
                    <a:pt x="110083" y="3962"/>
                    <a:pt x="109689" y="4358"/>
                    <a:pt x="109295" y="5151"/>
                  </a:cubicBezTo>
                  <a:lnTo>
                    <a:pt x="63984" y="60618"/>
                  </a:lnTo>
                  <a:cubicBezTo>
                    <a:pt x="62802" y="61807"/>
                    <a:pt x="63196" y="63788"/>
                    <a:pt x="64378" y="64976"/>
                  </a:cubicBezTo>
                  <a:cubicBezTo>
                    <a:pt x="64772" y="65372"/>
                    <a:pt x="65560" y="65769"/>
                    <a:pt x="66348" y="65769"/>
                  </a:cubicBezTo>
                  <a:lnTo>
                    <a:pt x="101415" y="65769"/>
                  </a:lnTo>
                  <a:cubicBezTo>
                    <a:pt x="102991" y="65769"/>
                    <a:pt x="104567" y="66957"/>
                    <a:pt x="104567" y="68938"/>
                  </a:cubicBezTo>
                  <a:cubicBezTo>
                    <a:pt x="104567" y="69731"/>
                    <a:pt x="104173" y="70523"/>
                    <a:pt x="103779" y="70919"/>
                  </a:cubicBezTo>
                  <a:lnTo>
                    <a:pt x="5277" y="169968"/>
                  </a:lnTo>
                  <a:cubicBezTo>
                    <a:pt x="4095" y="171157"/>
                    <a:pt x="2125" y="171553"/>
                    <a:pt x="943" y="170364"/>
                  </a:cubicBezTo>
                  <a:cubicBezTo>
                    <a:pt x="-239" y="169572"/>
                    <a:pt x="-239" y="167591"/>
                    <a:pt x="549" y="166403"/>
                  </a:cubicBezTo>
                  <a:lnTo>
                    <a:pt x="41132" y="93106"/>
                  </a:lnTo>
                  <a:cubicBezTo>
                    <a:pt x="41920" y="91521"/>
                    <a:pt x="41526" y="89937"/>
                    <a:pt x="39950" y="89144"/>
                  </a:cubicBezTo>
                  <a:cubicBezTo>
                    <a:pt x="39556" y="88748"/>
                    <a:pt x="39162" y="88748"/>
                    <a:pt x="38374" y="88748"/>
                  </a:cubicBezTo>
                  <a:lnTo>
                    <a:pt x="12369" y="88748"/>
                  </a:lnTo>
                  <a:cubicBezTo>
                    <a:pt x="10793" y="88748"/>
                    <a:pt x="9217" y="87559"/>
                    <a:pt x="9217" y="85578"/>
                  </a:cubicBezTo>
                  <a:cubicBezTo>
                    <a:pt x="9217" y="85182"/>
                    <a:pt x="9217" y="84390"/>
                    <a:pt x="9611" y="83994"/>
                  </a:cubicBezTo>
                  <a:lnTo>
                    <a:pt x="58862" y="1585"/>
                  </a:lnTo>
                  <a:cubicBezTo>
                    <a:pt x="59650" y="396"/>
                    <a:pt x="60438" y="0"/>
                    <a:pt x="61620" y="0"/>
                  </a:cubicBezTo>
                  <a:close/>
                </a:path>
              </a:pathLst>
            </a:custGeom>
            <a:gradFill>
              <a:gsLst>
                <a:gs pos="0">
                  <a:srgbClr val="06EEFD"/>
                </a:gs>
                <a:gs pos="95000">
                  <a:srgbClr val="0B77FF"/>
                </a:gs>
                <a:gs pos="100000">
                  <a:srgbClr val="0B77FF"/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6"/>
            <p:cNvSpPr/>
            <p:nvPr/>
          </p:nvSpPr>
          <p:spPr>
            <a:xfrm>
              <a:off x="4758372" y="6138612"/>
              <a:ext cx="55555" cy="77258"/>
            </a:xfrm>
            <a:custGeom>
              <a:avLst/>
              <a:gdLst/>
              <a:ahLst/>
              <a:cxnLst/>
              <a:rect l="l" t="t" r="r" b="b"/>
              <a:pathLst>
                <a:path w="55555" h="77258" extrusionOk="0">
                  <a:moveTo>
                    <a:pt x="0" y="75277"/>
                  </a:moveTo>
                  <a:lnTo>
                    <a:pt x="0" y="1981"/>
                  </a:lnTo>
                  <a:cubicBezTo>
                    <a:pt x="0" y="792"/>
                    <a:pt x="788" y="0"/>
                    <a:pt x="1970" y="0"/>
                  </a:cubicBezTo>
                  <a:lnTo>
                    <a:pt x="55555" y="0"/>
                  </a:lnTo>
                  <a:lnTo>
                    <a:pt x="55555" y="13471"/>
                  </a:lnTo>
                  <a:lnTo>
                    <a:pt x="16942" y="13471"/>
                  </a:lnTo>
                  <a:cubicBezTo>
                    <a:pt x="15760" y="13471"/>
                    <a:pt x="14972" y="14263"/>
                    <a:pt x="14972" y="15452"/>
                  </a:cubicBezTo>
                  <a:lnTo>
                    <a:pt x="14972" y="29715"/>
                  </a:lnTo>
                  <a:cubicBezTo>
                    <a:pt x="14972" y="30903"/>
                    <a:pt x="15760" y="31696"/>
                    <a:pt x="16942" y="31696"/>
                  </a:cubicBezTo>
                  <a:lnTo>
                    <a:pt x="43341" y="31696"/>
                  </a:lnTo>
                  <a:cubicBezTo>
                    <a:pt x="44523" y="31696"/>
                    <a:pt x="45311" y="32488"/>
                    <a:pt x="45311" y="33677"/>
                  </a:cubicBezTo>
                  <a:lnTo>
                    <a:pt x="45311" y="43185"/>
                  </a:lnTo>
                  <a:cubicBezTo>
                    <a:pt x="45311" y="44374"/>
                    <a:pt x="44523" y="45166"/>
                    <a:pt x="43341" y="45166"/>
                  </a:cubicBezTo>
                  <a:lnTo>
                    <a:pt x="16942" y="45166"/>
                  </a:lnTo>
                  <a:cubicBezTo>
                    <a:pt x="15760" y="45166"/>
                    <a:pt x="14972" y="45959"/>
                    <a:pt x="14972" y="47147"/>
                  </a:cubicBezTo>
                  <a:lnTo>
                    <a:pt x="14972" y="61807"/>
                  </a:lnTo>
                  <a:cubicBezTo>
                    <a:pt x="14972" y="62995"/>
                    <a:pt x="15760" y="63788"/>
                    <a:pt x="16942" y="63788"/>
                  </a:cubicBezTo>
                  <a:lnTo>
                    <a:pt x="48463" y="63788"/>
                  </a:lnTo>
                  <a:cubicBezTo>
                    <a:pt x="49645" y="63788"/>
                    <a:pt x="50433" y="64580"/>
                    <a:pt x="50433" y="65769"/>
                  </a:cubicBezTo>
                  <a:cubicBezTo>
                    <a:pt x="50433" y="65769"/>
                    <a:pt x="50433" y="65769"/>
                    <a:pt x="50433" y="65769"/>
                  </a:cubicBezTo>
                  <a:lnTo>
                    <a:pt x="50433" y="75277"/>
                  </a:lnTo>
                  <a:cubicBezTo>
                    <a:pt x="50433" y="76466"/>
                    <a:pt x="49645" y="77258"/>
                    <a:pt x="48463" y="77258"/>
                  </a:cubicBezTo>
                  <a:lnTo>
                    <a:pt x="1576" y="77258"/>
                  </a:lnTo>
                  <a:cubicBezTo>
                    <a:pt x="1182" y="77258"/>
                    <a:pt x="0" y="76466"/>
                    <a:pt x="0" y="75277"/>
                  </a:cubicBezTo>
                  <a:close/>
                </a:path>
              </a:pathLst>
            </a:custGeom>
            <a:gradFill>
              <a:gsLst>
                <a:gs pos="0">
                  <a:srgbClr val="06EEFD"/>
                </a:gs>
                <a:gs pos="95000">
                  <a:srgbClr val="0B77FF"/>
                </a:gs>
                <a:gs pos="100000">
                  <a:srgbClr val="0B77FF"/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6"/>
            <p:cNvSpPr/>
            <p:nvPr/>
          </p:nvSpPr>
          <p:spPr>
            <a:xfrm>
              <a:off x="4805899" y="6138612"/>
              <a:ext cx="60430" cy="77258"/>
            </a:xfrm>
            <a:custGeom>
              <a:avLst/>
              <a:gdLst/>
              <a:ahLst/>
              <a:cxnLst/>
              <a:rect l="l" t="t" r="r" b="b"/>
              <a:pathLst>
                <a:path w="60430" h="77258" extrusionOk="0">
                  <a:moveTo>
                    <a:pt x="34426" y="77258"/>
                  </a:moveTo>
                  <a:lnTo>
                    <a:pt x="25758" y="77258"/>
                  </a:lnTo>
                  <a:cubicBezTo>
                    <a:pt x="24970" y="77258"/>
                    <a:pt x="24182" y="76862"/>
                    <a:pt x="23788" y="75674"/>
                  </a:cubicBezTo>
                  <a:lnTo>
                    <a:pt x="148" y="2377"/>
                  </a:lnTo>
                  <a:cubicBezTo>
                    <a:pt x="-246" y="1189"/>
                    <a:pt x="148" y="396"/>
                    <a:pt x="1330" y="0"/>
                  </a:cubicBezTo>
                  <a:cubicBezTo>
                    <a:pt x="1724" y="0"/>
                    <a:pt x="1724" y="0"/>
                    <a:pt x="2118" y="0"/>
                  </a:cubicBezTo>
                  <a:lnTo>
                    <a:pt x="13544" y="0"/>
                  </a:lnTo>
                  <a:cubicBezTo>
                    <a:pt x="14332" y="0"/>
                    <a:pt x="15120" y="396"/>
                    <a:pt x="15514" y="1585"/>
                  </a:cubicBezTo>
                  <a:lnTo>
                    <a:pt x="28516" y="44374"/>
                  </a:lnTo>
                  <a:cubicBezTo>
                    <a:pt x="28910" y="45563"/>
                    <a:pt x="30092" y="45959"/>
                    <a:pt x="30880" y="45563"/>
                  </a:cubicBezTo>
                  <a:cubicBezTo>
                    <a:pt x="31668" y="45563"/>
                    <a:pt x="32062" y="44770"/>
                    <a:pt x="32062" y="44374"/>
                  </a:cubicBezTo>
                  <a:lnTo>
                    <a:pt x="45065" y="1585"/>
                  </a:lnTo>
                  <a:cubicBezTo>
                    <a:pt x="45459" y="792"/>
                    <a:pt x="46247" y="0"/>
                    <a:pt x="47035" y="0"/>
                  </a:cubicBezTo>
                  <a:lnTo>
                    <a:pt x="58461" y="0"/>
                  </a:lnTo>
                  <a:cubicBezTo>
                    <a:pt x="59643" y="0"/>
                    <a:pt x="60431" y="792"/>
                    <a:pt x="60431" y="1981"/>
                  </a:cubicBezTo>
                  <a:cubicBezTo>
                    <a:pt x="60431" y="2377"/>
                    <a:pt x="60431" y="2377"/>
                    <a:pt x="60431" y="2773"/>
                  </a:cubicBezTo>
                  <a:lnTo>
                    <a:pt x="36396" y="76070"/>
                  </a:lnTo>
                  <a:cubicBezTo>
                    <a:pt x="36002" y="76862"/>
                    <a:pt x="35214" y="77258"/>
                    <a:pt x="34426" y="77258"/>
                  </a:cubicBezTo>
                  <a:close/>
                </a:path>
              </a:pathLst>
            </a:custGeom>
            <a:gradFill>
              <a:gsLst>
                <a:gs pos="0">
                  <a:srgbClr val="06EEFD"/>
                </a:gs>
                <a:gs pos="95000">
                  <a:srgbClr val="0B77FF"/>
                </a:gs>
                <a:gs pos="100000">
                  <a:srgbClr val="0B77FF"/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6"/>
            <p:cNvSpPr/>
            <p:nvPr/>
          </p:nvSpPr>
          <p:spPr>
            <a:xfrm>
              <a:off x="4531995" y="6092497"/>
              <a:ext cx="300251" cy="78206"/>
            </a:xfrm>
            <a:custGeom>
              <a:avLst/>
              <a:gdLst/>
              <a:ahLst/>
              <a:cxnLst/>
              <a:rect l="l" t="t" r="r" b="b"/>
              <a:pathLst>
                <a:path w="300251" h="78206" extrusionOk="0">
                  <a:moveTo>
                    <a:pt x="119207" y="78206"/>
                  </a:moveTo>
                  <a:lnTo>
                    <a:pt x="10461" y="78206"/>
                  </a:lnTo>
                  <a:cubicBezTo>
                    <a:pt x="6127" y="78206"/>
                    <a:pt x="2187" y="75433"/>
                    <a:pt x="611" y="71075"/>
                  </a:cubicBezTo>
                  <a:cubicBezTo>
                    <a:pt x="-965" y="66717"/>
                    <a:pt x="611" y="62359"/>
                    <a:pt x="4157" y="59585"/>
                  </a:cubicBezTo>
                  <a:cubicBezTo>
                    <a:pt x="25827" y="42945"/>
                    <a:pt x="49862" y="28682"/>
                    <a:pt x="75472" y="18381"/>
                  </a:cubicBezTo>
                  <a:cubicBezTo>
                    <a:pt x="134179" y="-6580"/>
                    <a:pt x="207071" y="-6183"/>
                    <a:pt x="292964" y="19966"/>
                  </a:cubicBezTo>
                  <a:cubicBezTo>
                    <a:pt x="298480" y="21550"/>
                    <a:pt x="301632" y="27493"/>
                    <a:pt x="299662" y="32644"/>
                  </a:cubicBezTo>
                  <a:cubicBezTo>
                    <a:pt x="298086" y="38191"/>
                    <a:pt x="292176" y="41360"/>
                    <a:pt x="287054" y="39379"/>
                  </a:cubicBezTo>
                  <a:cubicBezTo>
                    <a:pt x="206283" y="14815"/>
                    <a:pt x="137725" y="14023"/>
                    <a:pt x="83746" y="37002"/>
                  </a:cubicBezTo>
                  <a:cubicBezTo>
                    <a:pt x="69956" y="42549"/>
                    <a:pt x="56954" y="49680"/>
                    <a:pt x="43952" y="57208"/>
                  </a:cubicBezTo>
                  <a:lnTo>
                    <a:pt x="119207" y="57208"/>
                  </a:lnTo>
                  <a:cubicBezTo>
                    <a:pt x="124723" y="57208"/>
                    <a:pt x="129451" y="61962"/>
                    <a:pt x="129451" y="67509"/>
                  </a:cubicBezTo>
                  <a:cubicBezTo>
                    <a:pt x="129451" y="73056"/>
                    <a:pt x="124723" y="78206"/>
                    <a:pt x="119207" y="78206"/>
                  </a:cubicBezTo>
                  <a:close/>
                </a:path>
              </a:pathLst>
            </a:custGeom>
            <a:gradFill>
              <a:gsLst>
                <a:gs pos="0">
                  <a:srgbClr val="06EEFD"/>
                </a:gs>
                <a:gs pos="95000">
                  <a:srgbClr val="0B77FF"/>
                </a:gs>
                <a:gs pos="100000">
                  <a:srgbClr val="0B77FF"/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6"/>
            <p:cNvSpPr/>
            <p:nvPr/>
          </p:nvSpPr>
          <p:spPr>
            <a:xfrm>
              <a:off x="4402584" y="6241227"/>
              <a:ext cx="132386" cy="133121"/>
            </a:xfrm>
            <a:custGeom>
              <a:avLst/>
              <a:gdLst/>
              <a:ahLst/>
              <a:cxnLst/>
              <a:rect l="l" t="t" r="r" b="b"/>
              <a:pathLst>
                <a:path w="132386" h="133121" extrusionOk="0">
                  <a:moveTo>
                    <a:pt x="66193" y="0"/>
                  </a:moveTo>
                  <a:cubicBezTo>
                    <a:pt x="29551" y="0"/>
                    <a:pt x="0" y="29715"/>
                    <a:pt x="0" y="66561"/>
                  </a:cubicBezTo>
                  <a:cubicBezTo>
                    <a:pt x="0" y="103407"/>
                    <a:pt x="29551" y="133122"/>
                    <a:pt x="66193" y="133122"/>
                  </a:cubicBezTo>
                  <a:cubicBezTo>
                    <a:pt x="102836" y="133122"/>
                    <a:pt x="132386" y="103407"/>
                    <a:pt x="132386" y="66561"/>
                  </a:cubicBezTo>
                  <a:cubicBezTo>
                    <a:pt x="132386" y="29715"/>
                    <a:pt x="102836" y="0"/>
                    <a:pt x="66193" y="0"/>
                  </a:cubicBezTo>
                  <a:close/>
                  <a:moveTo>
                    <a:pt x="66193" y="91125"/>
                  </a:moveTo>
                  <a:cubicBezTo>
                    <a:pt x="52797" y="91125"/>
                    <a:pt x="41765" y="80032"/>
                    <a:pt x="41765" y="66561"/>
                  </a:cubicBezTo>
                  <a:cubicBezTo>
                    <a:pt x="41765" y="53090"/>
                    <a:pt x="52797" y="41997"/>
                    <a:pt x="66193" y="41997"/>
                  </a:cubicBezTo>
                  <a:cubicBezTo>
                    <a:pt x="79589" y="41997"/>
                    <a:pt x="90622" y="53090"/>
                    <a:pt x="90622" y="66561"/>
                  </a:cubicBezTo>
                  <a:cubicBezTo>
                    <a:pt x="90622" y="80032"/>
                    <a:pt x="79589" y="91125"/>
                    <a:pt x="66193" y="91125"/>
                  </a:cubicBezTo>
                  <a:close/>
                </a:path>
              </a:pathLst>
            </a:custGeom>
            <a:gradFill>
              <a:gsLst>
                <a:gs pos="0">
                  <a:srgbClr val="06EEFD"/>
                </a:gs>
                <a:gs pos="95000">
                  <a:srgbClr val="0B77FF"/>
                </a:gs>
                <a:gs pos="100000">
                  <a:srgbClr val="0B77FF"/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6"/>
            <p:cNvSpPr/>
            <p:nvPr/>
          </p:nvSpPr>
          <p:spPr>
            <a:xfrm>
              <a:off x="4787135" y="6240830"/>
              <a:ext cx="133174" cy="133914"/>
            </a:xfrm>
            <a:custGeom>
              <a:avLst/>
              <a:gdLst/>
              <a:ahLst/>
              <a:cxnLst/>
              <a:rect l="l" t="t" r="r" b="b"/>
              <a:pathLst>
                <a:path w="133174" h="133914" extrusionOk="0">
                  <a:moveTo>
                    <a:pt x="66587" y="0"/>
                  </a:moveTo>
                  <a:cubicBezTo>
                    <a:pt x="29945" y="0"/>
                    <a:pt x="0" y="30111"/>
                    <a:pt x="0" y="66957"/>
                  </a:cubicBezTo>
                  <a:cubicBezTo>
                    <a:pt x="0" y="103803"/>
                    <a:pt x="29945" y="133914"/>
                    <a:pt x="66587" y="133914"/>
                  </a:cubicBezTo>
                  <a:cubicBezTo>
                    <a:pt x="103230" y="133914"/>
                    <a:pt x="133174" y="103803"/>
                    <a:pt x="133174" y="66957"/>
                  </a:cubicBezTo>
                  <a:cubicBezTo>
                    <a:pt x="133174" y="30111"/>
                    <a:pt x="103624" y="0"/>
                    <a:pt x="66587" y="0"/>
                  </a:cubicBezTo>
                  <a:close/>
                  <a:moveTo>
                    <a:pt x="66587" y="87163"/>
                  </a:moveTo>
                  <a:cubicBezTo>
                    <a:pt x="55555" y="87163"/>
                    <a:pt x="46493" y="78051"/>
                    <a:pt x="46493" y="66957"/>
                  </a:cubicBezTo>
                  <a:cubicBezTo>
                    <a:pt x="46493" y="55864"/>
                    <a:pt x="55555" y="46751"/>
                    <a:pt x="66587" y="46751"/>
                  </a:cubicBezTo>
                  <a:cubicBezTo>
                    <a:pt x="77619" y="46751"/>
                    <a:pt x="86682" y="55864"/>
                    <a:pt x="86682" y="66957"/>
                  </a:cubicBezTo>
                  <a:cubicBezTo>
                    <a:pt x="86682" y="78051"/>
                    <a:pt x="77619" y="87163"/>
                    <a:pt x="66587" y="87163"/>
                  </a:cubicBezTo>
                  <a:close/>
                </a:path>
              </a:pathLst>
            </a:custGeom>
            <a:gradFill>
              <a:gsLst>
                <a:gs pos="0">
                  <a:srgbClr val="06EEFD"/>
                </a:gs>
                <a:gs pos="95000">
                  <a:srgbClr val="0B77FF"/>
                </a:gs>
                <a:gs pos="100000">
                  <a:srgbClr val="0B77FF"/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" name="Google Shape;110;p6"/>
          <p:cNvGrpSpPr/>
          <p:nvPr/>
        </p:nvGrpSpPr>
        <p:grpSpPr>
          <a:xfrm>
            <a:off x="6563803" y="5597001"/>
            <a:ext cx="341537" cy="505305"/>
            <a:chOff x="7116910" y="5963038"/>
            <a:chExt cx="420840" cy="622635"/>
          </a:xfrm>
        </p:grpSpPr>
        <p:sp>
          <p:nvSpPr>
            <p:cNvPr id="111" name="Google Shape;111;p6"/>
            <p:cNvSpPr/>
            <p:nvPr/>
          </p:nvSpPr>
          <p:spPr>
            <a:xfrm>
              <a:off x="7116910" y="5963038"/>
              <a:ext cx="420840" cy="622635"/>
            </a:xfrm>
            <a:custGeom>
              <a:avLst/>
              <a:gdLst/>
              <a:ahLst/>
              <a:cxnLst/>
              <a:rect l="l" t="t" r="r" b="b"/>
              <a:pathLst>
                <a:path w="420840" h="622635" extrusionOk="0">
                  <a:moveTo>
                    <a:pt x="419320" y="267791"/>
                  </a:moveTo>
                  <a:lnTo>
                    <a:pt x="367133" y="182756"/>
                  </a:lnTo>
                  <a:cubicBezTo>
                    <a:pt x="365523" y="160287"/>
                    <a:pt x="348319" y="0"/>
                    <a:pt x="181778" y="0"/>
                  </a:cubicBezTo>
                  <a:cubicBezTo>
                    <a:pt x="179954" y="0"/>
                    <a:pt x="0" y="5662"/>
                    <a:pt x="0" y="175589"/>
                  </a:cubicBezTo>
                  <a:lnTo>
                    <a:pt x="0" y="177452"/>
                  </a:lnTo>
                  <a:cubicBezTo>
                    <a:pt x="-78" y="237057"/>
                    <a:pt x="32770" y="291812"/>
                    <a:pt x="85345" y="319715"/>
                  </a:cubicBezTo>
                  <a:lnTo>
                    <a:pt x="95146" y="324947"/>
                  </a:lnTo>
                  <a:lnTo>
                    <a:pt x="95146" y="441480"/>
                  </a:lnTo>
                  <a:cubicBezTo>
                    <a:pt x="95146" y="446565"/>
                    <a:pt x="99261" y="450690"/>
                    <a:pt x="104338" y="450690"/>
                  </a:cubicBezTo>
                  <a:cubicBezTo>
                    <a:pt x="109415" y="450690"/>
                    <a:pt x="113531" y="446565"/>
                    <a:pt x="113531" y="441480"/>
                  </a:cubicBezTo>
                  <a:lnTo>
                    <a:pt x="113531" y="319428"/>
                  </a:lnTo>
                  <a:cubicBezTo>
                    <a:pt x="113534" y="316024"/>
                    <a:pt x="111664" y="312896"/>
                    <a:pt x="108666" y="311294"/>
                  </a:cubicBezTo>
                  <a:lnTo>
                    <a:pt x="93965" y="303482"/>
                  </a:lnTo>
                  <a:cubicBezTo>
                    <a:pt x="47411" y="278763"/>
                    <a:pt x="18323" y="230273"/>
                    <a:pt x="18385" y="177488"/>
                  </a:cubicBezTo>
                  <a:lnTo>
                    <a:pt x="18385" y="175589"/>
                  </a:lnTo>
                  <a:cubicBezTo>
                    <a:pt x="18385" y="128610"/>
                    <a:pt x="33444" y="95678"/>
                    <a:pt x="54405" y="72601"/>
                  </a:cubicBezTo>
                  <a:lnTo>
                    <a:pt x="66638" y="82563"/>
                  </a:lnTo>
                  <a:lnTo>
                    <a:pt x="66638" y="164982"/>
                  </a:lnTo>
                  <a:cubicBezTo>
                    <a:pt x="66632" y="168170"/>
                    <a:pt x="68286" y="171131"/>
                    <a:pt x="71002" y="172794"/>
                  </a:cubicBezTo>
                  <a:lnTo>
                    <a:pt x="94073" y="187127"/>
                  </a:lnTo>
                  <a:lnTo>
                    <a:pt x="94073" y="248942"/>
                  </a:lnTo>
                  <a:cubicBezTo>
                    <a:pt x="94073" y="259114"/>
                    <a:pt x="102304" y="267361"/>
                    <a:pt x="112458" y="267361"/>
                  </a:cubicBezTo>
                  <a:lnTo>
                    <a:pt x="133204" y="267361"/>
                  </a:lnTo>
                  <a:lnTo>
                    <a:pt x="133204" y="498672"/>
                  </a:lnTo>
                  <a:cubicBezTo>
                    <a:pt x="119568" y="503248"/>
                    <a:pt x="112217" y="518033"/>
                    <a:pt x="116786" y="531697"/>
                  </a:cubicBezTo>
                  <a:cubicBezTo>
                    <a:pt x="121355" y="545357"/>
                    <a:pt x="136113" y="552721"/>
                    <a:pt x="149749" y="548145"/>
                  </a:cubicBezTo>
                  <a:cubicBezTo>
                    <a:pt x="163386" y="543565"/>
                    <a:pt x="170736" y="528780"/>
                    <a:pt x="166167" y="515120"/>
                  </a:cubicBezTo>
                  <a:cubicBezTo>
                    <a:pt x="163787" y="508003"/>
                    <a:pt x="158462" y="502259"/>
                    <a:pt x="151553" y="499353"/>
                  </a:cubicBezTo>
                  <a:lnTo>
                    <a:pt x="151553" y="267361"/>
                  </a:lnTo>
                  <a:lnTo>
                    <a:pt x="178094" y="267361"/>
                  </a:lnTo>
                  <a:lnTo>
                    <a:pt x="178094" y="572132"/>
                  </a:lnTo>
                  <a:cubicBezTo>
                    <a:pt x="164638" y="577217"/>
                    <a:pt x="157847" y="592271"/>
                    <a:pt x="162923" y="605749"/>
                  </a:cubicBezTo>
                  <a:cubicBezTo>
                    <a:pt x="168000" y="619230"/>
                    <a:pt x="183024" y="626035"/>
                    <a:pt x="196479" y="620950"/>
                  </a:cubicBezTo>
                  <a:cubicBezTo>
                    <a:pt x="209935" y="615861"/>
                    <a:pt x="216727" y="600811"/>
                    <a:pt x="211650" y="587330"/>
                  </a:cubicBezTo>
                  <a:cubicBezTo>
                    <a:pt x="209008" y="580317"/>
                    <a:pt x="203481" y="574781"/>
                    <a:pt x="196479" y="572132"/>
                  </a:cubicBezTo>
                  <a:lnTo>
                    <a:pt x="196479" y="267540"/>
                  </a:lnTo>
                  <a:lnTo>
                    <a:pt x="220909" y="267540"/>
                  </a:lnTo>
                  <a:lnTo>
                    <a:pt x="220909" y="459326"/>
                  </a:lnTo>
                  <a:cubicBezTo>
                    <a:pt x="207454" y="464411"/>
                    <a:pt x="200662" y="479461"/>
                    <a:pt x="205739" y="492942"/>
                  </a:cubicBezTo>
                  <a:cubicBezTo>
                    <a:pt x="210816" y="506423"/>
                    <a:pt x="225839" y="513228"/>
                    <a:pt x="239295" y="508143"/>
                  </a:cubicBezTo>
                  <a:cubicBezTo>
                    <a:pt x="252750" y="503054"/>
                    <a:pt x="259542" y="488004"/>
                    <a:pt x="254465" y="474523"/>
                  </a:cubicBezTo>
                  <a:cubicBezTo>
                    <a:pt x="251823" y="467510"/>
                    <a:pt x="246296" y="461974"/>
                    <a:pt x="239295" y="459326"/>
                  </a:cubicBezTo>
                  <a:lnTo>
                    <a:pt x="239295" y="267361"/>
                  </a:lnTo>
                  <a:lnTo>
                    <a:pt x="262509" y="267361"/>
                  </a:lnTo>
                  <a:cubicBezTo>
                    <a:pt x="272662" y="267361"/>
                    <a:pt x="280894" y="259114"/>
                    <a:pt x="280894" y="248942"/>
                  </a:cubicBezTo>
                  <a:lnTo>
                    <a:pt x="280894" y="231670"/>
                  </a:lnTo>
                  <a:lnTo>
                    <a:pt x="309974" y="220919"/>
                  </a:lnTo>
                  <a:cubicBezTo>
                    <a:pt x="313598" y="219596"/>
                    <a:pt x="316012" y="216147"/>
                    <a:pt x="316019" y="212283"/>
                  </a:cubicBezTo>
                  <a:lnTo>
                    <a:pt x="316019" y="129541"/>
                  </a:lnTo>
                  <a:lnTo>
                    <a:pt x="332008" y="114670"/>
                  </a:lnTo>
                  <a:cubicBezTo>
                    <a:pt x="341502" y="137377"/>
                    <a:pt x="347205" y="161492"/>
                    <a:pt x="348891" y="186052"/>
                  </a:cubicBezTo>
                  <a:cubicBezTo>
                    <a:pt x="348941" y="187662"/>
                    <a:pt x="349409" y="189231"/>
                    <a:pt x="350250" y="190603"/>
                  </a:cubicBezTo>
                  <a:lnTo>
                    <a:pt x="395069" y="263383"/>
                  </a:lnTo>
                  <a:lnTo>
                    <a:pt x="363091" y="263383"/>
                  </a:lnTo>
                  <a:cubicBezTo>
                    <a:pt x="358023" y="263403"/>
                    <a:pt x="353918" y="267514"/>
                    <a:pt x="353898" y="272592"/>
                  </a:cubicBezTo>
                  <a:lnTo>
                    <a:pt x="353898" y="298537"/>
                  </a:lnTo>
                  <a:lnTo>
                    <a:pt x="315053" y="298537"/>
                  </a:lnTo>
                  <a:cubicBezTo>
                    <a:pt x="301679" y="298537"/>
                    <a:pt x="290838" y="309398"/>
                    <a:pt x="290838" y="322797"/>
                  </a:cubicBezTo>
                  <a:cubicBezTo>
                    <a:pt x="290838" y="336195"/>
                    <a:pt x="301679" y="347056"/>
                    <a:pt x="315053" y="347056"/>
                  </a:cubicBezTo>
                  <a:lnTo>
                    <a:pt x="353898" y="347056"/>
                  </a:lnTo>
                  <a:lnTo>
                    <a:pt x="353898" y="364974"/>
                  </a:lnTo>
                  <a:cubicBezTo>
                    <a:pt x="353879" y="378186"/>
                    <a:pt x="343193" y="388890"/>
                    <a:pt x="330005" y="388911"/>
                  </a:cubicBezTo>
                  <a:lnTo>
                    <a:pt x="274634" y="388911"/>
                  </a:lnTo>
                  <a:cubicBezTo>
                    <a:pt x="269557" y="388911"/>
                    <a:pt x="265442" y="393036"/>
                    <a:pt x="265442" y="398120"/>
                  </a:cubicBezTo>
                  <a:lnTo>
                    <a:pt x="265442" y="441588"/>
                  </a:lnTo>
                  <a:cubicBezTo>
                    <a:pt x="265125" y="446665"/>
                    <a:pt x="268976" y="451037"/>
                    <a:pt x="274044" y="451353"/>
                  </a:cubicBezTo>
                  <a:cubicBezTo>
                    <a:pt x="279111" y="451671"/>
                    <a:pt x="283475" y="447812"/>
                    <a:pt x="283791" y="442734"/>
                  </a:cubicBezTo>
                  <a:cubicBezTo>
                    <a:pt x="283815" y="442354"/>
                    <a:pt x="283815" y="441971"/>
                    <a:pt x="283791" y="441588"/>
                  </a:cubicBezTo>
                  <a:lnTo>
                    <a:pt x="283791" y="407330"/>
                  </a:lnTo>
                  <a:lnTo>
                    <a:pt x="330005" y="407330"/>
                  </a:lnTo>
                  <a:cubicBezTo>
                    <a:pt x="353338" y="407290"/>
                    <a:pt x="372244" y="388348"/>
                    <a:pt x="372284" y="364974"/>
                  </a:cubicBezTo>
                  <a:lnTo>
                    <a:pt x="372284" y="281802"/>
                  </a:lnTo>
                  <a:lnTo>
                    <a:pt x="411630" y="281802"/>
                  </a:lnTo>
                  <a:cubicBezTo>
                    <a:pt x="416687" y="281831"/>
                    <a:pt x="420812" y="277748"/>
                    <a:pt x="420840" y="272682"/>
                  </a:cubicBezTo>
                  <a:cubicBezTo>
                    <a:pt x="420851" y="270954"/>
                    <a:pt x="420372" y="269259"/>
                    <a:pt x="419463" y="267791"/>
                  </a:cubicBezTo>
                  <a:close/>
                  <a:moveTo>
                    <a:pt x="141466" y="531066"/>
                  </a:moveTo>
                  <a:cubicBezTo>
                    <a:pt x="137219" y="531088"/>
                    <a:pt x="133760" y="527651"/>
                    <a:pt x="133740" y="523398"/>
                  </a:cubicBezTo>
                  <a:cubicBezTo>
                    <a:pt x="133721" y="519144"/>
                    <a:pt x="137148" y="515679"/>
                    <a:pt x="141395" y="515657"/>
                  </a:cubicBezTo>
                  <a:cubicBezTo>
                    <a:pt x="145642" y="515639"/>
                    <a:pt x="149101" y="519072"/>
                    <a:pt x="149121" y="523326"/>
                  </a:cubicBezTo>
                  <a:cubicBezTo>
                    <a:pt x="149121" y="523351"/>
                    <a:pt x="149121" y="523373"/>
                    <a:pt x="149121" y="523398"/>
                  </a:cubicBezTo>
                  <a:cubicBezTo>
                    <a:pt x="149101" y="527626"/>
                    <a:pt x="145686" y="531048"/>
                    <a:pt x="141466" y="531066"/>
                  </a:cubicBezTo>
                  <a:close/>
                  <a:moveTo>
                    <a:pt x="187287" y="604204"/>
                  </a:moveTo>
                  <a:cubicBezTo>
                    <a:pt x="183039" y="604226"/>
                    <a:pt x="179580" y="600789"/>
                    <a:pt x="179560" y="596536"/>
                  </a:cubicBezTo>
                  <a:cubicBezTo>
                    <a:pt x="179541" y="592282"/>
                    <a:pt x="182968" y="588817"/>
                    <a:pt x="187215" y="588795"/>
                  </a:cubicBezTo>
                  <a:cubicBezTo>
                    <a:pt x="191462" y="588778"/>
                    <a:pt x="194921" y="592210"/>
                    <a:pt x="194941" y="596464"/>
                  </a:cubicBezTo>
                  <a:cubicBezTo>
                    <a:pt x="194941" y="596475"/>
                    <a:pt x="194941" y="596489"/>
                    <a:pt x="194941" y="596500"/>
                  </a:cubicBezTo>
                  <a:cubicBezTo>
                    <a:pt x="194961" y="600735"/>
                    <a:pt x="191550" y="604183"/>
                    <a:pt x="187322" y="604204"/>
                  </a:cubicBezTo>
                  <a:cubicBezTo>
                    <a:pt x="187311" y="604204"/>
                    <a:pt x="187298" y="604204"/>
                    <a:pt x="187287" y="604204"/>
                  </a:cubicBezTo>
                  <a:close/>
                  <a:moveTo>
                    <a:pt x="230209" y="491218"/>
                  </a:moveTo>
                  <a:cubicBezTo>
                    <a:pt x="225962" y="491240"/>
                    <a:pt x="222503" y="487803"/>
                    <a:pt x="222483" y="483550"/>
                  </a:cubicBezTo>
                  <a:cubicBezTo>
                    <a:pt x="222464" y="479296"/>
                    <a:pt x="225891" y="475831"/>
                    <a:pt x="230138" y="475810"/>
                  </a:cubicBezTo>
                  <a:cubicBezTo>
                    <a:pt x="234385" y="475792"/>
                    <a:pt x="237844" y="479225"/>
                    <a:pt x="237864" y="483478"/>
                  </a:cubicBezTo>
                  <a:cubicBezTo>
                    <a:pt x="237864" y="483503"/>
                    <a:pt x="237864" y="483525"/>
                    <a:pt x="237864" y="483550"/>
                  </a:cubicBezTo>
                  <a:cubicBezTo>
                    <a:pt x="237864" y="487785"/>
                    <a:pt x="234438" y="491218"/>
                    <a:pt x="230210" y="491218"/>
                  </a:cubicBezTo>
                  <a:cubicBezTo>
                    <a:pt x="230174" y="491218"/>
                    <a:pt x="230138" y="491218"/>
                    <a:pt x="230102" y="491218"/>
                  </a:cubicBezTo>
                  <a:close/>
                  <a:moveTo>
                    <a:pt x="85023" y="159857"/>
                  </a:moveTo>
                  <a:lnTo>
                    <a:pt x="85023" y="78191"/>
                  </a:lnTo>
                  <a:cubicBezTo>
                    <a:pt x="85028" y="75410"/>
                    <a:pt x="83779" y="72776"/>
                    <a:pt x="81625" y="71024"/>
                  </a:cubicBezTo>
                  <a:lnTo>
                    <a:pt x="67961" y="59772"/>
                  </a:lnTo>
                  <a:cubicBezTo>
                    <a:pt x="91855" y="39705"/>
                    <a:pt x="120148" y="29384"/>
                    <a:pt x="142647" y="23937"/>
                  </a:cubicBezTo>
                  <a:lnTo>
                    <a:pt x="142647" y="50168"/>
                  </a:lnTo>
                  <a:cubicBezTo>
                    <a:pt x="142647" y="55255"/>
                    <a:pt x="146762" y="59378"/>
                    <a:pt x="151839" y="59378"/>
                  </a:cubicBezTo>
                  <a:lnTo>
                    <a:pt x="193439" y="59378"/>
                  </a:lnTo>
                  <a:lnTo>
                    <a:pt x="193439" y="80197"/>
                  </a:lnTo>
                  <a:lnTo>
                    <a:pt x="112458" y="80197"/>
                  </a:lnTo>
                  <a:cubicBezTo>
                    <a:pt x="102304" y="80197"/>
                    <a:pt x="94073" y="88444"/>
                    <a:pt x="94073" y="98616"/>
                  </a:cubicBezTo>
                  <a:lnTo>
                    <a:pt x="94073" y="165448"/>
                  </a:lnTo>
                  <a:close/>
                  <a:moveTo>
                    <a:pt x="262509" y="248942"/>
                  </a:moveTo>
                  <a:lnTo>
                    <a:pt x="112458" y="248942"/>
                  </a:lnTo>
                  <a:lnTo>
                    <a:pt x="112458" y="98616"/>
                  </a:lnTo>
                  <a:lnTo>
                    <a:pt x="262688" y="98616"/>
                  </a:lnTo>
                  <a:lnTo>
                    <a:pt x="262688" y="249121"/>
                  </a:lnTo>
                  <a:close/>
                  <a:moveTo>
                    <a:pt x="300460" y="118863"/>
                  </a:moveTo>
                  <a:cubicBezTo>
                    <a:pt x="298665" y="120572"/>
                    <a:pt x="297645" y="122940"/>
                    <a:pt x="297634" y="125420"/>
                  </a:cubicBezTo>
                  <a:lnTo>
                    <a:pt x="297634" y="205940"/>
                  </a:lnTo>
                  <a:lnTo>
                    <a:pt x="280894" y="212068"/>
                  </a:lnTo>
                  <a:lnTo>
                    <a:pt x="280894" y="98616"/>
                  </a:lnTo>
                  <a:cubicBezTo>
                    <a:pt x="280894" y="88444"/>
                    <a:pt x="272662" y="80197"/>
                    <a:pt x="262509" y="80197"/>
                  </a:cubicBezTo>
                  <a:lnTo>
                    <a:pt x="211824" y="80197"/>
                  </a:lnTo>
                  <a:lnTo>
                    <a:pt x="211824" y="50168"/>
                  </a:lnTo>
                  <a:cubicBezTo>
                    <a:pt x="211824" y="45082"/>
                    <a:pt x="207708" y="40959"/>
                    <a:pt x="202631" y="40959"/>
                  </a:cubicBezTo>
                  <a:lnTo>
                    <a:pt x="160961" y="40959"/>
                  </a:lnTo>
                  <a:lnTo>
                    <a:pt x="160961" y="20497"/>
                  </a:lnTo>
                  <a:cubicBezTo>
                    <a:pt x="167947" y="19383"/>
                    <a:pt x="174995" y="18689"/>
                    <a:pt x="182064" y="18419"/>
                  </a:cubicBezTo>
                  <a:cubicBezTo>
                    <a:pt x="247450" y="18419"/>
                    <a:pt x="295023" y="44972"/>
                    <a:pt x="323674" y="97255"/>
                  </a:cubicBezTo>
                  <a:close/>
                  <a:moveTo>
                    <a:pt x="314982" y="328638"/>
                  </a:moveTo>
                  <a:cubicBezTo>
                    <a:pt x="311752" y="328384"/>
                    <a:pt x="309339" y="325556"/>
                    <a:pt x="309591" y="322320"/>
                  </a:cubicBezTo>
                  <a:cubicBezTo>
                    <a:pt x="309817" y="319436"/>
                    <a:pt x="312103" y="317145"/>
                    <a:pt x="314982" y="316920"/>
                  </a:cubicBezTo>
                  <a:lnTo>
                    <a:pt x="353898" y="316920"/>
                  </a:lnTo>
                  <a:lnTo>
                    <a:pt x="353898" y="328638"/>
                  </a:lnTo>
                  <a:close/>
                </a:path>
              </a:pathLst>
            </a:custGeom>
            <a:gradFill>
              <a:gsLst>
                <a:gs pos="0">
                  <a:srgbClr val="06EEFD"/>
                </a:gs>
                <a:gs pos="95000">
                  <a:srgbClr val="0B77FF"/>
                </a:gs>
                <a:gs pos="100000">
                  <a:srgbClr val="0B77FF"/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6"/>
            <p:cNvSpPr/>
            <p:nvPr/>
          </p:nvSpPr>
          <p:spPr>
            <a:xfrm>
              <a:off x="7260354" y="6099352"/>
              <a:ext cx="63775" cy="74679"/>
            </a:xfrm>
            <a:custGeom>
              <a:avLst/>
              <a:gdLst/>
              <a:ahLst/>
              <a:cxnLst/>
              <a:rect l="l" t="t" r="r" b="b"/>
              <a:pathLst>
                <a:path w="63775" h="74679" extrusionOk="0">
                  <a:moveTo>
                    <a:pt x="55682" y="50025"/>
                  </a:moveTo>
                  <a:lnTo>
                    <a:pt x="47097" y="26410"/>
                  </a:lnTo>
                  <a:lnTo>
                    <a:pt x="37976" y="1326"/>
                  </a:lnTo>
                  <a:cubicBezTo>
                    <a:pt x="37688" y="526"/>
                    <a:pt x="36929" y="-5"/>
                    <a:pt x="36081" y="0"/>
                  </a:cubicBezTo>
                  <a:lnTo>
                    <a:pt x="27532" y="0"/>
                  </a:lnTo>
                  <a:cubicBezTo>
                    <a:pt x="26687" y="6"/>
                    <a:pt x="25933" y="533"/>
                    <a:pt x="25636" y="1326"/>
                  </a:cubicBezTo>
                  <a:lnTo>
                    <a:pt x="3710" y="61958"/>
                  </a:lnTo>
                  <a:lnTo>
                    <a:pt x="133" y="71956"/>
                  </a:lnTo>
                  <a:cubicBezTo>
                    <a:pt x="-263" y="72991"/>
                    <a:pt x="255" y="74151"/>
                    <a:pt x="1288" y="74547"/>
                  </a:cubicBezTo>
                  <a:cubicBezTo>
                    <a:pt x="1525" y="74637"/>
                    <a:pt x="1776" y="74682"/>
                    <a:pt x="2028" y="74679"/>
                  </a:cubicBezTo>
                  <a:lnTo>
                    <a:pt x="12759" y="74679"/>
                  </a:lnTo>
                  <a:cubicBezTo>
                    <a:pt x="13617" y="74679"/>
                    <a:pt x="14379" y="74131"/>
                    <a:pt x="14655" y="73317"/>
                  </a:cubicBezTo>
                  <a:lnTo>
                    <a:pt x="18232" y="62889"/>
                  </a:lnTo>
                  <a:cubicBezTo>
                    <a:pt x="18495" y="62062"/>
                    <a:pt x="19260" y="61497"/>
                    <a:pt x="20128" y="61492"/>
                  </a:cubicBezTo>
                  <a:lnTo>
                    <a:pt x="43628" y="61492"/>
                  </a:lnTo>
                  <a:cubicBezTo>
                    <a:pt x="44501" y="61504"/>
                    <a:pt x="45273" y="62063"/>
                    <a:pt x="45559" y="62889"/>
                  </a:cubicBezTo>
                  <a:lnTo>
                    <a:pt x="49136" y="73317"/>
                  </a:lnTo>
                  <a:cubicBezTo>
                    <a:pt x="49402" y="74138"/>
                    <a:pt x="50171" y="74690"/>
                    <a:pt x="51032" y="74679"/>
                  </a:cubicBezTo>
                  <a:lnTo>
                    <a:pt x="61763" y="74679"/>
                  </a:lnTo>
                  <a:cubicBezTo>
                    <a:pt x="62889" y="74664"/>
                    <a:pt x="63789" y="73738"/>
                    <a:pt x="63775" y="72610"/>
                  </a:cubicBezTo>
                  <a:cubicBezTo>
                    <a:pt x="63772" y="72387"/>
                    <a:pt x="63733" y="72166"/>
                    <a:pt x="63658" y="71956"/>
                  </a:cubicBezTo>
                  <a:close/>
                  <a:moveTo>
                    <a:pt x="38441" y="49165"/>
                  </a:moveTo>
                  <a:lnTo>
                    <a:pt x="25636" y="49165"/>
                  </a:lnTo>
                  <a:cubicBezTo>
                    <a:pt x="24530" y="49171"/>
                    <a:pt x="23628" y="48278"/>
                    <a:pt x="23622" y="47170"/>
                  </a:cubicBezTo>
                  <a:cubicBezTo>
                    <a:pt x="23620" y="46934"/>
                    <a:pt x="23661" y="46699"/>
                    <a:pt x="23740" y="46477"/>
                  </a:cubicBezTo>
                  <a:lnTo>
                    <a:pt x="30250" y="27700"/>
                  </a:lnTo>
                  <a:cubicBezTo>
                    <a:pt x="30639" y="26641"/>
                    <a:pt x="31810" y="26098"/>
                    <a:pt x="32867" y="26488"/>
                  </a:cubicBezTo>
                  <a:cubicBezTo>
                    <a:pt x="33429" y="26695"/>
                    <a:pt x="33871" y="27138"/>
                    <a:pt x="34078" y="27700"/>
                  </a:cubicBezTo>
                  <a:lnTo>
                    <a:pt x="38978" y="42464"/>
                  </a:lnTo>
                  <a:lnTo>
                    <a:pt x="40373" y="46621"/>
                  </a:lnTo>
                  <a:cubicBezTo>
                    <a:pt x="40709" y="47697"/>
                    <a:pt x="40110" y="48843"/>
                    <a:pt x="39035" y="49180"/>
                  </a:cubicBezTo>
                  <a:cubicBezTo>
                    <a:pt x="38843" y="49240"/>
                    <a:pt x="38643" y="49271"/>
                    <a:pt x="38441" y="49272"/>
                  </a:cubicBezTo>
                  <a:close/>
                </a:path>
              </a:pathLst>
            </a:custGeom>
            <a:gradFill>
              <a:gsLst>
                <a:gs pos="0">
                  <a:srgbClr val="06EEFD"/>
                </a:gs>
                <a:gs pos="95000">
                  <a:srgbClr val="0B77FF"/>
                </a:gs>
                <a:gs pos="100000">
                  <a:srgbClr val="0B77FF"/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6"/>
            <p:cNvSpPr/>
            <p:nvPr/>
          </p:nvSpPr>
          <p:spPr>
            <a:xfrm>
              <a:off x="7333957" y="6099602"/>
              <a:ext cx="14522" cy="74428"/>
            </a:xfrm>
            <a:custGeom>
              <a:avLst/>
              <a:gdLst/>
              <a:ahLst/>
              <a:cxnLst/>
              <a:rect l="l" t="t" r="r" b="b"/>
              <a:pathLst>
                <a:path w="14522" h="74428" extrusionOk="0">
                  <a:moveTo>
                    <a:pt x="12519" y="0"/>
                  </a:moveTo>
                  <a:cubicBezTo>
                    <a:pt x="13625" y="0"/>
                    <a:pt x="14522" y="0"/>
                    <a:pt x="14522" y="0"/>
                  </a:cubicBezTo>
                  <a:lnTo>
                    <a:pt x="14522" y="74428"/>
                  </a:lnTo>
                  <a:cubicBezTo>
                    <a:pt x="14522" y="74428"/>
                    <a:pt x="13625" y="74428"/>
                    <a:pt x="12519" y="74428"/>
                  </a:cubicBezTo>
                  <a:lnTo>
                    <a:pt x="2003" y="74428"/>
                  </a:lnTo>
                  <a:cubicBezTo>
                    <a:pt x="897" y="74428"/>
                    <a:pt x="0" y="74428"/>
                    <a:pt x="0" y="74428"/>
                  </a:cubicBezTo>
                  <a:lnTo>
                    <a:pt x="0" y="0"/>
                  </a:lnTo>
                  <a:cubicBezTo>
                    <a:pt x="0" y="0"/>
                    <a:pt x="897" y="0"/>
                    <a:pt x="2003" y="0"/>
                  </a:cubicBezTo>
                  <a:close/>
                </a:path>
              </a:pathLst>
            </a:custGeom>
            <a:gradFill>
              <a:gsLst>
                <a:gs pos="0">
                  <a:srgbClr val="06EEFD"/>
                </a:gs>
                <a:gs pos="95000">
                  <a:srgbClr val="0B77FF"/>
                </a:gs>
                <a:gs pos="100000">
                  <a:srgbClr val="0B77FF"/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" name="Google Shape;114;p6"/>
          <p:cNvSpPr/>
          <p:nvPr/>
        </p:nvSpPr>
        <p:spPr>
          <a:xfrm>
            <a:off x="6015801" y="5728371"/>
            <a:ext cx="232462" cy="232462"/>
          </a:xfrm>
          <a:prstGeom prst="plus">
            <a:avLst>
              <a:gd name="adj" fmla="val 44468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9400332" y="6356349"/>
            <a:ext cx="2625763" cy="492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>
            <a:spLocks noGrp="1"/>
          </p:cNvSpPr>
          <p:nvPr>
            <p:ph type="sldNum" idx="12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50799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1" i="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1</a:t>
            </a:fld>
            <a:r>
              <a:rPr lang="en-US" sz="1100" b="1" i="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/</a:t>
            </a:r>
            <a:endParaRPr/>
          </a:p>
        </p:txBody>
      </p:sp>
      <p:sp>
        <p:nvSpPr>
          <p:cNvPr id="121" name="Google Shape;121;p7"/>
          <p:cNvSpPr txBox="1">
            <a:spLocks noGrp="1"/>
          </p:cNvSpPr>
          <p:nvPr>
            <p:ph type="ftr" idx="11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5</a:t>
            </a:r>
            <a:endParaRPr sz="1100" b="1" i="0">
              <a:solidFill>
                <a:schemeClr val="lt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22" name="Google Shape;122;p7"/>
          <p:cNvSpPr txBox="1"/>
          <p:nvPr/>
        </p:nvSpPr>
        <p:spPr>
          <a:xfrm>
            <a:off x="14286" y="2592685"/>
            <a:ext cx="12192000" cy="677400"/>
          </a:xfrm>
          <a:prstGeom prst="rect">
            <a:avLst/>
          </a:prstGeom>
          <a:noFill/>
          <a:ln>
            <a:noFill/>
          </a:ln>
          <a:effectLst>
            <a:outerShdw blurRad="127000" dist="127000" dir="5400000" sx="112000" sy="112000" algn="t" rotWithShape="0">
              <a:srgbClr val="000000"/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1744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"/>
              <a:buNone/>
            </a:pPr>
            <a:r>
              <a:rPr lang="en-US" altLang="zh-TW" sz="4400" b="1" dirty="0">
                <a:solidFill>
                  <a:srgbClr val="FFFFFF"/>
                </a:solidFill>
              </a:rPr>
              <a:t>Title</a:t>
            </a:r>
            <a:endParaRPr sz="5000" b="1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" name="Google Shape;123;p7"/>
          <p:cNvCxnSpPr/>
          <p:nvPr/>
        </p:nvCxnSpPr>
        <p:spPr>
          <a:xfrm>
            <a:off x="3068053" y="3485709"/>
            <a:ext cx="6087979" cy="0"/>
          </a:xfrm>
          <a:prstGeom prst="straightConnector1">
            <a:avLst/>
          </a:prstGeom>
          <a:noFill/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4" name="Google Shape;124;p7"/>
          <p:cNvSpPr txBox="1"/>
          <p:nvPr/>
        </p:nvSpPr>
        <p:spPr>
          <a:xfrm>
            <a:off x="3043989" y="3548698"/>
            <a:ext cx="1888958" cy="295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300" rIns="0" bIns="0" anchor="t" anchorCtr="0">
            <a:spAutoFit/>
          </a:bodyPr>
          <a:lstStyle/>
          <a:p>
            <a:pPr marL="17446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 b="1">
                <a:solidFill>
                  <a:schemeClr val="lt1"/>
                </a:solidFill>
              </a:rPr>
              <a:t>FIH</a:t>
            </a:r>
            <a:endParaRPr/>
          </a:p>
        </p:txBody>
      </p:sp>
      <p:sp>
        <p:nvSpPr>
          <p:cNvPr id="125" name="Google Shape;125;p7"/>
          <p:cNvSpPr txBox="1"/>
          <p:nvPr/>
        </p:nvSpPr>
        <p:spPr>
          <a:xfrm>
            <a:off x="7277013" y="3548698"/>
            <a:ext cx="18891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300" rIns="0" bIns="0" anchor="t" anchorCtr="0">
            <a:spAutoFit/>
          </a:bodyPr>
          <a:lstStyle/>
          <a:p>
            <a:pPr marL="17446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 b="1">
                <a:solidFill>
                  <a:schemeClr val="lt1"/>
                </a:solidFill>
              </a:rPr>
              <a:t>Feb 11, 2025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"/>
          <p:cNvSpPr txBox="1">
            <a:spLocks noGrp="1"/>
          </p:cNvSpPr>
          <p:nvPr>
            <p:ph type="sldNum" idx="12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50799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1" i="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2</a:t>
            </a:fld>
            <a:r>
              <a:rPr lang="en-US" sz="1100" b="1" i="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/</a:t>
            </a:r>
            <a:endParaRPr/>
          </a:p>
        </p:txBody>
      </p:sp>
      <p:sp>
        <p:nvSpPr>
          <p:cNvPr id="131" name="Google Shape;131;p8"/>
          <p:cNvSpPr/>
          <p:nvPr/>
        </p:nvSpPr>
        <p:spPr>
          <a:xfrm>
            <a:off x="349450" y="1310450"/>
            <a:ext cx="11575500" cy="49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300" b="1" dirty="0">
                <a:solidFill>
                  <a:schemeClr val="lt1"/>
                </a:solidFill>
                <a:latin typeface="Rajdhani"/>
                <a:ea typeface="Rajdhani"/>
                <a:cs typeface="Rajdhani"/>
                <a:sym typeface="Rajdhani"/>
              </a:rPr>
              <a:t>1.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300" b="1" dirty="0">
                <a:solidFill>
                  <a:schemeClr val="lt1"/>
                </a:solidFill>
                <a:latin typeface="Rajdhani"/>
                <a:ea typeface="Rajdhani"/>
                <a:cs typeface="Rajdhani"/>
                <a:sym typeface="Rajdhani"/>
              </a:rPr>
              <a:t>2.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300" b="1" dirty="0">
                <a:solidFill>
                  <a:schemeClr val="lt1"/>
                </a:solidFill>
                <a:latin typeface="Rajdhani"/>
                <a:ea typeface="Rajdhani"/>
                <a:cs typeface="Rajdhani"/>
                <a:sym typeface="Rajdhani"/>
              </a:rPr>
              <a:t>3.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lt1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lt1"/>
              </a:solidFill>
            </a:endParaRPr>
          </a:p>
        </p:txBody>
      </p:sp>
      <p:sp>
        <p:nvSpPr>
          <p:cNvPr id="132" name="Google Shape;132;p8"/>
          <p:cNvSpPr txBox="1"/>
          <p:nvPr/>
        </p:nvSpPr>
        <p:spPr>
          <a:xfrm>
            <a:off x="432000" y="252000"/>
            <a:ext cx="11003794" cy="770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lang="en-US" sz="4000" b="1" i="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Agenda</a:t>
            </a:r>
            <a:endParaRPr sz="4000" b="1" i="0">
              <a:solidFill>
                <a:srgbClr val="FFFFF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"/>
          <p:cNvSpPr txBox="1">
            <a:spLocks noGrp="1"/>
          </p:cNvSpPr>
          <p:nvPr>
            <p:ph type="title"/>
          </p:nvPr>
        </p:nvSpPr>
        <p:spPr>
          <a:xfrm>
            <a:off x="729691" y="2604953"/>
            <a:ext cx="10732615" cy="770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en-US" altLang="zh-TW" dirty="0">
                <a:latin typeface="Arial"/>
                <a:ea typeface="Arial"/>
                <a:cs typeface="Arial"/>
                <a:sym typeface="Arial"/>
              </a:rPr>
              <a:t>Title</a:t>
            </a: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9"/>
          <p:cNvSpPr txBox="1">
            <a:spLocks noGrp="1"/>
          </p:cNvSpPr>
          <p:nvPr>
            <p:ph type="sldNum" idx="12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50799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1" i="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3</a:t>
            </a:fld>
            <a:r>
              <a:rPr lang="en-US" sz="1100" b="1" i="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/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"/>
          <p:cNvSpPr txBox="1">
            <a:spLocks noGrp="1"/>
          </p:cNvSpPr>
          <p:nvPr>
            <p:ph type="sldNum" idx="12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50799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1" i="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4</a:t>
            </a:fld>
            <a:r>
              <a:rPr lang="en-US" sz="1100" b="1" i="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/</a:t>
            </a:r>
            <a:endParaRPr/>
          </a:p>
        </p:txBody>
      </p:sp>
      <p:sp>
        <p:nvSpPr>
          <p:cNvPr id="144" name="Google Shape;144;p10"/>
          <p:cNvSpPr txBox="1">
            <a:spLocks noGrp="1"/>
          </p:cNvSpPr>
          <p:nvPr>
            <p:ph type="title"/>
          </p:nvPr>
        </p:nvSpPr>
        <p:spPr>
          <a:xfrm>
            <a:off x="432000" y="252000"/>
            <a:ext cx="11003794" cy="770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lang="en-US" altLang="zh-TW" sz="4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"/>
          <p:cNvSpPr txBox="1">
            <a:spLocks noGrp="1"/>
          </p:cNvSpPr>
          <p:nvPr>
            <p:ph type="sldNum" idx="12"/>
          </p:nvPr>
        </p:nvSpPr>
        <p:spPr>
          <a:xfrm>
            <a:off x="10972800" y="6500304"/>
            <a:ext cx="6603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50798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1" i="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5</a:t>
            </a:fld>
            <a:r>
              <a:rPr lang="en-US" sz="1100" b="1" i="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/</a:t>
            </a:r>
            <a:endParaRPr/>
          </a:p>
        </p:txBody>
      </p:sp>
      <p:sp>
        <p:nvSpPr>
          <p:cNvPr id="151" name="Google Shape;151;p11"/>
          <p:cNvSpPr txBox="1">
            <a:spLocks noGrp="1"/>
          </p:cNvSpPr>
          <p:nvPr>
            <p:ph type="title"/>
          </p:nvPr>
        </p:nvSpPr>
        <p:spPr>
          <a:xfrm>
            <a:off x="432000" y="252000"/>
            <a:ext cx="11003700" cy="7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"/>
          <p:cNvSpPr txBox="1">
            <a:spLocks noGrp="1"/>
          </p:cNvSpPr>
          <p:nvPr>
            <p:ph type="sldNum" idx="12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50799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r>
              <a:rPr lang="en-US"/>
              <a:t> /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2_Office 佈景主題">
  <a:themeElements>
    <a:clrScheme name="Foxconn2023">
      <a:dk1>
        <a:srgbClr val="000000"/>
      </a:dk1>
      <a:lt1>
        <a:srgbClr val="FFFFFF"/>
      </a:lt1>
      <a:dk2>
        <a:srgbClr val="4B4B4B"/>
      </a:dk2>
      <a:lt2>
        <a:srgbClr val="E7E6E6"/>
      </a:lt2>
      <a:accent1>
        <a:srgbClr val="FB0C24"/>
      </a:accent1>
      <a:accent2>
        <a:srgbClr val="3698E1"/>
      </a:accent2>
      <a:accent3>
        <a:srgbClr val="00ECFF"/>
      </a:accent3>
      <a:accent4>
        <a:srgbClr val="002A88"/>
      </a:accent4>
      <a:accent5>
        <a:srgbClr val="4472C4"/>
      </a:accent5>
      <a:accent6>
        <a:srgbClr val="FFFFFF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430</TotalTime>
  <Words>30</Words>
  <Application>Microsoft Office PowerPoint</Application>
  <PresentationFormat>寬螢幕</PresentationFormat>
  <Paragraphs>21</Paragraphs>
  <Slides>6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3" baseType="lpstr">
      <vt:lpstr>Calibri</vt:lpstr>
      <vt:lpstr>Microsoft YaHei</vt:lpstr>
      <vt:lpstr>Microsoft JhengHei</vt:lpstr>
      <vt:lpstr>Arial</vt:lpstr>
      <vt:lpstr>Noto Sans Symbols</vt:lpstr>
      <vt:lpstr>Rajdhani</vt:lpstr>
      <vt:lpstr>2_Office 佈景主題</vt:lpstr>
      <vt:lpstr>PowerPoint 簡報</vt:lpstr>
      <vt:lpstr>PowerPoint 簡報</vt:lpstr>
      <vt:lpstr>Title</vt:lpstr>
      <vt:lpstr>Title</vt:lpstr>
      <vt:lpstr>Title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朱優良</dc:creator>
  <cp:lastModifiedBy>朱優良</cp:lastModifiedBy>
  <cp:revision>17</cp:revision>
  <dcterms:modified xsi:type="dcterms:W3CDTF">2025-03-19T01:14:30Z</dcterms:modified>
</cp:coreProperties>
</file>