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7.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8.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9.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0.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1.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1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16.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17.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8.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19.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0.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1.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3.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4.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25.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27.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8.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29.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30.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1.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32.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3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34.xml" ContentType="application/vnd.openxmlformats-officedocument.theme+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35.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theme/theme36.xml" ContentType="application/vnd.openxmlformats-officedocument.theme+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theme/theme37.xml" ContentType="application/vnd.openxmlformats-officedocument.theme+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theme/theme38.xml" ContentType="application/vnd.openxmlformats-officedocument.theme+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39.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40.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theme/theme41.xml" ContentType="application/vnd.openxmlformats-officedocument.theme+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theme/theme42.xml" ContentType="application/vnd.openxmlformats-officedocument.theme+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theme/theme43.xml" ContentType="application/vnd.openxmlformats-officedocument.theme+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theme/theme45.xml" ContentType="application/vnd.openxmlformats-officedocument.theme+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46.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theme/theme47.xml" ContentType="application/vnd.openxmlformats-officedocument.theme+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48.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theme/theme49.xml" ContentType="application/vnd.openxmlformats-officedocument.theme+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theme/theme50.xml" ContentType="application/vnd.openxmlformats-officedocument.theme+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theme/theme51.xml" ContentType="application/vnd.openxmlformats-officedocument.theme+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52.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theme/theme53.xml" ContentType="application/vnd.openxmlformats-officedocument.theme+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theme/theme54.xml" ContentType="application/vnd.openxmlformats-officedocument.theme+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theme/theme55.xml" ContentType="application/vnd.openxmlformats-officedocument.theme+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56.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theme/theme57.xml" ContentType="application/vnd.openxmlformats-officedocument.theme+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58.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theme/theme59.xml" ContentType="application/vnd.openxmlformats-officedocument.theme+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60.xml" ContentType="application/vnd.openxmlformats-officedocument.theme+xml"/>
  <Override PartName="/ppt/theme/theme61.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tags/tag9.xml" ContentType="application/vnd.openxmlformats-officedocument.presentationml.tags+xml"/>
  <Override PartName="/ppt/notesSlides/notesSlide2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3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8.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58" r:id="rId3"/>
    <p:sldMasterId id="2147483662" r:id="rId4"/>
    <p:sldMasterId id="2147483666" r:id="rId5"/>
    <p:sldMasterId id="2147483670" r:id="rId6"/>
    <p:sldMasterId id="2147483674" r:id="rId7"/>
    <p:sldMasterId id="2147483678" r:id="rId8"/>
    <p:sldMasterId id="2147483682" r:id="rId9"/>
    <p:sldMasterId id="2147483686" r:id="rId10"/>
    <p:sldMasterId id="2147483690" r:id="rId11"/>
    <p:sldMasterId id="2147483694" r:id="rId12"/>
    <p:sldMasterId id="2147483698" r:id="rId13"/>
    <p:sldMasterId id="2147483702" r:id="rId14"/>
    <p:sldMasterId id="2147483706" r:id="rId15"/>
    <p:sldMasterId id="2147483710" r:id="rId16"/>
    <p:sldMasterId id="2147483714" r:id="rId17"/>
    <p:sldMasterId id="2147483718" r:id="rId18"/>
    <p:sldMasterId id="2147483722" r:id="rId19"/>
    <p:sldMasterId id="2147483726" r:id="rId20"/>
    <p:sldMasterId id="2147483730" r:id="rId21"/>
    <p:sldMasterId id="2147483735" r:id="rId22"/>
    <p:sldMasterId id="2147483747" r:id="rId23"/>
    <p:sldMasterId id="2147483759" r:id="rId24"/>
    <p:sldMasterId id="2147483771" r:id="rId25"/>
    <p:sldMasterId id="2147483783" r:id="rId26"/>
    <p:sldMasterId id="2147483795" r:id="rId27"/>
    <p:sldMasterId id="2147483807" r:id="rId28"/>
    <p:sldMasterId id="2147483819" r:id="rId29"/>
    <p:sldMasterId id="2147483831" r:id="rId30"/>
    <p:sldMasterId id="2147483843" r:id="rId31"/>
    <p:sldMasterId id="2147483855" r:id="rId32"/>
    <p:sldMasterId id="2147483867" r:id="rId33"/>
    <p:sldMasterId id="2147483879" r:id="rId34"/>
    <p:sldMasterId id="2147483891" r:id="rId35"/>
    <p:sldMasterId id="2147483903" r:id="rId36"/>
    <p:sldMasterId id="2147483915" r:id="rId37"/>
    <p:sldMasterId id="2147483927" r:id="rId38"/>
    <p:sldMasterId id="2147483939" r:id="rId39"/>
    <p:sldMasterId id="2147483951" r:id="rId40"/>
    <p:sldMasterId id="2147483964" r:id="rId41"/>
    <p:sldMasterId id="2147483968" r:id="rId42"/>
    <p:sldMasterId id="2147483972" r:id="rId43"/>
    <p:sldMasterId id="2147483976" r:id="rId44"/>
    <p:sldMasterId id="2147483980" r:id="rId45"/>
    <p:sldMasterId id="2147483984" r:id="rId46"/>
    <p:sldMasterId id="2147483988" r:id="rId47"/>
    <p:sldMasterId id="2147483992" r:id="rId48"/>
    <p:sldMasterId id="2147483996" r:id="rId49"/>
    <p:sldMasterId id="2147484000" r:id="rId50"/>
    <p:sldMasterId id="2147484004" r:id="rId51"/>
    <p:sldMasterId id="2147484008" r:id="rId52"/>
    <p:sldMasterId id="2147484012" r:id="rId53"/>
    <p:sldMasterId id="2147484016" r:id="rId54"/>
    <p:sldMasterId id="2147484020" r:id="rId55"/>
    <p:sldMasterId id="2147484024" r:id="rId56"/>
    <p:sldMasterId id="2147484028" r:id="rId57"/>
    <p:sldMasterId id="2147484032" r:id="rId58"/>
    <p:sldMasterId id="2147484036" r:id="rId59"/>
    <p:sldMasterId id="2147484040" r:id="rId60"/>
  </p:sldMasterIdLst>
  <p:notesMasterIdLst>
    <p:notesMasterId r:id="rId157"/>
  </p:notesMasterIdLst>
  <p:sldIdLst>
    <p:sldId id="256" r:id="rId61"/>
    <p:sldId id="257" r:id="rId62"/>
    <p:sldId id="258" r:id="rId63"/>
    <p:sldId id="259" r:id="rId64"/>
    <p:sldId id="357" r:id="rId65"/>
    <p:sldId id="358" r:id="rId66"/>
    <p:sldId id="284" r:id="rId67"/>
    <p:sldId id="359" r:id="rId68"/>
    <p:sldId id="285" r:id="rId69"/>
    <p:sldId id="286" r:id="rId70"/>
    <p:sldId id="289" r:id="rId71"/>
    <p:sldId id="290" r:id="rId72"/>
    <p:sldId id="291" r:id="rId73"/>
    <p:sldId id="292" r:id="rId74"/>
    <p:sldId id="360" r:id="rId75"/>
    <p:sldId id="361" r:id="rId76"/>
    <p:sldId id="363" r:id="rId77"/>
    <p:sldId id="362" r:id="rId78"/>
    <p:sldId id="364" r:id="rId79"/>
    <p:sldId id="365" r:id="rId80"/>
    <p:sldId id="366" r:id="rId81"/>
    <p:sldId id="367" r:id="rId82"/>
    <p:sldId id="293" r:id="rId83"/>
    <p:sldId id="294" r:id="rId84"/>
    <p:sldId id="295" r:id="rId85"/>
    <p:sldId id="368" r:id="rId86"/>
    <p:sldId id="369" r:id="rId87"/>
    <p:sldId id="370" r:id="rId88"/>
    <p:sldId id="371" r:id="rId89"/>
    <p:sldId id="372" r:id="rId90"/>
    <p:sldId id="373" r:id="rId91"/>
    <p:sldId id="374" r:id="rId92"/>
    <p:sldId id="375" r:id="rId93"/>
    <p:sldId id="376" r:id="rId94"/>
    <p:sldId id="377" r:id="rId95"/>
    <p:sldId id="378" r:id="rId96"/>
    <p:sldId id="297" r:id="rId97"/>
    <p:sldId id="298" r:id="rId98"/>
    <p:sldId id="299" r:id="rId99"/>
    <p:sldId id="300" r:id="rId100"/>
    <p:sldId id="301" r:id="rId101"/>
    <p:sldId id="302" r:id="rId102"/>
    <p:sldId id="303" r:id="rId103"/>
    <p:sldId id="304" r:id="rId104"/>
    <p:sldId id="305" r:id="rId105"/>
    <p:sldId id="306" r:id="rId106"/>
    <p:sldId id="307" r:id="rId107"/>
    <p:sldId id="308" r:id="rId108"/>
    <p:sldId id="309" r:id="rId109"/>
    <p:sldId id="310" r:id="rId110"/>
    <p:sldId id="311" r:id="rId111"/>
    <p:sldId id="312" r:id="rId112"/>
    <p:sldId id="313" r:id="rId113"/>
    <p:sldId id="314" r:id="rId114"/>
    <p:sldId id="315" r:id="rId115"/>
    <p:sldId id="316" r:id="rId116"/>
    <p:sldId id="317" r:id="rId117"/>
    <p:sldId id="318" r:id="rId118"/>
    <p:sldId id="319" r:id="rId119"/>
    <p:sldId id="320" r:id="rId120"/>
    <p:sldId id="321" r:id="rId121"/>
    <p:sldId id="322" r:id="rId122"/>
    <p:sldId id="323" r:id="rId123"/>
    <p:sldId id="324" r:id="rId124"/>
    <p:sldId id="325" r:id="rId125"/>
    <p:sldId id="326" r:id="rId126"/>
    <p:sldId id="327" r:id="rId127"/>
    <p:sldId id="328" r:id="rId128"/>
    <p:sldId id="329" r:id="rId129"/>
    <p:sldId id="330" r:id="rId130"/>
    <p:sldId id="331" r:id="rId131"/>
    <p:sldId id="332" r:id="rId132"/>
    <p:sldId id="333" r:id="rId133"/>
    <p:sldId id="334" r:id="rId134"/>
    <p:sldId id="335" r:id="rId135"/>
    <p:sldId id="336" r:id="rId136"/>
    <p:sldId id="337" r:id="rId137"/>
    <p:sldId id="338" r:id="rId138"/>
    <p:sldId id="339" r:id="rId139"/>
    <p:sldId id="340" r:id="rId140"/>
    <p:sldId id="341" r:id="rId141"/>
    <p:sldId id="342" r:id="rId142"/>
    <p:sldId id="343" r:id="rId143"/>
    <p:sldId id="344" r:id="rId144"/>
    <p:sldId id="345" r:id="rId145"/>
    <p:sldId id="346" r:id="rId146"/>
    <p:sldId id="347" r:id="rId147"/>
    <p:sldId id="348" r:id="rId148"/>
    <p:sldId id="349" r:id="rId149"/>
    <p:sldId id="350" r:id="rId150"/>
    <p:sldId id="351" r:id="rId151"/>
    <p:sldId id="352" r:id="rId152"/>
    <p:sldId id="353" r:id="rId153"/>
    <p:sldId id="354" r:id="rId154"/>
    <p:sldId id="355" r:id="rId155"/>
    <p:sldId id="356" r:id="rId156"/>
  </p:sldIdLst>
  <p:sldSz cx="12192000" cy="6858000"/>
  <p:notesSz cx="6858000" cy="9144000"/>
  <p:custDataLst>
    <p:tags r:id="rId1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4D1"/>
    <a:srgbClr val="7F7F7F"/>
    <a:srgbClr val="C5B6A1"/>
    <a:srgbClr val="BAC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824" autoAdjust="0"/>
  </p:normalViewPr>
  <p:slideViewPr>
    <p:cSldViewPr snapToGrid="0">
      <p:cViewPr varScale="1">
        <p:scale>
          <a:sx n="102" d="100"/>
          <a:sy n="102" d="100"/>
        </p:scale>
        <p:origin x="9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117" Type="http://schemas.openxmlformats.org/officeDocument/2006/relationships/slide" Target="slides/slide57.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Master" Target="slideMasters/slideMaster47.xml"/><Relationship Id="rId63" Type="http://schemas.openxmlformats.org/officeDocument/2006/relationships/slide" Target="slides/slide3.xml"/><Relationship Id="rId68" Type="http://schemas.openxmlformats.org/officeDocument/2006/relationships/slide" Target="slides/slide8.xml"/><Relationship Id="rId84" Type="http://schemas.openxmlformats.org/officeDocument/2006/relationships/slide" Target="slides/slide24.xml"/><Relationship Id="rId89" Type="http://schemas.openxmlformats.org/officeDocument/2006/relationships/slide" Target="slides/slide29.xml"/><Relationship Id="rId112" Type="http://schemas.openxmlformats.org/officeDocument/2006/relationships/slide" Target="slides/slide52.xml"/><Relationship Id="rId133" Type="http://schemas.openxmlformats.org/officeDocument/2006/relationships/slide" Target="slides/slide73.xml"/><Relationship Id="rId138" Type="http://schemas.openxmlformats.org/officeDocument/2006/relationships/slide" Target="slides/slide78.xml"/><Relationship Id="rId154" Type="http://schemas.openxmlformats.org/officeDocument/2006/relationships/slide" Target="slides/slide94.xml"/><Relationship Id="rId159" Type="http://schemas.openxmlformats.org/officeDocument/2006/relationships/presProps" Target="presProps.xml"/><Relationship Id="rId16" Type="http://schemas.openxmlformats.org/officeDocument/2006/relationships/slideMaster" Target="slideMasters/slideMaster16.xml"/><Relationship Id="rId107" Type="http://schemas.openxmlformats.org/officeDocument/2006/relationships/slide" Target="slides/slide47.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Master" Target="slideMasters/slideMaster58.xml"/><Relationship Id="rId74" Type="http://schemas.openxmlformats.org/officeDocument/2006/relationships/slide" Target="slides/slide14.xml"/><Relationship Id="rId79" Type="http://schemas.openxmlformats.org/officeDocument/2006/relationships/slide" Target="slides/slide19.xml"/><Relationship Id="rId102" Type="http://schemas.openxmlformats.org/officeDocument/2006/relationships/slide" Target="slides/slide42.xml"/><Relationship Id="rId123" Type="http://schemas.openxmlformats.org/officeDocument/2006/relationships/slide" Target="slides/slide63.xml"/><Relationship Id="rId128" Type="http://schemas.openxmlformats.org/officeDocument/2006/relationships/slide" Target="slides/slide68.xml"/><Relationship Id="rId144" Type="http://schemas.openxmlformats.org/officeDocument/2006/relationships/slide" Target="slides/slide84.xml"/><Relationship Id="rId149" Type="http://schemas.openxmlformats.org/officeDocument/2006/relationships/slide" Target="slides/slide89.xml"/><Relationship Id="rId5" Type="http://schemas.openxmlformats.org/officeDocument/2006/relationships/slideMaster" Target="slideMasters/slideMaster5.xml"/><Relationship Id="rId90" Type="http://schemas.openxmlformats.org/officeDocument/2006/relationships/slide" Target="slides/slide30.xml"/><Relationship Id="rId95" Type="http://schemas.openxmlformats.org/officeDocument/2006/relationships/slide" Target="slides/slide35.xml"/><Relationship Id="rId160" Type="http://schemas.openxmlformats.org/officeDocument/2006/relationships/viewProps" Target="viewProps.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64" Type="http://schemas.openxmlformats.org/officeDocument/2006/relationships/slide" Target="slides/slide4.xml"/><Relationship Id="rId69" Type="http://schemas.openxmlformats.org/officeDocument/2006/relationships/slide" Target="slides/slide9.xml"/><Relationship Id="rId113" Type="http://schemas.openxmlformats.org/officeDocument/2006/relationships/slide" Target="slides/slide53.xml"/><Relationship Id="rId118" Type="http://schemas.openxmlformats.org/officeDocument/2006/relationships/slide" Target="slides/slide58.xml"/><Relationship Id="rId134" Type="http://schemas.openxmlformats.org/officeDocument/2006/relationships/slide" Target="slides/slide74.xml"/><Relationship Id="rId139" Type="http://schemas.openxmlformats.org/officeDocument/2006/relationships/slide" Target="slides/slide79.xml"/><Relationship Id="rId80" Type="http://schemas.openxmlformats.org/officeDocument/2006/relationships/slide" Target="slides/slide20.xml"/><Relationship Id="rId85" Type="http://schemas.openxmlformats.org/officeDocument/2006/relationships/slide" Target="slides/slide25.xml"/><Relationship Id="rId150" Type="http://schemas.openxmlformats.org/officeDocument/2006/relationships/slide" Target="slides/slide90.xml"/><Relationship Id="rId155" Type="http://schemas.openxmlformats.org/officeDocument/2006/relationships/slide" Target="slides/slide95.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Master" Target="slideMasters/slideMaster59.xml"/><Relationship Id="rId103" Type="http://schemas.openxmlformats.org/officeDocument/2006/relationships/slide" Target="slides/slide43.xml"/><Relationship Id="rId108" Type="http://schemas.openxmlformats.org/officeDocument/2006/relationships/slide" Target="slides/slide48.xml"/><Relationship Id="rId124" Type="http://schemas.openxmlformats.org/officeDocument/2006/relationships/slide" Target="slides/slide64.xml"/><Relationship Id="rId129" Type="http://schemas.openxmlformats.org/officeDocument/2006/relationships/slide" Target="slides/slide69.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Master" Target="slideMasters/slideMaster54.xml"/><Relationship Id="rId62" Type="http://schemas.openxmlformats.org/officeDocument/2006/relationships/slide" Target="slides/slide2.xml"/><Relationship Id="rId70" Type="http://schemas.openxmlformats.org/officeDocument/2006/relationships/slide" Target="slides/slide10.xml"/><Relationship Id="rId75" Type="http://schemas.openxmlformats.org/officeDocument/2006/relationships/slide" Target="slides/slide15.xml"/><Relationship Id="rId83" Type="http://schemas.openxmlformats.org/officeDocument/2006/relationships/slide" Target="slides/slide23.xml"/><Relationship Id="rId88" Type="http://schemas.openxmlformats.org/officeDocument/2006/relationships/slide" Target="slides/slide28.xml"/><Relationship Id="rId91" Type="http://schemas.openxmlformats.org/officeDocument/2006/relationships/slide" Target="slides/slide31.xml"/><Relationship Id="rId96" Type="http://schemas.openxmlformats.org/officeDocument/2006/relationships/slide" Target="slides/slide36.xml"/><Relationship Id="rId111" Type="http://schemas.openxmlformats.org/officeDocument/2006/relationships/slide" Target="slides/slide51.xml"/><Relationship Id="rId132" Type="http://schemas.openxmlformats.org/officeDocument/2006/relationships/slide" Target="slides/slide72.xml"/><Relationship Id="rId140" Type="http://schemas.openxmlformats.org/officeDocument/2006/relationships/slide" Target="slides/slide80.xml"/><Relationship Id="rId145" Type="http://schemas.openxmlformats.org/officeDocument/2006/relationships/slide" Target="slides/slide85.xml"/><Relationship Id="rId153" Type="http://schemas.openxmlformats.org/officeDocument/2006/relationships/slide" Target="slides/slide93.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Master" Target="slideMasters/slideMaster49.xml"/><Relationship Id="rId57" Type="http://schemas.openxmlformats.org/officeDocument/2006/relationships/slideMaster" Target="slideMasters/slideMaster57.xml"/><Relationship Id="rId106" Type="http://schemas.openxmlformats.org/officeDocument/2006/relationships/slide" Target="slides/slide46.xml"/><Relationship Id="rId114" Type="http://schemas.openxmlformats.org/officeDocument/2006/relationships/slide" Target="slides/slide54.xml"/><Relationship Id="rId119" Type="http://schemas.openxmlformats.org/officeDocument/2006/relationships/slide" Target="slides/slide59.xml"/><Relationship Id="rId127" Type="http://schemas.openxmlformats.org/officeDocument/2006/relationships/slide" Target="slides/slide67.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Master" Target="slideMasters/slideMaster44.xml"/><Relationship Id="rId52" Type="http://schemas.openxmlformats.org/officeDocument/2006/relationships/slideMaster" Target="slideMasters/slideMaster52.xml"/><Relationship Id="rId60" Type="http://schemas.openxmlformats.org/officeDocument/2006/relationships/slideMaster" Target="slideMasters/slideMaster60.xml"/><Relationship Id="rId65" Type="http://schemas.openxmlformats.org/officeDocument/2006/relationships/slide" Target="slides/slide5.xml"/><Relationship Id="rId73" Type="http://schemas.openxmlformats.org/officeDocument/2006/relationships/slide" Target="slides/slide13.xml"/><Relationship Id="rId78" Type="http://schemas.openxmlformats.org/officeDocument/2006/relationships/slide" Target="slides/slide18.xml"/><Relationship Id="rId81" Type="http://schemas.openxmlformats.org/officeDocument/2006/relationships/slide" Target="slides/slide21.xml"/><Relationship Id="rId86" Type="http://schemas.openxmlformats.org/officeDocument/2006/relationships/slide" Target="slides/slide26.xml"/><Relationship Id="rId94" Type="http://schemas.openxmlformats.org/officeDocument/2006/relationships/slide" Target="slides/slide34.xml"/><Relationship Id="rId99" Type="http://schemas.openxmlformats.org/officeDocument/2006/relationships/slide" Target="slides/slide39.xml"/><Relationship Id="rId101" Type="http://schemas.openxmlformats.org/officeDocument/2006/relationships/slide" Target="slides/slide41.xml"/><Relationship Id="rId122" Type="http://schemas.openxmlformats.org/officeDocument/2006/relationships/slide" Target="slides/slide62.xml"/><Relationship Id="rId130" Type="http://schemas.openxmlformats.org/officeDocument/2006/relationships/slide" Target="slides/slide70.xml"/><Relationship Id="rId135" Type="http://schemas.openxmlformats.org/officeDocument/2006/relationships/slide" Target="slides/slide75.xml"/><Relationship Id="rId143" Type="http://schemas.openxmlformats.org/officeDocument/2006/relationships/slide" Target="slides/slide83.xml"/><Relationship Id="rId148" Type="http://schemas.openxmlformats.org/officeDocument/2006/relationships/slide" Target="slides/slide88.xml"/><Relationship Id="rId151" Type="http://schemas.openxmlformats.org/officeDocument/2006/relationships/slide" Target="slides/slide91.xml"/><Relationship Id="rId156"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slide" Target="slides/slide49.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6.xml"/><Relationship Id="rId97" Type="http://schemas.openxmlformats.org/officeDocument/2006/relationships/slide" Target="slides/slide37.xml"/><Relationship Id="rId104" Type="http://schemas.openxmlformats.org/officeDocument/2006/relationships/slide" Target="slides/slide44.xml"/><Relationship Id="rId120" Type="http://schemas.openxmlformats.org/officeDocument/2006/relationships/slide" Target="slides/slide60.xml"/><Relationship Id="rId125" Type="http://schemas.openxmlformats.org/officeDocument/2006/relationships/slide" Target="slides/slide65.xml"/><Relationship Id="rId141" Type="http://schemas.openxmlformats.org/officeDocument/2006/relationships/slide" Target="slides/slide81.xml"/><Relationship Id="rId146" Type="http://schemas.openxmlformats.org/officeDocument/2006/relationships/slide" Target="slides/slide86.xml"/><Relationship Id="rId7" Type="http://schemas.openxmlformats.org/officeDocument/2006/relationships/slideMaster" Target="slideMasters/slideMaster7.xml"/><Relationship Id="rId71" Type="http://schemas.openxmlformats.org/officeDocument/2006/relationships/slide" Target="slides/slide11.xml"/><Relationship Id="rId92" Type="http://schemas.openxmlformats.org/officeDocument/2006/relationships/slide" Target="slides/slide32.xml"/><Relationship Id="rId16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6.xml"/><Relationship Id="rId87" Type="http://schemas.openxmlformats.org/officeDocument/2006/relationships/slide" Target="slides/slide27.xml"/><Relationship Id="rId110" Type="http://schemas.openxmlformats.org/officeDocument/2006/relationships/slide" Target="slides/slide50.xml"/><Relationship Id="rId115" Type="http://schemas.openxmlformats.org/officeDocument/2006/relationships/slide" Target="slides/slide55.xml"/><Relationship Id="rId131" Type="http://schemas.openxmlformats.org/officeDocument/2006/relationships/slide" Target="slides/slide71.xml"/><Relationship Id="rId136" Type="http://schemas.openxmlformats.org/officeDocument/2006/relationships/slide" Target="slides/slide76.xml"/><Relationship Id="rId157" Type="http://schemas.openxmlformats.org/officeDocument/2006/relationships/notesMaster" Target="notesMasters/notesMaster1.xml"/><Relationship Id="rId61" Type="http://schemas.openxmlformats.org/officeDocument/2006/relationships/slide" Target="slides/slide1.xml"/><Relationship Id="rId82" Type="http://schemas.openxmlformats.org/officeDocument/2006/relationships/slide" Target="slides/slide22.xml"/><Relationship Id="rId152" Type="http://schemas.openxmlformats.org/officeDocument/2006/relationships/slide" Target="slides/slide92.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 Target="slides/slide17.xml"/><Relationship Id="rId100" Type="http://schemas.openxmlformats.org/officeDocument/2006/relationships/slide" Target="slides/slide40.xml"/><Relationship Id="rId105" Type="http://schemas.openxmlformats.org/officeDocument/2006/relationships/slide" Target="slides/slide45.xml"/><Relationship Id="rId126" Type="http://schemas.openxmlformats.org/officeDocument/2006/relationships/slide" Target="slides/slide66.xml"/><Relationship Id="rId147" Type="http://schemas.openxmlformats.org/officeDocument/2006/relationships/slide" Target="slides/slide87.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2.xml"/><Relationship Id="rId93" Type="http://schemas.openxmlformats.org/officeDocument/2006/relationships/slide" Target="slides/slide33.xml"/><Relationship Id="rId98" Type="http://schemas.openxmlformats.org/officeDocument/2006/relationships/slide" Target="slides/slide38.xml"/><Relationship Id="rId121" Type="http://schemas.openxmlformats.org/officeDocument/2006/relationships/slide" Target="slides/slide61.xml"/><Relationship Id="rId142" Type="http://schemas.openxmlformats.org/officeDocument/2006/relationships/slide" Target="slides/slide82.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Master" Target="slideMasters/slideMaster46.xml"/><Relationship Id="rId67" Type="http://schemas.openxmlformats.org/officeDocument/2006/relationships/slide" Target="slides/slide7.xml"/><Relationship Id="rId116" Type="http://schemas.openxmlformats.org/officeDocument/2006/relationships/slide" Target="slides/slide56.xml"/><Relationship Id="rId137" Type="http://schemas.openxmlformats.org/officeDocument/2006/relationships/slide" Target="slides/slide77.xml"/><Relationship Id="rId15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53318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12941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85761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96387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245827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88671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14422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29043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769412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5534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510233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39</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12020DF-609D-469D-AA65-D123F325B72B}"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FFE4F62-605D-4A72-9B78-2AF5B0B98AE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FFE4F62-605D-4A72-9B78-2AF5B0B98AE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49</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44DF715-C661-4A4B-BB5A-CE67FF753190}"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C2F775A4-DBCA-43D6-BDA5-B5DAC751E2D2}"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7BAE28C-3D3E-4DF5-86CA-388958D9FF29}"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D34C0232-94FA-4EBE-BB9B-79FBE486032D}"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0CA28D21-2707-4CA8-BBC0-E072FA1B7B82}"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56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77</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7A931D0-C1F1-459A-A804-2CF5D4756A7A}"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79</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8927DC7C-EA85-41EA-BE8E-3BC04B9579C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noFill/>
          <a:ln>
            <a:solidFill>
              <a:srgbClr val="000000"/>
            </a:solidFill>
            <a:miter lim="800000"/>
          </a:ln>
        </p:spPr>
      </p:sp>
      <p:sp>
        <p:nvSpPr>
          <p:cNvPr id="44035" name="备注占位符 2"/>
          <p:cNvSpPr>
            <a:spLocks noGrp="1"/>
          </p:cNvSpPr>
          <p:nvPr>
            <p:ph type="body" idx="1"/>
          </p:nvPr>
        </p:nvSpPr>
        <p:spPr>
          <a:noFill/>
        </p:spPr>
        <p:txBody>
          <a:bodyPr wrap="square" numCol="1" anchor="t" anchorCtr="0" compatLnSpc="1"/>
          <a:lstStyle/>
          <a:p>
            <a:pPr>
              <a:spcBef>
                <a:spcPct val="0"/>
              </a:spcBef>
            </a:pPr>
            <a:endParaRPr lang="zh-CN" altLang="en-US"/>
          </a:p>
        </p:txBody>
      </p:sp>
      <p:sp>
        <p:nvSpPr>
          <p:cNvPr id="44036" name="灯片编号占位符 3"/>
          <p:cNvSpPr>
            <a:spLocks noGrp="1"/>
          </p:cNvSpPr>
          <p:nvPr>
            <p:ph type="sldNum" sz="quarter" idx="5"/>
          </p:nvPr>
        </p:nvSpPr>
        <p:spPr>
          <a:noFill/>
          <a:ln>
            <a:miter lim="800000"/>
          </a:ln>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F28957A7-94DB-4679-B213-B3FFD2B7213B}" type="slidenum">
              <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rPr>
              <a:t>81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B2A0F9D-3357-4A94-85C8-3B842B870DC6}"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5711C0B8-ACC3-4D91-8B38-72ED5A969CBF}"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84</a:t>
            </a:fld>
            <a:endParaRPr kumimoji="0" lang="en-US" sz="1200" b="0" i="0" u="none" strike="noStrike" kern="1200" cap="none" normalizeH="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5B191943-51BD-4131-B271-DC25003004B7}"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E67BF2FF-AB26-42B1-B18B-19F5B70C603D}"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88</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7F4DA30-AA03-4F72-96B9-33D624FA8F47}"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90</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1730213-C7A7-41CC-918A-A6DC9FA1725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91</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A11FC198-2D83-4DFC-8CDD-7D23AF44D41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92</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93</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B49EC556-0E4F-4361-96C2-0C2CAFEAB7B8}"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94</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418F03C3-53C1-4F10-8DAF-D1F318E96C6E}"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95</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2FF1102C-FAD4-459D-8C7A-106E6431C5A1}" type="slidenum">
              <a:rPr kumimoji="0" lang="zh-CN" altLang="en-US" sz="1200" b="0" i="0" u="none" strike="noStrike" kern="1200" cap="none" normalizeH="0" noProof="0" smtClean="0">
                <a:ln>
                  <a:noFill/>
                </a:ln>
                <a:solidFill>
                  <a:prstClr val="black"/>
                </a:solidFill>
                <a:effectLst/>
                <a:uLnTx/>
                <a:uFillTx/>
                <a:latin typeface="Calibri" panose="020F0502020204030204"/>
                <a:ea typeface="宋体" panose="02010600030101010101" pitchFamily="2" charset="-122"/>
                <a:cs typeface="+mn-cs"/>
              </a:rPr>
              <a:t>96</a:t>
            </a:fld>
            <a:endParaRPr kumimoji="0" lang="zh-CN" altLang="en-US" sz="1200" b="0" i="0" u="none" strike="noStrike" kern="1200" cap="none" normalizeH="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pPr defTabSz="1218565"/>
            <a:fld id="{C1F886BA-5FC7-4C45-9AF2-D10BC1540A8E}" type="datetimeFigureOut">
              <a:rPr lang="zh-CN" altLang="en-US" sz="2400" smtClean="0">
                <a:solidFill>
                  <a:prstClr val="black"/>
                </a:solidFill>
              </a:rPr>
              <a:t>2025/2/15</a:t>
            </a:fld>
            <a:endParaRPr lang="zh-CN" altLang="en-US" sz="2400">
              <a:solidFill>
                <a:prstClr val="black"/>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pPr defTabSz="1218565"/>
            <a:endParaRPr lang="zh-CN" altLang="en-US" sz="2400">
              <a:solidFill>
                <a:prstClr val="black"/>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pPr defTabSz="1218565"/>
            <a:fld id="{DD6D0CF6-0F7D-4653-8535-B9F68734AF5D}" type="slidenum">
              <a:rPr lang="zh-CN" altLang="en-US" sz="2400" smtClean="0">
                <a:solidFill>
                  <a:prstClr val="black"/>
                </a:solidFill>
              </a:rPr>
              <a:t>‹#›</a:t>
            </a:fld>
            <a:endParaRPr lang="zh-CN" altLang="en-US" sz="2400">
              <a:solidFill>
                <a:prstClr val="black"/>
              </a:solidFill>
            </a:endParaRPr>
          </a:p>
        </p:txBody>
      </p:sp>
      <p:sp>
        <p:nvSpPr>
          <p:cNvPr id="5" name="矩形 4"/>
          <p:cNvSpPr/>
          <p:nvPr userDrawn="1"/>
        </p:nvSpPr>
        <p:spPr>
          <a:xfrm>
            <a:off x="338" y="261626"/>
            <a:ext cx="19206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Arial" panose="020B0604020202020204"/>
              <a:ea typeface="微软雅黑" panose="020B0503020204020204" charset="-122"/>
              <a:cs typeface="+mn-ea"/>
              <a:sym typeface="+mn-lt"/>
            </a:endParaRPr>
          </a:p>
        </p:txBody>
      </p:sp>
      <p:sp>
        <p:nvSpPr>
          <p:cNvPr id="6" name="文本框 37"/>
          <p:cNvSpPr txBox="1"/>
          <p:nvPr userDrawn="1"/>
        </p:nvSpPr>
        <p:spPr>
          <a:xfrm>
            <a:off x="288414" y="261627"/>
            <a:ext cx="2925754" cy="420542"/>
          </a:xfrm>
          <a:prstGeom prst="rect">
            <a:avLst/>
          </a:prstGeom>
          <a:noFill/>
        </p:spPr>
        <p:txBody>
          <a:bodyPr wrap="none" lIns="91417" tIns="45709" rIns="91417" bIns="45709"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135" b="0" i="0" u="none" strike="noStrike" kern="1200" cap="none" normalizeH="0" noProof="0">
                <a:ln>
                  <a:noFill/>
                </a:ln>
                <a:solidFill>
                  <a:prstClr val="white">
                    <a:lumMod val="65000"/>
                  </a:prstClr>
                </a:solidFill>
                <a:effectLst/>
                <a:uLnTx/>
                <a:uFillTx/>
                <a:latin typeface="微软雅黑" panose="020B0503020204020204" charset="-122"/>
                <a:ea typeface="微软雅黑" panose="020B0503020204020204" charset="-122"/>
                <a:cs typeface="+mn-ea"/>
                <a:sym typeface="+mn-lt"/>
              </a:rPr>
              <a:t>点击添加相关标题文字</a:t>
            </a:r>
          </a:p>
        </p:txBody>
      </p:sp>
      <p:sp>
        <p:nvSpPr>
          <p:cNvPr id="7" name="文本框 38"/>
          <p:cNvSpPr txBox="1"/>
          <p:nvPr userDrawn="1"/>
        </p:nvSpPr>
        <p:spPr>
          <a:xfrm>
            <a:off x="353695" y="693540"/>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rPr>
              <a:t>ADD RELATED TITLE WORDS</a:t>
            </a:r>
            <a:endParaRPr kumimoji="0" lang="zh-CN" altLang="en-US" sz="1200" b="0" i="0" u="none" strike="noStrike" kern="1200" cap="none" normalizeH="0" noProof="0">
              <a:ln>
                <a:noFill/>
              </a:ln>
              <a:solidFill>
                <a:prstClr val="white">
                  <a:lumMod val="75000"/>
                </a:prstClr>
              </a:solidFill>
              <a:effectLst/>
              <a:uLnTx/>
              <a:uFillTx/>
              <a:latin typeface="Arial" panose="020B0604020202020204"/>
              <a:ea typeface="微软雅黑" panose="020B0503020204020204"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Tree>
  </p:cSld>
  <p:clrMapOvr>
    <a:masterClrMapping/>
  </p:clrMapOvr>
  <p:transition spd="med" advClick="0" advTm="0">
    <p:random/>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45E637-B2D9-4100-9245-EDCD1D7C4EA5}"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78.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7.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8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8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1.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3.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297.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29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0.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5.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09.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4.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7.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1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0.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1.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6.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27.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2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0.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3A620DD7-6358-4E35-981D-64C57D7D925A}"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页脚占位符 4"/>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6" name="灯片编号占位符 5"/>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25567DBE-345A-4DFC-A5AF-A1AA18485CC9}"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Tree>
  </p:cSld>
  <p:clrMapOvr>
    <a:masterClrMapping/>
  </p:clrMapOvr>
  <p:transition spd="med" advClick="0" advTm="0">
    <p:random/>
  </p:transition>
  <p:timing>
    <p:tnLst>
      <p:par>
        <p:cTn id="1" dur="indefinite" restart="never" nodeType="tmRoot"/>
      </p:par>
    </p:tnLst>
  </p:timing>
</p:sldLayout>
</file>

<file path=ppt/slideLayouts/slideLayout335.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4AAED4E0-26D5-45A0-88C8-42D882EC83E6}"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页脚占位符 3"/>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灯片编号占位符 4"/>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B8353A18-43B1-46E0-BD29-54B47A049AF7}"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8" name="图片占位符 10"/>
          <p:cNvSpPr>
            <a:spLocks noGrp="1"/>
          </p:cNvSpPr>
          <p:nvPr>
            <p:ph type="pic" sz="quarter" idx="13"/>
          </p:nvPr>
        </p:nvSpPr>
        <p:spPr>
          <a:xfrm>
            <a:off x="1440412" y="1803400"/>
            <a:ext cx="4693688" cy="3620422"/>
          </a:xfrm>
          <a:custGeom>
            <a:avLst/>
            <a:gdLst>
              <a:gd name="connsiteX0" fmla="*/ 1338111 w 8898844"/>
              <a:gd name="connsiteY0" fmla="*/ 0 h 6864021"/>
              <a:gd name="connsiteX1" fmla="*/ 1659844 w 8898844"/>
              <a:gd name="connsiteY1" fmla="*/ 323013 h 6864021"/>
              <a:gd name="connsiteX2" fmla="*/ 1780494 w 8898844"/>
              <a:gd name="connsiteY2" fmla="*/ 282636 h 6864021"/>
              <a:gd name="connsiteX3" fmla="*/ 1941361 w 8898844"/>
              <a:gd name="connsiteY3" fmla="*/ 282636 h 6864021"/>
              <a:gd name="connsiteX4" fmla="*/ 1941361 w 8898844"/>
              <a:gd name="connsiteY4" fmla="*/ 242260 h 6864021"/>
              <a:gd name="connsiteX5" fmla="*/ 2182661 w 8898844"/>
              <a:gd name="connsiteY5" fmla="*/ 565272 h 6864021"/>
              <a:gd name="connsiteX6" fmla="*/ 2464178 w 8898844"/>
              <a:gd name="connsiteY6" fmla="*/ 686402 h 6864021"/>
              <a:gd name="connsiteX7" fmla="*/ 2423961 w 8898844"/>
              <a:gd name="connsiteY7" fmla="*/ 484519 h 6864021"/>
              <a:gd name="connsiteX8" fmla="*/ 2665261 w 8898844"/>
              <a:gd name="connsiteY8" fmla="*/ 686402 h 6864021"/>
              <a:gd name="connsiteX9" fmla="*/ 2986995 w 8898844"/>
              <a:gd name="connsiteY9" fmla="*/ 767155 h 6864021"/>
              <a:gd name="connsiteX10" fmla="*/ 3107644 w 8898844"/>
              <a:gd name="connsiteY10" fmla="*/ 969038 h 6864021"/>
              <a:gd name="connsiteX11" fmla="*/ 3268512 w 8898844"/>
              <a:gd name="connsiteY11" fmla="*/ 847909 h 6864021"/>
              <a:gd name="connsiteX12" fmla="*/ 3308727 w 8898844"/>
              <a:gd name="connsiteY12" fmla="*/ 888285 h 6864021"/>
              <a:gd name="connsiteX13" fmla="*/ 3147861 w 8898844"/>
              <a:gd name="connsiteY13" fmla="*/ 1009415 h 6864021"/>
              <a:gd name="connsiteX14" fmla="*/ 3550027 w 8898844"/>
              <a:gd name="connsiteY14" fmla="*/ 1170921 h 6864021"/>
              <a:gd name="connsiteX15" fmla="*/ 3630461 w 8898844"/>
              <a:gd name="connsiteY15" fmla="*/ 969038 h 6864021"/>
              <a:gd name="connsiteX16" fmla="*/ 3831544 w 8898844"/>
              <a:gd name="connsiteY16" fmla="*/ 1009415 h 6864021"/>
              <a:gd name="connsiteX17" fmla="*/ 3992411 w 8898844"/>
              <a:gd name="connsiteY17" fmla="*/ 1090168 h 6864021"/>
              <a:gd name="connsiteX18" fmla="*/ 4635878 w 8898844"/>
              <a:gd name="connsiteY18" fmla="*/ 1372804 h 6864021"/>
              <a:gd name="connsiteX19" fmla="*/ 4796744 w 8898844"/>
              <a:gd name="connsiteY19" fmla="*/ 1413181 h 6864021"/>
              <a:gd name="connsiteX20" fmla="*/ 4957610 w 8898844"/>
              <a:gd name="connsiteY20" fmla="*/ 1493934 h 6864021"/>
              <a:gd name="connsiteX21" fmla="*/ 5239128 w 8898844"/>
              <a:gd name="connsiteY21" fmla="*/ 1413181 h 6864021"/>
              <a:gd name="connsiteX22" fmla="*/ 5399994 w 8898844"/>
              <a:gd name="connsiteY22" fmla="*/ 1493934 h 6864021"/>
              <a:gd name="connsiteX23" fmla="*/ 5399994 w 8898844"/>
              <a:gd name="connsiteY23" fmla="*/ 1332428 h 6864021"/>
              <a:gd name="connsiteX24" fmla="*/ 6123894 w 8898844"/>
              <a:gd name="connsiteY24" fmla="*/ 1413181 h 6864021"/>
              <a:gd name="connsiteX25" fmla="*/ 6204328 w 8898844"/>
              <a:gd name="connsiteY25" fmla="*/ 1574687 h 6864021"/>
              <a:gd name="connsiteX26" fmla="*/ 6324978 w 8898844"/>
              <a:gd name="connsiteY26" fmla="*/ 1574687 h 6864021"/>
              <a:gd name="connsiteX27" fmla="*/ 6485844 w 8898844"/>
              <a:gd name="connsiteY27" fmla="*/ 1453558 h 6864021"/>
              <a:gd name="connsiteX28" fmla="*/ 6928228 w 8898844"/>
              <a:gd name="connsiteY28" fmla="*/ 1170921 h 6864021"/>
              <a:gd name="connsiteX29" fmla="*/ 6968444 w 8898844"/>
              <a:gd name="connsiteY29" fmla="*/ 1130545 h 6864021"/>
              <a:gd name="connsiteX30" fmla="*/ 7008660 w 8898844"/>
              <a:gd name="connsiteY30" fmla="*/ 1211298 h 6864021"/>
              <a:gd name="connsiteX31" fmla="*/ 7209744 w 8898844"/>
              <a:gd name="connsiteY31" fmla="*/ 969038 h 6864021"/>
              <a:gd name="connsiteX32" fmla="*/ 7290178 w 8898844"/>
              <a:gd name="connsiteY32" fmla="*/ 1049792 h 6864021"/>
              <a:gd name="connsiteX33" fmla="*/ 7611910 w 8898844"/>
              <a:gd name="connsiteY33" fmla="*/ 565272 h 6864021"/>
              <a:gd name="connsiteX34" fmla="*/ 7571694 w 8898844"/>
              <a:gd name="connsiteY34" fmla="*/ 524896 h 6864021"/>
              <a:gd name="connsiteX35" fmla="*/ 7491260 w 8898844"/>
              <a:gd name="connsiteY35" fmla="*/ 686402 h 6864021"/>
              <a:gd name="connsiteX36" fmla="*/ 7451044 w 8898844"/>
              <a:gd name="connsiteY36" fmla="*/ 646026 h 6864021"/>
              <a:gd name="connsiteX37" fmla="*/ 7491260 w 8898844"/>
              <a:gd name="connsiteY37" fmla="*/ 403766 h 6864021"/>
              <a:gd name="connsiteX38" fmla="*/ 7611910 w 8898844"/>
              <a:gd name="connsiteY38" fmla="*/ 323013 h 6864021"/>
              <a:gd name="connsiteX39" fmla="*/ 7692344 w 8898844"/>
              <a:gd name="connsiteY39" fmla="*/ 524896 h 6864021"/>
              <a:gd name="connsiteX40" fmla="*/ 7812994 w 8898844"/>
              <a:gd name="connsiteY40" fmla="*/ 282636 h 6864021"/>
              <a:gd name="connsiteX41" fmla="*/ 7853210 w 8898844"/>
              <a:gd name="connsiteY41" fmla="*/ 605649 h 6864021"/>
              <a:gd name="connsiteX42" fmla="*/ 8054294 w 8898844"/>
              <a:gd name="connsiteY42" fmla="*/ 444143 h 6864021"/>
              <a:gd name="connsiteX43" fmla="*/ 8295594 w 8898844"/>
              <a:gd name="connsiteY43" fmla="*/ 888285 h 6864021"/>
              <a:gd name="connsiteX44" fmla="*/ 8577111 w 8898844"/>
              <a:gd name="connsiteY44" fmla="*/ 767155 h 6864021"/>
              <a:gd name="connsiteX45" fmla="*/ 8577111 w 8898844"/>
              <a:gd name="connsiteY45" fmla="*/ 888285 h 6864021"/>
              <a:gd name="connsiteX46" fmla="*/ 8858627 w 8898844"/>
              <a:gd name="connsiteY46" fmla="*/ 1009415 h 6864021"/>
              <a:gd name="connsiteX47" fmla="*/ 8898844 w 8898844"/>
              <a:gd name="connsiteY47" fmla="*/ 1170921 h 6864021"/>
              <a:gd name="connsiteX48" fmla="*/ 8898844 w 8898844"/>
              <a:gd name="connsiteY48" fmla="*/ 1211298 h 6864021"/>
              <a:gd name="connsiteX49" fmla="*/ 8737977 w 8898844"/>
              <a:gd name="connsiteY49" fmla="*/ 1655441 h 6864021"/>
              <a:gd name="connsiteX50" fmla="*/ 8536894 w 8898844"/>
              <a:gd name="connsiteY50" fmla="*/ 1816947 h 6864021"/>
              <a:gd name="connsiteX51" fmla="*/ 8335810 w 8898844"/>
              <a:gd name="connsiteY51" fmla="*/ 2059207 h 6864021"/>
              <a:gd name="connsiteX52" fmla="*/ 8255378 w 8898844"/>
              <a:gd name="connsiteY52" fmla="*/ 2139960 h 6864021"/>
              <a:gd name="connsiteX53" fmla="*/ 8456461 w 8898844"/>
              <a:gd name="connsiteY53" fmla="*/ 2664855 h 6864021"/>
              <a:gd name="connsiteX54" fmla="*/ 8456461 w 8898844"/>
              <a:gd name="connsiteY54" fmla="*/ 2907115 h 6864021"/>
              <a:gd name="connsiteX55" fmla="*/ 8054294 w 8898844"/>
              <a:gd name="connsiteY55" fmla="*/ 3512764 h 6864021"/>
              <a:gd name="connsiteX56" fmla="*/ 8134728 w 8898844"/>
              <a:gd name="connsiteY56" fmla="*/ 3512764 h 6864021"/>
              <a:gd name="connsiteX57" fmla="*/ 8416244 w 8898844"/>
              <a:gd name="connsiteY57" fmla="*/ 3189751 h 6864021"/>
              <a:gd name="connsiteX58" fmla="*/ 8416244 w 8898844"/>
              <a:gd name="connsiteY58" fmla="*/ 3391634 h 6864021"/>
              <a:gd name="connsiteX59" fmla="*/ 8496677 w 8898844"/>
              <a:gd name="connsiteY59" fmla="*/ 3674270 h 6864021"/>
              <a:gd name="connsiteX60" fmla="*/ 8215160 w 8898844"/>
              <a:gd name="connsiteY60" fmla="*/ 4360673 h 6864021"/>
              <a:gd name="connsiteX61" fmla="*/ 7933644 w 8898844"/>
              <a:gd name="connsiteY61" fmla="*/ 4845192 h 6864021"/>
              <a:gd name="connsiteX62" fmla="*/ 7812994 w 8898844"/>
              <a:gd name="connsiteY62" fmla="*/ 4925945 h 6864021"/>
              <a:gd name="connsiteX63" fmla="*/ 7692344 w 8898844"/>
              <a:gd name="connsiteY63" fmla="*/ 5127828 h 6864021"/>
              <a:gd name="connsiteX64" fmla="*/ 7491260 w 8898844"/>
              <a:gd name="connsiteY64" fmla="*/ 5329711 h 6864021"/>
              <a:gd name="connsiteX65" fmla="*/ 7491260 w 8898844"/>
              <a:gd name="connsiteY65" fmla="*/ 5450841 h 6864021"/>
              <a:gd name="connsiteX66" fmla="*/ 6968444 w 8898844"/>
              <a:gd name="connsiteY66" fmla="*/ 6096866 h 6864021"/>
              <a:gd name="connsiteX67" fmla="*/ 6767360 w 8898844"/>
              <a:gd name="connsiteY67" fmla="*/ 6258373 h 6864021"/>
              <a:gd name="connsiteX68" fmla="*/ 6767360 w 8898844"/>
              <a:gd name="connsiteY68" fmla="*/ 6217996 h 6864021"/>
              <a:gd name="connsiteX69" fmla="*/ 6888010 w 8898844"/>
              <a:gd name="connsiteY69" fmla="*/ 6016113 h 6864021"/>
              <a:gd name="connsiteX70" fmla="*/ 6284760 w 8898844"/>
              <a:gd name="connsiteY70" fmla="*/ 6339126 h 6864021"/>
              <a:gd name="connsiteX71" fmla="*/ 6003244 w 8898844"/>
              <a:gd name="connsiteY71" fmla="*/ 6379502 h 6864021"/>
              <a:gd name="connsiteX72" fmla="*/ 4836960 w 8898844"/>
              <a:gd name="connsiteY72" fmla="*/ 6702515 h 6864021"/>
              <a:gd name="connsiteX73" fmla="*/ 2986995 w 8898844"/>
              <a:gd name="connsiteY73" fmla="*/ 6823645 h 6864021"/>
              <a:gd name="connsiteX74" fmla="*/ 1338111 w 8898844"/>
              <a:gd name="connsiteY74" fmla="*/ 6217996 h 6864021"/>
              <a:gd name="connsiteX75" fmla="*/ 815294 w 8898844"/>
              <a:gd name="connsiteY75" fmla="*/ 5773854 h 6864021"/>
              <a:gd name="connsiteX76" fmla="*/ 654428 w 8898844"/>
              <a:gd name="connsiteY76" fmla="*/ 5693100 h 6864021"/>
              <a:gd name="connsiteX77" fmla="*/ 372911 w 8898844"/>
              <a:gd name="connsiteY77" fmla="*/ 5491217 h 6864021"/>
              <a:gd name="connsiteX78" fmla="*/ 372911 w 8898844"/>
              <a:gd name="connsiteY78" fmla="*/ 5450841 h 6864021"/>
              <a:gd name="connsiteX79" fmla="*/ 51178 w 8898844"/>
              <a:gd name="connsiteY79" fmla="*/ 4966322 h 6864021"/>
              <a:gd name="connsiteX80" fmla="*/ 91394 w 8898844"/>
              <a:gd name="connsiteY80" fmla="*/ 4925945 h 6864021"/>
              <a:gd name="connsiteX81" fmla="*/ 493561 w 8898844"/>
              <a:gd name="connsiteY81" fmla="*/ 5208581 h 6864021"/>
              <a:gd name="connsiteX82" fmla="*/ 1016378 w 8898844"/>
              <a:gd name="connsiteY82" fmla="*/ 5450841 h 6864021"/>
              <a:gd name="connsiteX83" fmla="*/ 1257678 w 8898844"/>
              <a:gd name="connsiteY83" fmla="*/ 5410464 h 6864021"/>
              <a:gd name="connsiteX84" fmla="*/ 4394578 w 8898844"/>
              <a:gd name="connsiteY84" fmla="*/ 6016113 h 6864021"/>
              <a:gd name="connsiteX85" fmla="*/ 4113061 w 8898844"/>
              <a:gd name="connsiteY85" fmla="*/ 6016113 h 6864021"/>
              <a:gd name="connsiteX86" fmla="*/ 1458761 w 8898844"/>
              <a:gd name="connsiteY86" fmla="*/ 5329711 h 6864021"/>
              <a:gd name="connsiteX87" fmla="*/ 1137028 w 8898844"/>
              <a:gd name="connsiteY87" fmla="*/ 5127828 h 6864021"/>
              <a:gd name="connsiteX88" fmla="*/ 533778 w 8898844"/>
              <a:gd name="connsiteY88" fmla="*/ 4643309 h 6864021"/>
              <a:gd name="connsiteX89" fmla="*/ 453344 w 8898844"/>
              <a:gd name="connsiteY89" fmla="*/ 4481802 h 6864021"/>
              <a:gd name="connsiteX90" fmla="*/ 252261 w 8898844"/>
              <a:gd name="connsiteY90" fmla="*/ 4118413 h 6864021"/>
              <a:gd name="connsiteX91" fmla="*/ 10961 w 8898844"/>
              <a:gd name="connsiteY91" fmla="*/ 3755024 h 6864021"/>
              <a:gd name="connsiteX92" fmla="*/ 91394 w 8898844"/>
              <a:gd name="connsiteY92" fmla="*/ 3512764 h 6864021"/>
              <a:gd name="connsiteX93" fmla="*/ 171828 w 8898844"/>
              <a:gd name="connsiteY93" fmla="*/ 3432011 h 6864021"/>
              <a:gd name="connsiteX94" fmla="*/ 413128 w 8898844"/>
              <a:gd name="connsiteY94" fmla="*/ 3674270 h 6864021"/>
              <a:gd name="connsiteX95" fmla="*/ 453344 w 8898844"/>
              <a:gd name="connsiteY95" fmla="*/ 3472387 h 6864021"/>
              <a:gd name="connsiteX96" fmla="*/ 493561 w 8898844"/>
              <a:gd name="connsiteY96" fmla="*/ 3674270 h 6864021"/>
              <a:gd name="connsiteX97" fmla="*/ 895728 w 8898844"/>
              <a:gd name="connsiteY97" fmla="*/ 3674270 h 6864021"/>
              <a:gd name="connsiteX98" fmla="*/ 533778 w 8898844"/>
              <a:gd name="connsiteY98" fmla="*/ 3028245 h 6864021"/>
              <a:gd name="connsiteX99" fmla="*/ 815294 w 8898844"/>
              <a:gd name="connsiteY99" fmla="*/ 3230128 h 6864021"/>
              <a:gd name="connsiteX100" fmla="*/ 895728 w 8898844"/>
              <a:gd name="connsiteY100" fmla="*/ 3149375 h 6864021"/>
              <a:gd name="connsiteX101" fmla="*/ 453344 w 8898844"/>
              <a:gd name="connsiteY101" fmla="*/ 2705232 h 6864021"/>
              <a:gd name="connsiteX102" fmla="*/ 493561 w 8898844"/>
              <a:gd name="connsiteY102" fmla="*/ 2664855 h 6864021"/>
              <a:gd name="connsiteX103" fmla="*/ 614211 w 8898844"/>
              <a:gd name="connsiteY103" fmla="*/ 2785986 h 6864021"/>
              <a:gd name="connsiteX104" fmla="*/ 815294 w 8898844"/>
              <a:gd name="connsiteY104" fmla="*/ 2866739 h 6864021"/>
              <a:gd name="connsiteX105" fmla="*/ 1177244 w 8898844"/>
              <a:gd name="connsiteY105" fmla="*/ 3028245 h 6864021"/>
              <a:gd name="connsiteX106" fmla="*/ 1619628 w 8898844"/>
              <a:gd name="connsiteY106" fmla="*/ 3108998 h 6864021"/>
              <a:gd name="connsiteX107" fmla="*/ 1659844 w 8898844"/>
              <a:gd name="connsiteY107" fmla="*/ 3028245 h 6864021"/>
              <a:gd name="connsiteX108" fmla="*/ 2062011 w 8898844"/>
              <a:gd name="connsiteY108" fmla="*/ 3149375 h 6864021"/>
              <a:gd name="connsiteX109" fmla="*/ 2464178 w 8898844"/>
              <a:gd name="connsiteY109" fmla="*/ 3310881 h 6864021"/>
              <a:gd name="connsiteX110" fmla="*/ 2062011 w 8898844"/>
              <a:gd name="connsiteY110" fmla="*/ 3149375 h 6864021"/>
              <a:gd name="connsiteX111" fmla="*/ 2062011 w 8898844"/>
              <a:gd name="connsiteY111" fmla="*/ 3028245 h 6864021"/>
              <a:gd name="connsiteX112" fmla="*/ 1820711 w 8898844"/>
              <a:gd name="connsiteY112" fmla="*/ 2745609 h 6864021"/>
              <a:gd name="connsiteX113" fmla="*/ 1740278 w 8898844"/>
              <a:gd name="connsiteY113" fmla="*/ 2907115 h 6864021"/>
              <a:gd name="connsiteX114" fmla="*/ 1619628 w 8898844"/>
              <a:gd name="connsiteY114" fmla="*/ 2705232 h 6864021"/>
              <a:gd name="connsiteX115" fmla="*/ 1137028 w 8898844"/>
              <a:gd name="connsiteY115" fmla="*/ 2301466 h 6864021"/>
              <a:gd name="connsiteX116" fmla="*/ 935944 w 8898844"/>
              <a:gd name="connsiteY116" fmla="*/ 2139960 h 6864021"/>
              <a:gd name="connsiteX117" fmla="*/ 654428 w 8898844"/>
              <a:gd name="connsiteY117" fmla="*/ 1816947 h 6864021"/>
              <a:gd name="connsiteX118" fmla="*/ 533778 w 8898844"/>
              <a:gd name="connsiteY118" fmla="*/ 1372804 h 6864021"/>
              <a:gd name="connsiteX119" fmla="*/ 815294 w 8898844"/>
              <a:gd name="connsiteY119" fmla="*/ 1413181 h 6864021"/>
              <a:gd name="connsiteX120" fmla="*/ 614211 w 8898844"/>
              <a:gd name="connsiteY120" fmla="*/ 524896 h 6864021"/>
              <a:gd name="connsiteX121" fmla="*/ 935944 w 8898844"/>
              <a:gd name="connsiteY121" fmla="*/ 726779 h 6864021"/>
              <a:gd name="connsiteX122" fmla="*/ 1137028 w 8898844"/>
              <a:gd name="connsiteY122" fmla="*/ 646026 h 6864021"/>
              <a:gd name="connsiteX123" fmla="*/ 1177244 w 8898844"/>
              <a:gd name="connsiteY123" fmla="*/ 807532 h 6864021"/>
              <a:gd name="connsiteX124" fmla="*/ 1297894 w 8898844"/>
              <a:gd name="connsiteY124" fmla="*/ 524896 h 6864021"/>
              <a:gd name="connsiteX125" fmla="*/ 1539194 w 8898844"/>
              <a:gd name="connsiteY125" fmla="*/ 969038 h 6864021"/>
              <a:gd name="connsiteX126" fmla="*/ 1775624 w 8898844"/>
              <a:gd name="connsiteY126" fmla="*/ 1113117 h 6864021"/>
              <a:gd name="connsiteX127" fmla="*/ 1808171 w 8898844"/>
              <a:gd name="connsiteY127" fmla="*/ 1096551 h 6864021"/>
              <a:gd name="connsiteX128" fmla="*/ 1820711 w 8898844"/>
              <a:gd name="connsiteY128" fmla="*/ 1130545 h 6864021"/>
              <a:gd name="connsiteX129" fmla="*/ 1821120 w 8898844"/>
              <a:gd name="connsiteY129" fmla="*/ 1129164 h 6864021"/>
              <a:gd name="connsiteX130" fmla="*/ 1821339 w 8898844"/>
              <a:gd name="connsiteY130" fmla="*/ 1150102 h 6864021"/>
              <a:gd name="connsiteX131" fmla="*/ 1860928 w 8898844"/>
              <a:gd name="connsiteY131" fmla="*/ 1292051 h 6864021"/>
              <a:gd name="connsiteX132" fmla="*/ 2182661 w 8898844"/>
              <a:gd name="connsiteY132" fmla="*/ 1655441 h 6864021"/>
              <a:gd name="connsiteX133" fmla="*/ 2383744 w 8898844"/>
              <a:gd name="connsiteY133" fmla="*/ 1615064 h 6864021"/>
              <a:gd name="connsiteX134" fmla="*/ 1981578 w 8898844"/>
              <a:gd name="connsiteY134" fmla="*/ 1049792 h 6864021"/>
              <a:gd name="connsiteX135" fmla="*/ 1860928 w 8898844"/>
              <a:gd name="connsiteY135" fmla="*/ 1292051 h 6864021"/>
              <a:gd name="connsiteX136" fmla="*/ 1901144 w 8898844"/>
              <a:gd name="connsiteY136" fmla="*/ 1090168 h 6864021"/>
              <a:gd name="connsiteX137" fmla="*/ 1827623 w 8898844"/>
              <a:gd name="connsiteY137" fmla="*/ 1107202 h 6864021"/>
              <a:gd name="connsiteX138" fmla="*/ 1821120 w 8898844"/>
              <a:gd name="connsiteY138" fmla="*/ 1129164 h 6864021"/>
              <a:gd name="connsiteX139" fmla="*/ 1820711 w 8898844"/>
              <a:gd name="connsiteY139" fmla="*/ 1090168 h 6864021"/>
              <a:gd name="connsiteX140" fmla="*/ 1808171 w 8898844"/>
              <a:gd name="connsiteY140" fmla="*/ 1096551 h 6864021"/>
              <a:gd name="connsiteX141" fmla="*/ 1797147 w 8898844"/>
              <a:gd name="connsiteY141" fmla="*/ 1066668 h 6864021"/>
              <a:gd name="connsiteX142" fmla="*/ 1579411 w 8898844"/>
              <a:gd name="connsiteY142" fmla="*/ 646026 h 6864021"/>
              <a:gd name="connsiteX143" fmla="*/ 1539194 w 8898844"/>
              <a:gd name="connsiteY143" fmla="*/ 686402 h 6864021"/>
              <a:gd name="connsiteX144" fmla="*/ 1458761 w 8898844"/>
              <a:gd name="connsiteY144" fmla="*/ 444143 h 6864021"/>
              <a:gd name="connsiteX145" fmla="*/ 1297894 w 8898844"/>
              <a:gd name="connsiteY145" fmla="*/ 121130 h 6864021"/>
              <a:gd name="connsiteX146" fmla="*/ 1338111 w 8898844"/>
              <a:gd name="connsiteY146" fmla="*/ 0 h 686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898844" h="6864021">
                <a:moveTo>
                  <a:pt x="1338111" y="0"/>
                </a:moveTo>
                <a:cubicBezTo>
                  <a:pt x="1458761" y="121130"/>
                  <a:pt x="1539194" y="242260"/>
                  <a:pt x="1659844" y="323013"/>
                </a:cubicBezTo>
                <a:cubicBezTo>
                  <a:pt x="1700061" y="323013"/>
                  <a:pt x="1740278" y="282636"/>
                  <a:pt x="1780494" y="282636"/>
                </a:cubicBezTo>
                <a:cubicBezTo>
                  <a:pt x="1820711" y="242260"/>
                  <a:pt x="1901144" y="282636"/>
                  <a:pt x="1941361" y="282636"/>
                </a:cubicBezTo>
                <a:cubicBezTo>
                  <a:pt x="1941361" y="282636"/>
                  <a:pt x="1941361" y="242260"/>
                  <a:pt x="1941361" y="242260"/>
                </a:cubicBezTo>
                <a:cubicBezTo>
                  <a:pt x="2021794" y="363390"/>
                  <a:pt x="2102227" y="484519"/>
                  <a:pt x="2182661" y="565272"/>
                </a:cubicBezTo>
                <a:cubicBezTo>
                  <a:pt x="2263094" y="605649"/>
                  <a:pt x="2383744" y="646026"/>
                  <a:pt x="2464178" y="686402"/>
                </a:cubicBezTo>
                <a:cubicBezTo>
                  <a:pt x="2464178" y="646026"/>
                  <a:pt x="2423961" y="605649"/>
                  <a:pt x="2423961" y="484519"/>
                </a:cubicBezTo>
                <a:cubicBezTo>
                  <a:pt x="2504394" y="605649"/>
                  <a:pt x="2584827" y="686402"/>
                  <a:pt x="2665261" y="686402"/>
                </a:cubicBezTo>
                <a:cubicBezTo>
                  <a:pt x="2785911" y="686402"/>
                  <a:pt x="2866344" y="726779"/>
                  <a:pt x="2986995" y="767155"/>
                </a:cubicBezTo>
                <a:cubicBezTo>
                  <a:pt x="3107644" y="807532"/>
                  <a:pt x="3147861" y="807532"/>
                  <a:pt x="3107644" y="969038"/>
                </a:cubicBezTo>
                <a:cubicBezTo>
                  <a:pt x="3188078" y="928662"/>
                  <a:pt x="3228295" y="888285"/>
                  <a:pt x="3268512" y="847909"/>
                </a:cubicBezTo>
                <a:cubicBezTo>
                  <a:pt x="3268512" y="847909"/>
                  <a:pt x="3268512" y="847909"/>
                  <a:pt x="3308727" y="888285"/>
                </a:cubicBezTo>
                <a:cubicBezTo>
                  <a:pt x="3228295" y="928662"/>
                  <a:pt x="3188078" y="969038"/>
                  <a:pt x="3147861" y="1009415"/>
                </a:cubicBezTo>
                <a:cubicBezTo>
                  <a:pt x="3268512" y="1049792"/>
                  <a:pt x="3389161" y="1130545"/>
                  <a:pt x="3550027" y="1170921"/>
                </a:cubicBezTo>
                <a:cubicBezTo>
                  <a:pt x="3590244" y="1130545"/>
                  <a:pt x="3630461" y="1009415"/>
                  <a:pt x="3630461" y="969038"/>
                </a:cubicBezTo>
                <a:cubicBezTo>
                  <a:pt x="3710894" y="969038"/>
                  <a:pt x="3791327" y="969038"/>
                  <a:pt x="3831544" y="1009415"/>
                </a:cubicBezTo>
                <a:cubicBezTo>
                  <a:pt x="3871761" y="1009415"/>
                  <a:pt x="3952194" y="1049792"/>
                  <a:pt x="3992411" y="1090168"/>
                </a:cubicBezTo>
                <a:cubicBezTo>
                  <a:pt x="4153277" y="1332428"/>
                  <a:pt x="4394578" y="1332428"/>
                  <a:pt x="4635878" y="1372804"/>
                </a:cubicBezTo>
                <a:cubicBezTo>
                  <a:pt x="4676094" y="1413181"/>
                  <a:pt x="4716310" y="1413181"/>
                  <a:pt x="4796744" y="1413181"/>
                </a:cubicBezTo>
                <a:cubicBezTo>
                  <a:pt x="4836960" y="1453558"/>
                  <a:pt x="4917394" y="1493934"/>
                  <a:pt x="4957610" y="1493934"/>
                </a:cubicBezTo>
                <a:cubicBezTo>
                  <a:pt x="5078260" y="1493934"/>
                  <a:pt x="5158694" y="1453558"/>
                  <a:pt x="5239128" y="1413181"/>
                </a:cubicBezTo>
                <a:cubicBezTo>
                  <a:pt x="5279344" y="1413181"/>
                  <a:pt x="5359778" y="1453558"/>
                  <a:pt x="5399994" y="1493934"/>
                </a:cubicBezTo>
                <a:cubicBezTo>
                  <a:pt x="5399994" y="1453558"/>
                  <a:pt x="5399994" y="1413181"/>
                  <a:pt x="5399994" y="1332428"/>
                </a:cubicBezTo>
                <a:cubicBezTo>
                  <a:pt x="5601078" y="1695817"/>
                  <a:pt x="5882594" y="1453558"/>
                  <a:pt x="6123894" y="1413181"/>
                </a:cubicBezTo>
                <a:cubicBezTo>
                  <a:pt x="6123894" y="1493934"/>
                  <a:pt x="6164110" y="1534311"/>
                  <a:pt x="6204328" y="1574687"/>
                </a:cubicBezTo>
                <a:cubicBezTo>
                  <a:pt x="6204328" y="1574687"/>
                  <a:pt x="6284760" y="1574687"/>
                  <a:pt x="6324978" y="1574687"/>
                </a:cubicBezTo>
                <a:cubicBezTo>
                  <a:pt x="6405410" y="1534311"/>
                  <a:pt x="6445628" y="1493934"/>
                  <a:pt x="6485844" y="1453558"/>
                </a:cubicBezTo>
                <a:cubicBezTo>
                  <a:pt x="6646710" y="1372804"/>
                  <a:pt x="6847794" y="1372804"/>
                  <a:pt x="6928228" y="1170921"/>
                </a:cubicBezTo>
                <a:cubicBezTo>
                  <a:pt x="6928228" y="1130545"/>
                  <a:pt x="6928228" y="1130545"/>
                  <a:pt x="6968444" y="1130545"/>
                </a:cubicBezTo>
                <a:cubicBezTo>
                  <a:pt x="6968444" y="1170921"/>
                  <a:pt x="7008660" y="1211298"/>
                  <a:pt x="7008660" y="1211298"/>
                </a:cubicBezTo>
                <a:cubicBezTo>
                  <a:pt x="7089094" y="1130545"/>
                  <a:pt x="7169528" y="1049792"/>
                  <a:pt x="7209744" y="969038"/>
                </a:cubicBezTo>
                <a:cubicBezTo>
                  <a:pt x="7249960" y="969038"/>
                  <a:pt x="7249960" y="1009415"/>
                  <a:pt x="7290178" y="1049792"/>
                </a:cubicBezTo>
                <a:cubicBezTo>
                  <a:pt x="7370610" y="888285"/>
                  <a:pt x="7571694" y="767155"/>
                  <a:pt x="7611910" y="565272"/>
                </a:cubicBezTo>
                <a:cubicBezTo>
                  <a:pt x="7571694" y="565272"/>
                  <a:pt x="7571694" y="524896"/>
                  <a:pt x="7571694" y="524896"/>
                </a:cubicBezTo>
                <a:cubicBezTo>
                  <a:pt x="7531478" y="565272"/>
                  <a:pt x="7491260" y="605649"/>
                  <a:pt x="7491260" y="686402"/>
                </a:cubicBezTo>
                <a:cubicBezTo>
                  <a:pt x="7451044" y="686402"/>
                  <a:pt x="7451044" y="686402"/>
                  <a:pt x="7451044" y="646026"/>
                </a:cubicBezTo>
                <a:cubicBezTo>
                  <a:pt x="7491260" y="565272"/>
                  <a:pt x="7491260" y="484519"/>
                  <a:pt x="7491260" y="403766"/>
                </a:cubicBezTo>
                <a:cubicBezTo>
                  <a:pt x="7531478" y="363390"/>
                  <a:pt x="7571694" y="363390"/>
                  <a:pt x="7611910" y="323013"/>
                </a:cubicBezTo>
                <a:cubicBezTo>
                  <a:pt x="7652128" y="403766"/>
                  <a:pt x="7692344" y="444143"/>
                  <a:pt x="7692344" y="524896"/>
                </a:cubicBezTo>
                <a:cubicBezTo>
                  <a:pt x="7732560" y="484519"/>
                  <a:pt x="7772778" y="403766"/>
                  <a:pt x="7812994" y="282636"/>
                </a:cubicBezTo>
                <a:cubicBezTo>
                  <a:pt x="7853210" y="403766"/>
                  <a:pt x="7853210" y="484519"/>
                  <a:pt x="7853210" y="605649"/>
                </a:cubicBezTo>
                <a:cubicBezTo>
                  <a:pt x="7933644" y="565272"/>
                  <a:pt x="7973860" y="524896"/>
                  <a:pt x="8054294" y="444143"/>
                </a:cubicBezTo>
                <a:cubicBezTo>
                  <a:pt x="8134728" y="605649"/>
                  <a:pt x="8215160" y="726779"/>
                  <a:pt x="8295594" y="888285"/>
                </a:cubicBezTo>
                <a:cubicBezTo>
                  <a:pt x="8376027" y="847909"/>
                  <a:pt x="8456461" y="807532"/>
                  <a:pt x="8577111" y="767155"/>
                </a:cubicBezTo>
                <a:cubicBezTo>
                  <a:pt x="8577111" y="807532"/>
                  <a:pt x="8577111" y="807532"/>
                  <a:pt x="8577111" y="888285"/>
                </a:cubicBezTo>
                <a:cubicBezTo>
                  <a:pt x="8737977" y="767155"/>
                  <a:pt x="8778194" y="888285"/>
                  <a:pt x="8858627" y="1009415"/>
                </a:cubicBezTo>
                <a:cubicBezTo>
                  <a:pt x="8858627" y="1049792"/>
                  <a:pt x="8898844" y="1130545"/>
                  <a:pt x="8898844" y="1170921"/>
                </a:cubicBezTo>
                <a:cubicBezTo>
                  <a:pt x="8898844" y="1211298"/>
                  <a:pt x="8898844" y="1211298"/>
                  <a:pt x="8898844" y="1211298"/>
                </a:cubicBezTo>
                <a:cubicBezTo>
                  <a:pt x="8858627" y="1372804"/>
                  <a:pt x="8818411" y="1534311"/>
                  <a:pt x="8737977" y="1655441"/>
                </a:cubicBezTo>
                <a:cubicBezTo>
                  <a:pt x="8697761" y="1736194"/>
                  <a:pt x="8617327" y="1776571"/>
                  <a:pt x="8536894" y="1816947"/>
                </a:cubicBezTo>
                <a:cubicBezTo>
                  <a:pt x="8496677" y="1897700"/>
                  <a:pt x="8416244" y="1978453"/>
                  <a:pt x="8335810" y="2059207"/>
                </a:cubicBezTo>
                <a:cubicBezTo>
                  <a:pt x="8295594" y="2099583"/>
                  <a:pt x="8255378" y="2099583"/>
                  <a:pt x="8255378" y="2139960"/>
                </a:cubicBezTo>
                <a:cubicBezTo>
                  <a:pt x="8215160" y="2382219"/>
                  <a:pt x="8416244" y="2462973"/>
                  <a:pt x="8456461" y="2664855"/>
                </a:cubicBezTo>
                <a:cubicBezTo>
                  <a:pt x="8496677" y="2745609"/>
                  <a:pt x="8536894" y="2826362"/>
                  <a:pt x="8456461" y="2907115"/>
                </a:cubicBezTo>
                <a:cubicBezTo>
                  <a:pt x="8295594" y="3108998"/>
                  <a:pt x="8215160" y="3310881"/>
                  <a:pt x="8054294" y="3512764"/>
                </a:cubicBezTo>
                <a:cubicBezTo>
                  <a:pt x="8094510" y="3512764"/>
                  <a:pt x="8094510" y="3512764"/>
                  <a:pt x="8134728" y="3512764"/>
                </a:cubicBezTo>
                <a:cubicBezTo>
                  <a:pt x="8215160" y="3432011"/>
                  <a:pt x="8295594" y="3310881"/>
                  <a:pt x="8416244" y="3189751"/>
                </a:cubicBezTo>
                <a:cubicBezTo>
                  <a:pt x="8416244" y="3310881"/>
                  <a:pt x="8416244" y="3351258"/>
                  <a:pt x="8416244" y="3391634"/>
                </a:cubicBezTo>
                <a:cubicBezTo>
                  <a:pt x="8577111" y="3472387"/>
                  <a:pt x="8536894" y="3593517"/>
                  <a:pt x="8496677" y="3674270"/>
                </a:cubicBezTo>
                <a:cubicBezTo>
                  <a:pt x="8416244" y="3916530"/>
                  <a:pt x="8335810" y="4118413"/>
                  <a:pt x="8215160" y="4360673"/>
                </a:cubicBezTo>
                <a:cubicBezTo>
                  <a:pt x="8134728" y="4522179"/>
                  <a:pt x="7933644" y="4643309"/>
                  <a:pt x="7933644" y="4845192"/>
                </a:cubicBezTo>
                <a:cubicBezTo>
                  <a:pt x="7933644" y="4885568"/>
                  <a:pt x="7853210" y="4885568"/>
                  <a:pt x="7812994" y="4925945"/>
                </a:cubicBezTo>
                <a:cubicBezTo>
                  <a:pt x="7772778" y="5006698"/>
                  <a:pt x="7732560" y="5127828"/>
                  <a:pt x="7692344" y="5127828"/>
                </a:cubicBezTo>
                <a:cubicBezTo>
                  <a:pt x="7531478" y="5087451"/>
                  <a:pt x="7531478" y="5248958"/>
                  <a:pt x="7491260" y="5329711"/>
                </a:cubicBezTo>
                <a:cubicBezTo>
                  <a:pt x="7491260" y="5370088"/>
                  <a:pt x="7491260" y="5410464"/>
                  <a:pt x="7491260" y="5450841"/>
                </a:cubicBezTo>
                <a:cubicBezTo>
                  <a:pt x="7290178" y="5652724"/>
                  <a:pt x="7129310" y="5894983"/>
                  <a:pt x="6968444" y="6096866"/>
                </a:cubicBezTo>
                <a:cubicBezTo>
                  <a:pt x="6928228" y="6177620"/>
                  <a:pt x="6847794" y="6217996"/>
                  <a:pt x="6767360" y="6258373"/>
                </a:cubicBezTo>
                <a:cubicBezTo>
                  <a:pt x="6767360" y="6258373"/>
                  <a:pt x="6767360" y="6258373"/>
                  <a:pt x="6767360" y="6217996"/>
                </a:cubicBezTo>
                <a:cubicBezTo>
                  <a:pt x="6807578" y="6177620"/>
                  <a:pt x="6847794" y="6096866"/>
                  <a:pt x="6888010" y="6016113"/>
                </a:cubicBezTo>
                <a:cubicBezTo>
                  <a:pt x="6686928" y="6137243"/>
                  <a:pt x="6485844" y="6258373"/>
                  <a:pt x="6284760" y="6339126"/>
                </a:cubicBezTo>
                <a:cubicBezTo>
                  <a:pt x="6204328" y="6379502"/>
                  <a:pt x="6083678" y="6339126"/>
                  <a:pt x="6003244" y="6379502"/>
                </a:cubicBezTo>
                <a:cubicBezTo>
                  <a:pt x="5601078" y="6500632"/>
                  <a:pt x="5239128" y="6621762"/>
                  <a:pt x="4836960" y="6702515"/>
                </a:cubicBezTo>
                <a:cubicBezTo>
                  <a:pt x="4233710" y="6864022"/>
                  <a:pt x="3630461" y="6904398"/>
                  <a:pt x="2986995" y="6823645"/>
                </a:cubicBezTo>
                <a:cubicBezTo>
                  <a:pt x="2383744" y="6783268"/>
                  <a:pt x="1860928" y="6541009"/>
                  <a:pt x="1338111" y="6217996"/>
                </a:cubicBezTo>
                <a:cubicBezTo>
                  <a:pt x="1177244" y="6096866"/>
                  <a:pt x="895728" y="6016113"/>
                  <a:pt x="815294" y="5773854"/>
                </a:cubicBezTo>
                <a:cubicBezTo>
                  <a:pt x="815294" y="5733477"/>
                  <a:pt x="694644" y="5733477"/>
                  <a:pt x="654428" y="5693100"/>
                </a:cubicBezTo>
                <a:cubicBezTo>
                  <a:pt x="573994" y="5652724"/>
                  <a:pt x="453344" y="5571971"/>
                  <a:pt x="372911" y="5491217"/>
                </a:cubicBezTo>
                <a:cubicBezTo>
                  <a:pt x="372911" y="5491217"/>
                  <a:pt x="413128" y="5450841"/>
                  <a:pt x="372911" y="5450841"/>
                </a:cubicBezTo>
                <a:cubicBezTo>
                  <a:pt x="252261" y="5289334"/>
                  <a:pt x="171828" y="5127828"/>
                  <a:pt x="51178" y="4966322"/>
                </a:cubicBezTo>
                <a:cubicBezTo>
                  <a:pt x="91394" y="4966322"/>
                  <a:pt x="91394" y="4966322"/>
                  <a:pt x="91394" y="4925945"/>
                </a:cubicBezTo>
                <a:cubicBezTo>
                  <a:pt x="252261" y="5047075"/>
                  <a:pt x="372911" y="5127828"/>
                  <a:pt x="493561" y="5208581"/>
                </a:cubicBezTo>
                <a:cubicBezTo>
                  <a:pt x="694644" y="5248958"/>
                  <a:pt x="855511" y="5329711"/>
                  <a:pt x="1016378" y="5450841"/>
                </a:cubicBezTo>
                <a:cubicBezTo>
                  <a:pt x="1056594" y="5450841"/>
                  <a:pt x="1137028" y="5410464"/>
                  <a:pt x="1257678" y="5410464"/>
                </a:cubicBezTo>
                <a:cubicBezTo>
                  <a:pt x="2343527" y="6137243"/>
                  <a:pt x="3710894" y="6298749"/>
                  <a:pt x="4394578" y="6016113"/>
                </a:cubicBezTo>
                <a:cubicBezTo>
                  <a:pt x="4314144" y="6016113"/>
                  <a:pt x="4193494" y="6016113"/>
                  <a:pt x="4113061" y="6016113"/>
                </a:cubicBezTo>
                <a:cubicBezTo>
                  <a:pt x="3147861" y="6056490"/>
                  <a:pt x="2263094" y="5894983"/>
                  <a:pt x="1458761" y="5329711"/>
                </a:cubicBezTo>
                <a:cubicBezTo>
                  <a:pt x="1378328" y="5248958"/>
                  <a:pt x="1257678" y="5208581"/>
                  <a:pt x="1137028" y="5127828"/>
                </a:cubicBezTo>
                <a:cubicBezTo>
                  <a:pt x="935944" y="4966322"/>
                  <a:pt x="734861" y="4804815"/>
                  <a:pt x="533778" y="4643309"/>
                </a:cubicBezTo>
                <a:cubicBezTo>
                  <a:pt x="493561" y="4643309"/>
                  <a:pt x="493561" y="4562556"/>
                  <a:pt x="453344" y="4481802"/>
                </a:cubicBezTo>
                <a:cubicBezTo>
                  <a:pt x="413128" y="4360673"/>
                  <a:pt x="372911" y="4199166"/>
                  <a:pt x="252261" y="4118413"/>
                </a:cubicBezTo>
                <a:cubicBezTo>
                  <a:pt x="131611" y="3997283"/>
                  <a:pt x="51178" y="3876153"/>
                  <a:pt x="10961" y="3755024"/>
                </a:cubicBezTo>
                <a:cubicBezTo>
                  <a:pt x="-29255" y="3674270"/>
                  <a:pt x="51178" y="3593517"/>
                  <a:pt x="91394" y="3512764"/>
                </a:cubicBezTo>
                <a:cubicBezTo>
                  <a:pt x="91394" y="3472387"/>
                  <a:pt x="131611" y="3472387"/>
                  <a:pt x="171828" y="3432011"/>
                </a:cubicBezTo>
                <a:cubicBezTo>
                  <a:pt x="252261" y="3512764"/>
                  <a:pt x="332694" y="3593517"/>
                  <a:pt x="413128" y="3674270"/>
                </a:cubicBezTo>
                <a:cubicBezTo>
                  <a:pt x="413128" y="3593517"/>
                  <a:pt x="453344" y="3553141"/>
                  <a:pt x="453344" y="3472387"/>
                </a:cubicBezTo>
                <a:cubicBezTo>
                  <a:pt x="493561" y="3553141"/>
                  <a:pt x="493561" y="3593517"/>
                  <a:pt x="493561" y="3674270"/>
                </a:cubicBezTo>
                <a:cubicBezTo>
                  <a:pt x="614211" y="3674270"/>
                  <a:pt x="734861" y="3674270"/>
                  <a:pt x="895728" y="3674270"/>
                </a:cubicBezTo>
                <a:cubicBezTo>
                  <a:pt x="453344" y="3149375"/>
                  <a:pt x="453344" y="3149375"/>
                  <a:pt x="533778" y="3028245"/>
                </a:cubicBezTo>
                <a:cubicBezTo>
                  <a:pt x="654428" y="3108998"/>
                  <a:pt x="734861" y="3149375"/>
                  <a:pt x="815294" y="3230128"/>
                </a:cubicBezTo>
                <a:cubicBezTo>
                  <a:pt x="855511" y="3189751"/>
                  <a:pt x="855511" y="3189751"/>
                  <a:pt x="895728" y="3149375"/>
                </a:cubicBezTo>
                <a:cubicBezTo>
                  <a:pt x="734861" y="2987869"/>
                  <a:pt x="614211" y="2866739"/>
                  <a:pt x="453344" y="2705232"/>
                </a:cubicBezTo>
                <a:cubicBezTo>
                  <a:pt x="493561" y="2705232"/>
                  <a:pt x="493561" y="2664855"/>
                  <a:pt x="493561" y="2664855"/>
                </a:cubicBezTo>
                <a:cubicBezTo>
                  <a:pt x="533778" y="2705232"/>
                  <a:pt x="573994" y="2745609"/>
                  <a:pt x="614211" y="2785986"/>
                </a:cubicBezTo>
                <a:cubicBezTo>
                  <a:pt x="694644" y="2785986"/>
                  <a:pt x="734861" y="2826362"/>
                  <a:pt x="815294" y="2866739"/>
                </a:cubicBezTo>
                <a:cubicBezTo>
                  <a:pt x="935944" y="2907115"/>
                  <a:pt x="1096811" y="2907115"/>
                  <a:pt x="1177244" y="3028245"/>
                </a:cubicBezTo>
                <a:cubicBezTo>
                  <a:pt x="1338111" y="3189751"/>
                  <a:pt x="1498978" y="3028245"/>
                  <a:pt x="1619628" y="3108998"/>
                </a:cubicBezTo>
                <a:cubicBezTo>
                  <a:pt x="1659844" y="3108998"/>
                  <a:pt x="1659844" y="3068622"/>
                  <a:pt x="1659844" y="3028245"/>
                </a:cubicBezTo>
                <a:cubicBezTo>
                  <a:pt x="1740278" y="3270504"/>
                  <a:pt x="1860928" y="3310881"/>
                  <a:pt x="2062011" y="3149375"/>
                </a:cubicBezTo>
                <a:cubicBezTo>
                  <a:pt x="2102227" y="3391634"/>
                  <a:pt x="2102227" y="3391634"/>
                  <a:pt x="2464178" y="3310881"/>
                </a:cubicBezTo>
                <a:cubicBezTo>
                  <a:pt x="2303311" y="3230128"/>
                  <a:pt x="2263094" y="3068622"/>
                  <a:pt x="2062011" y="3149375"/>
                </a:cubicBezTo>
                <a:cubicBezTo>
                  <a:pt x="2062011" y="3108998"/>
                  <a:pt x="2062011" y="3028245"/>
                  <a:pt x="2062011" y="3028245"/>
                </a:cubicBezTo>
                <a:cubicBezTo>
                  <a:pt x="1901144" y="3028245"/>
                  <a:pt x="1901144" y="2907115"/>
                  <a:pt x="1820711" y="2745609"/>
                </a:cubicBezTo>
                <a:cubicBezTo>
                  <a:pt x="1780494" y="2826362"/>
                  <a:pt x="1780494" y="2866739"/>
                  <a:pt x="1740278" y="2907115"/>
                </a:cubicBezTo>
                <a:cubicBezTo>
                  <a:pt x="1700061" y="2826362"/>
                  <a:pt x="1700061" y="2745609"/>
                  <a:pt x="1619628" y="2705232"/>
                </a:cubicBezTo>
                <a:cubicBezTo>
                  <a:pt x="1458761" y="2584102"/>
                  <a:pt x="1297894" y="2422596"/>
                  <a:pt x="1137028" y="2301466"/>
                </a:cubicBezTo>
                <a:cubicBezTo>
                  <a:pt x="1056594" y="2261090"/>
                  <a:pt x="976161" y="2220713"/>
                  <a:pt x="935944" y="2139960"/>
                </a:cubicBezTo>
                <a:cubicBezTo>
                  <a:pt x="855511" y="2018830"/>
                  <a:pt x="694644" y="2018830"/>
                  <a:pt x="654428" y="1816947"/>
                </a:cubicBezTo>
                <a:cubicBezTo>
                  <a:pt x="614211" y="1695817"/>
                  <a:pt x="573994" y="1534311"/>
                  <a:pt x="533778" y="1372804"/>
                </a:cubicBezTo>
                <a:cubicBezTo>
                  <a:pt x="654428" y="1413181"/>
                  <a:pt x="734861" y="1413181"/>
                  <a:pt x="815294" y="1413181"/>
                </a:cubicBezTo>
                <a:cubicBezTo>
                  <a:pt x="734861" y="1090168"/>
                  <a:pt x="694644" y="807532"/>
                  <a:pt x="614211" y="524896"/>
                </a:cubicBezTo>
                <a:cubicBezTo>
                  <a:pt x="815294" y="444143"/>
                  <a:pt x="855511" y="646026"/>
                  <a:pt x="935944" y="726779"/>
                </a:cubicBezTo>
                <a:cubicBezTo>
                  <a:pt x="1016378" y="726779"/>
                  <a:pt x="1056594" y="686402"/>
                  <a:pt x="1137028" y="646026"/>
                </a:cubicBezTo>
                <a:cubicBezTo>
                  <a:pt x="1137028" y="686402"/>
                  <a:pt x="1137028" y="726779"/>
                  <a:pt x="1177244" y="807532"/>
                </a:cubicBezTo>
                <a:cubicBezTo>
                  <a:pt x="1217461" y="686402"/>
                  <a:pt x="1257678" y="605649"/>
                  <a:pt x="1297894" y="524896"/>
                </a:cubicBezTo>
                <a:cubicBezTo>
                  <a:pt x="1378328" y="686402"/>
                  <a:pt x="1458761" y="847909"/>
                  <a:pt x="1539194" y="969038"/>
                </a:cubicBezTo>
                <a:cubicBezTo>
                  <a:pt x="1574384" y="1075027"/>
                  <a:pt x="1671155" y="1150102"/>
                  <a:pt x="1775624" y="1113117"/>
                </a:cubicBezTo>
                <a:lnTo>
                  <a:pt x="1808171" y="1096551"/>
                </a:lnTo>
                <a:lnTo>
                  <a:pt x="1820711" y="1130545"/>
                </a:lnTo>
                <a:lnTo>
                  <a:pt x="1821120" y="1129164"/>
                </a:lnTo>
                <a:lnTo>
                  <a:pt x="1821339" y="1150102"/>
                </a:lnTo>
                <a:cubicBezTo>
                  <a:pt x="1823225" y="1208774"/>
                  <a:pt x="1830765" y="1261769"/>
                  <a:pt x="1860928" y="1292051"/>
                </a:cubicBezTo>
                <a:cubicBezTo>
                  <a:pt x="1941361" y="1413181"/>
                  <a:pt x="2062011" y="1534311"/>
                  <a:pt x="2182661" y="1655441"/>
                </a:cubicBezTo>
                <a:cubicBezTo>
                  <a:pt x="2222877" y="1695817"/>
                  <a:pt x="2383744" y="1776571"/>
                  <a:pt x="2383744" y="1615064"/>
                </a:cubicBezTo>
                <a:cubicBezTo>
                  <a:pt x="2222877" y="1413181"/>
                  <a:pt x="1981578" y="1372804"/>
                  <a:pt x="1981578" y="1049792"/>
                </a:cubicBezTo>
                <a:cubicBezTo>
                  <a:pt x="1941361" y="1130545"/>
                  <a:pt x="1901144" y="1211298"/>
                  <a:pt x="1860928" y="1292051"/>
                </a:cubicBezTo>
                <a:cubicBezTo>
                  <a:pt x="1860928" y="1170921"/>
                  <a:pt x="1860928" y="1130545"/>
                  <a:pt x="1901144" y="1090168"/>
                </a:cubicBezTo>
                <a:cubicBezTo>
                  <a:pt x="1870982" y="1090168"/>
                  <a:pt x="1840819" y="1090168"/>
                  <a:pt x="1827623" y="1107202"/>
                </a:cubicBezTo>
                <a:lnTo>
                  <a:pt x="1821120" y="1129164"/>
                </a:lnTo>
                <a:lnTo>
                  <a:pt x="1820711" y="1090168"/>
                </a:lnTo>
                <a:lnTo>
                  <a:pt x="1808171" y="1096551"/>
                </a:lnTo>
                <a:lnTo>
                  <a:pt x="1797147" y="1066668"/>
                </a:lnTo>
                <a:cubicBezTo>
                  <a:pt x="1755359" y="910997"/>
                  <a:pt x="1790549" y="716685"/>
                  <a:pt x="1579411" y="646026"/>
                </a:cubicBezTo>
                <a:cubicBezTo>
                  <a:pt x="1579411" y="646026"/>
                  <a:pt x="1539194" y="686402"/>
                  <a:pt x="1539194" y="686402"/>
                </a:cubicBezTo>
                <a:cubicBezTo>
                  <a:pt x="1539194" y="605649"/>
                  <a:pt x="1498978" y="524896"/>
                  <a:pt x="1458761" y="444143"/>
                </a:cubicBezTo>
                <a:cubicBezTo>
                  <a:pt x="1418544" y="323013"/>
                  <a:pt x="1338111" y="242260"/>
                  <a:pt x="1297894" y="121130"/>
                </a:cubicBezTo>
                <a:cubicBezTo>
                  <a:pt x="1297894" y="121130"/>
                  <a:pt x="1297894" y="40377"/>
                  <a:pt x="133811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par>
    </p:tnLst>
  </p:timing>
</p:sldLayout>
</file>

<file path=ppt/slideLayouts/slideLayout33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1218565" rtl="0" eaLnBrk="1" fontAlgn="auto" latinLnBrk="0" hangingPunct="1">
              <a:lnSpc>
                <a:spcPct val="100000"/>
              </a:lnSpc>
              <a:spcBef>
                <a:spcPct val="0"/>
              </a:spcBef>
              <a:spcAft>
                <a:spcPct val="0"/>
              </a:spcAft>
              <a:buClrTx/>
              <a:buSzTx/>
              <a:buFontTx/>
              <a:buNone/>
              <a:defRPr/>
            </a:pPr>
            <a:fld id="{2702115E-07FC-47AE-8678-8B681C689199}" type="datetimeFigureOut">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2025/2/15</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3" name="页脚占位符 2"/>
          <p:cNvSpPr>
            <a:spLocks noGrp="1"/>
          </p:cNvSpPr>
          <p:nvPr>
            <p:ph type="ftr" sz="quarter" idx="11"/>
          </p:nvPr>
        </p:nvSpPr>
        <p:spPr/>
        <p:txBody>
          <a:bodyP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1218565" rtl="0" eaLnBrk="1" fontAlgn="auto" latinLnBrk="0" hangingPunct="1">
              <a:lnSpc>
                <a:spcPct val="100000"/>
              </a:lnSpc>
              <a:spcBef>
                <a:spcPct val="0"/>
              </a:spcBef>
              <a:spcAft>
                <a:spcPct val="0"/>
              </a:spcAft>
              <a:buClrTx/>
              <a:buSzTx/>
              <a:buFontTx/>
              <a:buNone/>
              <a:defRPr/>
            </a:pPr>
            <a:fld id="{D7F5BB56-9B96-4394-98D1-089DE868BDAA}" type="slidenum">
              <a:rPr kumimoji="0" lang="zh-CN" altLang="en-US" sz="1600" b="0" i="0" u="none" strike="noStrike" kern="1200" cap="none" normalizeH="0" noProof="0" smtClean="0">
                <a:ln>
                  <a:noFill/>
                </a:ln>
                <a:solidFill>
                  <a:prstClr val="black">
                    <a:tint val="75000"/>
                  </a:prstClr>
                </a:solidFill>
                <a:effectLst/>
                <a:uLnTx/>
                <a:uFillTx/>
                <a:latin typeface="Arial" panose="020B0604020202020204"/>
                <a:ea typeface="微软雅黑" panose="020B0503020204020204" charset="-122"/>
                <a:cs typeface="+mn-cs"/>
              </a:rPr>
              <a:t>‹#›</a:t>
            </a:fld>
            <a:endParaRPr kumimoji="0" lang="zh-CN" altLang="en-US" sz="1600" b="0" i="0" u="none" strike="noStrike" kern="1200" cap="none" normalizeH="0" noProof="0">
              <a:ln>
                <a:noFill/>
              </a:ln>
              <a:solidFill>
                <a:prstClr val="black">
                  <a:tint val="75000"/>
                </a:prstClr>
              </a:solidFill>
              <a:effectLst/>
              <a:uLnTx/>
              <a:uFillTx/>
              <a:latin typeface="Arial" panose="020B0604020202020204"/>
              <a:ea typeface="微软雅黑" panose="020B0503020204020204" charset="-122"/>
              <a:cs typeface="+mn-cs"/>
            </a:endParaRPr>
          </a:p>
        </p:txBody>
      </p:sp>
      <p:sp>
        <p:nvSpPr>
          <p:cNvPr id="5" name="矩形 4"/>
          <p:cNvSpPr/>
          <p:nvPr userDrawn="1"/>
        </p:nvSpPr>
        <p:spPr>
          <a:xfrm>
            <a:off x="1" y="309617"/>
            <a:ext cx="527425"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65" b="0" i="0" u="none" strike="noStrike" kern="1200" cap="none" normalizeH="0" noProof="0">
              <a:ln>
                <a:noFill/>
              </a:ln>
              <a:solidFill>
                <a:srgbClr val="E7E6E6">
                  <a:lumMod val="50000"/>
                </a:srgbClr>
              </a:solidFill>
              <a:effectLst/>
              <a:uLnTx/>
              <a:uFillTx/>
              <a:latin typeface="Calibri" panose="020F0502020204030204"/>
              <a:ea typeface="宋体" panose="02010600030101010101" pitchFamily="2" charset="-122"/>
              <a:cs typeface="+mn-ea"/>
              <a:sym typeface="+mn-lt"/>
            </a:endParaRPr>
          </a:p>
        </p:txBody>
      </p:sp>
      <p:sp>
        <p:nvSpPr>
          <p:cNvPr id="6" name="文本框 37"/>
          <p:cNvSpPr txBox="1"/>
          <p:nvPr userDrawn="1"/>
        </p:nvSpPr>
        <p:spPr>
          <a:xfrm>
            <a:off x="623435" y="309617"/>
            <a:ext cx="2448229" cy="420542"/>
          </a:xfrm>
          <a:prstGeom prst="rect">
            <a:avLst/>
          </a:prstGeom>
          <a:noFill/>
        </p:spPr>
        <p:txBody>
          <a:bodyPr wrap="square" lIns="91417" tIns="45709" rIns="91417" bIns="45709" rtlCol="0">
            <a:spAutoFit/>
          </a:bodyPr>
          <a:lstStyle/>
          <a:p>
            <a:pPr marL="0" marR="0" lvl="0" indent="0" algn="dist" defTabSz="1218565" rtl="0" eaLnBrk="1" fontAlgn="auto" latinLnBrk="0" hangingPunct="1">
              <a:lnSpc>
                <a:spcPct val="100000"/>
              </a:lnSpc>
              <a:spcBef>
                <a:spcPct val="0"/>
              </a:spcBef>
              <a:spcAft>
                <a:spcPct val="0"/>
              </a:spcAft>
              <a:buClrTx/>
              <a:buSzTx/>
              <a:buFontTx/>
              <a:buNone/>
              <a:defRPr/>
            </a:pPr>
            <a:r>
              <a:rPr kumimoji="0" lang="zh-CN" altLang="zh-CN" sz="2135" b="0" i="0" u="none" strike="noStrike" kern="1200" cap="none" normalizeH="0" noProof="0">
                <a:ln>
                  <a:noFill/>
                </a:ln>
                <a:solidFill>
                  <a:srgbClr val="65AA33"/>
                </a:solidFill>
                <a:effectLst/>
                <a:uLnTx/>
                <a:uFillTx/>
                <a:latin typeface="微软雅黑" panose="020B0503020204020204" charset="-122"/>
                <a:ea typeface="微软雅黑" panose="020B0503020204020204" charset="-122"/>
                <a:cs typeface="+mn-cs"/>
              </a:rPr>
              <a:t>年度工作概述</a:t>
            </a:r>
          </a:p>
        </p:txBody>
      </p:sp>
      <p:sp>
        <p:nvSpPr>
          <p:cNvPr id="7" name="文本框 38"/>
          <p:cNvSpPr txBox="1"/>
          <p:nvPr userDrawn="1"/>
        </p:nvSpPr>
        <p:spPr>
          <a:xfrm>
            <a:off x="575387" y="741531"/>
            <a:ext cx="2719028" cy="276977"/>
          </a:xfrm>
          <a:prstGeom prst="rect">
            <a:avLst/>
          </a:prstGeom>
          <a:noFill/>
        </p:spPr>
        <p:txBody>
          <a:bodyPr wrap="square" lIns="91417" tIns="45709" rIns="91417" bIns="45709" rtlCol="0">
            <a:spAutoFit/>
          </a:bodyPr>
          <a:lstStyle/>
          <a:p>
            <a:pPr marL="0" marR="0" lvl="0" indent="0" algn="dist" defTabSz="9144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rPr>
              <a:t>ADD RELATED TITLE WORDS</a:t>
            </a:r>
            <a:endParaRPr kumimoji="0" lang="zh-CN" altLang="en-US" sz="1200" b="0" i="0" u="none" strike="noStrike" kern="1200" cap="none" normalizeH="0" noProof="0">
              <a:ln>
                <a:noFill/>
              </a:ln>
              <a:solidFill>
                <a:prstClr val="black">
                  <a:lumMod val="50000"/>
                  <a:lumOff val="50000"/>
                </a:prstClr>
              </a:solidFill>
              <a:effectLst/>
              <a:uLnTx/>
              <a:uFillTx/>
              <a:latin typeface="Calibri" panose="020F0502020204030204"/>
              <a:ea typeface="宋体" panose="02010600030101010101" pitchFamily="2" charset="-122"/>
              <a:cs typeface="+mn-ea"/>
              <a:sym typeface="+mn-lt"/>
            </a:endParaRPr>
          </a:p>
        </p:txBody>
      </p:sp>
    </p:spTree>
  </p:cSld>
  <p:clrMapOvr>
    <a:masterClrMapping/>
  </p:clrMapOvr>
  <p:transition spd="med" advClick="0" advTm="0">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1.jpe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1.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image" Target="../media/image1.jpe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jpe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1.jpe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image" Target="../media/image1.jpeg"/><Relationship Id="rId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image" Target="../media/image1.jpeg"/><Relationship Id="rId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5" Type="http://schemas.openxmlformats.org/officeDocument/2006/relationships/image" Target="../media/image1.jpeg"/><Relationship Id="rId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image" Target="../media/image1.jpe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5" Type="http://schemas.openxmlformats.org/officeDocument/2006/relationships/image" Target="../media/image1.jpeg"/><Relationship Id="rId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4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5" Type="http://schemas.openxmlformats.org/officeDocument/2006/relationships/image" Target="../media/image1.jpeg"/><Relationship Id="rId4"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5" Type="http://schemas.openxmlformats.org/officeDocument/2006/relationships/image" Target="../media/image1.jpeg"/><Relationship Id="rId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5" Type="http://schemas.openxmlformats.org/officeDocument/2006/relationships/image" Target="../media/image1.jpeg"/><Relationship Id="rId4"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3" Type="http://schemas.openxmlformats.org/officeDocument/2006/relationships/slideLayout" Target="../slideLayouts/slideLayout5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5" Type="http://schemas.openxmlformats.org/officeDocument/2006/relationships/image" Target="../media/image1.jpeg"/><Relationship Id="rId4" Type="http://schemas.openxmlformats.org/officeDocument/2006/relationships/theme" Target="../theme/theme18.xml"/></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5" Type="http://schemas.openxmlformats.org/officeDocument/2006/relationships/image" Target="../media/image1.jpeg"/><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slideLayout" Target="../slideLayouts/slideLayout61.xml"/><Relationship Id="rId1" Type="http://schemas.openxmlformats.org/officeDocument/2006/relationships/slideLayout" Target="../slideLayouts/slideLayout60.xml"/><Relationship Id="rId5" Type="http://schemas.openxmlformats.org/officeDocument/2006/relationships/image" Target="../media/image1.jpeg"/><Relationship Id="rId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image" Target="../media/image1.jpeg"/><Relationship Id="rId5" Type="http://schemas.openxmlformats.org/officeDocument/2006/relationships/theme" Target="../theme/theme21.xml"/><Relationship Id="rId4" Type="http://schemas.openxmlformats.org/officeDocument/2006/relationships/slideLayout" Target="../slideLayouts/slideLayout66.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22.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23.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24.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25.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26.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27.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28.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29.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30.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173.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31.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184.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32.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theme" Target="../theme/theme33.xml"/><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206.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theme" Target="../theme/theme34.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217.xml"/><Relationship Id="rId3" Type="http://schemas.openxmlformats.org/officeDocument/2006/relationships/slideLayout" Target="../slideLayouts/slideLayout212.xml"/><Relationship Id="rId7" Type="http://schemas.openxmlformats.org/officeDocument/2006/relationships/slideLayout" Target="../slideLayouts/slideLayout216.xml"/><Relationship Id="rId12" Type="http://schemas.openxmlformats.org/officeDocument/2006/relationships/theme" Target="../theme/theme35.xml"/><Relationship Id="rId2" Type="http://schemas.openxmlformats.org/officeDocument/2006/relationships/slideLayout" Target="../slideLayouts/slideLayout211.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0" Type="http://schemas.openxmlformats.org/officeDocument/2006/relationships/slideLayout" Target="../slideLayouts/slideLayout219.xml"/><Relationship Id="rId4" Type="http://schemas.openxmlformats.org/officeDocument/2006/relationships/slideLayout" Target="../slideLayouts/slideLayout213.xml"/><Relationship Id="rId9" Type="http://schemas.openxmlformats.org/officeDocument/2006/relationships/slideLayout" Target="../slideLayouts/slideLayout218.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228.xml"/><Relationship Id="rId3" Type="http://schemas.openxmlformats.org/officeDocument/2006/relationships/slideLayout" Target="../slideLayouts/slideLayout223.xml"/><Relationship Id="rId7" Type="http://schemas.openxmlformats.org/officeDocument/2006/relationships/slideLayout" Target="../slideLayouts/slideLayout227.xml"/><Relationship Id="rId12" Type="http://schemas.openxmlformats.org/officeDocument/2006/relationships/theme" Target="../theme/theme36.xml"/><Relationship Id="rId2" Type="http://schemas.openxmlformats.org/officeDocument/2006/relationships/slideLayout" Target="../slideLayouts/slideLayout222.xml"/><Relationship Id="rId1" Type="http://schemas.openxmlformats.org/officeDocument/2006/relationships/slideLayout" Target="../slideLayouts/slideLayout221.xml"/><Relationship Id="rId6" Type="http://schemas.openxmlformats.org/officeDocument/2006/relationships/slideLayout" Target="../slideLayouts/slideLayout226.xml"/><Relationship Id="rId11" Type="http://schemas.openxmlformats.org/officeDocument/2006/relationships/slideLayout" Target="../slideLayouts/slideLayout231.xml"/><Relationship Id="rId5" Type="http://schemas.openxmlformats.org/officeDocument/2006/relationships/slideLayout" Target="../slideLayouts/slideLayout225.xml"/><Relationship Id="rId10" Type="http://schemas.openxmlformats.org/officeDocument/2006/relationships/slideLayout" Target="../slideLayouts/slideLayout230.xml"/><Relationship Id="rId4" Type="http://schemas.openxmlformats.org/officeDocument/2006/relationships/slideLayout" Target="../slideLayouts/slideLayout224.xml"/><Relationship Id="rId9" Type="http://schemas.openxmlformats.org/officeDocument/2006/relationships/slideLayout" Target="../slideLayouts/slideLayout2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239.xml"/><Relationship Id="rId3" Type="http://schemas.openxmlformats.org/officeDocument/2006/relationships/slideLayout" Target="../slideLayouts/slideLayout234.xml"/><Relationship Id="rId7" Type="http://schemas.openxmlformats.org/officeDocument/2006/relationships/slideLayout" Target="../slideLayouts/slideLayout238.xml"/><Relationship Id="rId12" Type="http://schemas.openxmlformats.org/officeDocument/2006/relationships/theme" Target="../theme/theme37.xml"/><Relationship Id="rId2" Type="http://schemas.openxmlformats.org/officeDocument/2006/relationships/slideLayout" Target="../slideLayouts/slideLayout233.xml"/><Relationship Id="rId1" Type="http://schemas.openxmlformats.org/officeDocument/2006/relationships/slideLayout" Target="../slideLayouts/slideLayout232.xml"/><Relationship Id="rId6" Type="http://schemas.openxmlformats.org/officeDocument/2006/relationships/slideLayout" Target="../slideLayouts/slideLayout237.xml"/><Relationship Id="rId11" Type="http://schemas.openxmlformats.org/officeDocument/2006/relationships/slideLayout" Target="../slideLayouts/slideLayout242.xml"/><Relationship Id="rId5" Type="http://schemas.openxmlformats.org/officeDocument/2006/relationships/slideLayout" Target="../slideLayouts/slideLayout236.xml"/><Relationship Id="rId10" Type="http://schemas.openxmlformats.org/officeDocument/2006/relationships/slideLayout" Target="../slideLayouts/slideLayout241.xml"/><Relationship Id="rId4" Type="http://schemas.openxmlformats.org/officeDocument/2006/relationships/slideLayout" Target="../slideLayouts/slideLayout235.xml"/><Relationship Id="rId9" Type="http://schemas.openxmlformats.org/officeDocument/2006/relationships/slideLayout" Target="../slideLayouts/slideLayout240.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250.xml"/><Relationship Id="rId3" Type="http://schemas.openxmlformats.org/officeDocument/2006/relationships/slideLayout" Target="../slideLayouts/slideLayout245.xml"/><Relationship Id="rId7" Type="http://schemas.openxmlformats.org/officeDocument/2006/relationships/slideLayout" Target="../slideLayouts/slideLayout249.xml"/><Relationship Id="rId12" Type="http://schemas.openxmlformats.org/officeDocument/2006/relationships/theme" Target="../theme/theme38.xml"/><Relationship Id="rId2" Type="http://schemas.openxmlformats.org/officeDocument/2006/relationships/slideLayout" Target="../slideLayouts/slideLayout244.xml"/><Relationship Id="rId1" Type="http://schemas.openxmlformats.org/officeDocument/2006/relationships/slideLayout" Target="../slideLayouts/slideLayout243.xml"/><Relationship Id="rId6" Type="http://schemas.openxmlformats.org/officeDocument/2006/relationships/slideLayout" Target="../slideLayouts/slideLayout248.xml"/><Relationship Id="rId11" Type="http://schemas.openxmlformats.org/officeDocument/2006/relationships/slideLayout" Target="../slideLayouts/slideLayout253.xml"/><Relationship Id="rId5" Type="http://schemas.openxmlformats.org/officeDocument/2006/relationships/slideLayout" Target="../slideLayouts/slideLayout247.xml"/><Relationship Id="rId10" Type="http://schemas.openxmlformats.org/officeDocument/2006/relationships/slideLayout" Target="../slideLayouts/slideLayout252.xml"/><Relationship Id="rId4" Type="http://schemas.openxmlformats.org/officeDocument/2006/relationships/slideLayout" Target="../slideLayouts/slideLayout246.xml"/><Relationship Id="rId9" Type="http://schemas.openxmlformats.org/officeDocument/2006/relationships/slideLayout" Target="../slideLayouts/slideLayout251.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261.xml"/><Relationship Id="rId3" Type="http://schemas.openxmlformats.org/officeDocument/2006/relationships/slideLayout" Target="../slideLayouts/slideLayout256.xml"/><Relationship Id="rId7" Type="http://schemas.openxmlformats.org/officeDocument/2006/relationships/slideLayout" Target="../slideLayouts/slideLayout260.xml"/><Relationship Id="rId12" Type="http://schemas.openxmlformats.org/officeDocument/2006/relationships/theme" Target="../theme/theme39.xml"/><Relationship Id="rId2" Type="http://schemas.openxmlformats.org/officeDocument/2006/relationships/slideLayout" Target="../slideLayouts/slideLayout255.xml"/><Relationship Id="rId1" Type="http://schemas.openxmlformats.org/officeDocument/2006/relationships/slideLayout" Target="../slideLayouts/slideLayout254.xml"/><Relationship Id="rId6" Type="http://schemas.openxmlformats.org/officeDocument/2006/relationships/slideLayout" Target="../slideLayouts/slideLayout259.xml"/><Relationship Id="rId11" Type="http://schemas.openxmlformats.org/officeDocument/2006/relationships/slideLayout" Target="../slideLayouts/slideLayout264.xml"/><Relationship Id="rId5" Type="http://schemas.openxmlformats.org/officeDocument/2006/relationships/slideLayout" Target="../slideLayouts/slideLayout258.xml"/><Relationship Id="rId10" Type="http://schemas.openxmlformats.org/officeDocument/2006/relationships/slideLayout" Target="../slideLayouts/slideLayout263.xml"/><Relationship Id="rId4" Type="http://schemas.openxmlformats.org/officeDocument/2006/relationships/slideLayout" Target="../slideLayouts/slideLayout257.xml"/><Relationship Id="rId9" Type="http://schemas.openxmlformats.org/officeDocument/2006/relationships/slideLayout" Target="../slideLayouts/slideLayout262.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40.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41.xml.rels><?xml version="1.0" encoding="UTF-8" standalone="yes"?>
<Relationships xmlns="http://schemas.openxmlformats.org/package/2006/relationships"><Relationship Id="rId3" Type="http://schemas.openxmlformats.org/officeDocument/2006/relationships/slideLayout" Target="../slideLayouts/slideLayout279.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4" Type="http://schemas.openxmlformats.org/officeDocument/2006/relationships/theme" Target="../theme/theme41.xml"/></Relationships>
</file>

<file path=ppt/slideMasters/_rels/slideMaster42.xml.rels><?xml version="1.0" encoding="UTF-8" standalone="yes"?>
<Relationships xmlns="http://schemas.openxmlformats.org/package/2006/relationships"><Relationship Id="rId3" Type="http://schemas.openxmlformats.org/officeDocument/2006/relationships/slideLayout" Target="../slideLayouts/slideLayout282.xml"/><Relationship Id="rId2" Type="http://schemas.openxmlformats.org/officeDocument/2006/relationships/slideLayout" Target="../slideLayouts/slideLayout281.xml"/><Relationship Id="rId1" Type="http://schemas.openxmlformats.org/officeDocument/2006/relationships/slideLayout" Target="../slideLayouts/slideLayout280.xml"/><Relationship Id="rId4" Type="http://schemas.openxmlformats.org/officeDocument/2006/relationships/theme" Target="../theme/theme42.xml"/></Relationships>
</file>

<file path=ppt/slideMasters/_rels/slideMaster43.xml.rels><?xml version="1.0" encoding="UTF-8" standalone="yes"?>
<Relationships xmlns="http://schemas.openxmlformats.org/package/2006/relationships"><Relationship Id="rId3" Type="http://schemas.openxmlformats.org/officeDocument/2006/relationships/slideLayout" Target="../slideLayouts/slideLayout285.xml"/><Relationship Id="rId2" Type="http://schemas.openxmlformats.org/officeDocument/2006/relationships/slideLayout" Target="../slideLayouts/slideLayout284.xml"/><Relationship Id="rId1" Type="http://schemas.openxmlformats.org/officeDocument/2006/relationships/slideLayout" Target="../slideLayouts/slideLayout283.xml"/><Relationship Id="rId4" Type="http://schemas.openxmlformats.org/officeDocument/2006/relationships/theme" Target="../theme/theme43.xml"/></Relationships>
</file>

<file path=ppt/slideMasters/_rels/slideMaster44.xml.rels><?xml version="1.0" encoding="UTF-8" standalone="yes"?>
<Relationships xmlns="http://schemas.openxmlformats.org/package/2006/relationships"><Relationship Id="rId3" Type="http://schemas.openxmlformats.org/officeDocument/2006/relationships/slideLayout" Target="../slideLayouts/slideLayout288.xml"/><Relationship Id="rId2" Type="http://schemas.openxmlformats.org/officeDocument/2006/relationships/slideLayout" Target="../slideLayouts/slideLayout287.xml"/><Relationship Id="rId1" Type="http://schemas.openxmlformats.org/officeDocument/2006/relationships/slideLayout" Target="../slideLayouts/slideLayout286.xml"/><Relationship Id="rId4" Type="http://schemas.openxmlformats.org/officeDocument/2006/relationships/theme" Target="../theme/theme44.xml"/></Relationships>
</file>

<file path=ppt/slideMasters/_rels/slideMaster45.xml.rels><?xml version="1.0" encoding="UTF-8" standalone="yes"?>
<Relationships xmlns="http://schemas.openxmlformats.org/package/2006/relationships"><Relationship Id="rId3" Type="http://schemas.openxmlformats.org/officeDocument/2006/relationships/slideLayout" Target="../slideLayouts/slideLayout291.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4" Type="http://schemas.openxmlformats.org/officeDocument/2006/relationships/theme" Target="../theme/theme45.xml"/></Relationships>
</file>

<file path=ppt/slideMasters/_rels/slideMaster46.xml.rels><?xml version="1.0" encoding="UTF-8" standalone="yes"?>
<Relationships xmlns="http://schemas.openxmlformats.org/package/2006/relationships"><Relationship Id="rId3" Type="http://schemas.openxmlformats.org/officeDocument/2006/relationships/slideLayout" Target="../slideLayouts/slideLayout294.xml"/><Relationship Id="rId2" Type="http://schemas.openxmlformats.org/officeDocument/2006/relationships/slideLayout" Target="../slideLayouts/slideLayout293.xml"/><Relationship Id="rId1" Type="http://schemas.openxmlformats.org/officeDocument/2006/relationships/slideLayout" Target="../slideLayouts/slideLayout292.xml"/><Relationship Id="rId4" Type="http://schemas.openxmlformats.org/officeDocument/2006/relationships/theme" Target="../theme/theme46.xml"/></Relationships>
</file>

<file path=ppt/slideMasters/_rels/slideMaster47.xml.rels><?xml version="1.0" encoding="UTF-8" standalone="yes"?>
<Relationships xmlns="http://schemas.openxmlformats.org/package/2006/relationships"><Relationship Id="rId3" Type="http://schemas.openxmlformats.org/officeDocument/2006/relationships/slideLayout" Target="../slideLayouts/slideLayout297.xml"/><Relationship Id="rId2" Type="http://schemas.openxmlformats.org/officeDocument/2006/relationships/slideLayout" Target="../slideLayouts/slideLayout296.xml"/><Relationship Id="rId1" Type="http://schemas.openxmlformats.org/officeDocument/2006/relationships/slideLayout" Target="../slideLayouts/slideLayout295.xml"/><Relationship Id="rId4" Type="http://schemas.openxmlformats.org/officeDocument/2006/relationships/theme" Target="../theme/theme47.xml"/></Relationships>
</file>

<file path=ppt/slideMasters/_rels/slideMaster48.xml.rels><?xml version="1.0" encoding="UTF-8" standalone="yes"?>
<Relationships xmlns="http://schemas.openxmlformats.org/package/2006/relationships"><Relationship Id="rId3" Type="http://schemas.openxmlformats.org/officeDocument/2006/relationships/slideLayout" Target="../slideLayouts/slideLayout300.xml"/><Relationship Id="rId2" Type="http://schemas.openxmlformats.org/officeDocument/2006/relationships/slideLayout" Target="../slideLayouts/slideLayout299.xml"/><Relationship Id="rId1" Type="http://schemas.openxmlformats.org/officeDocument/2006/relationships/slideLayout" Target="../slideLayouts/slideLayout298.xml"/><Relationship Id="rId4" Type="http://schemas.openxmlformats.org/officeDocument/2006/relationships/theme" Target="../theme/theme48.xml"/></Relationships>
</file>

<file path=ppt/slideMasters/_rels/slideMaster49.xml.rels><?xml version="1.0" encoding="UTF-8" standalone="yes"?>
<Relationships xmlns="http://schemas.openxmlformats.org/package/2006/relationships"><Relationship Id="rId3" Type="http://schemas.openxmlformats.org/officeDocument/2006/relationships/slideLayout" Target="../slideLayouts/slideLayout303.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4" Type="http://schemas.openxmlformats.org/officeDocument/2006/relationships/theme" Target="../theme/theme49.xml"/></Relationships>
</file>

<file path=ppt/slideMasters/_rels/slideMaster50.xml.rels><?xml version="1.0" encoding="UTF-8" standalone="yes"?>
<Relationships xmlns="http://schemas.openxmlformats.org/package/2006/relationships"><Relationship Id="rId3" Type="http://schemas.openxmlformats.org/officeDocument/2006/relationships/slideLayout" Target="../slideLayouts/slideLayout306.xml"/><Relationship Id="rId2" Type="http://schemas.openxmlformats.org/officeDocument/2006/relationships/slideLayout" Target="../slideLayouts/slideLayout305.xml"/><Relationship Id="rId1" Type="http://schemas.openxmlformats.org/officeDocument/2006/relationships/slideLayout" Target="../slideLayouts/slideLayout304.xml"/><Relationship Id="rId4" Type="http://schemas.openxmlformats.org/officeDocument/2006/relationships/theme" Target="../theme/theme50.xml"/></Relationships>
</file>

<file path=ppt/slideMasters/_rels/slideMaster51.xml.rels><?xml version="1.0" encoding="UTF-8" standalone="yes"?>
<Relationships xmlns="http://schemas.openxmlformats.org/package/2006/relationships"><Relationship Id="rId3" Type="http://schemas.openxmlformats.org/officeDocument/2006/relationships/slideLayout" Target="../slideLayouts/slideLayout309.xml"/><Relationship Id="rId2" Type="http://schemas.openxmlformats.org/officeDocument/2006/relationships/slideLayout" Target="../slideLayouts/slideLayout308.xml"/><Relationship Id="rId1" Type="http://schemas.openxmlformats.org/officeDocument/2006/relationships/slideLayout" Target="../slideLayouts/slideLayout307.xml"/><Relationship Id="rId4" Type="http://schemas.openxmlformats.org/officeDocument/2006/relationships/theme" Target="../theme/theme51.xml"/></Relationships>
</file>

<file path=ppt/slideMasters/_rels/slideMaster52.xml.rels><?xml version="1.0" encoding="UTF-8" standalone="yes"?>
<Relationships xmlns="http://schemas.openxmlformats.org/package/2006/relationships"><Relationship Id="rId3" Type="http://schemas.openxmlformats.org/officeDocument/2006/relationships/slideLayout" Target="../slideLayouts/slideLayout312.xml"/><Relationship Id="rId2" Type="http://schemas.openxmlformats.org/officeDocument/2006/relationships/slideLayout" Target="../slideLayouts/slideLayout311.xml"/><Relationship Id="rId1" Type="http://schemas.openxmlformats.org/officeDocument/2006/relationships/slideLayout" Target="../slideLayouts/slideLayout310.xml"/><Relationship Id="rId4" Type="http://schemas.openxmlformats.org/officeDocument/2006/relationships/theme" Target="../theme/theme52.xml"/></Relationships>
</file>

<file path=ppt/slideMasters/_rels/slideMaster53.xml.rels><?xml version="1.0" encoding="UTF-8" standalone="yes"?>
<Relationships xmlns="http://schemas.openxmlformats.org/package/2006/relationships"><Relationship Id="rId3" Type="http://schemas.openxmlformats.org/officeDocument/2006/relationships/slideLayout" Target="../slideLayouts/slideLayout315.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4" Type="http://schemas.openxmlformats.org/officeDocument/2006/relationships/theme" Target="../theme/theme53.xml"/></Relationships>
</file>

<file path=ppt/slideMasters/_rels/slideMaster54.xml.rels><?xml version="1.0" encoding="UTF-8" standalone="yes"?>
<Relationships xmlns="http://schemas.openxmlformats.org/package/2006/relationships"><Relationship Id="rId3" Type="http://schemas.openxmlformats.org/officeDocument/2006/relationships/slideLayout" Target="../slideLayouts/slideLayout318.xml"/><Relationship Id="rId2" Type="http://schemas.openxmlformats.org/officeDocument/2006/relationships/slideLayout" Target="../slideLayouts/slideLayout317.xml"/><Relationship Id="rId1" Type="http://schemas.openxmlformats.org/officeDocument/2006/relationships/slideLayout" Target="../slideLayouts/slideLayout316.xml"/><Relationship Id="rId4" Type="http://schemas.openxmlformats.org/officeDocument/2006/relationships/theme" Target="../theme/theme54.xml"/></Relationships>
</file>

<file path=ppt/slideMasters/_rels/slideMaster55.xml.rels><?xml version="1.0" encoding="UTF-8" standalone="yes"?>
<Relationships xmlns="http://schemas.openxmlformats.org/package/2006/relationships"><Relationship Id="rId3" Type="http://schemas.openxmlformats.org/officeDocument/2006/relationships/slideLayout" Target="../slideLayouts/slideLayout321.xml"/><Relationship Id="rId2" Type="http://schemas.openxmlformats.org/officeDocument/2006/relationships/slideLayout" Target="../slideLayouts/slideLayout320.xml"/><Relationship Id="rId1" Type="http://schemas.openxmlformats.org/officeDocument/2006/relationships/slideLayout" Target="../slideLayouts/slideLayout319.xml"/><Relationship Id="rId4" Type="http://schemas.openxmlformats.org/officeDocument/2006/relationships/theme" Target="../theme/theme55.xml"/></Relationships>
</file>

<file path=ppt/slideMasters/_rels/slideMaster56.xml.rels><?xml version="1.0" encoding="UTF-8" standalone="yes"?>
<Relationships xmlns="http://schemas.openxmlformats.org/package/2006/relationships"><Relationship Id="rId3" Type="http://schemas.openxmlformats.org/officeDocument/2006/relationships/slideLayout" Target="../slideLayouts/slideLayout324.xml"/><Relationship Id="rId2" Type="http://schemas.openxmlformats.org/officeDocument/2006/relationships/slideLayout" Target="../slideLayouts/slideLayout323.xml"/><Relationship Id="rId1" Type="http://schemas.openxmlformats.org/officeDocument/2006/relationships/slideLayout" Target="../slideLayouts/slideLayout322.xml"/><Relationship Id="rId4" Type="http://schemas.openxmlformats.org/officeDocument/2006/relationships/theme" Target="../theme/theme56.xml"/></Relationships>
</file>

<file path=ppt/slideMasters/_rels/slideMaster57.xml.rels><?xml version="1.0" encoding="UTF-8" standalone="yes"?>
<Relationships xmlns="http://schemas.openxmlformats.org/package/2006/relationships"><Relationship Id="rId3" Type="http://schemas.openxmlformats.org/officeDocument/2006/relationships/slideLayout" Target="../slideLayouts/slideLayout327.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4" Type="http://schemas.openxmlformats.org/officeDocument/2006/relationships/theme" Target="../theme/theme57.xml"/></Relationships>
</file>

<file path=ppt/slideMasters/_rels/slideMaster58.xml.rels><?xml version="1.0" encoding="UTF-8" standalone="yes"?>
<Relationships xmlns="http://schemas.openxmlformats.org/package/2006/relationships"><Relationship Id="rId3" Type="http://schemas.openxmlformats.org/officeDocument/2006/relationships/slideLayout" Target="../slideLayouts/slideLayout330.xml"/><Relationship Id="rId2" Type="http://schemas.openxmlformats.org/officeDocument/2006/relationships/slideLayout" Target="../slideLayouts/slideLayout329.xml"/><Relationship Id="rId1" Type="http://schemas.openxmlformats.org/officeDocument/2006/relationships/slideLayout" Target="../slideLayouts/slideLayout328.xml"/><Relationship Id="rId4" Type="http://schemas.openxmlformats.org/officeDocument/2006/relationships/theme" Target="../theme/theme58.xml"/></Relationships>
</file>

<file path=ppt/slideMasters/_rels/slideMaster59.xml.rels><?xml version="1.0" encoding="UTF-8" standalone="yes"?>
<Relationships xmlns="http://schemas.openxmlformats.org/package/2006/relationships"><Relationship Id="rId3" Type="http://schemas.openxmlformats.org/officeDocument/2006/relationships/slideLayout" Target="../slideLayouts/slideLayout333.xml"/><Relationship Id="rId2" Type="http://schemas.openxmlformats.org/officeDocument/2006/relationships/slideLayout" Target="../slideLayouts/slideLayout332.xml"/><Relationship Id="rId1" Type="http://schemas.openxmlformats.org/officeDocument/2006/relationships/slideLayout" Target="../slideLayouts/slideLayout331.xml"/><Relationship Id="rId4" Type="http://schemas.openxmlformats.org/officeDocument/2006/relationships/theme" Target="../theme/theme59.xml"/></Relationships>
</file>

<file path=ppt/slideMasters/_rels/slideMaster60.xml.rels><?xml version="1.0" encoding="UTF-8" standalone="yes"?>
<Relationships xmlns="http://schemas.openxmlformats.org/package/2006/relationships"><Relationship Id="rId3" Type="http://schemas.openxmlformats.org/officeDocument/2006/relationships/slideLayout" Target="../slideLayouts/slideLayout336.xml"/><Relationship Id="rId2" Type="http://schemas.openxmlformats.org/officeDocument/2006/relationships/slideLayout" Target="../slideLayouts/slideLayout335.xml"/><Relationship Id="rId1" Type="http://schemas.openxmlformats.org/officeDocument/2006/relationships/slideLayout" Target="../slideLayouts/slideLayout334.xml"/><Relationship Id="rId4" Type="http://schemas.openxmlformats.org/officeDocument/2006/relationships/theme" Target="../theme/theme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random/>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5"/>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组合 6"/>
          <p:cNvGrpSpPr/>
          <p:nvPr userDrawn="1"/>
        </p:nvGrpSpPr>
        <p:grpSpPr>
          <a:xfrm>
            <a:off x="95333" y="117654"/>
            <a:ext cx="12096667" cy="6740346"/>
            <a:chOff x="-11937997" y="-2076450"/>
            <a:chExt cx="12192000" cy="6858000"/>
          </a:xfrm>
        </p:grpSpPr>
        <p:sp>
          <p:nvSpPr>
            <p:cNvPr id="8" name="AutoShape 2"/>
            <p:cNvSpPr>
              <a:spLocks noChangeAspect="1" noChangeArrowheads="1"/>
            </p:cNvSpPr>
            <p:nvPr/>
          </p:nvSpPr>
          <p:spPr>
            <a:xfrm>
              <a:off x="-5994397" y="1200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3200"/>
            </a:p>
          </p:txBody>
        </p:sp>
        <p:pic>
          <p:nvPicPr>
            <p:cNvPr id="9" name="Picture 4"/>
            <p:cNvPicPr>
              <a:picLocks noChangeAspect="1" noChangeArrowheads="1"/>
            </p:cNvPicPr>
            <p:nvPr/>
          </p:nvPicPr>
          <p:blipFill>
            <a:blip r:embed="rId6"/>
            <a:srcRect r="25000"/>
            <a:stretch>
              <a:fillRect/>
            </a:stretch>
          </p:blipFill>
          <p:spPr>
            <a:xfrm rot="5400000">
              <a:off x="-9270997" y="-474345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11937997" y="-207645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C82599-EF06-4EC3-8057-45EDB5162FD0}" type="datetimeFigureOut">
              <a:rPr lang="zh-CN" altLang="en-US" smtClean="0"/>
              <a:t>2025/2/15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45E637-B2D9-4100-9245-EDCD1D7C4E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Lst>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3A620DD7-6358-4E35-981D-64C57D7D925A}" type="datetimeFigureOut">
              <a:rPr lang="zh-CN" altLang="en-US" smtClean="0"/>
              <a:t>2025/2/15</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Lst>
  <p:transition spd="med" advClick="0" advTm="0">
    <p:random/>
  </p:transition>
  <p:timing>
    <p:tnLst>
      <p:par>
        <p:cTn id="1" dur="indefinite" restart="never" nodeType="tmRoot"/>
      </p:par>
    </p:tnLst>
  </p:timing>
  <p:txStyles>
    <p:titleStyle>
      <a:lvl1pPr algn="ctr" defTabSz="1218565"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79695"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8.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62.png"/><Relationship Id="rId5" Type="http://schemas.openxmlformats.org/officeDocument/2006/relationships/slideLayout" Target="../slideLayouts/slideLayout6.xml"/><Relationship Id="rId4" Type="http://schemas.openxmlformats.org/officeDocument/2006/relationships/tags" Target="../tags/tag7.xml"/></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43.xml"/><Relationship Id="rId4" Type="http://schemas.openxmlformats.org/officeDocument/2006/relationships/image" Target="../media/image67.jpeg"/></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2.xml"/><Relationship Id="rId1" Type="http://schemas.openxmlformats.org/officeDocument/2006/relationships/tags" Target="../tags/tag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5.xml"/><Relationship Id="rId1" Type="http://schemas.openxmlformats.org/officeDocument/2006/relationships/tags" Target="../tags/tag9.xml"/></Relationships>
</file>

<file path=ppt/slides/_rels/slide55.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68.png"/><Relationship Id="rId5" Type="http://schemas.openxmlformats.org/officeDocument/2006/relationships/notesSlide" Target="../notesSlides/notesSlide28.xml"/><Relationship Id="rId4" Type="http://schemas.openxmlformats.org/officeDocument/2006/relationships/slideLayout" Target="../slideLayouts/slideLayout5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1.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63.xml"/><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67.xml"/></Relationships>
</file>

<file path=ppt/slides/_rels/slide5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slideLayout" Target="../slideLayouts/slideLayout83.xml"/><Relationship Id="rId1" Type="http://schemas.openxmlformats.org/officeDocument/2006/relationships/tags" Target="../tags/tag14.xml"/></Relationships>
</file>

<file path=ppt/slides/_rels/slide60.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94.xml"/></Relationships>
</file>

<file path=ppt/slides/_rels/slide61.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72.jpeg"/><Relationship Id="rId7" Type="http://schemas.openxmlformats.org/officeDocument/2006/relationships/image" Target="../media/image70.jpeg"/><Relationship Id="rId2" Type="http://schemas.openxmlformats.org/officeDocument/2006/relationships/slideLayout" Target="../slideLayouts/slideLayout105.xml"/><Relationship Id="rId1" Type="http://schemas.openxmlformats.org/officeDocument/2006/relationships/tags" Target="../tags/tag15.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73.jpeg"/></Relationships>
</file>

<file path=ppt/slides/_rels/slide6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slideLayout" Target="../slideLayouts/slideLayout116.xml"/><Relationship Id="rId1" Type="http://schemas.openxmlformats.org/officeDocument/2006/relationships/tags" Target="../tags/tag16.xml"/></Relationships>
</file>

<file path=ppt/slides/_rels/slide6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slideLayout" Target="../slideLayouts/slideLayout127.xml"/><Relationship Id="rId1" Type="http://schemas.openxmlformats.org/officeDocument/2006/relationships/tags" Target="../tags/tag17.xml"/><Relationship Id="rId4" Type="http://schemas.openxmlformats.org/officeDocument/2006/relationships/image" Target="../media/image78.jpeg"/></Relationships>
</file>

<file path=ppt/slides/_rels/slide6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38.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49.xml"/><Relationship Id="rId1" Type="http://schemas.openxmlformats.org/officeDocument/2006/relationships/tags" Target="../tags/tag18.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60.xml"/><Relationship Id="rId1" Type="http://schemas.openxmlformats.org/officeDocument/2006/relationships/tags" Target="../tags/tag19.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71.xml"/><Relationship Id="rId1" Type="http://schemas.openxmlformats.org/officeDocument/2006/relationships/tags" Target="../tags/tag20.xml"/></Relationships>
</file>

<file path=ppt/slides/_rels/slide68.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8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3.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04.xml"/><Relationship Id="rId1" Type="http://schemas.openxmlformats.org/officeDocument/2006/relationships/tags" Target="../tags/tag21.xml"/></Relationships>
</file>

<file path=ppt/slides/_rels/slide7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slideLayout" Target="../slideLayouts/slideLayout215.xml"/><Relationship Id="rId1" Type="http://schemas.openxmlformats.org/officeDocument/2006/relationships/tags" Target="../tags/tag22.xml"/></Relationships>
</file>

<file path=ppt/slides/_rels/slide72.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48.xml"/><Relationship Id="rId1" Type="http://schemas.openxmlformats.org/officeDocument/2006/relationships/tags" Target="../tags/tag23.xml"/></Relationships>
</file>

<file path=ppt/slides/_rels/slide7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slideLayout" Target="../slideLayouts/slideLayout259.xml"/><Relationship Id="rId1" Type="http://schemas.openxmlformats.org/officeDocument/2006/relationships/tags" Target="../tags/tag24.xml"/></Relationships>
</file>

<file path=ppt/slides/_rels/slide7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65.xml"/></Relationships>
</file>

<file path=ppt/slides/_rels/slide7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0.xml"/><Relationship Id="rId1" Type="http://schemas.openxmlformats.org/officeDocument/2006/relationships/slideLayout" Target="../slideLayouts/slideLayout277.xml"/></Relationships>
</file>

<file path=ppt/slides/_rels/slide78.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82.jpe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notesSlide" Target="../notesSlides/notesSlide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slideLayout" Target="../slideLayouts/slideLayout281.xml"/><Relationship Id="rId5" Type="http://schemas.openxmlformats.org/officeDocument/2006/relationships/tags" Target="../tags/tag2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84.xml"/><Relationship Id="rId1" Type="http://schemas.openxmlformats.org/officeDocument/2006/relationships/tags" Target="../tags/tag35.xml"/><Relationship Id="rId4" Type="http://schemas.openxmlformats.org/officeDocument/2006/relationships/image" Target="../media/image81.jpe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4.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96.xml"/><Relationship Id="rId1" Type="http://schemas.openxmlformats.org/officeDocument/2006/relationships/tags" Target="../tags/tag36.xml"/><Relationship Id="rId4" Type="http://schemas.openxmlformats.org/officeDocument/2006/relationships/image" Target="../media/image81.jpe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0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0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09.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11.xml"/><Relationship Id="rId1" Type="http://schemas.openxmlformats.org/officeDocument/2006/relationships/tags" Target="../tags/tag37.xml"/><Relationship Id="rId4" Type="http://schemas.openxmlformats.org/officeDocument/2006/relationships/image" Target="../media/image81.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9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1.xml"/><Relationship Id="rId1" Type="http://schemas.openxmlformats.org/officeDocument/2006/relationships/slideLayout" Target="../slideLayouts/slideLayout31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21.xml"/></Relationships>
</file>

<file path=ppt/slides/_rels/slide9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3.xml"/><Relationship Id="rId1" Type="http://schemas.openxmlformats.org/officeDocument/2006/relationships/slideLayout" Target="../slideLayouts/slideLayout324.xml"/><Relationship Id="rId4" Type="http://schemas.openxmlformats.org/officeDocument/2006/relationships/image" Target="../media/image67.jpe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26.xml"/><Relationship Id="rId1" Type="http://schemas.openxmlformats.org/officeDocument/2006/relationships/tags" Target="../tags/tag38.xml"/><Relationship Id="rId4" Type="http://schemas.openxmlformats.org/officeDocument/2006/relationships/image" Target="../media/image81.jpe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0.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3.xml"/></Relationships>
</file>

<file path=ppt/slides/_rels/slide9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47.xml"/><Relationship Id="rId1" Type="http://schemas.openxmlformats.org/officeDocument/2006/relationships/slideLayout" Target="../slideLayouts/slideLayout3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73660" y="-43180"/>
            <a:ext cx="12253595" cy="6915785"/>
            <a:chOff x="-295" y="3866"/>
            <a:chExt cx="19297" cy="10891"/>
          </a:xfrm>
        </p:grpSpPr>
        <p:pic>
          <p:nvPicPr>
            <p:cNvPr id="7" name="图片 6"/>
            <p:cNvPicPr>
              <a:picLocks noChangeAspect="1"/>
            </p:cNvPicPr>
            <p:nvPr/>
          </p:nvPicPr>
          <p:blipFill>
            <a:blip r:embed="rId3"/>
            <a:srcRect/>
            <a:stretch>
              <a:fillRect/>
            </a:stretch>
          </p:blipFill>
          <p:spPr>
            <a:xfrm>
              <a:off x="-160" y="3919"/>
              <a:ext cx="19162" cy="10831"/>
            </a:xfrm>
            <a:prstGeom prst="rect">
              <a:avLst/>
            </a:prstGeom>
          </p:spPr>
        </p:pic>
        <p:sp>
          <p:nvSpPr>
            <p:cNvPr id="5" name="矩形 4"/>
            <p:cNvSpPr/>
            <p:nvPr/>
          </p:nvSpPr>
          <p:spPr>
            <a:xfrm>
              <a:off x="-295" y="3866"/>
              <a:ext cx="19297" cy="1089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9" name="等腰三角形 8"/>
          <p:cNvSpPr/>
          <p:nvPr/>
        </p:nvSpPr>
        <p:spPr>
          <a:xfrm>
            <a:off x="12000" y="5949950"/>
            <a:ext cx="12168000" cy="9080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850" y="-43180"/>
            <a:ext cx="7226935" cy="530860"/>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1299210" y="2214880"/>
            <a:ext cx="9697720" cy="1200150"/>
          </a:xfrm>
          <a:prstGeom prst="rect">
            <a:avLst/>
          </a:prstGeom>
          <a:noFill/>
        </p:spPr>
        <p:txBody>
          <a:bodyPr wrap="square" rtlCol="0">
            <a:spAutoFit/>
          </a:bodyPr>
          <a:lstStyle/>
          <a:p>
            <a:pPr algn="dist"/>
            <a:r>
              <a:rPr lang="zh-CN" altLang="en-US" sz="7200" b="1" dirty="0" smtClean="0">
                <a:solidFill>
                  <a:schemeClr val="bg1"/>
                </a:solidFill>
                <a:latin typeface="思源黑体 CN Medium"/>
                <a:ea typeface="思源黑体 CN Medium"/>
                <a:cs typeface="思源黑体 CN Medium"/>
                <a:sym typeface="思源黑体 CN Medium"/>
              </a:rPr>
              <a:t>供需理論</a:t>
            </a:r>
            <a:endParaRPr lang="en-US" altLang="zh-CN" sz="7200" dirty="0">
              <a:solidFill>
                <a:schemeClr val="bg1"/>
              </a:solidFill>
              <a:latin typeface="思源黑体 CN Medium"/>
              <a:ea typeface="思源黑体 CN Medium"/>
              <a:cs typeface="思源黑体 CN Medium"/>
              <a:sym typeface="思源黑体 CN Medium"/>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p:blinds/>
      </p:transition>
    </mc:Choice>
    <mc:Fallback xmlns="">
      <p:transition spd="slow">
        <p:blind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148580" y="1491615"/>
            <a:ext cx="1894840" cy="1152525"/>
            <a:chOff x="8373" y="2185"/>
            <a:chExt cx="2984" cy="1815"/>
          </a:xfrm>
        </p:grpSpPr>
        <p:sp>
          <p:nvSpPr>
            <p:cNvPr id="11" name="文本框 10"/>
            <p:cNvSpPr txBox="1"/>
            <p:nvPr/>
          </p:nvSpPr>
          <p:spPr>
            <a:xfrm>
              <a:off x="8471" y="2185"/>
              <a:ext cx="2788" cy="1452"/>
            </a:xfrm>
            <a:prstGeom prst="rect">
              <a:avLst/>
            </a:prstGeom>
            <a:noFill/>
          </p:spPr>
          <p:txBody>
            <a:bodyPr wrap="square" rtlCol="0">
              <a:spAutoFit/>
            </a:bodyPr>
            <a:lstStyle/>
            <a:p>
              <a:pPr algn="ctr"/>
              <a:r>
                <a:rPr lang="zh-CN" altLang="en-US" sz="5400" b="1">
                  <a:solidFill>
                    <a:schemeClr val="tx1">
                      <a:lumMod val="75000"/>
                      <a:lumOff val="25000"/>
                    </a:schemeClr>
                  </a:solidFill>
                  <a:latin typeface="思源黑体 CN Medium"/>
                  <a:ea typeface="思源黑体 CN Medium"/>
                  <a:cs typeface="思源黑体 CN Medium"/>
                  <a:sym typeface="思源黑体 CN Medium"/>
                </a:rPr>
                <a:t>目录</a:t>
              </a:r>
            </a:p>
          </p:txBody>
        </p:sp>
        <p:sp>
          <p:nvSpPr>
            <p:cNvPr id="12" name="文本框 11"/>
            <p:cNvSpPr txBox="1"/>
            <p:nvPr/>
          </p:nvSpPr>
          <p:spPr>
            <a:xfrm>
              <a:off x="8373" y="3420"/>
              <a:ext cx="2984" cy="580"/>
            </a:xfrm>
            <a:prstGeom prst="rect">
              <a:avLst/>
            </a:prstGeom>
            <a:noFill/>
          </p:spPr>
          <p:txBody>
            <a:bodyPr wrap="square" rtlCol="0">
              <a:spAutoFit/>
            </a:bodyPr>
            <a:lstStyle/>
            <a:p>
              <a:pPr algn="ctr"/>
              <a:r>
                <a:rPr lang="en-US" altLang="zh-CN">
                  <a:solidFill>
                    <a:schemeClr val="tx1">
                      <a:lumMod val="75000"/>
                      <a:lumOff val="25000"/>
                    </a:schemeClr>
                  </a:solidFill>
                  <a:latin typeface="思源黑体 CN Medium"/>
                  <a:ea typeface="思源黑体 CN Medium"/>
                  <a:cs typeface="思源黑体 CN Medium"/>
                  <a:sym typeface="思源黑体 CN Medium"/>
                </a:rPr>
                <a:t>CONTENTS</a:t>
              </a:r>
            </a:p>
          </p:txBody>
        </p:sp>
      </p:grpSp>
      <p:grpSp>
        <p:nvGrpSpPr>
          <p:cNvPr id="29" name="组合 28"/>
          <p:cNvGrpSpPr/>
          <p:nvPr/>
        </p:nvGrpSpPr>
        <p:grpSpPr>
          <a:xfrm>
            <a:off x="1811383" y="2947670"/>
            <a:ext cx="8159931" cy="2049145"/>
            <a:chOff x="3164" y="4930"/>
            <a:chExt cx="12873" cy="3227"/>
          </a:xfrm>
        </p:grpSpPr>
        <p:grpSp>
          <p:nvGrpSpPr>
            <p:cNvPr id="27" name="组合 26"/>
            <p:cNvGrpSpPr/>
            <p:nvPr/>
          </p:nvGrpSpPr>
          <p:grpSpPr>
            <a:xfrm>
              <a:off x="11217" y="4930"/>
              <a:ext cx="4819" cy="1540"/>
              <a:chOff x="11217" y="4930"/>
              <a:chExt cx="4819" cy="1540"/>
            </a:xfrm>
          </p:grpSpPr>
          <p:grpSp>
            <p:nvGrpSpPr>
              <p:cNvPr id="26" name="组合 25"/>
              <p:cNvGrpSpPr/>
              <p:nvPr/>
            </p:nvGrpSpPr>
            <p:grpSpPr>
              <a:xfrm>
                <a:off x="11217" y="4930"/>
                <a:ext cx="1140" cy="918"/>
                <a:chOff x="11217" y="4930"/>
                <a:chExt cx="1140" cy="918"/>
              </a:xfrm>
            </p:grpSpPr>
            <p:sp>
              <p:nvSpPr>
                <p:cNvPr id="41" name="矩形 40"/>
                <p:cNvSpPr/>
                <p:nvPr/>
              </p:nvSpPr>
              <p:spPr>
                <a:xfrm>
                  <a:off x="11314" y="5040"/>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18" name="文本框 17"/>
                <p:cNvSpPr txBox="1"/>
                <p:nvPr/>
              </p:nvSpPr>
              <p:spPr>
                <a:xfrm>
                  <a:off x="11217" y="4930"/>
                  <a:ext cx="1140" cy="919"/>
                </a:xfrm>
                <a:prstGeom prst="rect">
                  <a:avLst/>
                </a:prstGeom>
                <a:noFill/>
              </p:spPr>
              <p:txBody>
                <a:bodyPr wrap="square" rtlCol="0">
                  <a:spAutoFit/>
                </a:bodyPr>
                <a:lstStyle/>
                <a:p>
                  <a:r>
                    <a:rPr lang="en-US" altLang="zh-CN" sz="3200" b="1" dirty="0">
                      <a:solidFill>
                        <a:schemeClr val="bg1"/>
                      </a:solidFill>
                      <a:latin typeface="思源黑体 CN Medium"/>
                      <a:ea typeface="思源黑体 CN Medium"/>
                      <a:cs typeface="思源黑体 CN Medium"/>
                      <a:sym typeface="思源黑体 CN Medium"/>
                    </a:rPr>
                    <a:t>0</a:t>
                  </a:r>
                  <a:r>
                    <a:rPr lang="en-US" altLang="zh-CN" sz="3200" b="1" dirty="0">
                      <a:solidFill>
                        <a:schemeClr val="tx1">
                          <a:lumMod val="75000"/>
                          <a:lumOff val="25000"/>
                        </a:schemeClr>
                      </a:solidFill>
                      <a:latin typeface="思源黑体 CN Medium"/>
                      <a:ea typeface="思源黑体 CN Medium"/>
                      <a:cs typeface="思源黑体 CN Medium"/>
                      <a:sym typeface="思源黑体 CN Medium"/>
                    </a:rPr>
                    <a:t>2</a:t>
                  </a:r>
                </a:p>
              </p:txBody>
            </p:sp>
          </p:grpSp>
          <p:sp>
            <p:nvSpPr>
              <p:cNvPr id="20" name="文本框 19"/>
              <p:cNvSpPr txBox="1"/>
              <p:nvPr/>
            </p:nvSpPr>
            <p:spPr>
              <a:xfrm>
                <a:off x="12198" y="4967"/>
                <a:ext cx="3838" cy="1503"/>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移</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动均线交叉和动量</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grpSp>
          <p:nvGrpSpPr>
            <p:cNvPr id="23" name="组合 22"/>
            <p:cNvGrpSpPr/>
            <p:nvPr/>
          </p:nvGrpSpPr>
          <p:grpSpPr>
            <a:xfrm>
              <a:off x="11217" y="6627"/>
              <a:ext cx="4820" cy="919"/>
              <a:chOff x="11217" y="6627"/>
              <a:chExt cx="4820" cy="919"/>
            </a:xfrm>
          </p:grpSpPr>
          <p:grpSp>
            <p:nvGrpSpPr>
              <p:cNvPr id="22" name="组合 21"/>
              <p:cNvGrpSpPr/>
              <p:nvPr/>
            </p:nvGrpSpPr>
            <p:grpSpPr>
              <a:xfrm>
                <a:off x="11217" y="6627"/>
                <a:ext cx="1138" cy="918"/>
                <a:chOff x="11217" y="6627"/>
                <a:chExt cx="1138" cy="918"/>
              </a:xfrm>
            </p:grpSpPr>
            <p:sp>
              <p:nvSpPr>
                <p:cNvPr id="42" name="矩形 41"/>
                <p:cNvSpPr/>
                <p:nvPr/>
              </p:nvSpPr>
              <p:spPr>
                <a:xfrm>
                  <a:off x="11314" y="6725"/>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5" name="文本框 34"/>
                <p:cNvSpPr txBox="1"/>
                <p:nvPr/>
              </p:nvSpPr>
              <p:spPr>
                <a:xfrm>
                  <a:off x="11217" y="6627"/>
                  <a:ext cx="1138"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4</a:t>
                  </a:r>
                </a:p>
              </p:txBody>
            </p:sp>
          </p:grpSp>
          <p:sp>
            <p:nvSpPr>
              <p:cNvPr id="38" name="文本框 37"/>
              <p:cNvSpPr txBox="1"/>
              <p:nvPr/>
            </p:nvSpPr>
            <p:spPr>
              <a:xfrm>
                <a:off x="12203" y="6724"/>
                <a:ext cx="3834"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供需理论</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grpSp>
          <p:nvGrpSpPr>
            <p:cNvPr id="8" name="组合 7"/>
            <p:cNvGrpSpPr/>
            <p:nvPr/>
          </p:nvGrpSpPr>
          <p:grpSpPr>
            <a:xfrm>
              <a:off x="3164" y="4930"/>
              <a:ext cx="7069" cy="1552"/>
              <a:chOff x="3164" y="4930"/>
              <a:chExt cx="7069" cy="1552"/>
            </a:xfrm>
          </p:grpSpPr>
          <p:grpSp>
            <p:nvGrpSpPr>
              <p:cNvPr id="7" name="组合 6"/>
              <p:cNvGrpSpPr/>
              <p:nvPr/>
            </p:nvGrpSpPr>
            <p:grpSpPr>
              <a:xfrm>
                <a:off x="3164" y="4930"/>
                <a:ext cx="1034" cy="918"/>
                <a:chOff x="3164" y="4930"/>
                <a:chExt cx="1034" cy="918"/>
              </a:xfrm>
            </p:grpSpPr>
            <p:sp>
              <p:nvSpPr>
                <p:cNvPr id="40" name="矩形 39"/>
                <p:cNvSpPr/>
                <p:nvPr/>
              </p:nvSpPr>
              <p:spPr>
                <a:xfrm>
                  <a:off x="3286" y="5050"/>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45" name="文本框 44"/>
                <p:cNvSpPr txBox="1"/>
                <p:nvPr/>
              </p:nvSpPr>
              <p:spPr>
                <a:xfrm>
                  <a:off x="3164" y="4930"/>
                  <a:ext cx="1035"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1</a:t>
                  </a:r>
                </a:p>
              </p:txBody>
            </p:sp>
          </p:grpSp>
          <p:sp>
            <p:nvSpPr>
              <p:cNvPr id="46" name="文本框 45"/>
              <p:cNvSpPr txBox="1"/>
              <p:nvPr/>
            </p:nvSpPr>
            <p:spPr>
              <a:xfrm>
                <a:off x="4054" y="4979"/>
                <a:ext cx="6179" cy="1503"/>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运</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用支撑阻力</a:t>
                </a:r>
                <a:endParaRPr lang="en-US" altLang="zh-CN" sz="2800" dirty="0" smtClean="0">
                  <a:solidFill>
                    <a:schemeClr val="tx1">
                      <a:lumMod val="75000"/>
                      <a:lumOff val="25000"/>
                    </a:schemeClr>
                  </a:solidFill>
                  <a:latin typeface="思源黑体 CN Medium"/>
                  <a:ea typeface="思源黑体 CN Medium"/>
                  <a:cs typeface="思源黑体 CN Medium"/>
                  <a:sym typeface="思源黑体 CN Medium"/>
                </a:endParaRPr>
              </a:p>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和蜡烛图</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grpSp>
          <p:nvGrpSpPr>
            <p:cNvPr id="21" name="组合 20"/>
            <p:cNvGrpSpPr/>
            <p:nvPr/>
          </p:nvGrpSpPr>
          <p:grpSpPr>
            <a:xfrm>
              <a:off x="3164" y="6627"/>
              <a:ext cx="7069" cy="1530"/>
              <a:chOff x="3164" y="6627"/>
              <a:chExt cx="7069" cy="1530"/>
            </a:xfrm>
          </p:grpSpPr>
          <p:grpSp>
            <p:nvGrpSpPr>
              <p:cNvPr id="19" name="组合 18"/>
              <p:cNvGrpSpPr/>
              <p:nvPr/>
            </p:nvGrpSpPr>
            <p:grpSpPr>
              <a:xfrm>
                <a:off x="3164" y="6627"/>
                <a:ext cx="1034" cy="918"/>
                <a:chOff x="3164" y="6627"/>
                <a:chExt cx="1034" cy="918"/>
              </a:xfrm>
            </p:grpSpPr>
            <p:sp>
              <p:nvSpPr>
                <p:cNvPr id="28" name="矩形 27"/>
                <p:cNvSpPr/>
                <p:nvPr/>
              </p:nvSpPr>
              <p:spPr>
                <a:xfrm>
                  <a:off x="3286" y="6735"/>
                  <a:ext cx="397" cy="6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24" name="文本框 23"/>
                <p:cNvSpPr txBox="1"/>
                <p:nvPr/>
              </p:nvSpPr>
              <p:spPr>
                <a:xfrm>
                  <a:off x="3164" y="6627"/>
                  <a:ext cx="1035" cy="919"/>
                </a:xfrm>
                <a:prstGeom prst="rect">
                  <a:avLst/>
                </a:prstGeom>
                <a:noFill/>
              </p:spPr>
              <p:txBody>
                <a:bodyPr wrap="square" rtlCol="0">
                  <a:spAutoFit/>
                </a:bodyPr>
                <a:lstStyle/>
                <a:p>
                  <a:r>
                    <a:rPr lang="en-US" altLang="zh-CN" sz="3200" b="1">
                      <a:solidFill>
                        <a:schemeClr val="bg1"/>
                      </a:solidFill>
                      <a:latin typeface="思源黑体 CN Medium"/>
                      <a:ea typeface="思源黑体 CN Medium"/>
                      <a:cs typeface="思源黑体 CN Medium"/>
                      <a:sym typeface="思源黑体 CN Medium"/>
                    </a:rPr>
                    <a:t>0</a:t>
                  </a:r>
                  <a:r>
                    <a:rPr lang="en-US" altLang="zh-CN" sz="3200" b="1">
                      <a:solidFill>
                        <a:schemeClr val="tx1">
                          <a:lumMod val="75000"/>
                          <a:lumOff val="25000"/>
                        </a:schemeClr>
                      </a:solidFill>
                      <a:latin typeface="思源黑体 CN Medium"/>
                      <a:ea typeface="思源黑体 CN Medium"/>
                      <a:cs typeface="思源黑体 CN Medium"/>
                      <a:sym typeface="思源黑体 CN Medium"/>
                    </a:rPr>
                    <a:t>3</a:t>
                  </a:r>
                </a:p>
              </p:txBody>
            </p:sp>
          </p:grpSp>
          <p:sp>
            <p:nvSpPr>
              <p:cNvPr id="25" name="文本框 24"/>
              <p:cNvSpPr txBox="1"/>
              <p:nvPr/>
            </p:nvSpPr>
            <p:spPr>
              <a:xfrm>
                <a:off x="4054" y="6654"/>
                <a:ext cx="6179" cy="1503"/>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用价格行为</a:t>
                </a:r>
                <a:endParaRPr lang="en-US" altLang="zh-CN" sz="2800" dirty="0" smtClean="0">
                  <a:solidFill>
                    <a:schemeClr val="tx1">
                      <a:lumMod val="75000"/>
                      <a:lumOff val="25000"/>
                    </a:schemeClr>
                  </a:solidFill>
                  <a:latin typeface="思源黑体 CN Medium"/>
                  <a:ea typeface="思源黑体 CN Medium"/>
                  <a:cs typeface="思源黑体 CN Medium"/>
                  <a:sym typeface="思源黑体 CN Medium"/>
                </a:endParaRPr>
              </a:p>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进行交易</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grpSp>
      <p:sp>
        <p:nvSpPr>
          <p:cNvPr id="9" name="等腰三角形 8"/>
          <p:cNvSpPr/>
          <p:nvPr/>
        </p:nvSpPr>
        <p:spPr>
          <a:xfrm flipV="1">
            <a:off x="0" y="0"/>
            <a:ext cx="12167870" cy="908050"/>
          </a:xfrm>
          <a:prstGeom prst="triangle">
            <a:avLst/>
          </a:prstGeom>
          <a:solidFill>
            <a:schemeClr val="tx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533" y="491490"/>
            <a:ext cx="7226935" cy="530860"/>
            <a:chOff x="0" y="1420"/>
            <a:chExt cx="19877" cy="1460"/>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rLst="">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3020" y="0"/>
            <a:ext cx="12253595" cy="6960235"/>
            <a:chOff x="-231" y="3934"/>
            <a:chExt cx="19297" cy="10961"/>
          </a:xfrm>
        </p:grpSpPr>
        <p:pic>
          <p:nvPicPr>
            <p:cNvPr id="7" name="图片 6"/>
            <p:cNvPicPr>
              <a:picLocks noChangeAspect="1"/>
            </p:cNvPicPr>
            <p:nvPr/>
          </p:nvPicPr>
          <p:blipFill>
            <a:blip r:embed="rId2"/>
            <a:srcRect/>
            <a:stretch>
              <a:fillRect/>
            </a:stretch>
          </p:blipFill>
          <p:spPr>
            <a:xfrm>
              <a:off x="-179" y="3934"/>
              <a:ext cx="19245" cy="10961"/>
            </a:xfrm>
            <a:prstGeom prst="rect">
              <a:avLst/>
            </a:prstGeom>
          </p:spPr>
        </p:pic>
        <p:sp>
          <p:nvSpPr>
            <p:cNvPr id="5" name="矩形 4"/>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501461" y="3106623"/>
            <a:ext cx="5384843" cy="707886"/>
          </a:xfrm>
          <a:prstGeom prst="rect">
            <a:avLst/>
          </a:prstGeom>
          <a:noFill/>
        </p:spPr>
        <p:txBody>
          <a:bodyPr wrap="square" rtlCol="0">
            <a:spAutoFit/>
          </a:bodyPr>
          <a:lstStyle/>
          <a:p>
            <a:pPr algn="ctr"/>
            <a:r>
              <a:rPr lang="zh-CN" altLang="en-US" sz="4000" dirty="0" smtClean="0">
                <a:solidFill>
                  <a:schemeClr val="bg1"/>
                </a:solidFill>
              </a:rPr>
              <a:t>运用支撑阻力和蜡烛图</a:t>
            </a:r>
            <a:endParaRPr lang="en-US" altLang="zh-CN" sz="4000" dirty="0">
              <a:solidFill>
                <a:schemeClr val="bg1"/>
              </a:solidFill>
              <a:latin typeface="思源黑体 CN Medium"/>
              <a:ea typeface="思源黑体 CN Medium"/>
              <a:cs typeface="思源黑体 CN Medium"/>
              <a:sym typeface="思源黑体 CN Medium"/>
            </a:endParaRP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01</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en-US" altLang="zh-CN" sz="2800" dirty="0" smtClean="0"/>
                <a:t>K</a:t>
              </a:r>
              <a:r>
                <a:rPr lang="zh-CN" altLang="en-US" sz="2800" dirty="0" smtClean="0"/>
                <a:t>线图解析及其意义</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a:p>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2" name="矩形 1"/>
          <p:cNvSpPr/>
          <p:nvPr/>
        </p:nvSpPr>
        <p:spPr>
          <a:xfrm>
            <a:off x="817244" y="1380490"/>
            <a:ext cx="6096000" cy="923330"/>
          </a:xfrm>
          <a:prstGeom prst="rect">
            <a:avLst/>
          </a:prstGeom>
        </p:spPr>
        <p:txBody>
          <a:bodyPr>
            <a:spAutoFit/>
          </a:bodyPr>
          <a:lstStyle/>
          <a:p>
            <a:r>
              <a:rPr lang="zh-CN" altLang="en-US" dirty="0">
                <a:solidFill>
                  <a:srgbClr val="337AB7"/>
                </a:solidFill>
                <a:latin typeface="microsoft yahei" panose="020B0503020204020204" pitchFamily="34" charset="-122"/>
                <a:ea typeface="microsoft yahei" panose="020B0503020204020204" pitchFamily="34" charset="-122"/>
              </a:rPr>
              <a:t>要理解一本书，你需要能够读懂里面的文字。要看懂乐谱，你需要能够理解里面的音符。要了解价格行为，你需要能够解析图表。</a:t>
            </a:r>
            <a:endParaRPr lang="zh-CN" altLang="en-US" dirty="0"/>
          </a:p>
        </p:txBody>
      </p:sp>
      <p:sp>
        <p:nvSpPr>
          <p:cNvPr id="3" name="文字方塊 2"/>
          <p:cNvSpPr txBox="1"/>
          <p:nvPr/>
        </p:nvSpPr>
        <p:spPr>
          <a:xfrm>
            <a:off x="817244" y="2661182"/>
            <a:ext cx="4929447" cy="923330"/>
          </a:xfrm>
          <a:prstGeom prst="rect">
            <a:avLst/>
          </a:prstGeom>
          <a:noFill/>
        </p:spPr>
        <p:txBody>
          <a:bodyPr wrap="square" rtlCol="0">
            <a:spAutoFit/>
          </a:bodyPr>
          <a:lstStyle/>
          <a:p>
            <a:r>
              <a:rPr lang="zh-CN" altLang="en-US" dirty="0" smtClean="0"/>
              <a:t>①实</a:t>
            </a:r>
            <a:r>
              <a:rPr lang="zh-CN" altLang="en-US" dirty="0"/>
              <a:t>体和影线的绝对和相对长度，可以告诉我们很多在该蜡烛线所表示的时期内的有关市场情绪的信息</a:t>
            </a:r>
            <a:endParaRPr lang="zh-CN" altLang="en-US" dirty="0"/>
          </a:p>
        </p:txBody>
      </p:sp>
      <p:sp>
        <p:nvSpPr>
          <p:cNvPr id="7" name="矩形 6"/>
          <p:cNvSpPr/>
          <p:nvPr/>
        </p:nvSpPr>
        <p:spPr>
          <a:xfrm>
            <a:off x="817244" y="3665881"/>
            <a:ext cx="6096000" cy="2585323"/>
          </a:xfrm>
          <a:prstGeom prst="rect">
            <a:avLst/>
          </a:prstGeom>
        </p:spPr>
        <p:txBody>
          <a:bodyPr>
            <a:spAutoFit/>
          </a:bodyPr>
          <a:lstStyle/>
          <a:p>
            <a:pPr fontAlgn="base"/>
            <a:r>
              <a:rPr lang="zh-CN" altLang="en-US" dirty="0">
                <a:solidFill>
                  <a:srgbClr val="337AB7"/>
                </a:solidFill>
                <a:latin typeface="microsoft yahei" panose="020B0503020204020204" pitchFamily="34" charset="-122"/>
                <a:ea typeface="microsoft yahei" panose="020B0503020204020204" pitchFamily="34" charset="-122"/>
              </a:rPr>
              <a:t>市场对价格方向的看法存在不确定；影线相对于实体的长度，表明了市场不确定情绪的程度。买卖双方之间的争夺越激烈，市场在蜡烛线所表示的时期内就会犹豫不决。价格来回震荡，因而造成长影线，但最终不能决定趋势方向，并且价格在这段时间内没有太多的最终变动，因此造成短实体。</a:t>
            </a:r>
          </a:p>
          <a:p>
            <a:pPr fontAlgn="base"/>
            <a:r>
              <a:rPr lang="zh-CN" altLang="en-US" dirty="0">
                <a:solidFill>
                  <a:srgbClr val="337AB7"/>
                </a:solidFill>
                <a:latin typeface="microsoft yahei" panose="020B0503020204020204" pitchFamily="34" charset="-122"/>
                <a:ea typeface="microsoft yahei" panose="020B0503020204020204" pitchFamily="34" charset="-122"/>
              </a:rPr>
              <a:t>可能预示趋势变化：但凡具有</a:t>
            </a:r>
            <a:r>
              <a:rPr lang="en-US" altLang="zh-CN" dirty="0">
                <a:solidFill>
                  <a:srgbClr val="337AB7"/>
                </a:solidFill>
                <a:latin typeface="microsoft yahei" panose="020B0503020204020204" pitchFamily="34" charset="-122"/>
                <a:ea typeface="microsoft yahei" panose="020B0503020204020204" pitchFamily="34" charset="-122"/>
              </a:rPr>
              <a:t>1</a:t>
            </a:r>
            <a:r>
              <a:rPr lang="zh-CN" altLang="en-US" dirty="0">
                <a:solidFill>
                  <a:srgbClr val="337AB7"/>
                </a:solidFill>
                <a:latin typeface="microsoft yahei" panose="020B0503020204020204" pitchFamily="34" charset="-122"/>
                <a:ea typeface="microsoft yahei" panose="020B0503020204020204" pitchFamily="34" charset="-122"/>
              </a:rPr>
              <a:t>或</a:t>
            </a:r>
            <a:r>
              <a:rPr lang="en-US" altLang="zh-CN" dirty="0">
                <a:solidFill>
                  <a:srgbClr val="337AB7"/>
                </a:solidFill>
                <a:latin typeface="microsoft yahei" panose="020B0503020204020204" pitchFamily="34" charset="-122"/>
                <a:ea typeface="microsoft yahei" panose="020B0503020204020204" pitchFamily="34" charset="-122"/>
              </a:rPr>
              <a:t>2</a:t>
            </a:r>
            <a:r>
              <a:rPr lang="zh-CN" altLang="en-US" dirty="0">
                <a:solidFill>
                  <a:srgbClr val="337AB7"/>
                </a:solidFill>
                <a:latin typeface="microsoft yahei" panose="020B0503020204020204" pitchFamily="34" charset="-122"/>
                <a:ea typeface="microsoft yahei" panose="020B0503020204020204" pitchFamily="34" charset="-122"/>
              </a:rPr>
              <a:t>个长影线和短实体的蜡烛线，通常是趋势方向发生变化的信号，特别是在价格一直朝某一方向移动了一段时间的情况下。</a:t>
            </a:r>
            <a:endParaRPr lang="zh-CN" altLang="en-US" b="0" i="0" dirty="0">
              <a:solidFill>
                <a:srgbClr val="337AB7"/>
              </a:solidFill>
              <a:effectLst/>
              <a:latin typeface="microsoft yahei" panose="020B0503020204020204" pitchFamily="34" charset="-122"/>
              <a:ea typeface="microsoft yahei" panose="020B0503020204020204" pitchFamily="34" charset="-122"/>
            </a:endParaRPr>
          </a:p>
        </p:txBody>
      </p:sp>
      <p:pic>
        <p:nvPicPr>
          <p:cNvPr id="10" name="圖片 9"/>
          <p:cNvPicPr>
            <a:picLocks noChangeAspect="1"/>
          </p:cNvPicPr>
          <p:nvPr/>
        </p:nvPicPr>
        <p:blipFill>
          <a:blip r:embed="rId2"/>
          <a:stretch>
            <a:fillRect/>
          </a:stretch>
        </p:blipFill>
        <p:spPr>
          <a:xfrm>
            <a:off x="7479319" y="717347"/>
            <a:ext cx="4191750" cy="273243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en-US" altLang="zh-CN" sz="2800" dirty="0"/>
                <a:t>K</a:t>
              </a:r>
              <a:r>
                <a:rPr lang="zh-CN" altLang="en-US" sz="2800" dirty="0"/>
                <a:t>线图解析及其意义</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a:p>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675927" y="1084566"/>
            <a:ext cx="4929447" cy="5909310"/>
          </a:xfrm>
          <a:prstGeom prst="rect">
            <a:avLst/>
          </a:prstGeom>
          <a:noFill/>
        </p:spPr>
        <p:txBody>
          <a:bodyPr wrap="square" rtlCol="0">
            <a:spAutoFit/>
          </a:bodyPr>
          <a:lstStyle/>
          <a:p>
            <a:pPr fontAlgn="base"/>
            <a:r>
              <a:rPr lang="zh-CN" altLang="en-US" dirty="0" smtClean="0"/>
              <a:t>②</a:t>
            </a:r>
            <a:r>
              <a:rPr lang="zh-CN" altLang="en-US" dirty="0"/>
              <a:t>锤子线通常出现在一段下跌的趋势行情之后，可能暗示市场已经接近底部了。不过，这个信号并不意味着看涨的投资者已经完全掌控了形势，只是表明看涨情绪正在加强。</a:t>
            </a:r>
          </a:p>
          <a:p>
            <a:pPr fontAlgn="base"/>
            <a:endParaRPr lang="zh-CN" altLang="en-US" dirty="0"/>
          </a:p>
          <a:p>
            <a:pPr fontAlgn="base"/>
            <a:r>
              <a:rPr lang="zh-CN" altLang="en-US" dirty="0" smtClean="0"/>
              <a:t>③十字</a:t>
            </a:r>
            <a:r>
              <a:rPr lang="zh-CN" altLang="en-US" dirty="0"/>
              <a:t>星是一种非常强力的</a:t>
            </a:r>
            <a:r>
              <a:rPr lang="en-US" altLang="zh-CN" dirty="0"/>
              <a:t>K</a:t>
            </a:r>
            <a:r>
              <a:rPr lang="zh-CN" altLang="en-US" dirty="0"/>
              <a:t>线图形态，它通常标志这牛市和熊市之间的转折</a:t>
            </a:r>
            <a:r>
              <a:rPr lang="zh-CN" altLang="en-US" dirty="0" smtClean="0"/>
              <a:t>。通常</a:t>
            </a:r>
            <a:r>
              <a:rPr lang="zh-CN" altLang="en-US" dirty="0"/>
              <a:t>出现在下行和上行趋势的转折点，所以被看做是价格变动的转折标志。不过十字星也可以看做趋势持续的标志</a:t>
            </a:r>
            <a:r>
              <a:rPr lang="zh-CN" altLang="en-US" dirty="0" smtClean="0"/>
              <a:t>。通常</a:t>
            </a:r>
            <a:r>
              <a:rPr lang="zh-CN" altLang="en-US" dirty="0"/>
              <a:t>是开盘和收盘价格相同或几乎相同的</a:t>
            </a:r>
            <a:r>
              <a:rPr lang="en-US" altLang="zh-CN" dirty="0"/>
              <a:t>K</a:t>
            </a:r>
            <a:r>
              <a:rPr lang="zh-CN" altLang="en-US" dirty="0"/>
              <a:t>线</a:t>
            </a:r>
            <a:r>
              <a:rPr lang="zh-CN" altLang="en-US" dirty="0" smtClean="0"/>
              <a:t>。</a:t>
            </a:r>
            <a:endParaRPr lang="en-US" altLang="zh-CN" dirty="0" smtClean="0"/>
          </a:p>
          <a:p>
            <a:pPr fontAlgn="base"/>
            <a:endParaRPr lang="en-US" altLang="zh-CN" dirty="0"/>
          </a:p>
          <a:p>
            <a:pPr fontAlgn="base"/>
            <a:r>
              <a:rPr lang="zh-CN" altLang="en-US" dirty="0" smtClean="0"/>
              <a:t>④</a:t>
            </a:r>
            <a:r>
              <a:rPr lang="zh-CN" altLang="en-US" dirty="0"/>
              <a:t>流星线的形态通常是盘中价位高于开盘价，但最终收盘价低于开盘价。这样的形态必需出现在上行趋势中，而且在当日最高价和开盘价之间的距离必需大于开收盘价组成的实体长度的两倍。</a:t>
            </a:r>
          </a:p>
          <a:p>
            <a:pPr fontAlgn="base"/>
            <a:r>
              <a:rPr lang="zh-CN" altLang="en-US" dirty="0"/>
              <a:t>此外，当日最低价和收盘价之间必须非常接近或者不存在价格差距。</a:t>
            </a:r>
          </a:p>
          <a:p>
            <a:pPr fontAlgn="base"/>
            <a:endParaRPr lang="zh-CN" altLang="en-US" dirty="0"/>
          </a:p>
          <a:p>
            <a:endParaRPr lang="zh-CN" altLang="en-US" dirty="0"/>
          </a:p>
        </p:txBody>
      </p:sp>
      <p:pic>
        <p:nvPicPr>
          <p:cNvPr id="9" name="圖片 8"/>
          <p:cNvPicPr>
            <a:picLocks noChangeAspect="1"/>
          </p:cNvPicPr>
          <p:nvPr/>
        </p:nvPicPr>
        <p:blipFill>
          <a:blip r:embed="rId2"/>
          <a:stretch>
            <a:fillRect/>
          </a:stretch>
        </p:blipFill>
        <p:spPr>
          <a:xfrm>
            <a:off x="6924502" y="923876"/>
            <a:ext cx="4114042" cy="2144039"/>
          </a:xfrm>
          <a:prstGeom prst="rect">
            <a:avLst/>
          </a:prstGeom>
        </p:spPr>
      </p:pic>
      <p:pic>
        <p:nvPicPr>
          <p:cNvPr id="8" name="圖片 7"/>
          <p:cNvPicPr>
            <a:picLocks noChangeAspect="1"/>
          </p:cNvPicPr>
          <p:nvPr/>
        </p:nvPicPr>
        <p:blipFill>
          <a:blip r:embed="rId3"/>
          <a:stretch>
            <a:fillRect/>
          </a:stretch>
        </p:blipFill>
        <p:spPr>
          <a:xfrm>
            <a:off x="6924502" y="3569530"/>
            <a:ext cx="4114042" cy="2706580"/>
          </a:xfrm>
          <a:prstGeom prst="rect">
            <a:avLst/>
          </a:prstGeom>
        </p:spPr>
      </p:pic>
    </p:spTree>
    <p:extLst>
      <p:ext uri="{BB962C8B-B14F-4D97-AF65-F5344CB8AC3E}">
        <p14:creationId xmlns:p14="http://schemas.microsoft.com/office/powerpoint/2010/main" val="241975559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en-US" altLang="zh-CN" sz="2800" dirty="0"/>
                <a:t>K</a:t>
              </a:r>
              <a:r>
                <a:rPr lang="zh-CN" altLang="en-US" sz="2800" dirty="0"/>
                <a:t>线图解析及其意义</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a:p>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675927" y="1084566"/>
            <a:ext cx="4929447" cy="3416320"/>
          </a:xfrm>
          <a:prstGeom prst="rect">
            <a:avLst/>
          </a:prstGeom>
          <a:noFill/>
        </p:spPr>
        <p:txBody>
          <a:bodyPr wrap="square" rtlCol="0">
            <a:spAutoFit/>
          </a:bodyPr>
          <a:lstStyle/>
          <a:p>
            <a:pPr fontAlgn="base"/>
            <a:r>
              <a:rPr lang="zh-CN" altLang="en-US" dirty="0" smtClean="0"/>
              <a:t>⑤</a:t>
            </a:r>
            <a:r>
              <a:rPr lang="zh-CN" altLang="en-US" dirty="0"/>
              <a:t>长实体和短</a:t>
            </a:r>
            <a:r>
              <a:rPr lang="en-US" altLang="zh-CN" dirty="0"/>
              <a:t>/</a:t>
            </a:r>
            <a:r>
              <a:rPr lang="zh-CN" altLang="en-US" dirty="0"/>
              <a:t>无影线表示：</a:t>
            </a:r>
          </a:p>
          <a:p>
            <a:pPr fontAlgn="base"/>
            <a:endParaRPr lang="zh-CN" altLang="en-US" dirty="0"/>
          </a:p>
          <a:p>
            <a:pPr fontAlgn="base"/>
            <a:r>
              <a:rPr lang="zh-CN" altLang="en-US" dirty="0"/>
              <a:t>对于价格的决定明确：与长影线短实体的情况相反，影线相对于实体越短，在对应的时期内，上升或下行压力越强。</a:t>
            </a:r>
          </a:p>
          <a:p>
            <a:pPr fontAlgn="base"/>
            <a:endParaRPr lang="zh-CN" altLang="en-US" dirty="0"/>
          </a:p>
          <a:p>
            <a:pPr fontAlgn="base"/>
            <a:r>
              <a:rPr lang="zh-CN" altLang="en-US" dirty="0"/>
              <a:t>行情持续性：假设没有来自其他领域的相反证据，那么，长实体短影线的状况就暗示价格变化将沿原来方向持续发展。</a:t>
            </a:r>
          </a:p>
          <a:p>
            <a:pPr fontAlgn="base"/>
            <a:endParaRPr lang="zh-CN" altLang="en-US" dirty="0"/>
          </a:p>
          <a:p>
            <a:pPr fontAlgn="base"/>
            <a:endParaRPr lang="zh-CN" altLang="en-US" dirty="0"/>
          </a:p>
          <a:p>
            <a:endParaRPr lang="zh-CN" altLang="en-US" dirty="0"/>
          </a:p>
        </p:txBody>
      </p:sp>
      <p:pic>
        <p:nvPicPr>
          <p:cNvPr id="7" name="圖片 6"/>
          <p:cNvPicPr>
            <a:picLocks noChangeAspect="1"/>
          </p:cNvPicPr>
          <p:nvPr/>
        </p:nvPicPr>
        <p:blipFill>
          <a:blip r:embed="rId2"/>
          <a:stretch>
            <a:fillRect/>
          </a:stretch>
        </p:blipFill>
        <p:spPr>
          <a:xfrm>
            <a:off x="7024255" y="1084566"/>
            <a:ext cx="4114042" cy="2762570"/>
          </a:xfrm>
          <a:prstGeom prst="rect">
            <a:avLst/>
          </a:prstGeom>
        </p:spPr>
      </p:pic>
    </p:spTree>
    <p:extLst>
      <p:ext uri="{BB962C8B-B14F-4D97-AF65-F5344CB8AC3E}">
        <p14:creationId xmlns:p14="http://schemas.microsoft.com/office/powerpoint/2010/main" val="383362050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理解价格的运行</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3" name="圖片 2"/>
          <p:cNvPicPr>
            <a:picLocks noChangeAspect="1"/>
          </p:cNvPicPr>
          <p:nvPr/>
        </p:nvPicPr>
        <p:blipFill>
          <a:blip r:embed="rId2"/>
          <a:stretch>
            <a:fillRect/>
          </a:stretch>
        </p:blipFill>
        <p:spPr>
          <a:xfrm>
            <a:off x="6242859" y="865504"/>
            <a:ext cx="5129952" cy="3024851"/>
          </a:xfrm>
          <a:prstGeom prst="rect">
            <a:avLst/>
          </a:prstGeom>
        </p:spPr>
      </p:pic>
      <p:sp>
        <p:nvSpPr>
          <p:cNvPr id="7" name="文字方塊 6"/>
          <p:cNvSpPr txBox="1"/>
          <p:nvPr/>
        </p:nvSpPr>
        <p:spPr>
          <a:xfrm>
            <a:off x="1024255" y="1404851"/>
            <a:ext cx="3483033" cy="4247317"/>
          </a:xfrm>
          <a:prstGeom prst="rect">
            <a:avLst/>
          </a:prstGeom>
          <a:noFill/>
        </p:spPr>
        <p:txBody>
          <a:bodyPr wrap="square" rtlCol="0">
            <a:spAutoFit/>
          </a:bodyPr>
          <a:lstStyle/>
          <a:p>
            <a:pPr fontAlgn="base"/>
            <a:r>
              <a:rPr lang="zh-CN" altLang="en-US" dirty="0" smtClean="0"/>
              <a:t>①有能力</a:t>
            </a:r>
            <a:r>
              <a:rPr lang="zh-CN" altLang="en-US" dirty="0"/>
              <a:t>判断出支持</a:t>
            </a:r>
            <a:r>
              <a:rPr lang="en-US" altLang="zh-CN" dirty="0"/>
              <a:t>/</a:t>
            </a:r>
            <a:r>
              <a:rPr lang="zh-CN" altLang="en-US" dirty="0"/>
              <a:t>阻力的可能强度，是对价格波动方向给出预测的关键点所在。</a:t>
            </a:r>
          </a:p>
          <a:p>
            <a:pPr fontAlgn="base"/>
            <a:endParaRPr lang="zh-CN" altLang="en-US" dirty="0"/>
          </a:p>
          <a:p>
            <a:pPr fontAlgn="base"/>
            <a:r>
              <a:rPr lang="zh-CN" altLang="en-US" dirty="0"/>
              <a:t>②</a:t>
            </a:r>
            <a:r>
              <a:rPr lang="zh-CN" altLang="en-US" dirty="0" smtClean="0"/>
              <a:t>如果</a:t>
            </a:r>
            <a:r>
              <a:rPr lang="zh-CN" altLang="en-US" dirty="0"/>
              <a:t>价格有效持续地突破了一个支撑</a:t>
            </a:r>
            <a:r>
              <a:rPr lang="en-US" altLang="zh-CN" dirty="0"/>
              <a:t>/</a:t>
            </a:r>
            <a:r>
              <a:rPr lang="zh-CN" altLang="en-US" dirty="0"/>
              <a:t>阻力位，那么其将挑战下一个支撑</a:t>
            </a:r>
            <a:r>
              <a:rPr lang="en-US" altLang="zh-CN" dirty="0"/>
              <a:t>/</a:t>
            </a:r>
            <a:r>
              <a:rPr lang="zh-CN" altLang="en-US" dirty="0"/>
              <a:t>阻力位。</a:t>
            </a:r>
          </a:p>
          <a:p>
            <a:pPr fontAlgn="base"/>
            <a:endParaRPr lang="zh-CN" altLang="en-US" dirty="0"/>
          </a:p>
          <a:p>
            <a:pPr fontAlgn="base"/>
            <a:r>
              <a:rPr lang="zh-CN" altLang="en-US" dirty="0"/>
              <a:t>③</a:t>
            </a:r>
            <a:r>
              <a:rPr lang="zh-CN" altLang="en-US" dirty="0" smtClean="0"/>
              <a:t>使用</a:t>
            </a:r>
            <a:r>
              <a:rPr lang="zh-CN" altLang="en-US" dirty="0"/>
              <a:t>“</a:t>
            </a:r>
            <a:r>
              <a:rPr lang="en-US" altLang="zh-CN" dirty="0"/>
              <a:t>IRATE”</a:t>
            </a:r>
            <a:r>
              <a:rPr lang="zh-CN" altLang="en-US" dirty="0"/>
              <a:t>标准来评估支撑</a:t>
            </a:r>
            <a:r>
              <a:rPr lang="en-US" altLang="zh-CN" dirty="0"/>
              <a:t>/</a:t>
            </a:r>
            <a:r>
              <a:rPr lang="zh-CN" altLang="en-US" dirty="0"/>
              <a:t>阻力水平的强度：在该位置上汇聚了多少个有影响力的技术指标点位</a:t>
            </a:r>
            <a:r>
              <a:rPr lang="en-US" altLang="zh-CN" dirty="0"/>
              <a:t>(I)</a:t>
            </a:r>
            <a:r>
              <a:rPr lang="zh-CN" altLang="en-US" dirty="0"/>
              <a:t>？是否整数点位</a:t>
            </a:r>
            <a:r>
              <a:rPr lang="en-US" altLang="zh-CN" dirty="0"/>
              <a:t>(R)</a:t>
            </a:r>
            <a:r>
              <a:rPr lang="zh-CN" altLang="en-US" dirty="0"/>
              <a:t>？该支撑阻力的存续时间多久</a:t>
            </a:r>
            <a:r>
              <a:rPr lang="en-US" altLang="zh-CN" dirty="0"/>
              <a:t>(A)</a:t>
            </a:r>
            <a:r>
              <a:rPr lang="zh-CN" altLang="en-US" dirty="0"/>
              <a:t>？曾经被试探过多少次</a:t>
            </a:r>
            <a:r>
              <a:rPr lang="en-US" altLang="zh-CN" dirty="0"/>
              <a:t>(</a:t>
            </a:r>
            <a:r>
              <a:rPr lang="en-US" altLang="zh-CN" dirty="0" err="1"/>
              <a:t>Te</a:t>
            </a:r>
            <a:r>
              <a:rPr lang="en-US" altLang="zh-CN" dirty="0"/>
              <a:t>)</a:t>
            </a:r>
            <a:r>
              <a:rPr lang="zh-CN" altLang="en-US" dirty="0"/>
              <a:t>？</a:t>
            </a:r>
          </a:p>
          <a:p>
            <a:endParaRPr lang="zh-CN" altLang="en-US" dirty="0"/>
          </a:p>
        </p:txBody>
      </p:sp>
      <p:sp>
        <p:nvSpPr>
          <p:cNvPr id="8" name="文字方塊 7"/>
          <p:cNvSpPr txBox="1"/>
          <p:nvPr/>
        </p:nvSpPr>
        <p:spPr>
          <a:xfrm>
            <a:off x="6176357" y="4364182"/>
            <a:ext cx="5196454" cy="2308324"/>
          </a:xfrm>
          <a:prstGeom prst="rect">
            <a:avLst/>
          </a:prstGeom>
          <a:noFill/>
        </p:spPr>
        <p:txBody>
          <a:bodyPr wrap="square" rtlCol="0">
            <a:spAutoFit/>
          </a:bodyPr>
          <a:lstStyle/>
          <a:p>
            <a:r>
              <a:rPr lang="zh-CN" altLang="en-US" dirty="0" smtClean="0"/>
              <a:t>④</a:t>
            </a:r>
            <a:r>
              <a:rPr lang="zh-CN" altLang="en-US" dirty="0"/>
              <a:t>价位上所同时汇集的技术指标关键点位更多，支撑</a:t>
            </a:r>
            <a:r>
              <a:rPr lang="en-US" altLang="zh-CN" dirty="0"/>
              <a:t>/</a:t>
            </a:r>
            <a:r>
              <a:rPr lang="zh-CN" altLang="en-US" dirty="0"/>
              <a:t>阻力的强度就越大</a:t>
            </a:r>
            <a:r>
              <a:rPr lang="zh-CN" altLang="en-US" dirty="0" smtClean="0"/>
              <a:t>。</a:t>
            </a:r>
            <a:r>
              <a:rPr lang="zh-CN" altLang="en-US" dirty="0"/>
              <a:t>人类的大脑更容易记住整数数字，并赋予其更重要的意义。这就是为何在同样情况下，欧元对美元更有可能在</a:t>
            </a:r>
            <a:r>
              <a:rPr lang="en-US" altLang="zh-CN" dirty="0"/>
              <a:t>1.3000</a:t>
            </a:r>
            <a:r>
              <a:rPr lang="zh-CN" altLang="en-US" dirty="0"/>
              <a:t>而非</a:t>
            </a:r>
            <a:r>
              <a:rPr lang="en-US" altLang="zh-CN" dirty="0"/>
              <a:t>1.2982</a:t>
            </a:r>
            <a:r>
              <a:rPr lang="zh-CN" altLang="en-US" dirty="0"/>
              <a:t>这样的位置遭遇到更强的支撑或阻力。同样，零售商把商品价格标注为</a:t>
            </a:r>
            <a:r>
              <a:rPr lang="en-US" altLang="zh-CN" dirty="0"/>
              <a:t>2.99</a:t>
            </a:r>
            <a:r>
              <a:rPr lang="zh-CN" altLang="en-US" dirty="0"/>
              <a:t>美元，而非</a:t>
            </a:r>
            <a:r>
              <a:rPr lang="en-US" altLang="zh-CN" dirty="0"/>
              <a:t>3.00</a:t>
            </a:r>
            <a:r>
              <a:rPr lang="zh-CN" altLang="en-US" dirty="0"/>
              <a:t>美元，就能让顾客觉得商品便宜了许多，也是利用了这个</a:t>
            </a:r>
            <a:r>
              <a:rPr lang="zh-CN" altLang="en-US" dirty="0" smtClean="0"/>
              <a:t>心理。</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zh-CN" altLang="en-US" sz="2800" dirty="0" smtClean="0">
                  <a:sym typeface="思源黑体 CN Medium"/>
                </a:rPr>
                <a:t>價格運行示例</a:t>
              </a:r>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a:p>
              <a:endParaRPr lang="en-US" altLang="zh-CN"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1024255" y="1061838"/>
            <a:ext cx="4225241" cy="2749857"/>
          </a:xfrm>
          <a:prstGeom prst="rect">
            <a:avLst/>
          </a:prstGeom>
        </p:spPr>
      </p:pic>
      <p:pic>
        <p:nvPicPr>
          <p:cNvPr id="8" name="圖片 7"/>
          <p:cNvPicPr>
            <a:picLocks noChangeAspect="1"/>
          </p:cNvPicPr>
          <p:nvPr/>
        </p:nvPicPr>
        <p:blipFill>
          <a:blip r:embed="rId3"/>
          <a:stretch>
            <a:fillRect/>
          </a:stretch>
        </p:blipFill>
        <p:spPr>
          <a:xfrm>
            <a:off x="975995" y="3897054"/>
            <a:ext cx="4422501" cy="2749857"/>
          </a:xfrm>
          <a:prstGeom prst="rect">
            <a:avLst/>
          </a:prstGeom>
        </p:spPr>
      </p:pic>
      <p:sp>
        <p:nvSpPr>
          <p:cNvPr id="10" name="文字方塊 9"/>
          <p:cNvSpPr txBox="1"/>
          <p:nvPr/>
        </p:nvSpPr>
        <p:spPr>
          <a:xfrm>
            <a:off x="7093401" y="1158240"/>
            <a:ext cx="3788229" cy="5078313"/>
          </a:xfrm>
          <a:prstGeom prst="rect">
            <a:avLst/>
          </a:prstGeom>
          <a:noFill/>
        </p:spPr>
        <p:txBody>
          <a:bodyPr wrap="square" rtlCol="0">
            <a:spAutoFit/>
          </a:bodyPr>
          <a:lstStyle/>
          <a:p>
            <a:pPr fontAlgn="base"/>
            <a:r>
              <a:rPr lang="zh-CN" altLang="en-US" dirty="0"/>
              <a:t>所谓“吞噬</a:t>
            </a:r>
            <a:r>
              <a:rPr lang="en-US" altLang="zh-CN" dirty="0"/>
              <a:t>K</a:t>
            </a:r>
            <a:r>
              <a:rPr lang="zh-CN" altLang="en-US" dirty="0"/>
              <a:t>线”有下述两大特征</a:t>
            </a:r>
            <a:r>
              <a:rPr lang="zh-CN" altLang="en-US" dirty="0" smtClean="0"/>
              <a:t>。</a:t>
            </a:r>
            <a:endParaRPr lang="zh-CN" altLang="en-US" dirty="0"/>
          </a:p>
          <a:p>
            <a:pPr fontAlgn="base"/>
            <a:r>
              <a:rPr lang="en-US" altLang="zh-CN" dirty="0"/>
              <a:t>1.</a:t>
            </a:r>
            <a:r>
              <a:rPr lang="zh-CN" altLang="en-US" dirty="0"/>
              <a:t>方向与之前的那根</a:t>
            </a:r>
            <a:r>
              <a:rPr lang="en-US" altLang="zh-CN" dirty="0"/>
              <a:t>K</a:t>
            </a:r>
            <a:r>
              <a:rPr lang="zh-CN" altLang="en-US" dirty="0"/>
              <a:t>线相反。如果前一根</a:t>
            </a:r>
            <a:r>
              <a:rPr lang="en-US" altLang="zh-CN" dirty="0"/>
              <a:t>K</a:t>
            </a:r>
            <a:r>
              <a:rPr lang="zh-CN" altLang="en-US" dirty="0"/>
              <a:t>线是一根阴线，收盘低于开盘的话，那么其吞噬</a:t>
            </a:r>
            <a:r>
              <a:rPr lang="en-US" altLang="zh-CN" dirty="0"/>
              <a:t>K</a:t>
            </a:r>
            <a:r>
              <a:rPr lang="zh-CN" altLang="en-US" dirty="0"/>
              <a:t>线必须是收盘高于开盘的阳线，而反之亦然</a:t>
            </a:r>
            <a:r>
              <a:rPr lang="zh-CN" altLang="en-US" dirty="0" smtClean="0"/>
              <a:t>。</a:t>
            </a:r>
            <a:endParaRPr lang="zh-CN" altLang="en-US" dirty="0"/>
          </a:p>
          <a:p>
            <a:pPr fontAlgn="base"/>
            <a:r>
              <a:rPr lang="en-US" altLang="zh-CN" dirty="0"/>
              <a:t>2.</a:t>
            </a:r>
            <a:r>
              <a:rPr lang="zh-CN" altLang="en-US" dirty="0"/>
              <a:t>阳吞噬</a:t>
            </a:r>
            <a:r>
              <a:rPr lang="en-US" altLang="zh-CN" dirty="0"/>
              <a:t>K</a:t>
            </a:r>
            <a:r>
              <a:rPr lang="zh-CN" altLang="en-US" dirty="0"/>
              <a:t>线的收盘点必须高于前一根阴线的开盘点，而阴吞噬</a:t>
            </a:r>
            <a:r>
              <a:rPr lang="en-US" altLang="zh-CN" dirty="0"/>
              <a:t>K</a:t>
            </a:r>
            <a:r>
              <a:rPr lang="zh-CN" altLang="en-US" dirty="0"/>
              <a:t>线的收盘点必须低于前一根阳线的开盘点。</a:t>
            </a:r>
          </a:p>
          <a:p>
            <a:pPr fontAlgn="base"/>
            <a:r>
              <a:rPr lang="zh-CN" altLang="en-US" dirty="0"/>
              <a:t>之所以被称作“吞噬”</a:t>
            </a:r>
            <a:r>
              <a:rPr lang="en-US" altLang="zh-CN" dirty="0"/>
              <a:t>K</a:t>
            </a:r>
            <a:r>
              <a:rPr lang="zh-CN" altLang="en-US" dirty="0"/>
              <a:t>线，就是因为在图上看起来，当前这根</a:t>
            </a:r>
            <a:r>
              <a:rPr lang="en-US" altLang="zh-CN" dirty="0"/>
              <a:t>K</a:t>
            </a:r>
            <a:r>
              <a:rPr lang="zh-CN" altLang="en-US" dirty="0"/>
              <a:t>线的实体部分似乎是“吞没”了前一根</a:t>
            </a:r>
            <a:r>
              <a:rPr lang="en-US" altLang="zh-CN" dirty="0"/>
              <a:t>K</a:t>
            </a:r>
            <a:r>
              <a:rPr lang="zh-CN" altLang="en-US" dirty="0"/>
              <a:t>线的实体</a:t>
            </a:r>
            <a:r>
              <a:rPr lang="zh-CN" altLang="en-US" dirty="0" smtClean="0"/>
              <a:t>。</a:t>
            </a:r>
            <a:endParaRPr lang="zh-CN" altLang="en-US" dirty="0"/>
          </a:p>
          <a:p>
            <a:pPr fontAlgn="base"/>
            <a:r>
              <a:rPr lang="zh-CN" altLang="en-US" dirty="0"/>
              <a:t>吞噬线的概念有时会和“外包线”混淆。所谓“外包线”是指高点比前一根</a:t>
            </a:r>
            <a:r>
              <a:rPr lang="en-US" altLang="zh-CN" dirty="0"/>
              <a:t>K</a:t>
            </a:r>
            <a:r>
              <a:rPr lang="zh-CN" altLang="en-US" dirty="0"/>
              <a:t>线高，而低点比前一根</a:t>
            </a:r>
            <a:r>
              <a:rPr lang="en-US" altLang="zh-CN" dirty="0"/>
              <a:t>K</a:t>
            </a:r>
            <a:r>
              <a:rPr lang="zh-CN" altLang="en-US" dirty="0"/>
              <a:t>线低的</a:t>
            </a:r>
            <a:r>
              <a:rPr lang="en-US" altLang="zh-CN" dirty="0"/>
              <a:t>K</a:t>
            </a:r>
            <a:r>
              <a:rPr lang="zh-CN" altLang="en-US" dirty="0"/>
              <a:t>线形态，诚然，吞噬线有时确实可以同时是“外包线”，但并不总是如此。</a:t>
            </a:r>
          </a:p>
        </p:txBody>
      </p:sp>
    </p:spTree>
    <p:extLst>
      <p:ext uri="{BB962C8B-B14F-4D97-AF65-F5344CB8AC3E}">
        <p14:creationId xmlns:p14="http://schemas.microsoft.com/office/powerpoint/2010/main" val="4361025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302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352800" y="3103024"/>
            <a:ext cx="5303520" cy="707886"/>
          </a:xfrm>
          <a:prstGeom prst="rect">
            <a:avLst/>
          </a:prstGeom>
          <a:noFill/>
        </p:spPr>
        <p:txBody>
          <a:bodyPr wrap="square" rtlCol="0">
            <a:spAutoFit/>
          </a:bodyPr>
          <a:lstStyle/>
          <a:p>
            <a:pPr algn="ctr"/>
            <a:r>
              <a:rPr lang="zh-CN" altLang="en-US" sz="4000" dirty="0">
                <a:solidFill>
                  <a:schemeClr val="bg1"/>
                </a:solidFill>
                <a:latin typeface="思源黑体 CN Medium"/>
                <a:ea typeface="思源黑体 CN Medium"/>
                <a:cs typeface="思源黑体 CN Medium"/>
                <a:sym typeface="思源黑体 CN Medium"/>
              </a:rPr>
              <a:t>移</a:t>
            </a:r>
            <a:r>
              <a:rPr lang="zh-CN" altLang="en-US" sz="4000" dirty="0" smtClean="0">
                <a:solidFill>
                  <a:schemeClr val="bg1"/>
                </a:solidFill>
                <a:latin typeface="思源黑体 CN Medium"/>
                <a:ea typeface="思源黑体 CN Medium"/>
                <a:cs typeface="思源黑体 CN Medium"/>
                <a:sym typeface="思源黑体 CN Medium"/>
              </a:rPr>
              <a:t>动均线交叉和动量</a:t>
            </a:r>
            <a:endParaRPr lang="zh-CN" altLang="en-US" sz="4000" dirty="0">
              <a:solidFill>
                <a:schemeClr val="bg1"/>
              </a:solidFill>
              <a:latin typeface="思源黑体 CN Medium"/>
              <a:ea typeface="思源黑体 CN Medium"/>
              <a:cs typeface="思源黑体 CN Medium"/>
              <a:sym typeface="思源黑体 CN Medium"/>
            </a:endParaRP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02</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动</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量指标</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777875" y="1082675"/>
            <a:ext cx="5582429" cy="3486637"/>
          </a:xfrm>
          <a:prstGeom prst="rect">
            <a:avLst/>
          </a:prstGeom>
        </p:spPr>
      </p:pic>
      <p:sp>
        <p:nvSpPr>
          <p:cNvPr id="10" name="文字方塊 9"/>
          <p:cNvSpPr txBox="1"/>
          <p:nvPr/>
        </p:nvSpPr>
        <p:spPr>
          <a:xfrm>
            <a:off x="7285699" y="865505"/>
            <a:ext cx="4287992" cy="5909310"/>
          </a:xfrm>
          <a:prstGeom prst="rect">
            <a:avLst/>
          </a:prstGeom>
          <a:noFill/>
        </p:spPr>
        <p:txBody>
          <a:bodyPr wrap="square" rtlCol="0">
            <a:spAutoFit/>
          </a:bodyPr>
          <a:lstStyle/>
          <a:p>
            <a:pPr fontAlgn="base"/>
            <a:r>
              <a:rPr lang="zh-CN" altLang="en-US" dirty="0"/>
              <a:t>动能指标通常被用来解决以下这些情况对交易者的困扰</a:t>
            </a:r>
            <a:r>
              <a:rPr lang="zh-CN" altLang="en-US" dirty="0" smtClean="0"/>
              <a:t>：</a:t>
            </a:r>
            <a:endParaRPr lang="zh-CN" altLang="en-US" dirty="0"/>
          </a:p>
          <a:p>
            <a:pPr fontAlgn="base"/>
            <a:r>
              <a:rPr lang="zh-CN" altLang="en-US" dirty="0"/>
              <a:t>当价格已经突破了以往所有的支撑和阻力位，并且正不断刷新高或者新低的时候，这时候没有任何支撑</a:t>
            </a:r>
            <a:r>
              <a:rPr lang="en-US" altLang="zh-CN" dirty="0"/>
              <a:t>/</a:t>
            </a:r>
            <a:r>
              <a:rPr lang="zh-CN" altLang="en-US" dirty="0"/>
              <a:t>阻力水平可以告诉你在何时入场或者离场。</a:t>
            </a:r>
          </a:p>
          <a:p>
            <a:pPr fontAlgn="base"/>
            <a:endParaRPr lang="zh-CN" altLang="en-US" dirty="0"/>
          </a:p>
          <a:p>
            <a:pPr fontAlgn="base"/>
            <a:r>
              <a:rPr lang="zh-CN" altLang="en-US" dirty="0"/>
              <a:t>当投资者错失了在一波趋势中前期有利入场位置。且不确定是否还可以跟随趋势下单，并且面临低卖高买的风险。这时候，除了等待回撤别无他法，不过这可能是你损失更多的入场机会。</a:t>
            </a:r>
          </a:p>
          <a:p>
            <a:pPr fontAlgn="base"/>
            <a:endParaRPr lang="zh-CN" altLang="en-US" dirty="0"/>
          </a:p>
          <a:p>
            <a:pPr fontAlgn="base"/>
            <a:r>
              <a:rPr lang="zh-CN" altLang="en-US" dirty="0"/>
              <a:t>当投资者目前处于盈利状态，而且你想要尽可能多的吃下这一波趋势，但是你不想持仓太久并且冒着利润回撤的风险。或者说当你正的仓位逼近阻力位置以及你的立场点位，此时你正犹豫的是，该把握盈利立刻离场。还是保留部分或者所有的仓位，并通过设置移动止损来获取更多的利润。</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302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585528" y="3123565"/>
            <a:ext cx="5020945" cy="706755"/>
          </a:xfrm>
          <a:prstGeom prst="rect">
            <a:avLst/>
          </a:prstGeom>
          <a:noFill/>
        </p:spPr>
        <p:txBody>
          <a:bodyPr wrap="square" rtlCol="0">
            <a:spAutoFit/>
          </a:bodyPr>
          <a:lstStyle/>
          <a:p>
            <a:pPr algn="ctr"/>
            <a:r>
              <a:rPr lang="zh-CN" altLang="en-US" sz="4000" dirty="0" smtClean="0">
                <a:solidFill>
                  <a:schemeClr val="bg1"/>
                </a:solidFill>
                <a:latin typeface="思源黑体 CN Medium"/>
                <a:ea typeface="思源黑体 CN Medium"/>
                <a:cs typeface="思源黑体 CN Medium"/>
                <a:sym typeface="思源黑体 CN Medium"/>
              </a:rPr>
              <a:t>用价格行为进行交易</a:t>
            </a:r>
            <a:endParaRPr lang="zh-CN" altLang="en-US" sz="4000" dirty="0">
              <a:solidFill>
                <a:schemeClr val="bg1"/>
              </a:solidFill>
              <a:latin typeface="思源黑体 CN Medium"/>
              <a:ea typeface="思源黑体 CN Medium"/>
              <a:cs typeface="思源黑体 CN Medium"/>
              <a:sym typeface="思源黑体 CN Medium"/>
            </a:endParaRP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03</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重要的蜡烛图类型</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817244" y="1082675"/>
            <a:ext cx="5620534" cy="3591426"/>
          </a:xfrm>
          <a:prstGeom prst="rect">
            <a:avLst/>
          </a:prstGeom>
        </p:spPr>
      </p:pic>
      <p:sp>
        <p:nvSpPr>
          <p:cNvPr id="19" name="文字方塊 18"/>
          <p:cNvSpPr txBox="1"/>
          <p:nvPr/>
        </p:nvSpPr>
        <p:spPr>
          <a:xfrm>
            <a:off x="6992983" y="1314994"/>
            <a:ext cx="4571999" cy="3693319"/>
          </a:xfrm>
          <a:prstGeom prst="rect">
            <a:avLst/>
          </a:prstGeom>
          <a:noFill/>
        </p:spPr>
        <p:txBody>
          <a:bodyPr wrap="square" rtlCol="0">
            <a:spAutoFit/>
          </a:bodyPr>
          <a:lstStyle/>
          <a:p>
            <a:pPr fontAlgn="base"/>
            <a:r>
              <a:rPr lang="zh-CN" altLang="en-US"/>
              <a:t>几百年前，日本大米交易商们利用蜡烛形态画行情图，并注意到一些蜡烛图的类型可以被看成是实体部分和蜡烛芯，这种蜡烛图具有一定的预测功能。他们还注意到某些特定蜡烛图组合也具有预测行情的作用</a:t>
            </a:r>
            <a:r>
              <a:rPr lang="en-US" altLang="zh-CN"/>
              <a:t>——</a:t>
            </a:r>
            <a:r>
              <a:rPr lang="zh-CN" altLang="en-US"/>
              <a:t>这并不奇怪，因为大周期级别的图刚好可以被视为是小周期级别几个连续蜡烛图的组合体。</a:t>
            </a:r>
          </a:p>
          <a:p>
            <a:pPr fontAlgn="base"/>
            <a:r>
              <a:rPr lang="zh-CN" altLang="en-US"/>
              <a:t/>
            </a:r>
            <a:br>
              <a:rPr lang="zh-CN" altLang="en-US"/>
            </a:br>
            <a:endParaRPr lang="zh-CN" altLang="en-US"/>
          </a:p>
          <a:p>
            <a:pPr fontAlgn="base"/>
            <a:r>
              <a:rPr lang="zh-CN" altLang="en-US"/>
              <a:t>日本老分析师们将所有你能想象到的所有蜡烛图类型都进行了命名。现在，我们将集中学习五种最重要的、每位交易者都需要有能力识别的蜡烛图形态。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重要的蜡烛图类型</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2" name="文字方塊 1"/>
          <p:cNvSpPr txBox="1"/>
          <p:nvPr/>
        </p:nvSpPr>
        <p:spPr>
          <a:xfrm>
            <a:off x="777875" y="1262743"/>
            <a:ext cx="11231245" cy="5355312"/>
          </a:xfrm>
          <a:prstGeom prst="rect">
            <a:avLst/>
          </a:prstGeom>
          <a:noFill/>
        </p:spPr>
        <p:txBody>
          <a:bodyPr wrap="square" rtlCol="0">
            <a:spAutoFit/>
          </a:bodyPr>
          <a:lstStyle/>
          <a:p>
            <a:pPr fontAlgn="base"/>
            <a:r>
              <a:rPr lang="zh-CN" altLang="en-US" dirty="0"/>
              <a:t>大头针</a:t>
            </a:r>
            <a:r>
              <a:rPr lang="en-US" altLang="zh-CN" dirty="0"/>
              <a:t>K</a:t>
            </a:r>
            <a:r>
              <a:rPr lang="zh-CN" altLang="en-US" dirty="0"/>
              <a:t>线</a:t>
            </a:r>
            <a:r>
              <a:rPr lang="en-US" altLang="zh-CN" dirty="0"/>
              <a:t>/</a:t>
            </a:r>
            <a:r>
              <a:rPr lang="zh-CN" altLang="en-US" dirty="0"/>
              <a:t>锤子线（</a:t>
            </a:r>
            <a:r>
              <a:rPr lang="en-US" altLang="zh-CN" dirty="0"/>
              <a:t>the Pin Bar</a:t>
            </a:r>
            <a:r>
              <a:rPr lang="zh-CN" altLang="en-US" dirty="0" smtClean="0"/>
              <a:t>）</a:t>
            </a:r>
            <a:endParaRPr lang="en-US" altLang="zh-CN" dirty="0" smtClean="0"/>
          </a:p>
          <a:p>
            <a:pPr fontAlgn="base"/>
            <a:endParaRPr lang="zh-CN" altLang="en-US" dirty="0"/>
          </a:p>
          <a:p>
            <a:pPr fontAlgn="base"/>
            <a:r>
              <a:rPr lang="zh-CN" altLang="en-US" dirty="0"/>
              <a:t>第一，大头针</a:t>
            </a:r>
            <a:r>
              <a:rPr lang="en-US" altLang="zh-CN" dirty="0"/>
              <a:t>K</a:t>
            </a:r>
            <a:r>
              <a:rPr lang="zh-CN" altLang="en-US" dirty="0"/>
              <a:t>线：也叫“锤子线”。大头针</a:t>
            </a:r>
            <a:r>
              <a:rPr lang="en-US" altLang="zh-CN" dirty="0"/>
              <a:t>K</a:t>
            </a:r>
            <a:r>
              <a:rPr lang="zh-CN" altLang="en-US" dirty="0"/>
              <a:t>线的实体部分非常小，其收盘价格要么在高点附近要么在低点附近，并且有长长的影线突出在一端。它是这样形成的：无论开盘价在哪里，价格从一个方向移动然后又迅速回到开始的水平。</a:t>
            </a:r>
          </a:p>
          <a:p>
            <a:pPr fontAlgn="base"/>
            <a:endParaRPr lang="zh-CN" altLang="en-US" dirty="0"/>
          </a:p>
          <a:p>
            <a:pPr fontAlgn="base"/>
            <a:r>
              <a:rPr lang="zh-CN" altLang="en-US" dirty="0"/>
              <a:t>大头针</a:t>
            </a:r>
            <a:r>
              <a:rPr lang="en-US" altLang="zh-CN" dirty="0"/>
              <a:t>K</a:t>
            </a:r>
            <a:r>
              <a:rPr lang="zh-CN" altLang="en-US" dirty="0"/>
              <a:t>线传统意义上暗示行情将朝着与影线所指相反的方向移动，特别是在影线超出此前几根线的高点或低点的情况下。这是因为长影线走势释放了一个这样的信号：在那些被认为还将持续一会的支撑及阻力位置，价格却意外遭到了剧烈阻击。</a:t>
            </a:r>
          </a:p>
          <a:p>
            <a:pPr fontAlgn="base"/>
            <a:endParaRPr lang="zh-CN" altLang="en-US" dirty="0"/>
          </a:p>
          <a:p>
            <a:pPr fontAlgn="base"/>
            <a:r>
              <a:rPr lang="zh-CN" altLang="en-US" dirty="0"/>
              <a:t>内包线</a:t>
            </a:r>
            <a:r>
              <a:rPr lang="en-US" altLang="zh-CN" dirty="0"/>
              <a:t>(the Inside Bar)</a:t>
            </a:r>
          </a:p>
          <a:p>
            <a:pPr fontAlgn="base"/>
            <a:endParaRPr lang="en-US" altLang="zh-CN" dirty="0"/>
          </a:p>
          <a:p>
            <a:pPr fontAlgn="base"/>
            <a:r>
              <a:rPr lang="zh-CN" altLang="en-US" dirty="0"/>
              <a:t>第二，内包线。内包线是指一根</a:t>
            </a:r>
            <a:r>
              <a:rPr lang="en-US" altLang="zh-CN" dirty="0"/>
              <a:t>K</a:t>
            </a:r>
            <a:r>
              <a:rPr lang="zh-CN" altLang="en-US" dirty="0"/>
              <a:t>线的波动区间被陷在其前面一根的波动范围内。这意味着这根</a:t>
            </a:r>
            <a:r>
              <a:rPr lang="en-US" altLang="zh-CN" dirty="0"/>
              <a:t>K</a:t>
            </a:r>
            <a:r>
              <a:rPr lang="zh-CN" altLang="en-US" dirty="0"/>
              <a:t>线的最高点低于前一根线的最高点，而最低点高于其前一根线的最低点。内包线不是通过实体或影线来定义的。内包线通常是在市场强劲走势后形成的，因为它在采取下一步行动之前会“暂停”以巩固。一旦突破就可以做对应买入或卖出动作。这是因为，内包线既然是因为此价格无法超出前一根</a:t>
            </a:r>
            <a:r>
              <a:rPr lang="en-US" altLang="zh-CN" dirty="0"/>
              <a:t>K</a:t>
            </a:r>
            <a:r>
              <a:rPr lang="zh-CN" altLang="en-US" dirty="0"/>
              <a:t>线的价格范围，那么一旦最终突破，对应的行情也将是强劲的。</a:t>
            </a:r>
          </a:p>
          <a:p>
            <a:pPr fontAlgn="base"/>
            <a:endParaRPr lang="zh-CN" altLang="en-US" dirty="0"/>
          </a:p>
          <a:p>
            <a:pPr fontAlgn="base"/>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重要的蜡烛图类型</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2" name="文字方塊 1"/>
          <p:cNvSpPr txBox="1"/>
          <p:nvPr/>
        </p:nvSpPr>
        <p:spPr>
          <a:xfrm>
            <a:off x="817244" y="1165225"/>
            <a:ext cx="10904493" cy="4524315"/>
          </a:xfrm>
          <a:prstGeom prst="rect">
            <a:avLst/>
          </a:prstGeom>
          <a:noFill/>
        </p:spPr>
        <p:txBody>
          <a:bodyPr wrap="square" rtlCol="0">
            <a:spAutoFit/>
          </a:bodyPr>
          <a:lstStyle/>
          <a:p>
            <a:pPr fontAlgn="base"/>
            <a:r>
              <a:rPr lang="zh-CN" altLang="en-US" dirty="0"/>
              <a:t>外包线</a:t>
            </a:r>
            <a:r>
              <a:rPr lang="en-US" altLang="zh-CN" dirty="0"/>
              <a:t>(the Outside Bar)</a:t>
            </a:r>
          </a:p>
          <a:p>
            <a:pPr fontAlgn="base"/>
            <a:endParaRPr lang="en-US" altLang="zh-CN" dirty="0"/>
          </a:p>
          <a:p>
            <a:pPr fontAlgn="base"/>
            <a:r>
              <a:rPr lang="zh-CN" altLang="en-US" dirty="0"/>
              <a:t>第三，外包线：是指某根</a:t>
            </a:r>
            <a:r>
              <a:rPr lang="en-US" altLang="zh-CN" dirty="0"/>
              <a:t>K</a:t>
            </a:r>
            <a:r>
              <a:rPr lang="zh-CN" altLang="en-US" dirty="0"/>
              <a:t>线的高点和低点都超过了其前一根</a:t>
            </a:r>
            <a:r>
              <a:rPr lang="en-US" altLang="zh-CN" dirty="0"/>
              <a:t>K</a:t>
            </a:r>
            <a:r>
              <a:rPr lang="zh-CN" altLang="en-US" dirty="0"/>
              <a:t>线的高点及低点。也就是说，这根</a:t>
            </a:r>
            <a:r>
              <a:rPr lang="en-US" altLang="zh-CN" dirty="0"/>
              <a:t>K</a:t>
            </a:r>
            <a:r>
              <a:rPr lang="zh-CN" altLang="en-US" dirty="0"/>
              <a:t>线的高点比前根</a:t>
            </a:r>
            <a:r>
              <a:rPr lang="en-US" altLang="zh-CN" dirty="0"/>
              <a:t>K</a:t>
            </a:r>
            <a:r>
              <a:rPr lang="zh-CN" altLang="en-US" dirty="0"/>
              <a:t>线的高点更高，低点则比前根</a:t>
            </a:r>
            <a:r>
              <a:rPr lang="en-US" altLang="zh-CN" dirty="0"/>
              <a:t>K</a:t>
            </a:r>
            <a:r>
              <a:rPr lang="zh-CN" altLang="en-US" dirty="0"/>
              <a:t>线的低点更低。外包线不是通过实体或影线来定义的。一般而言，外包线取决于这根</a:t>
            </a:r>
            <a:r>
              <a:rPr lang="en-US" altLang="zh-CN" dirty="0"/>
              <a:t>K</a:t>
            </a:r>
            <a:r>
              <a:rPr lang="zh-CN" altLang="en-US" dirty="0"/>
              <a:t>线收盘价在哪个位置。若收盘价接近其本身的高点，那么就看涨；若收盘价接近其本身的低点，那么就看跌。若收盘价接近其中间价位，那么暗示行情波动加大及方向不明，并向交易者们警示：明智的做法可能是远离市场进行观望</a:t>
            </a:r>
            <a:r>
              <a:rPr lang="zh-CN" altLang="en-US" dirty="0" smtClean="0"/>
              <a:t>。</a:t>
            </a:r>
            <a:endParaRPr lang="en-US" altLang="zh-CN" dirty="0" smtClean="0"/>
          </a:p>
          <a:p>
            <a:pPr fontAlgn="base"/>
            <a:r>
              <a:rPr lang="zh-CN" altLang="en-US" dirty="0"/>
              <a:t>吞噬线</a:t>
            </a:r>
          </a:p>
          <a:p>
            <a:pPr fontAlgn="base"/>
            <a:endParaRPr lang="zh-CN" altLang="en-US" dirty="0"/>
          </a:p>
          <a:p>
            <a:pPr fontAlgn="base"/>
            <a:r>
              <a:rPr lang="zh-CN" altLang="en-US" dirty="0"/>
              <a:t>第四：吞噬线（又名抱线或吞没形态</a:t>
            </a:r>
            <a:r>
              <a:rPr lang="en-US" altLang="zh-CN" dirty="0"/>
              <a:t>K</a:t>
            </a:r>
            <a:r>
              <a:rPr lang="zh-CN" altLang="en-US" dirty="0"/>
              <a:t>线）。所谓吞噬线就是一根</a:t>
            </a:r>
            <a:r>
              <a:rPr lang="en-US" altLang="zh-CN" dirty="0"/>
              <a:t>K</a:t>
            </a:r>
            <a:r>
              <a:rPr lang="zh-CN" altLang="en-US" dirty="0"/>
              <a:t>线的实体部分完全盖过了之前一根</a:t>
            </a:r>
            <a:r>
              <a:rPr lang="en-US" altLang="zh-CN" dirty="0"/>
              <a:t>K</a:t>
            </a:r>
            <a:r>
              <a:rPr lang="zh-CN" altLang="en-US" dirty="0"/>
              <a:t>线的实体并且涨跌方向相反，也就是对其进行了“吞噬”。基于这个原理，阳线吞噬线只能出现在阴线之后，而反之，阴线吞噬线也只能出现在阳线之后。而阳吞噬</a:t>
            </a:r>
            <a:r>
              <a:rPr lang="en-US" altLang="zh-CN" dirty="0"/>
              <a:t>K</a:t>
            </a:r>
            <a:r>
              <a:rPr lang="zh-CN" altLang="en-US" dirty="0"/>
              <a:t>线的收盘位不仅要高于其自身开盘位，还要高于前一根</a:t>
            </a:r>
            <a:r>
              <a:rPr lang="en-US" altLang="zh-CN" dirty="0"/>
              <a:t>K</a:t>
            </a:r>
            <a:r>
              <a:rPr lang="zh-CN" altLang="en-US" dirty="0"/>
              <a:t>线的开盘价；反过来，阴吞噬</a:t>
            </a:r>
            <a:r>
              <a:rPr lang="en-US" altLang="zh-CN" dirty="0"/>
              <a:t>K</a:t>
            </a:r>
            <a:r>
              <a:rPr lang="zh-CN" altLang="en-US" dirty="0"/>
              <a:t>线的收盘不仅要低于其自身开盘价，还要低于前一根</a:t>
            </a:r>
            <a:r>
              <a:rPr lang="en-US" altLang="zh-CN" dirty="0"/>
              <a:t>K</a:t>
            </a:r>
            <a:r>
              <a:rPr lang="zh-CN" altLang="en-US" dirty="0"/>
              <a:t>线的开盘价。</a:t>
            </a:r>
          </a:p>
          <a:p>
            <a:pPr fontAlgn="base"/>
            <a:r>
              <a:rPr lang="zh-CN" altLang="en-US" dirty="0"/>
              <a:t>而顾名思义，阳吞噬线</a:t>
            </a:r>
            <a:r>
              <a:rPr lang="en-US" altLang="zh-CN" dirty="0"/>
              <a:t>(</a:t>
            </a:r>
            <a:r>
              <a:rPr lang="zh-CN" altLang="en-US" dirty="0"/>
              <a:t>看涨吞没</a:t>
            </a:r>
            <a:r>
              <a:rPr lang="en-US" altLang="zh-CN" dirty="0"/>
              <a:t>/</a:t>
            </a:r>
            <a:r>
              <a:rPr lang="zh-CN" altLang="en-US" dirty="0"/>
              <a:t>看涨抱线</a:t>
            </a:r>
            <a:r>
              <a:rPr lang="en-US" altLang="zh-CN" dirty="0"/>
              <a:t>)</a:t>
            </a:r>
            <a:r>
              <a:rPr lang="zh-CN" altLang="en-US" dirty="0"/>
              <a:t>代表行情有上行趋势，而阴吞噬线</a:t>
            </a:r>
            <a:r>
              <a:rPr lang="en-US" altLang="zh-CN" dirty="0"/>
              <a:t>(</a:t>
            </a:r>
            <a:r>
              <a:rPr lang="zh-CN" altLang="en-US" dirty="0"/>
              <a:t>看跌吞没</a:t>
            </a:r>
            <a:r>
              <a:rPr lang="en-US" altLang="zh-CN" dirty="0"/>
              <a:t>/</a:t>
            </a:r>
            <a:r>
              <a:rPr lang="zh-CN" altLang="en-US" dirty="0"/>
              <a:t>看跌抱线</a:t>
            </a:r>
            <a:r>
              <a:rPr lang="en-US" altLang="zh-CN" dirty="0"/>
              <a:t>)</a:t>
            </a:r>
            <a:r>
              <a:rPr lang="zh-CN" altLang="en-US" dirty="0"/>
              <a:t>则代表行情面临下行趋势。</a:t>
            </a:r>
          </a:p>
          <a:p>
            <a:pPr fontAlgn="base"/>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重要的蜡烛图类型</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777875" y="1165225"/>
            <a:ext cx="10856775" cy="5909310"/>
          </a:xfrm>
          <a:prstGeom prst="rect">
            <a:avLst/>
          </a:prstGeom>
          <a:noFill/>
        </p:spPr>
        <p:txBody>
          <a:bodyPr wrap="square" rtlCol="0">
            <a:spAutoFit/>
          </a:bodyPr>
          <a:lstStyle/>
          <a:p>
            <a:pPr fontAlgn="base"/>
            <a:r>
              <a:rPr lang="zh-CN" altLang="en-US" dirty="0"/>
              <a:t>十字星</a:t>
            </a:r>
          </a:p>
          <a:p>
            <a:pPr fontAlgn="base"/>
            <a:endParaRPr lang="zh-CN" altLang="en-US" dirty="0"/>
          </a:p>
          <a:p>
            <a:pPr fontAlgn="base"/>
            <a:r>
              <a:rPr lang="zh-CN" altLang="en-US" dirty="0"/>
              <a:t>第五，十字星。所谓十字星，就是指实体部分非常小，甚至完全没有的</a:t>
            </a:r>
            <a:r>
              <a:rPr lang="en-US" altLang="zh-CN" dirty="0"/>
              <a:t>K</a:t>
            </a:r>
            <a:r>
              <a:rPr lang="zh-CN" altLang="en-US" dirty="0"/>
              <a:t>线形态。其开盘与收盘价位非常接近，甚至完全一样。</a:t>
            </a:r>
          </a:p>
          <a:p>
            <a:pPr fontAlgn="base"/>
            <a:endParaRPr lang="zh-CN" altLang="en-US" dirty="0"/>
          </a:p>
          <a:p>
            <a:pPr fontAlgn="base"/>
            <a:r>
              <a:rPr lang="zh-CN" altLang="en-US" dirty="0"/>
              <a:t>标准十字星的上影线和下影线基本等长，如果一根影线明显长于另一根，则更可能是“大头针</a:t>
            </a:r>
            <a:r>
              <a:rPr lang="en-US" altLang="zh-CN" dirty="0"/>
              <a:t>K</a:t>
            </a:r>
            <a:r>
              <a:rPr lang="zh-CN" altLang="en-US" dirty="0"/>
              <a:t>线”。而如果一根影线略长于另一根，则被称作“蝴蝶线”或者“墓碑十字”</a:t>
            </a:r>
            <a:r>
              <a:rPr lang="zh-CN" altLang="en-US" dirty="0" smtClean="0"/>
              <a:t>。</a:t>
            </a:r>
            <a:endParaRPr lang="en-US" altLang="zh-CN" dirty="0" smtClean="0"/>
          </a:p>
          <a:p>
            <a:pPr fontAlgn="base"/>
            <a:endParaRPr lang="zh-CN" altLang="en-US" dirty="0"/>
          </a:p>
          <a:p>
            <a:pPr fontAlgn="base"/>
            <a:r>
              <a:rPr lang="zh-CN" altLang="en-US" dirty="0"/>
              <a:t>传统上来看，十字星代表的是行情的不确定性，行情价格在上蹿下跳之后，仍旧无法觅得明确的方向，这可能标志着一段时间的平静横盘行情，或者也可能指示之前的上行或下行行情已经失去了动能，并可能逆转变盘在即。而在趋势的尾部如果出现多根十字星，可能就是价格趋势扭转的信号，这也意味着低风险和高回报的入场机会</a:t>
            </a:r>
            <a:r>
              <a:rPr lang="zh-CN" altLang="en-US" dirty="0" smtClean="0"/>
              <a:t>。</a:t>
            </a:r>
            <a:endParaRPr lang="en-US" altLang="zh-CN" dirty="0" smtClean="0"/>
          </a:p>
          <a:p>
            <a:pPr fontAlgn="base"/>
            <a:endParaRPr lang="en-US" altLang="zh-CN" dirty="0"/>
          </a:p>
          <a:p>
            <a:pPr fontAlgn="base"/>
            <a:r>
              <a:rPr lang="en-US" altLang="zh-CN" dirty="0"/>
              <a:t>K</a:t>
            </a:r>
            <a:r>
              <a:rPr lang="zh-CN" altLang="en-US" dirty="0"/>
              <a:t>线图的位置几乎总是比蜡烛图本身的意义更重大，理解这点很重要。比如，信号非常强烈的看涨外包吞没形态刚好处在强劲阻力下方，这可能意味着行情马上要突破了。但是，若蜡烛图刚好处在或触及强支撑水平，那么行情续涨的可能性非常高，并且通常也展示了一个更为诱人的风险回报比。若价格站上强支撑或冲破强阻力，并且在活跃市场时段出现连续两个十字星，这暗示趋势将开始逆转，这也是一个入场的好机会。但若这两个十字星处在近期反复争夺的中间区域，则可能暗示市场交投非常平静，这种就不值得入场交易。</a:t>
            </a:r>
          </a:p>
          <a:p>
            <a:pPr fontAlgn="base"/>
            <a:r>
              <a:rPr lang="en-US" altLang="zh-CN" dirty="0"/>
              <a:t>K</a:t>
            </a:r>
            <a:r>
              <a:rPr lang="zh-CN" altLang="en-US" dirty="0"/>
              <a:t>线图的时间跨度也是一个重要因素。通常而言，</a:t>
            </a:r>
            <a:r>
              <a:rPr lang="en-US" altLang="zh-CN" dirty="0"/>
              <a:t>K</a:t>
            </a:r>
            <a:r>
              <a:rPr lang="zh-CN" altLang="en-US" dirty="0"/>
              <a:t>线图的时间跨度越大，意义则约为重大。</a:t>
            </a:r>
          </a:p>
          <a:p>
            <a:pPr fontAlgn="base"/>
            <a:endParaRPr lang="zh-CN" altLang="en-US" dirty="0"/>
          </a:p>
        </p:txBody>
      </p:sp>
    </p:spTree>
    <p:extLst>
      <p:ext uri="{BB962C8B-B14F-4D97-AF65-F5344CB8AC3E}">
        <p14:creationId xmlns:p14="http://schemas.microsoft.com/office/powerpoint/2010/main" val="210655519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价</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格行为基础</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777875" y="1071455"/>
            <a:ext cx="5187496" cy="2762341"/>
          </a:xfrm>
          <a:prstGeom prst="rect">
            <a:avLst/>
          </a:prstGeom>
        </p:spPr>
      </p:pic>
      <p:pic>
        <p:nvPicPr>
          <p:cNvPr id="7" name="圖片 6"/>
          <p:cNvPicPr>
            <a:picLocks noChangeAspect="1"/>
          </p:cNvPicPr>
          <p:nvPr/>
        </p:nvPicPr>
        <p:blipFill>
          <a:blip r:embed="rId3"/>
          <a:stretch>
            <a:fillRect/>
          </a:stretch>
        </p:blipFill>
        <p:spPr>
          <a:xfrm>
            <a:off x="6096635" y="1071455"/>
            <a:ext cx="5620534" cy="2762341"/>
          </a:xfrm>
          <a:prstGeom prst="rect">
            <a:avLst/>
          </a:prstGeom>
        </p:spPr>
      </p:pic>
      <p:pic>
        <p:nvPicPr>
          <p:cNvPr id="8" name="圖片 7"/>
          <p:cNvPicPr>
            <a:picLocks noChangeAspect="1"/>
          </p:cNvPicPr>
          <p:nvPr/>
        </p:nvPicPr>
        <p:blipFill>
          <a:blip r:embed="rId4"/>
          <a:stretch>
            <a:fillRect/>
          </a:stretch>
        </p:blipFill>
        <p:spPr>
          <a:xfrm>
            <a:off x="777875" y="3833796"/>
            <a:ext cx="5187496" cy="2772702"/>
          </a:xfrm>
          <a:prstGeom prst="rect">
            <a:avLst/>
          </a:prstGeom>
        </p:spPr>
      </p:pic>
      <p:pic>
        <p:nvPicPr>
          <p:cNvPr id="9" name="圖片 8"/>
          <p:cNvPicPr>
            <a:picLocks noChangeAspect="1"/>
          </p:cNvPicPr>
          <p:nvPr/>
        </p:nvPicPr>
        <p:blipFill>
          <a:blip r:embed="rId5"/>
          <a:stretch>
            <a:fillRect/>
          </a:stretch>
        </p:blipFill>
        <p:spPr>
          <a:xfrm>
            <a:off x="6096635" y="3833796"/>
            <a:ext cx="5620534" cy="2772702"/>
          </a:xfrm>
          <a:prstGeom prst="rect">
            <a:avLst/>
          </a:prstGeom>
        </p:spPr>
      </p:pic>
    </p:spTree>
    <p:extLst>
      <p:ext uri="{BB962C8B-B14F-4D97-AF65-F5344CB8AC3E}">
        <p14:creationId xmlns:p14="http://schemas.microsoft.com/office/powerpoint/2010/main" val="207143446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价</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格行为基础</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777875" y="1165225"/>
            <a:ext cx="10856775" cy="4801314"/>
          </a:xfrm>
          <a:prstGeom prst="rect">
            <a:avLst/>
          </a:prstGeom>
          <a:noFill/>
        </p:spPr>
        <p:txBody>
          <a:bodyPr wrap="square" rtlCol="0">
            <a:spAutoFit/>
          </a:bodyPr>
          <a:lstStyle/>
          <a:p>
            <a:pPr fontAlgn="base"/>
            <a:r>
              <a:rPr lang="zh-CN" altLang="en-US" dirty="0"/>
              <a:t>什么是价格行为交易？</a:t>
            </a:r>
          </a:p>
          <a:p>
            <a:pPr fontAlgn="base"/>
            <a:endParaRPr lang="zh-CN" altLang="en-US" dirty="0"/>
          </a:p>
          <a:p>
            <a:pPr fontAlgn="base"/>
            <a:r>
              <a:rPr lang="zh-CN" altLang="en-US" dirty="0"/>
              <a:t>价格行为交易的本质是通过技术分析来交易价格走势本身，而不是指从价格派生出来的指标。在价格行为交易中，我们仅仅看看日本蜡烛图、关键支撑或关键阻力、主要趋势线，以及可能一两根关键均线作为移动支撑</a:t>
            </a:r>
            <a:r>
              <a:rPr lang="en-US" altLang="zh-CN" dirty="0"/>
              <a:t>/</a:t>
            </a:r>
            <a:r>
              <a:rPr lang="zh-CN" altLang="en-US" dirty="0"/>
              <a:t>阻力，然后来定义更可能的交易方向。我们也可能包含主要枢纽点</a:t>
            </a:r>
            <a:r>
              <a:rPr lang="en-US" altLang="zh-CN" dirty="0"/>
              <a:t>(</a:t>
            </a:r>
            <a:r>
              <a:rPr lang="zh-CN" altLang="en-US" dirty="0"/>
              <a:t>轴心点</a:t>
            </a:r>
            <a:r>
              <a:rPr lang="en-US" altLang="zh-CN" dirty="0"/>
              <a:t>)</a:t>
            </a:r>
            <a:r>
              <a:rPr lang="zh-CN" altLang="en-US" dirty="0"/>
              <a:t>。我们不使用诸如</a:t>
            </a:r>
            <a:r>
              <a:rPr lang="en-US" altLang="zh-CN" dirty="0"/>
              <a:t>MACD</a:t>
            </a:r>
            <a:r>
              <a:rPr lang="zh-CN" altLang="en-US" dirty="0"/>
              <a:t>、布林带或随机指标等。</a:t>
            </a:r>
          </a:p>
          <a:p>
            <a:pPr fontAlgn="base"/>
            <a:endParaRPr lang="zh-CN" altLang="en-US" dirty="0"/>
          </a:p>
          <a:p>
            <a:pPr fontAlgn="base"/>
            <a:r>
              <a:rPr lang="zh-CN" altLang="en-US" dirty="0"/>
              <a:t>价格行为交易是交易新手学习的一个好方法。这是因为交易新手通常都会犯类似的毛病，那就是过多地依赖于指标，而不是寻求指标背后的深层信号。比如，那些只有等随机指标低于</a:t>
            </a:r>
            <a:r>
              <a:rPr lang="en-US" altLang="zh-CN" dirty="0"/>
              <a:t>30</a:t>
            </a:r>
            <a:r>
              <a:rPr lang="zh-CN" altLang="en-US" dirty="0"/>
              <a:t>才决定做多的人们，将会在随机指标刚好在</a:t>
            </a:r>
            <a:r>
              <a:rPr lang="en-US" altLang="zh-CN" dirty="0"/>
              <a:t>31</a:t>
            </a:r>
            <a:r>
              <a:rPr lang="zh-CN" altLang="en-US" dirty="0"/>
              <a:t>的时候丧失很好的入场机会，并且随机指标在</a:t>
            </a:r>
            <a:r>
              <a:rPr lang="en-US" altLang="zh-CN" dirty="0"/>
              <a:t>29</a:t>
            </a:r>
            <a:r>
              <a:rPr lang="zh-CN" altLang="en-US" dirty="0"/>
              <a:t>或者一半的时候会去做一个不值的交易。</a:t>
            </a:r>
          </a:p>
          <a:p>
            <a:pPr fontAlgn="base"/>
            <a:r>
              <a:rPr lang="zh-CN" altLang="en-US" dirty="0"/>
              <a:t>一个额外的理由是使用太多指标会使得走势图变得非常拥挤并且难以识别关键信息。</a:t>
            </a:r>
          </a:p>
          <a:p>
            <a:pPr fontAlgn="base"/>
            <a:endParaRPr lang="zh-CN" altLang="en-US" dirty="0"/>
          </a:p>
          <a:p>
            <a:pPr fontAlgn="base"/>
            <a:r>
              <a:rPr lang="zh-CN" altLang="en-US" dirty="0"/>
              <a:t>一个很好的类比是好比学开车。在我们的第一课，我们可能将注意力大幅集中在仪表盘上，而你的教练告诉你应该更关注道路，以及车子移动时候你的感觉。当你变成一个熟练的司机，你可以不用太看刻度盘就能很好地把控汽车。交易也是一样的。</a:t>
            </a:r>
          </a:p>
          <a:p>
            <a:pPr fontAlgn="base"/>
            <a:endParaRPr lang="zh-CN" altLang="en-US" dirty="0"/>
          </a:p>
        </p:txBody>
      </p:sp>
    </p:spTree>
    <p:extLst>
      <p:ext uri="{BB962C8B-B14F-4D97-AF65-F5344CB8AC3E}">
        <p14:creationId xmlns:p14="http://schemas.microsoft.com/office/powerpoint/2010/main" val="9802120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价</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格行为基础</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777875" y="1165225"/>
            <a:ext cx="10856775" cy="5632311"/>
          </a:xfrm>
          <a:prstGeom prst="rect">
            <a:avLst/>
          </a:prstGeom>
          <a:noFill/>
        </p:spPr>
        <p:txBody>
          <a:bodyPr wrap="square" rtlCol="0">
            <a:spAutoFit/>
          </a:bodyPr>
          <a:lstStyle/>
          <a:p>
            <a:pPr fontAlgn="base"/>
            <a:r>
              <a:rPr lang="zh-CN" altLang="en-US" dirty="0"/>
              <a:t>为什么价格行为交易有效</a:t>
            </a:r>
            <a:r>
              <a:rPr lang="zh-CN" altLang="en-US" dirty="0" smtClean="0"/>
              <a:t>？</a:t>
            </a:r>
            <a:endParaRPr lang="en-US" altLang="zh-CN" dirty="0" smtClean="0"/>
          </a:p>
          <a:p>
            <a:pPr fontAlgn="base"/>
            <a:endParaRPr lang="zh-CN" altLang="en-US" dirty="0"/>
          </a:p>
          <a:p>
            <a:pPr fontAlgn="base"/>
            <a:r>
              <a:rPr lang="zh-CN" altLang="en-US" dirty="0"/>
              <a:t>图表上的价格交易分析在外汇货币对的未来走势上有一定的预测效果。它之所以有效是因为价格行为通常透露出市场大买家及大卖家的行迹。这些投机者们试图掩盖其行径，但他们的目标太大了，以至于有时候他们根本掩盖不住。因此，大家的工作就是找到他们要走的方向，然后再搭个顺风车。</a:t>
            </a:r>
          </a:p>
          <a:p>
            <a:pPr fontAlgn="base"/>
            <a:endParaRPr lang="zh-CN" altLang="en-US" dirty="0"/>
          </a:p>
          <a:p>
            <a:pPr fontAlgn="base"/>
            <a:r>
              <a:rPr lang="zh-CN" altLang="en-US" dirty="0"/>
              <a:t>如何交易价格行为</a:t>
            </a:r>
            <a:r>
              <a:rPr lang="zh-CN" altLang="en-US" dirty="0" smtClean="0"/>
              <a:t>？</a:t>
            </a:r>
            <a:endParaRPr lang="zh-CN" altLang="en-US" dirty="0"/>
          </a:p>
          <a:p>
            <a:pPr fontAlgn="base"/>
            <a:r>
              <a:rPr lang="zh-CN" altLang="en-US" dirty="0"/>
              <a:t>画一条意义重大的支撑</a:t>
            </a:r>
            <a:r>
              <a:rPr lang="en-US" altLang="zh-CN" dirty="0"/>
              <a:t>/</a:t>
            </a:r>
            <a:r>
              <a:rPr lang="zh-CN" altLang="en-US" dirty="0"/>
              <a:t>阻力水平线及长期趋势线，屏幕上再加一两个关键移动均线，比如</a:t>
            </a:r>
            <a:r>
              <a:rPr lang="en-US" altLang="zh-CN" dirty="0"/>
              <a:t>20</a:t>
            </a:r>
            <a:r>
              <a:rPr lang="zh-CN" altLang="en-US" dirty="0"/>
              <a:t>日指数移动均线，</a:t>
            </a:r>
            <a:r>
              <a:rPr lang="en-US" altLang="zh-CN" dirty="0"/>
              <a:t>50</a:t>
            </a:r>
            <a:r>
              <a:rPr lang="zh-CN" altLang="en-US" dirty="0"/>
              <a:t>日简单移动均线及</a:t>
            </a:r>
            <a:r>
              <a:rPr lang="en-US" altLang="zh-CN" dirty="0"/>
              <a:t>200</a:t>
            </a:r>
            <a:r>
              <a:rPr lang="zh-CN" altLang="en-US" dirty="0"/>
              <a:t>日指数移动均线。</a:t>
            </a:r>
          </a:p>
          <a:p>
            <a:pPr fontAlgn="base"/>
            <a:endParaRPr lang="zh-CN" altLang="en-US" dirty="0"/>
          </a:p>
          <a:p>
            <a:pPr fontAlgn="base"/>
            <a:r>
              <a:rPr lang="zh-CN" altLang="en-US" dirty="0"/>
              <a:t>现在观察</a:t>
            </a:r>
            <a:r>
              <a:rPr lang="en-US" altLang="zh-CN" dirty="0"/>
              <a:t>K</a:t>
            </a:r>
            <a:r>
              <a:rPr lang="zh-CN" altLang="en-US" dirty="0"/>
              <a:t>线图构成。每根</a:t>
            </a:r>
            <a:r>
              <a:rPr lang="en-US" altLang="zh-CN" dirty="0"/>
              <a:t>K</a:t>
            </a:r>
            <a:r>
              <a:rPr lang="zh-CN" altLang="en-US" dirty="0"/>
              <a:t>线都讲述了一个故事，当每根</a:t>
            </a:r>
            <a:r>
              <a:rPr lang="en-US" altLang="zh-CN" dirty="0"/>
              <a:t>K</a:t>
            </a:r>
            <a:r>
              <a:rPr lang="zh-CN" altLang="en-US" dirty="0"/>
              <a:t>线收盘时，问问你自己</a:t>
            </a:r>
            <a:r>
              <a:rPr lang="zh-CN" altLang="en-US" dirty="0" smtClean="0"/>
              <a:t>：</a:t>
            </a:r>
            <a:endParaRPr lang="zh-CN" altLang="en-US" dirty="0"/>
          </a:p>
          <a:p>
            <a:pPr fontAlgn="base"/>
            <a:r>
              <a:rPr lang="zh-CN" altLang="en-US" dirty="0"/>
              <a:t>它是收涨还是收跌的</a:t>
            </a:r>
            <a:r>
              <a:rPr lang="zh-CN" altLang="en-US" dirty="0" smtClean="0"/>
              <a:t>？</a:t>
            </a:r>
            <a:endParaRPr lang="zh-CN" altLang="en-US" dirty="0"/>
          </a:p>
          <a:p>
            <a:pPr fontAlgn="base"/>
            <a:r>
              <a:rPr lang="zh-CN" altLang="en-US" dirty="0"/>
              <a:t>它是收盘于高点还是低点附近，或是中间水平附近</a:t>
            </a:r>
            <a:r>
              <a:rPr lang="zh-CN" altLang="en-US" dirty="0" smtClean="0"/>
              <a:t>？</a:t>
            </a:r>
            <a:endParaRPr lang="zh-CN" altLang="en-US" dirty="0"/>
          </a:p>
          <a:p>
            <a:pPr fontAlgn="base"/>
            <a:r>
              <a:rPr lang="zh-CN" altLang="en-US" dirty="0"/>
              <a:t>它是否吞没了前根蜡烛图或者前面连续多根蜡烛图</a:t>
            </a:r>
            <a:r>
              <a:rPr lang="zh-CN" altLang="en-US" dirty="0" smtClean="0"/>
              <a:t>？</a:t>
            </a:r>
            <a:endParaRPr lang="zh-CN" altLang="en-US" dirty="0"/>
          </a:p>
          <a:p>
            <a:pPr fontAlgn="base"/>
            <a:r>
              <a:rPr lang="zh-CN" altLang="en-US" dirty="0"/>
              <a:t>它是否在触碰重要支撑</a:t>
            </a:r>
            <a:r>
              <a:rPr lang="en-US" altLang="zh-CN" dirty="0"/>
              <a:t>/</a:t>
            </a:r>
            <a:r>
              <a:rPr lang="zh-CN" altLang="en-US" dirty="0"/>
              <a:t>阻力位或趋势线时形成一根长影线</a:t>
            </a:r>
            <a:r>
              <a:rPr lang="zh-CN" altLang="en-US" dirty="0" smtClean="0"/>
              <a:t>？</a:t>
            </a:r>
            <a:endParaRPr lang="zh-CN" altLang="en-US" dirty="0"/>
          </a:p>
          <a:p>
            <a:pPr fontAlgn="base"/>
            <a:r>
              <a:rPr lang="zh-CN" altLang="en-US" dirty="0"/>
              <a:t>它是很长时间内首次出现外包形态的蜡烛图吗</a:t>
            </a:r>
            <a:r>
              <a:rPr lang="zh-CN" altLang="en-US" dirty="0" smtClean="0"/>
              <a:t>？</a:t>
            </a:r>
            <a:endParaRPr lang="zh-CN" altLang="en-US" dirty="0"/>
          </a:p>
          <a:p>
            <a:pPr fontAlgn="base"/>
            <a:r>
              <a:rPr lang="zh-CN" altLang="en-US" dirty="0"/>
              <a:t>别忘记要注意观察整体图面。当蜡烛图看起来比较平滑、有序而匀称的形态时，这里面就存在一些最高可能性的高回报交易。当这些蜡烛图狂乱、有很多长影线并且到处乱窜时，那么应该完全离场观望直到平稳下来。</a:t>
            </a:r>
          </a:p>
          <a:p>
            <a:pPr fontAlgn="base"/>
            <a:endParaRPr lang="zh-CN" altLang="en-US" dirty="0"/>
          </a:p>
        </p:txBody>
      </p:sp>
    </p:spTree>
    <p:extLst>
      <p:ext uri="{BB962C8B-B14F-4D97-AF65-F5344CB8AC3E}">
        <p14:creationId xmlns:p14="http://schemas.microsoft.com/office/powerpoint/2010/main" val="383507658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支</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撑和阻力水平</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777875" y="1082675"/>
            <a:ext cx="5321173" cy="2739517"/>
          </a:xfrm>
          <a:prstGeom prst="rect">
            <a:avLst/>
          </a:prstGeom>
        </p:spPr>
      </p:pic>
      <p:pic>
        <p:nvPicPr>
          <p:cNvPr id="7" name="圖片 6"/>
          <p:cNvPicPr>
            <a:picLocks noChangeAspect="1"/>
          </p:cNvPicPr>
          <p:nvPr/>
        </p:nvPicPr>
        <p:blipFill>
          <a:blip r:embed="rId3"/>
          <a:stretch>
            <a:fillRect/>
          </a:stretch>
        </p:blipFill>
        <p:spPr>
          <a:xfrm>
            <a:off x="6336792" y="1082675"/>
            <a:ext cx="5157216" cy="2739517"/>
          </a:xfrm>
          <a:prstGeom prst="rect">
            <a:avLst/>
          </a:prstGeom>
        </p:spPr>
      </p:pic>
      <p:pic>
        <p:nvPicPr>
          <p:cNvPr id="8" name="圖片 7"/>
          <p:cNvPicPr>
            <a:picLocks noChangeAspect="1"/>
          </p:cNvPicPr>
          <p:nvPr/>
        </p:nvPicPr>
        <p:blipFill>
          <a:blip r:embed="rId4"/>
          <a:stretch>
            <a:fillRect/>
          </a:stretch>
        </p:blipFill>
        <p:spPr>
          <a:xfrm>
            <a:off x="777875" y="3886200"/>
            <a:ext cx="5309638" cy="2688336"/>
          </a:xfrm>
          <a:prstGeom prst="rect">
            <a:avLst/>
          </a:prstGeom>
        </p:spPr>
      </p:pic>
    </p:spTree>
    <p:extLst>
      <p:ext uri="{BB962C8B-B14F-4D97-AF65-F5344CB8AC3E}">
        <p14:creationId xmlns:p14="http://schemas.microsoft.com/office/powerpoint/2010/main" val="23515022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支</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撑和阻力水平</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3" name="文字方塊 2"/>
          <p:cNvSpPr txBox="1"/>
          <p:nvPr/>
        </p:nvSpPr>
        <p:spPr>
          <a:xfrm>
            <a:off x="777875" y="1165225"/>
            <a:ext cx="10856775" cy="5078313"/>
          </a:xfrm>
          <a:prstGeom prst="rect">
            <a:avLst/>
          </a:prstGeom>
          <a:noFill/>
        </p:spPr>
        <p:txBody>
          <a:bodyPr wrap="square" rtlCol="0">
            <a:spAutoFit/>
          </a:bodyPr>
          <a:lstStyle/>
          <a:p>
            <a:pPr fontAlgn="base"/>
            <a:r>
              <a:rPr lang="zh-CN" altLang="en-US" dirty="0"/>
              <a:t>高级支撑阻力理论</a:t>
            </a:r>
          </a:p>
          <a:p>
            <a:pPr fontAlgn="base"/>
            <a:endParaRPr lang="zh-CN" altLang="en-US" dirty="0"/>
          </a:p>
          <a:p>
            <a:pPr fontAlgn="base"/>
            <a:r>
              <a:rPr lang="zh-CN" altLang="en-US" dirty="0"/>
              <a:t>识别和判定支撑阻力水平是一个获利交易的首要因素</a:t>
            </a:r>
            <a:r>
              <a:rPr lang="zh-CN" altLang="en-US" dirty="0" smtClean="0"/>
              <a:t>。</a:t>
            </a:r>
            <a:endParaRPr lang="zh-CN" altLang="en-US" dirty="0"/>
          </a:p>
          <a:p>
            <a:pPr fontAlgn="base"/>
            <a:r>
              <a:rPr lang="zh-CN" altLang="en-US" dirty="0"/>
              <a:t>虽然一个可交易优势可以通过只交易动能及趋势来达到，但交易者们正确识别支撑阻力并将其结合到“支撑阻力交易策略”中，就能产生可靠性和盈利优势都更高得多的交易。</a:t>
            </a:r>
          </a:p>
          <a:p>
            <a:pPr fontAlgn="base"/>
            <a:endParaRPr lang="zh-CN" altLang="en-US" dirty="0"/>
          </a:p>
          <a:p>
            <a:pPr fontAlgn="base"/>
            <a:r>
              <a:rPr lang="zh-CN" altLang="en-US" dirty="0"/>
              <a:t>水平价格位或水平价格区</a:t>
            </a:r>
            <a:r>
              <a:rPr lang="zh-CN" altLang="en-US" dirty="0" smtClean="0"/>
              <a:t>间</a:t>
            </a:r>
            <a:endParaRPr lang="zh-CN" altLang="en-US" dirty="0"/>
          </a:p>
          <a:p>
            <a:pPr fontAlgn="base"/>
            <a:r>
              <a:rPr lang="zh-CN" altLang="en-US" dirty="0"/>
              <a:t>任何支撑阻力交易策略的黄金法则应该是水平价格位。每个人都能看的，因此不存在模棱两可的状况。</a:t>
            </a:r>
          </a:p>
          <a:p>
            <a:pPr fontAlgn="base"/>
            <a:r>
              <a:rPr lang="zh-CN" altLang="en-US" dirty="0"/>
              <a:t>寻找一个“至少两次守住价格并且自此之后没有被突破”价格水平或价格区间，每次越被广泛的价格触及，则越有效。</a:t>
            </a:r>
          </a:p>
          <a:p>
            <a:pPr fontAlgn="base"/>
            <a:endParaRPr lang="zh-CN" altLang="en-US" dirty="0"/>
          </a:p>
          <a:p>
            <a:pPr fontAlgn="base"/>
            <a:r>
              <a:rPr lang="zh-CN" altLang="en-US" dirty="0"/>
              <a:t>依据尽可能多地触及价格画线原则，创建一个高点或低点的区间。最有效的水平价格位或水平区间是那些由阻力变成的支撑，或者由支撑变成的阻力。盯紧这些价格如何变化，将会比使用移动均线或其他技术指标“更简单有效地判定一个趋势是否健康”。</a:t>
            </a:r>
          </a:p>
          <a:p>
            <a:pPr fontAlgn="base"/>
            <a:endParaRPr lang="zh-CN" altLang="en-US" dirty="0"/>
          </a:p>
          <a:p>
            <a:pPr fontAlgn="base"/>
            <a:r>
              <a:rPr lang="zh-CN" altLang="en-US" dirty="0"/>
              <a:t>比如，若阻力位被突破且之后一次又一次地变成了支撑，那么很明显这是一个健康的上行趋势。当这个过程开始逆转，这就是趋势可能正在开始发生转变的清晰信号。</a:t>
            </a:r>
          </a:p>
          <a:p>
            <a:pPr fontAlgn="base"/>
            <a:endParaRPr lang="zh-CN" altLang="en-US" dirty="0"/>
          </a:p>
        </p:txBody>
      </p:sp>
    </p:spTree>
    <p:extLst>
      <p:ext uri="{BB962C8B-B14F-4D97-AF65-F5344CB8AC3E}">
        <p14:creationId xmlns:p14="http://schemas.microsoft.com/office/powerpoint/2010/main" val="131601649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价</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格行为的交易策略</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774759" y="1082675"/>
            <a:ext cx="10682673" cy="2867533"/>
          </a:xfrm>
          <a:prstGeom prst="rect">
            <a:avLst/>
          </a:prstGeom>
        </p:spPr>
      </p:pic>
      <p:pic>
        <p:nvPicPr>
          <p:cNvPr id="7" name="圖片 6"/>
          <p:cNvPicPr>
            <a:picLocks noChangeAspect="1"/>
          </p:cNvPicPr>
          <p:nvPr/>
        </p:nvPicPr>
        <p:blipFill>
          <a:blip r:embed="rId3"/>
          <a:stretch>
            <a:fillRect/>
          </a:stretch>
        </p:blipFill>
        <p:spPr>
          <a:xfrm>
            <a:off x="670797" y="4064389"/>
            <a:ext cx="10786635" cy="2590935"/>
          </a:xfrm>
          <a:prstGeom prst="rect">
            <a:avLst/>
          </a:prstGeom>
        </p:spPr>
      </p:pic>
    </p:spTree>
    <p:extLst>
      <p:ext uri="{BB962C8B-B14F-4D97-AF65-F5344CB8AC3E}">
        <p14:creationId xmlns:p14="http://schemas.microsoft.com/office/powerpoint/2010/main" val="405978016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价</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格行为的交易策略</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872808" y="1082675"/>
            <a:ext cx="10731588" cy="2537218"/>
          </a:xfrm>
          <a:prstGeom prst="rect">
            <a:avLst/>
          </a:prstGeom>
        </p:spPr>
      </p:pic>
      <p:pic>
        <p:nvPicPr>
          <p:cNvPr id="7" name="圖片 6"/>
          <p:cNvPicPr>
            <a:picLocks noChangeAspect="1"/>
          </p:cNvPicPr>
          <p:nvPr/>
        </p:nvPicPr>
        <p:blipFill>
          <a:blip r:embed="rId3"/>
          <a:stretch>
            <a:fillRect/>
          </a:stretch>
        </p:blipFill>
        <p:spPr>
          <a:xfrm>
            <a:off x="975994" y="3837063"/>
            <a:ext cx="10628401" cy="2824575"/>
          </a:xfrm>
          <a:prstGeom prst="rect">
            <a:avLst/>
          </a:prstGeom>
        </p:spPr>
      </p:pic>
    </p:spTree>
    <p:extLst>
      <p:ext uri="{BB962C8B-B14F-4D97-AF65-F5344CB8AC3E}">
        <p14:creationId xmlns:p14="http://schemas.microsoft.com/office/powerpoint/2010/main" val="17537375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0" y="0"/>
            <a:ext cx="12253595" cy="6960235"/>
            <a:chOff x="-231" y="3934"/>
            <a:chExt cx="19297" cy="10961"/>
          </a:xfrm>
        </p:grpSpPr>
        <p:pic>
          <p:nvPicPr>
            <p:cNvPr id="17" name="图片 16"/>
            <p:cNvPicPr>
              <a:picLocks noChangeAspect="1"/>
            </p:cNvPicPr>
            <p:nvPr/>
          </p:nvPicPr>
          <p:blipFill>
            <a:blip r:embed="rId2"/>
            <a:srcRect/>
            <a:stretch>
              <a:fillRect/>
            </a:stretch>
          </p:blipFill>
          <p:spPr>
            <a:xfrm>
              <a:off x="-179" y="3934"/>
              <a:ext cx="19245" cy="10961"/>
            </a:xfrm>
            <a:prstGeom prst="rect">
              <a:avLst/>
            </a:prstGeom>
          </p:spPr>
        </p:pic>
        <p:sp>
          <p:nvSpPr>
            <p:cNvPr id="18" name="矩形 17"/>
            <p:cNvSpPr/>
            <p:nvPr/>
          </p:nvSpPr>
          <p:spPr>
            <a:xfrm>
              <a:off x="-231" y="3934"/>
              <a:ext cx="19297" cy="1096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grpSp>
        <p:nvGrpSpPr>
          <p:cNvPr id="12" name="组合 11"/>
          <p:cNvGrpSpPr/>
          <p:nvPr/>
        </p:nvGrpSpPr>
        <p:grpSpPr>
          <a:xfrm>
            <a:off x="4128135" y="2212297"/>
            <a:ext cx="3935730" cy="2433407"/>
            <a:chOff x="6738" y="4002"/>
            <a:chExt cx="5726" cy="2761"/>
          </a:xfrm>
        </p:grpSpPr>
        <p:grpSp>
          <p:nvGrpSpPr>
            <p:cNvPr id="16" name="组合 15"/>
            <p:cNvGrpSpPr/>
            <p:nvPr/>
          </p:nvGrpSpPr>
          <p:grpSpPr>
            <a:xfrm flipV="1">
              <a:off x="6990" y="5979"/>
              <a:ext cx="5220" cy="784"/>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sp>
          <p:nvSpPr>
            <p:cNvPr id="11" name="等腰三角形 10"/>
            <p:cNvSpPr/>
            <p:nvPr/>
          </p:nvSpPr>
          <p:spPr>
            <a:xfrm flipV="1">
              <a:off x="6738" y="4002"/>
              <a:ext cx="5726" cy="84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3585528" y="3123565"/>
            <a:ext cx="5020945" cy="706755"/>
          </a:xfrm>
          <a:prstGeom prst="rect">
            <a:avLst/>
          </a:prstGeom>
          <a:noFill/>
        </p:spPr>
        <p:txBody>
          <a:bodyPr wrap="square" rtlCol="0">
            <a:spAutoFit/>
          </a:bodyPr>
          <a:lstStyle/>
          <a:p>
            <a:pPr algn="ctr"/>
            <a:r>
              <a:rPr lang="zh-CN" altLang="en-US" sz="4000" dirty="0">
                <a:solidFill>
                  <a:schemeClr val="bg1"/>
                </a:solidFill>
                <a:latin typeface="思源黑体 CN Medium"/>
                <a:ea typeface="思源黑体 CN Medium"/>
                <a:cs typeface="思源黑体 CN Medium"/>
                <a:sym typeface="思源黑体 CN Medium"/>
              </a:rPr>
              <a:t>供需理论</a:t>
            </a:r>
            <a:endParaRPr lang="zh-CN" altLang="en-US" sz="4000" dirty="0">
              <a:solidFill>
                <a:schemeClr val="bg1"/>
              </a:solidFill>
              <a:latin typeface="思源黑体 CN Medium"/>
              <a:ea typeface="思源黑体 CN Medium"/>
              <a:cs typeface="思源黑体 CN Medium"/>
              <a:sym typeface="思源黑体 CN Medium"/>
            </a:endParaRPr>
          </a:p>
        </p:txBody>
      </p:sp>
      <p:sp>
        <p:nvSpPr>
          <p:cNvPr id="45" name="文本框 44"/>
          <p:cNvSpPr txBox="1"/>
          <p:nvPr/>
        </p:nvSpPr>
        <p:spPr>
          <a:xfrm>
            <a:off x="5687378" y="2212340"/>
            <a:ext cx="817245" cy="706755"/>
          </a:xfrm>
          <a:prstGeom prst="rect">
            <a:avLst/>
          </a:prstGeom>
          <a:noFill/>
        </p:spPr>
        <p:txBody>
          <a:bodyPr wrap="square" rtlCol="0">
            <a:spAutoFit/>
          </a:bodyPr>
          <a:lstStyle/>
          <a:p>
            <a:pPr algn="ctr"/>
            <a:r>
              <a:rPr lang="en-US" altLang="zh-CN" sz="4000" b="1">
                <a:solidFill>
                  <a:schemeClr val="tx1">
                    <a:lumMod val="75000"/>
                    <a:lumOff val="25000"/>
                  </a:schemeClr>
                </a:solidFill>
                <a:latin typeface="思源黑体 CN Medium"/>
                <a:ea typeface="思源黑体 CN Medium"/>
                <a:cs typeface="思源黑体 CN Medium"/>
                <a:sym typeface="思源黑体 CN Medium"/>
              </a:rPr>
              <a:t>04</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rLst="">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供求分析法专业术语</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446723" y="1082675"/>
            <a:ext cx="5707765" cy="5139124"/>
          </a:xfrm>
          <a:prstGeom prst="rect">
            <a:avLst/>
          </a:prstGeom>
        </p:spPr>
      </p:pic>
      <p:pic>
        <p:nvPicPr>
          <p:cNvPr id="20" name="圖片 19"/>
          <p:cNvPicPr>
            <a:picLocks noChangeAspect="1"/>
          </p:cNvPicPr>
          <p:nvPr/>
        </p:nvPicPr>
        <p:blipFill>
          <a:blip r:embed="rId3"/>
          <a:stretch>
            <a:fillRect/>
          </a:stretch>
        </p:blipFill>
        <p:spPr>
          <a:xfrm>
            <a:off x="6154488" y="1082675"/>
            <a:ext cx="5652959" cy="5139124"/>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供求分析</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法专业术语</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2"/>
          <a:stretch>
            <a:fillRect/>
          </a:stretch>
        </p:blipFill>
        <p:spPr>
          <a:xfrm>
            <a:off x="425582" y="1082675"/>
            <a:ext cx="6002427" cy="2756326"/>
          </a:xfrm>
          <a:prstGeom prst="rect">
            <a:avLst/>
          </a:prstGeom>
        </p:spPr>
      </p:pic>
      <p:pic>
        <p:nvPicPr>
          <p:cNvPr id="9" name="圖片 8"/>
          <p:cNvPicPr>
            <a:picLocks noChangeAspect="1"/>
          </p:cNvPicPr>
          <p:nvPr/>
        </p:nvPicPr>
        <p:blipFill>
          <a:blip r:embed="rId3"/>
          <a:stretch>
            <a:fillRect/>
          </a:stretch>
        </p:blipFill>
        <p:spPr>
          <a:xfrm>
            <a:off x="425582" y="3942316"/>
            <a:ext cx="6002427" cy="2686638"/>
          </a:xfrm>
          <a:prstGeom prst="rect">
            <a:avLst/>
          </a:prstGeom>
        </p:spPr>
      </p:pic>
      <p:sp>
        <p:nvSpPr>
          <p:cNvPr id="35" name="文字方塊 34"/>
          <p:cNvSpPr txBox="1"/>
          <p:nvPr/>
        </p:nvSpPr>
        <p:spPr>
          <a:xfrm>
            <a:off x="6738021" y="446850"/>
            <a:ext cx="5222448" cy="5909310"/>
          </a:xfrm>
          <a:prstGeom prst="rect">
            <a:avLst/>
          </a:prstGeom>
          <a:noFill/>
        </p:spPr>
        <p:txBody>
          <a:bodyPr wrap="square" rtlCol="0">
            <a:spAutoFit/>
          </a:bodyPr>
          <a:lstStyle/>
          <a:p>
            <a:pPr fontAlgn="base"/>
            <a:r>
              <a:rPr lang="zh-CN" altLang="en-US" dirty="0"/>
              <a:t>交易的三大组成部分：</a:t>
            </a:r>
            <a:r>
              <a:rPr lang="en-US" altLang="zh-CN" dirty="0"/>
              <a:t>E</a:t>
            </a:r>
            <a:r>
              <a:rPr lang="zh-CN" altLang="en-US" dirty="0"/>
              <a:t>、</a:t>
            </a:r>
            <a:r>
              <a:rPr lang="en-US" altLang="zh-CN" dirty="0"/>
              <a:t>S</a:t>
            </a:r>
            <a:r>
              <a:rPr lang="zh-CN" altLang="en-US" dirty="0"/>
              <a:t>、</a:t>
            </a:r>
            <a:r>
              <a:rPr lang="en-US" altLang="zh-CN" dirty="0"/>
              <a:t>P</a:t>
            </a:r>
            <a:r>
              <a:rPr lang="zh-CN" altLang="en-US" dirty="0"/>
              <a:t>即入场、止损、止盈。</a:t>
            </a:r>
          </a:p>
          <a:p>
            <a:pPr fontAlgn="base"/>
            <a:r>
              <a:rPr lang="zh-CN" altLang="en-US" dirty="0"/>
              <a:t>入场是指在市场中开仓</a:t>
            </a:r>
            <a:r>
              <a:rPr lang="en-US" altLang="zh-CN" dirty="0"/>
              <a:t>/</a:t>
            </a:r>
            <a:r>
              <a:rPr lang="zh-CN" altLang="en-US" dirty="0"/>
              <a:t>建仓。一个好的入场将有助于您获得更大的收益；承受更小的风险；提高交易成功几率。</a:t>
            </a:r>
          </a:p>
          <a:p>
            <a:pPr fontAlgn="base"/>
            <a:r>
              <a:rPr lang="zh-CN" altLang="en-US" dirty="0"/>
              <a:t>止损是指按事先计划好的亏损金额达到时的出场订单。止损在交易中至关重要，止损能够掌控交易中所存在的风险，截短亏损，不让一个错误的交易一直错误下去，</a:t>
            </a:r>
          </a:p>
          <a:p>
            <a:pPr fontAlgn="base"/>
            <a:r>
              <a:rPr lang="zh-CN" altLang="en-US" dirty="0"/>
              <a:t>最后请思考：我的单子止损了，这样是正常的吗？当然，做任何生意都会需要成本。拉斯维加斯的各大赌场每天都会亏钱，但亏钱本身就是他们盈利策略的一部分！</a:t>
            </a:r>
          </a:p>
          <a:p>
            <a:pPr fontAlgn="base"/>
            <a:r>
              <a:rPr lang="zh-CN" altLang="en-US" dirty="0"/>
              <a:t>止盈（获利）：是指按照事先计划好的盈利目标达到时的出场订单。获利在交易中也至关重要；获利是交易的酬报，每次交易中可以存在多个获利目标，获利目标大小，需要根据市场情况和交易计划而定。出场：是指在开仓一段时间后平仓</a:t>
            </a:r>
            <a:r>
              <a:rPr lang="en-US" altLang="zh-CN" dirty="0"/>
              <a:t>/</a:t>
            </a:r>
            <a:r>
              <a:rPr lang="zh-CN" altLang="en-US" dirty="0"/>
              <a:t>清仓。</a:t>
            </a:r>
          </a:p>
          <a:p>
            <a:pPr fontAlgn="base"/>
            <a:r>
              <a:rPr lang="zh-CN" altLang="en-US" dirty="0"/>
              <a:t>良好的出场：</a:t>
            </a:r>
          </a:p>
          <a:p>
            <a:pPr fontAlgn="base"/>
            <a:r>
              <a:rPr lang="en-US" altLang="zh-CN" dirty="0"/>
              <a:t>1.</a:t>
            </a:r>
            <a:r>
              <a:rPr lang="zh-CN" altLang="en-US" dirty="0"/>
              <a:t>事先计划好；</a:t>
            </a:r>
          </a:p>
          <a:p>
            <a:pPr fontAlgn="base"/>
            <a:r>
              <a:rPr lang="en-US" altLang="zh-CN" dirty="0"/>
              <a:t>2.</a:t>
            </a:r>
            <a:r>
              <a:rPr lang="zh-CN" altLang="en-US" dirty="0"/>
              <a:t>严格按纪律执行</a:t>
            </a:r>
            <a:r>
              <a:rPr lang="zh-CN" altLang="en-US" dirty="0" smtClean="0"/>
              <a:t>；</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图</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表和</a:t>
              </a:r>
              <a:r>
                <a:rPr lang="en-US" altLang="zh-CN" sz="2800" dirty="0" smtClean="0">
                  <a:solidFill>
                    <a:schemeClr val="tx1">
                      <a:lumMod val="75000"/>
                      <a:lumOff val="25000"/>
                    </a:schemeClr>
                  </a:solidFill>
                  <a:latin typeface="思源黑体 CN Medium"/>
                  <a:ea typeface="思源黑体 CN Medium"/>
                  <a:cs typeface="思源黑体 CN Medium"/>
                  <a:sym typeface="思源黑体 CN Medium"/>
                </a:rPr>
                <a:t>K</a:t>
              </a:r>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线</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3"/>
          <a:stretch>
            <a:fillRect/>
          </a:stretch>
        </p:blipFill>
        <p:spPr>
          <a:xfrm>
            <a:off x="615787" y="1035060"/>
            <a:ext cx="5558770" cy="2839356"/>
          </a:xfrm>
          <a:prstGeom prst="rect">
            <a:avLst/>
          </a:prstGeom>
        </p:spPr>
      </p:pic>
      <p:pic>
        <p:nvPicPr>
          <p:cNvPr id="3" name="圖片 2"/>
          <p:cNvPicPr>
            <a:picLocks noChangeAspect="1"/>
          </p:cNvPicPr>
          <p:nvPr/>
        </p:nvPicPr>
        <p:blipFill>
          <a:blip r:embed="rId4"/>
          <a:stretch>
            <a:fillRect/>
          </a:stretch>
        </p:blipFill>
        <p:spPr>
          <a:xfrm>
            <a:off x="615788" y="3932254"/>
            <a:ext cx="5558770" cy="2572241"/>
          </a:xfrm>
          <a:prstGeom prst="rect">
            <a:avLst/>
          </a:prstGeom>
        </p:spPr>
      </p:pic>
      <p:pic>
        <p:nvPicPr>
          <p:cNvPr id="7" name="圖片 6"/>
          <p:cNvPicPr>
            <a:picLocks noChangeAspect="1"/>
          </p:cNvPicPr>
          <p:nvPr/>
        </p:nvPicPr>
        <p:blipFill>
          <a:blip r:embed="rId5"/>
          <a:stretch>
            <a:fillRect/>
          </a:stretch>
        </p:blipFill>
        <p:spPr>
          <a:xfrm>
            <a:off x="6429081" y="1009313"/>
            <a:ext cx="5363852" cy="2855677"/>
          </a:xfrm>
          <a:prstGeom prst="rect">
            <a:avLst/>
          </a:prstGeom>
        </p:spPr>
      </p:pic>
      <p:pic>
        <p:nvPicPr>
          <p:cNvPr id="8" name="圖片 7"/>
          <p:cNvPicPr>
            <a:picLocks noChangeAspect="1"/>
          </p:cNvPicPr>
          <p:nvPr/>
        </p:nvPicPr>
        <p:blipFill>
          <a:blip r:embed="rId6"/>
          <a:stretch>
            <a:fillRect/>
          </a:stretch>
        </p:blipFill>
        <p:spPr>
          <a:xfrm>
            <a:off x="6444203" y="3932254"/>
            <a:ext cx="5363852" cy="2624925"/>
          </a:xfrm>
          <a:prstGeom prst="rect">
            <a:avLst/>
          </a:prstGeom>
        </p:spPr>
      </p:pic>
    </p:spTree>
    <p:extLst>
      <p:ext uri="{BB962C8B-B14F-4D97-AF65-F5344CB8AC3E}">
        <p14:creationId xmlns:p14="http://schemas.microsoft.com/office/powerpoint/2010/main" val="416810224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图</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表和</a:t>
              </a:r>
              <a:r>
                <a:rPr lang="en-US" altLang="zh-CN" sz="2800" dirty="0" smtClean="0">
                  <a:solidFill>
                    <a:schemeClr val="tx1">
                      <a:lumMod val="75000"/>
                      <a:lumOff val="25000"/>
                    </a:schemeClr>
                  </a:solidFill>
                  <a:latin typeface="思源黑体 CN Medium"/>
                  <a:ea typeface="思源黑体 CN Medium"/>
                  <a:cs typeface="思源黑体 CN Medium"/>
                  <a:sym typeface="思源黑体 CN Medium"/>
                </a:rPr>
                <a:t>K</a:t>
              </a:r>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线</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773734" y="1165225"/>
            <a:ext cx="5322901" cy="2619012"/>
          </a:xfrm>
          <a:prstGeom prst="rect">
            <a:avLst/>
          </a:prstGeom>
        </p:spPr>
      </p:pic>
      <p:pic>
        <p:nvPicPr>
          <p:cNvPr id="8" name="圖片 7"/>
          <p:cNvPicPr>
            <a:picLocks noChangeAspect="1"/>
          </p:cNvPicPr>
          <p:nvPr/>
        </p:nvPicPr>
        <p:blipFill>
          <a:blip r:embed="rId4"/>
          <a:stretch>
            <a:fillRect/>
          </a:stretch>
        </p:blipFill>
        <p:spPr>
          <a:xfrm>
            <a:off x="6363093" y="1165225"/>
            <a:ext cx="4996205" cy="2619012"/>
          </a:xfrm>
          <a:prstGeom prst="rect">
            <a:avLst/>
          </a:prstGeom>
        </p:spPr>
      </p:pic>
      <p:pic>
        <p:nvPicPr>
          <p:cNvPr id="9" name="圖片 8"/>
          <p:cNvPicPr>
            <a:picLocks noChangeAspect="1"/>
          </p:cNvPicPr>
          <p:nvPr/>
        </p:nvPicPr>
        <p:blipFill>
          <a:blip r:embed="rId5"/>
          <a:stretch>
            <a:fillRect/>
          </a:stretch>
        </p:blipFill>
        <p:spPr>
          <a:xfrm>
            <a:off x="773733" y="3996965"/>
            <a:ext cx="5353689" cy="2422689"/>
          </a:xfrm>
          <a:prstGeom prst="rect">
            <a:avLst/>
          </a:prstGeom>
        </p:spPr>
      </p:pic>
      <p:pic>
        <p:nvPicPr>
          <p:cNvPr id="10" name="圖片 9"/>
          <p:cNvPicPr>
            <a:picLocks noChangeAspect="1"/>
          </p:cNvPicPr>
          <p:nvPr/>
        </p:nvPicPr>
        <p:blipFill>
          <a:blip r:embed="rId6"/>
          <a:stretch>
            <a:fillRect/>
          </a:stretch>
        </p:blipFill>
        <p:spPr>
          <a:xfrm>
            <a:off x="6363093" y="3996965"/>
            <a:ext cx="4996205" cy="2422690"/>
          </a:xfrm>
          <a:prstGeom prst="rect">
            <a:avLst/>
          </a:prstGeom>
        </p:spPr>
      </p:pic>
    </p:spTree>
    <p:extLst>
      <p:ext uri="{BB962C8B-B14F-4D97-AF65-F5344CB8AC3E}">
        <p14:creationId xmlns:p14="http://schemas.microsoft.com/office/powerpoint/2010/main" val="36078881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供求关系</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647850" y="1082674"/>
            <a:ext cx="5385306" cy="2810595"/>
          </a:xfrm>
          <a:prstGeom prst="rect">
            <a:avLst/>
          </a:prstGeom>
        </p:spPr>
      </p:pic>
      <p:pic>
        <p:nvPicPr>
          <p:cNvPr id="8" name="圖片 7"/>
          <p:cNvPicPr>
            <a:picLocks noChangeAspect="1"/>
          </p:cNvPicPr>
          <p:nvPr/>
        </p:nvPicPr>
        <p:blipFill>
          <a:blip r:embed="rId4"/>
          <a:stretch>
            <a:fillRect/>
          </a:stretch>
        </p:blipFill>
        <p:spPr>
          <a:xfrm>
            <a:off x="6191906" y="1082674"/>
            <a:ext cx="5412489" cy="2810595"/>
          </a:xfrm>
          <a:prstGeom prst="rect">
            <a:avLst/>
          </a:prstGeom>
        </p:spPr>
      </p:pic>
      <p:pic>
        <p:nvPicPr>
          <p:cNvPr id="9" name="圖片 8"/>
          <p:cNvPicPr>
            <a:picLocks noChangeAspect="1"/>
          </p:cNvPicPr>
          <p:nvPr/>
        </p:nvPicPr>
        <p:blipFill>
          <a:blip r:embed="rId5"/>
          <a:stretch>
            <a:fillRect/>
          </a:stretch>
        </p:blipFill>
        <p:spPr>
          <a:xfrm>
            <a:off x="647850" y="4110437"/>
            <a:ext cx="5385306" cy="2469471"/>
          </a:xfrm>
          <a:prstGeom prst="rect">
            <a:avLst/>
          </a:prstGeom>
        </p:spPr>
      </p:pic>
      <p:pic>
        <p:nvPicPr>
          <p:cNvPr id="10" name="圖片 9"/>
          <p:cNvPicPr>
            <a:picLocks noChangeAspect="1"/>
          </p:cNvPicPr>
          <p:nvPr/>
        </p:nvPicPr>
        <p:blipFill>
          <a:blip r:embed="rId6"/>
          <a:stretch>
            <a:fillRect/>
          </a:stretch>
        </p:blipFill>
        <p:spPr>
          <a:xfrm>
            <a:off x="6228839" y="4048241"/>
            <a:ext cx="5375556" cy="2531667"/>
          </a:xfrm>
          <a:prstGeom prst="rect">
            <a:avLst/>
          </a:prstGeom>
        </p:spPr>
      </p:pic>
    </p:spTree>
    <p:extLst>
      <p:ext uri="{BB962C8B-B14F-4D97-AF65-F5344CB8AC3E}">
        <p14:creationId xmlns:p14="http://schemas.microsoft.com/office/powerpoint/2010/main" val="125300066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4121785" cy="521970"/>
            <a:chOff x="1225" y="541"/>
            <a:chExt cx="6491" cy="822"/>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2"/>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供求关系</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558316" y="1082676"/>
            <a:ext cx="5521973" cy="2678620"/>
          </a:xfrm>
          <a:prstGeom prst="rect">
            <a:avLst/>
          </a:prstGeom>
        </p:spPr>
      </p:pic>
      <p:pic>
        <p:nvPicPr>
          <p:cNvPr id="8" name="圖片 7"/>
          <p:cNvPicPr>
            <a:picLocks noChangeAspect="1"/>
          </p:cNvPicPr>
          <p:nvPr/>
        </p:nvPicPr>
        <p:blipFill>
          <a:blip r:embed="rId4"/>
          <a:stretch>
            <a:fillRect/>
          </a:stretch>
        </p:blipFill>
        <p:spPr>
          <a:xfrm>
            <a:off x="558316" y="3907473"/>
            <a:ext cx="5521973" cy="2678620"/>
          </a:xfrm>
          <a:prstGeom prst="rect">
            <a:avLst/>
          </a:prstGeom>
        </p:spPr>
      </p:pic>
      <p:pic>
        <p:nvPicPr>
          <p:cNvPr id="9" name="圖片 8"/>
          <p:cNvPicPr>
            <a:picLocks noChangeAspect="1"/>
          </p:cNvPicPr>
          <p:nvPr/>
        </p:nvPicPr>
        <p:blipFill>
          <a:blip r:embed="rId5"/>
          <a:stretch>
            <a:fillRect/>
          </a:stretch>
        </p:blipFill>
        <p:spPr>
          <a:xfrm>
            <a:off x="6213497" y="3907473"/>
            <a:ext cx="5353192" cy="2678620"/>
          </a:xfrm>
          <a:prstGeom prst="rect">
            <a:avLst/>
          </a:prstGeom>
        </p:spPr>
      </p:pic>
      <p:pic>
        <p:nvPicPr>
          <p:cNvPr id="10" name="圖片 9"/>
          <p:cNvPicPr>
            <a:picLocks noChangeAspect="1"/>
          </p:cNvPicPr>
          <p:nvPr/>
        </p:nvPicPr>
        <p:blipFill>
          <a:blip r:embed="rId6"/>
          <a:stretch>
            <a:fillRect/>
          </a:stretch>
        </p:blipFill>
        <p:spPr>
          <a:xfrm>
            <a:off x="6213497" y="1082676"/>
            <a:ext cx="5353192" cy="2678620"/>
          </a:xfrm>
          <a:prstGeom prst="rect">
            <a:avLst/>
          </a:prstGeom>
        </p:spPr>
      </p:pic>
    </p:spTree>
    <p:extLst>
      <p:ext uri="{BB962C8B-B14F-4D97-AF65-F5344CB8AC3E}">
        <p14:creationId xmlns:p14="http://schemas.microsoft.com/office/powerpoint/2010/main" val="15331874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066744"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掌握位置分析的步骤和方法</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615788" y="1297940"/>
            <a:ext cx="5558770" cy="2631006"/>
          </a:xfrm>
          <a:prstGeom prst="rect">
            <a:avLst/>
          </a:prstGeom>
        </p:spPr>
      </p:pic>
      <p:pic>
        <p:nvPicPr>
          <p:cNvPr id="8" name="圖片 7"/>
          <p:cNvPicPr>
            <a:picLocks noChangeAspect="1"/>
          </p:cNvPicPr>
          <p:nvPr/>
        </p:nvPicPr>
        <p:blipFill>
          <a:blip r:embed="rId4"/>
          <a:stretch>
            <a:fillRect/>
          </a:stretch>
        </p:blipFill>
        <p:spPr>
          <a:xfrm>
            <a:off x="615788" y="4014866"/>
            <a:ext cx="5558770" cy="2631484"/>
          </a:xfrm>
          <a:prstGeom prst="rect">
            <a:avLst/>
          </a:prstGeom>
        </p:spPr>
      </p:pic>
      <p:pic>
        <p:nvPicPr>
          <p:cNvPr id="9" name="圖片 8"/>
          <p:cNvPicPr>
            <a:picLocks noChangeAspect="1"/>
          </p:cNvPicPr>
          <p:nvPr/>
        </p:nvPicPr>
        <p:blipFill>
          <a:blip r:embed="rId5"/>
          <a:stretch>
            <a:fillRect/>
          </a:stretch>
        </p:blipFill>
        <p:spPr>
          <a:xfrm>
            <a:off x="6250246" y="1297941"/>
            <a:ext cx="5636953" cy="2641806"/>
          </a:xfrm>
          <a:prstGeom prst="rect">
            <a:avLst/>
          </a:prstGeom>
        </p:spPr>
      </p:pic>
      <p:pic>
        <p:nvPicPr>
          <p:cNvPr id="10" name="圖片 9"/>
          <p:cNvPicPr>
            <a:picLocks noChangeAspect="1"/>
          </p:cNvPicPr>
          <p:nvPr/>
        </p:nvPicPr>
        <p:blipFill>
          <a:blip r:embed="rId6"/>
          <a:stretch>
            <a:fillRect/>
          </a:stretch>
        </p:blipFill>
        <p:spPr>
          <a:xfrm>
            <a:off x="6250246" y="4014866"/>
            <a:ext cx="5636953" cy="2631484"/>
          </a:xfrm>
          <a:prstGeom prst="rect">
            <a:avLst/>
          </a:prstGeom>
        </p:spPr>
      </p:pic>
    </p:spTree>
    <p:extLst>
      <p:ext uri="{BB962C8B-B14F-4D97-AF65-F5344CB8AC3E}">
        <p14:creationId xmlns:p14="http://schemas.microsoft.com/office/powerpoint/2010/main" val="111025313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396682"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掌握位置分析的步骤和方法</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615787" y="1042295"/>
            <a:ext cx="5558769" cy="2662184"/>
          </a:xfrm>
          <a:prstGeom prst="rect">
            <a:avLst/>
          </a:prstGeom>
        </p:spPr>
      </p:pic>
      <p:pic>
        <p:nvPicPr>
          <p:cNvPr id="8" name="圖片 7"/>
          <p:cNvPicPr>
            <a:picLocks noChangeAspect="1"/>
          </p:cNvPicPr>
          <p:nvPr/>
        </p:nvPicPr>
        <p:blipFill>
          <a:blip r:embed="rId4"/>
          <a:stretch>
            <a:fillRect/>
          </a:stretch>
        </p:blipFill>
        <p:spPr>
          <a:xfrm>
            <a:off x="615786" y="3816137"/>
            <a:ext cx="5558769" cy="2804474"/>
          </a:xfrm>
          <a:prstGeom prst="rect">
            <a:avLst/>
          </a:prstGeom>
        </p:spPr>
      </p:pic>
      <p:pic>
        <p:nvPicPr>
          <p:cNvPr id="10" name="圖片 9"/>
          <p:cNvPicPr>
            <a:picLocks noChangeAspect="1"/>
          </p:cNvPicPr>
          <p:nvPr/>
        </p:nvPicPr>
        <p:blipFill>
          <a:blip r:embed="rId5"/>
          <a:stretch>
            <a:fillRect/>
          </a:stretch>
        </p:blipFill>
        <p:spPr>
          <a:xfrm>
            <a:off x="6313592" y="1042295"/>
            <a:ext cx="5625070" cy="2662184"/>
          </a:xfrm>
          <a:prstGeom prst="rect">
            <a:avLst/>
          </a:prstGeom>
        </p:spPr>
      </p:pic>
      <p:pic>
        <p:nvPicPr>
          <p:cNvPr id="12" name="圖片 11"/>
          <p:cNvPicPr>
            <a:picLocks noChangeAspect="1"/>
          </p:cNvPicPr>
          <p:nvPr/>
        </p:nvPicPr>
        <p:blipFill>
          <a:blip r:embed="rId6"/>
          <a:stretch>
            <a:fillRect/>
          </a:stretch>
        </p:blipFill>
        <p:spPr>
          <a:xfrm>
            <a:off x="6313593" y="3816137"/>
            <a:ext cx="5625070" cy="2804474"/>
          </a:xfrm>
          <a:prstGeom prst="rect">
            <a:avLst/>
          </a:prstGeom>
        </p:spPr>
      </p:pic>
    </p:spTree>
    <p:extLst>
      <p:ext uri="{BB962C8B-B14F-4D97-AF65-F5344CB8AC3E}">
        <p14:creationId xmlns:p14="http://schemas.microsoft.com/office/powerpoint/2010/main" val="350783617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396682"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趋</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势分析及多重时间周期详解</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615788" y="1054446"/>
            <a:ext cx="5558769" cy="2703054"/>
          </a:xfrm>
          <a:prstGeom prst="rect">
            <a:avLst/>
          </a:prstGeom>
        </p:spPr>
      </p:pic>
      <p:pic>
        <p:nvPicPr>
          <p:cNvPr id="8" name="圖片 7"/>
          <p:cNvPicPr>
            <a:picLocks noChangeAspect="1"/>
          </p:cNvPicPr>
          <p:nvPr/>
        </p:nvPicPr>
        <p:blipFill>
          <a:blip r:embed="rId4"/>
          <a:stretch>
            <a:fillRect/>
          </a:stretch>
        </p:blipFill>
        <p:spPr>
          <a:xfrm>
            <a:off x="615787" y="3900724"/>
            <a:ext cx="5558769" cy="2688612"/>
          </a:xfrm>
          <a:prstGeom prst="rect">
            <a:avLst/>
          </a:prstGeom>
        </p:spPr>
      </p:pic>
      <p:pic>
        <p:nvPicPr>
          <p:cNvPr id="9" name="圖片 8"/>
          <p:cNvPicPr>
            <a:picLocks noChangeAspect="1"/>
          </p:cNvPicPr>
          <p:nvPr/>
        </p:nvPicPr>
        <p:blipFill>
          <a:blip r:embed="rId5"/>
          <a:stretch>
            <a:fillRect/>
          </a:stretch>
        </p:blipFill>
        <p:spPr>
          <a:xfrm>
            <a:off x="6289060" y="1054446"/>
            <a:ext cx="5485019" cy="2703054"/>
          </a:xfrm>
          <a:prstGeom prst="rect">
            <a:avLst/>
          </a:prstGeom>
        </p:spPr>
      </p:pic>
    </p:spTree>
    <p:extLst>
      <p:ext uri="{BB962C8B-B14F-4D97-AF65-F5344CB8AC3E}">
        <p14:creationId xmlns:p14="http://schemas.microsoft.com/office/powerpoint/2010/main" val="37928908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594645" cy="954405"/>
            <a:chOff x="1225" y="541"/>
            <a:chExt cx="6491" cy="1503"/>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1503"/>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趋</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势分析及多重时间周期详解</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7" name="圖片 6"/>
          <p:cNvPicPr>
            <a:picLocks noChangeAspect="1"/>
          </p:cNvPicPr>
          <p:nvPr/>
        </p:nvPicPr>
        <p:blipFill>
          <a:blip r:embed="rId3"/>
          <a:stretch>
            <a:fillRect/>
          </a:stretch>
        </p:blipFill>
        <p:spPr>
          <a:xfrm>
            <a:off x="626394" y="923097"/>
            <a:ext cx="11222016" cy="5317447"/>
          </a:xfrm>
          <a:prstGeom prst="rect">
            <a:avLst/>
          </a:prstGeom>
        </p:spPr>
      </p:pic>
    </p:spTree>
    <p:extLst>
      <p:ext uri="{BB962C8B-B14F-4D97-AF65-F5344CB8AC3E}">
        <p14:creationId xmlns:p14="http://schemas.microsoft.com/office/powerpoint/2010/main" val="165461125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594645" cy="523240"/>
            <a:chOff x="1225" y="541"/>
            <a:chExt cx="6491" cy="824"/>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4"/>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优</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化打分系统</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3"/>
          <a:stretch>
            <a:fillRect/>
          </a:stretch>
        </p:blipFill>
        <p:spPr>
          <a:xfrm>
            <a:off x="697583" y="957709"/>
            <a:ext cx="10963373" cy="2982695"/>
          </a:xfrm>
          <a:prstGeom prst="rect">
            <a:avLst/>
          </a:prstGeom>
        </p:spPr>
      </p:pic>
      <p:pic>
        <p:nvPicPr>
          <p:cNvPr id="3" name="圖片 2"/>
          <p:cNvPicPr>
            <a:picLocks noChangeAspect="1"/>
          </p:cNvPicPr>
          <p:nvPr/>
        </p:nvPicPr>
        <p:blipFill>
          <a:blip r:embed="rId4"/>
          <a:stretch>
            <a:fillRect/>
          </a:stretch>
        </p:blipFill>
        <p:spPr>
          <a:xfrm>
            <a:off x="703263" y="4031338"/>
            <a:ext cx="10957693" cy="2562216"/>
          </a:xfrm>
          <a:prstGeom prst="rect">
            <a:avLst/>
          </a:prstGeom>
        </p:spPr>
      </p:pic>
    </p:spTree>
    <p:extLst>
      <p:ext uri="{BB962C8B-B14F-4D97-AF65-F5344CB8AC3E}">
        <p14:creationId xmlns:p14="http://schemas.microsoft.com/office/powerpoint/2010/main" val="5410461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594645" cy="523240"/>
            <a:chOff x="1225" y="541"/>
            <a:chExt cx="6491" cy="824"/>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4"/>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优</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化打分系统</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3"/>
          <a:stretch>
            <a:fillRect/>
          </a:stretch>
        </p:blipFill>
        <p:spPr>
          <a:xfrm>
            <a:off x="683750" y="957710"/>
            <a:ext cx="11069595" cy="2954414"/>
          </a:xfrm>
          <a:prstGeom prst="rect">
            <a:avLst/>
          </a:prstGeom>
        </p:spPr>
      </p:pic>
      <p:pic>
        <p:nvPicPr>
          <p:cNvPr id="3" name="圖片 2"/>
          <p:cNvPicPr>
            <a:picLocks noChangeAspect="1"/>
          </p:cNvPicPr>
          <p:nvPr/>
        </p:nvPicPr>
        <p:blipFill>
          <a:blip r:embed="rId4"/>
          <a:stretch>
            <a:fillRect/>
          </a:stretch>
        </p:blipFill>
        <p:spPr>
          <a:xfrm>
            <a:off x="661229" y="4003059"/>
            <a:ext cx="10869542" cy="2539143"/>
          </a:xfrm>
          <a:prstGeom prst="rect">
            <a:avLst/>
          </a:prstGeom>
        </p:spPr>
      </p:pic>
    </p:spTree>
    <p:extLst>
      <p:ext uri="{BB962C8B-B14F-4D97-AF65-F5344CB8AC3E}">
        <p14:creationId xmlns:p14="http://schemas.microsoft.com/office/powerpoint/2010/main" val="45688971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77875" y="343535"/>
            <a:ext cx="5594645" cy="523240"/>
            <a:chOff x="1225" y="541"/>
            <a:chExt cx="6491" cy="824"/>
          </a:xfrm>
        </p:grpSpPr>
        <p:grpSp>
          <p:nvGrpSpPr>
            <p:cNvPr id="5" name="组合 4"/>
            <p:cNvGrpSpPr/>
            <p:nvPr/>
          </p:nvGrpSpPr>
          <p:grpSpPr>
            <a:xfrm rot="5400000" flipH="1">
              <a:off x="1138" y="758"/>
              <a:ext cx="562" cy="388"/>
              <a:chOff x="1041" y="691"/>
              <a:chExt cx="755" cy="388"/>
            </a:xfrm>
          </p:grpSpPr>
          <p:grpSp>
            <p:nvGrpSpPr>
              <p:cNvPr id="16" name="组合 15"/>
              <p:cNvGrpSpPr/>
              <p:nvPr/>
            </p:nvGrpSpPr>
            <p:grpSpPr>
              <a:xfrm>
                <a:off x="1041" y="691"/>
                <a:ext cx="755" cy="326"/>
                <a:chOff x="0" y="1420"/>
                <a:chExt cx="19490" cy="1461"/>
              </a:xfrm>
            </p:grpSpPr>
            <p:cxnSp>
              <p:nvCxnSpPr>
                <p:cNvPr id="14" name="直接连接符 13"/>
                <p:cNvCxnSpPr/>
                <p:nvPr/>
              </p:nvCxnSpPr>
              <p:spPr>
                <a:xfrm flipH="1">
                  <a:off x="0"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44" y="1420"/>
                  <a:ext cx="9946" cy="146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 name="等腰三角形 3"/>
              <p:cNvSpPr/>
              <p:nvPr/>
            </p:nvSpPr>
            <p:spPr>
              <a:xfrm>
                <a:off x="1048" y="780"/>
                <a:ext cx="737" cy="299"/>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46" name="文本框 45"/>
            <p:cNvSpPr txBox="1"/>
            <p:nvPr/>
          </p:nvSpPr>
          <p:spPr>
            <a:xfrm>
              <a:off x="1537" y="541"/>
              <a:ext cx="6179" cy="824"/>
            </a:xfrm>
            <a:prstGeom prst="rect">
              <a:avLst/>
            </a:prstGeom>
            <a:noFill/>
          </p:spPr>
          <p:txBody>
            <a:bodyPr wrap="square" rtlCol="0">
              <a:spAutoFit/>
            </a:bodyPr>
            <a:lstStyle/>
            <a:p>
              <a:r>
                <a:rPr lang="zh-CN" altLang="en-US" sz="2800" dirty="0">
                  <a:solidFill>
                    <a:schemeClr val="tx1">
                      <a:lumMod val="75000"/>
                      <a:lumOff val="25000"/>
                    </a:schemeClr>
                  </a:solidFill>
                  <a:latin typeface="思源黑体 CN Medium"/>
                  <a:ea typeface="思源黑体 CN Medium"/>
                  <a:cs typeface="思源黑体 CN Medium"/>
                  <a:sym typeface="思源黑体 CN Medium"/>
                </a:rPr>
                <a:t>优</a:t>
              </a:r>
              <a:r>
                <a:rPr lang="zh-CN" altLang="en-US" sz="2800" dirty="0" smtClean="0">
                  <a:solidFill>
                    <a:schemeClr val="tx1">
                      <a:lumMod val="75000"/>
                      <a:lumOff val="25000"/>
                    </a:schemeClr>
                  </a:solidFill>
                  <a:latin typeface="思源黑体 CN Medium"/>
                  <a:ea typeface="思源黑体 CN Medium"/>
                  <a:cs typeface="思源黑体 CN Medium"/>
                  <a:sym typeface="思源黑体 CN Medium"/>
                </a:rPr>
                <a:t>化打分系统</a:t>
              </a:r>
              <a:endParaRPr lang="zh-CN" altLang="en-US" sz="2800" dirty="0">
                <a:solidFill>
                  <a:schemeClr val="tx1">
                    <a:lumMod val="75000"/>
                    <a:lumOff val="25000"/>
                  </a:schemeClr>
                </a:solidFill>
                <a:latin typeface="思源黑体 CN Medium"/>
                <a:ea typeface="思源黑体 CN Medium"/>
                <a:cs typeface="思源黑体 CN Medium"/>
                <a:sym typeface="思源黑体 CN Medium"/>
              </a:endParaRPr>
            </a:p>
          </p:txBody>
        </p:sp>
      </p:grpSp>
      <p:sp>
        <p:nvSpPr>
          <p:cNvPr id="11" name="矩形 10"/>
          <p:cNvSpPr/>
          <p:nvPr/>
        </p:nvSpPr>
        <p:spPr>
          <a:xfrm>
            <a:off x="115570" y="126365"/>
            <a:ext cx="11962130" cy="6605905"/>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pic>
        <p:nvPicPr>
          <p:cNvPr id="2" name="圖片 1"/>
          <p:cNvPicPr>
            <a:picLocks noChangeAspect="1"/>
          </p:cNvPicPr>
          <p:nvPr/>
        </p:nvPicPr>
        <p:blipFill>
          <a:blip r:embed="rId3"/>
          <a:stretch>
            <a:fillRect/>
          </a:stretch>
        </p:blipFill>
        <p:spPr>
          <a:xfrm>
            <a:off x="777875" y="3932961"/>
            <a:ext cx="9564152" cy="2684655"/>
          </a:xfrm>
          <a:prstGeom prst="rect">
            <a:avLst/>
          </a:prstGeom>
        </p:spPr>
      </p:pic>
      <p:pic>
        <p:nvPicPr>
          <p:cNvPr id="3" name="圖片 2"/>
          <p:cNvPicPr>
            <a:picLocks noChangeAspect="1"/>
          </p:cNvPicPr>
          <p:nvPr/>
        </p:nvPicPr>
        <p:blipFill>
          <a:blip r:embed="rId4"/>
          <a:stretch>
            <a:fillRect/>
          </a:stretch>
        </p:blipFill>
        <p:spPr>
          <a:xfrm>
            <a:off x="787119" y="1083945"/>
            <a:ext cx="9554908" cy="2764695"/>
          </a:xfrm>
          <a:prstGeom prst="rect">
            <a:avLst/>
          </a:prstGeom>
        </p:spPr>
      </p:pic>
    </p:spTree>
    <p:extLst>
      <p:ext uri="{BB962C8B-B14F-4D97-AF65-F5344CB8AC3E}">
        <p14:creationId xmlns:p14="http://schemas.microsoft.com/office/powerpoint/2010/main" val="419763402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3660" y="-43180"/>
            <a:ext cx="12253595" cy="6915785"/>
            <a:chOff x="-295" y="3866"/>
            <a:chExt cx="19297" cy="10891"/>
          </a:xfrm>
        </p:grpSpPr>
        <p:pic>
          <p:nvPicPr>
            <p:cNvPr id="24" name="图片 23"/>
            <p:cNvPicPr>
              <a:picLocks noChangeAspect="1"/>
            </p:cNvPicPr>
            <p:nvPr/>
          </p:nvPicPr>
          <p:blipFill>
            <a:blip r:embed="rId3"/>
            <a:srcRect/>
            <a:stretch>
              <a:fillRect/>
            </a:stretch>
          </p:blipFill>
          <p:spPr>
            <a:xfrm>
              <a:off x="-160" y="3919"/>
              <a:ext cx="19162" cy="10831"/>
            </a:xfrm>
            <a:prstGeom prst="rect">
              <a:avLst/>
            </a:prstGeom>
          </p:spPr>
        </p:pic>
        <p:sp>
          <p:nvSpPr>
            <p:cNvPr id="25" name="矩形 24"/>
            <p:cNvSpPr/>
            <p:nvPr/>
          </p:nvSpPr>
          <p:spPr>
            <a:xfrm>
              <a:off x="-295" y="3866"/>
              <a:ext cx="19297" cy="10891"/>
            </a:xfrm>
            <a:prstGeom prst="rect">
              <a:avLst/>
            </a:prstGeom>
            <a:solidFill>
              <a:schemeClr val="tx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sp>
        <p:nvSpPr>
          <p:cNvPr id="9" name="等腰三角形 8"/>
          <p:cNvSpPr/>
          <p:nvPr/>
        </p:nvSpPr>
        <p:spPr>
          <a:xfrm>
            <a:off x="12000" y="5949950"/>
            <a:ext cx="12168000" cy="9080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grpSp>
        <p:nvGrpSpPr>
          <p:cNvPr id="16" name="组合 15"/>
          <p:cNvGrpSpPr/>
          <p:nvPr/>
        </p:nvGrpSpPr>
        <p:grpSpPr>
          <a:xfrm flipV="1">
            <a:off x="2482850" y="-43180"/>
            <a:ext cx="7226935" cy="530860"/>
            <a:chOff x="0" y="1420"/>
            <a:chExt cx="19877" cy="1460"/>
          </a:xfrm>
        </p:grpSpPr>
        <p:cxnSp>
          <p:nvCxnSpPr>
            <p:cNvPr id="14" name="直接连接符 13"/>
            <p:cNvCxnSpPr/>
            <p:nvPr/>
          </p:nvCxnSpPr>
          <p:spPr>
            <a:xfrm flipH="1">
              <a:off x="0" y="1420"/>
              <a:ext cx="9946" cy="1461"/>
            </a:xfrm>
            <a:prstGeom prst="line">
              <a:avLst/>
            </a:prstGeom>
            <a:ln w="12700">
              <a:solidFill>
                <a:srgbClr val="BACBDB"/>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931" y="1420"/>
              <a:ext cx="9946" cy="1461"/>
            </a:xfrm>
            <a:prstGeom prst="line">
              <a:avLst/>
            </a:prstGeom>
            <a:ln w="12700">
              <a:solidFill>
                <a:srgbClr val="C5B6A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559560" y="1751965"/>
            <a:ext cx="9073515" cy="2925445"/>
            <a:chOff x="2456" y="2759"/>
            <a:chExt cx="14289" cy="4607"/>
          </a:xfrm>
        </p:grpSpPr>
        <p:sp>
          <p:nvSpPr>
            <p:cNvPr id="10" name="文本框 9"/>
            <p:cNvSpPr txBox="1"/>
            <p:nvPr/>
          </p:nvSpPr>
          <p:spPr>
            <a:xfrm>
              <a:off x="2456" y="3488"/>
              <a:ext cx="14289" cy="1888"/>
            </a:xfrm>
            <a:prstGeom prst="rect">
              <a:avLst/>
            </a:prstGeom>
            <a:noFill/>
          </p:spPr>
          <p:txBody>
            <a:bodyPr wrap="square" rtlCol="0">
              <a:spAutoFit/>
            </a:bodyPr>
            <a:lstStyle/>
            <a:p>
              <a:pPr algn="ctr"/>
              <a:r>
                <a:rPr lang="zh-CN" sz="7200" b="1">
                  <a:solidFill>
                    <a:schemeClr val="bg1"/>
                  </a:solidFill>
                  <a:latin typeface="思源黑体 CN Medium"/>
                  <a:ea typeface="思源黑体 CN Medium"/>
                  <a:cs typeface="思源黑体 CN Medium"/>
                  <a:sym typeface="思源黑体 CN Medium"/>
                </a:rPr>
                <a:t>感谢您的观看与聆听</a:t>
              </a:r>
              <a:endParaRPr lang="zh-CN" sz="7200">
                <a:solidFill>
                  <a:schemeClr val="bg1"/>
                </a:solidFill>
                <a:latin typeface="思源黑体 CN Medium"/>
                <a:ea typeface="思源黑体 CN Medium"/>
                <a:cs typeface="思源黑体 CN Medium"/>
                <a:sym typeface="思源黑体 CN Medium"/>
              </a:endParaRPr>
            </a:p>
          </p:txBody>
        </p:sp>
        <p:sp>
          <p:nvSpPr>
            <p:cNvPr id="12" name="文本框 11"/>
            <p:cNvSpPr txBox="1"/>
            <p:nvPr/>
          </p:nvSpPr>
          <p:spPr>
            <a:xfrm>
              <a:off x="4615" y="5561"/>
              <a:ext cx="9971" cy="628"/>
            </a:xfrm>
            <a:prstGeom prst="rect">
              <a:avLst/>
            </a:prstGeom>
            <a:noFill/>
          </p:spPr>
          <p:txBody>
            <a:bodyPr wrap="square" rtlCol="0">
              <a:spAutoFit/>
            </a:bodyPr>
            <a:lstStyle/>
            <a:p>
              <a:pPr algn="dist"/>
              <a:r>
                <a:rPr lang="en-US" altLang="zh-CN" sz="2000">
                  <a:solidFill>
                    <a:schemeClr val="bg1"/>
                  </a:solidFill>
                  <a:latin typeface="思源黑体 CN Medium"/>
                  <a:ea typeface="思源黑体 CN Medium"/>
                  <a:cs typeface="思源黑体 CN Medium"/>
                  <a:sym typeface="思源黑体 CN Medium"/>
                </a:rPr>
                <a:t>THANK YOU FOR WATCHING AND LISTENING</a:t>
              </a:r>
            </a:p>
          </p:txBody>
        </p:sp>
        <p:sp>
          <p:nvSpPr>
            <p:cNvPr id="35" name="文本框 16"/>
            <p:cNvSpPr txBox="1">
              <a:spLocks noChangeArrowheads="1"/>
            </p:cNvSpPr>
            <p:nvPr/>
          </p:nvSpPr>
          <p:spPr>
            <a:xfrm>
              <a:off x="4275" y="2759"/>
              <a:ext cx="10651"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eaLnBrk="1" hangingPunct="1">
                <a:lnSpc>
                  <a:spcPct val="100000"/>
                </a:lnSpc>
                <a:spcBef>
                  <a:spcPct val="0"/>
                </a:spcBef>
                <a:buFontTx/>
                <a:buNone/>
              </a:pPr>
              <a:r>
                <a:rPr lang="zh-CN" altLang="en-US">
                  <a:solidFill>
                    <a:schemeClr val="bg1"/>
                  </a:solidFill>
                  <a:latin typeface="思源黑体 CN Medium"/>
                  <a:ea typeface="思源黑体 CN Medium"/>
                  <a:cs typeface="思源黑体 CN Medium"/>
                  <a:sym typeface="思源黑体 CN Medium"/>
                </a:rPr>
                <a:t>工作总结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年终总结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工作计划 </a:t>
              </a:r>
              <a:r>
                <a:rPr lang="en-US" altLang="zh-CN">
                  <a:solidFill>
                    <a:schemeClr val="bg1"/>
                  </a:solidFill>
                  <a:latin typeface="思源黑体 CN Medium"/>
                  <a:ea typeface="思源黑体 CN Medium"/>
                  <a:cs typeface="思源黑体 CN Medium"/>
                  <a:sym typeface="思源黑体 CN Medium"/>
                </a:rPr>
                <a:t>/ </a:t>
              </a:r>
              <a:r>
                <a:rPr lang="zh-CN" altLang="en-US">
                  <a:solidFill>
                    <a:schemeClr val="bg1"/>
                  </a:solidFill>
                  <a:latin typeface="思源黑体 CN Medium"/>
                  <a:ea typeface="思源黑体 CN Medium"/>
                  <a:cs typeface="思源黑体 CN Medium"/>
                  <a:sym typeface="思源黑体 CN Medium"/>
                </a:rPr>
                <a:t>商务汇报 </a:t>
              </a:r>
            </a:p>
          </p:txBody>
        </p:sp>
        <p:grpSp>
          <p:nvGrpSpPr>
            <p:cNvPr id="19" name="组合 18"/>
            <p:cNvGrpSpPr/>
            <p:nvPr/>
          </p:nvGrpSpPr>
          <p:grpSpPr>
            <a:xfrm>
              <a:off x="8268" y="6786"/>
              <a:ext cx="2664" cy="580"/>
              <a:chOff x="8369" y="2021"/>
              <a:chExt cx="2664" cy="580"/>
            </a:xfrm>
          </p:grpSpPr>
          <p:sp>
            <p:nvSpPr>
              <p:cNvPr id="17" name="矩形 16"/>
              <p:cNvSpPr/>
              <p:nvPr/>
            </p:nvSpPr>
            <p:spPr>
              <a:xfrm>
                <a:off x="8369" y="2056"/>
                <a:ext cx="2665" cy="51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a:ea typeface="思源黑体 CN Medium"/>
                  <a:cs typeface="思源黑体 CN Medium"/>
                  <a:sym typeface="思源黑体 CN Medium"/>
                </a:endParaRPr>
              </a:p>
            </p:txBody>
          </p:sp>
          <p:sp>
            <p:nvSpPr>
              <p:cNvPr id="18" name="文本框 17"/>
              <p:cNvSpPr txBox="1"/>
              <p:nvPr/>
            </p:nvSpPr>
            <p:spPr>
              <a:xfrm>
                <a:off x="8449" y="2021"/>
                <a:ext cx="2505" cy="580"/>
              </a:xfrm>
              <a:prstGeom prst="rect">
                <a:avLst/>
              </a:prstGeom>
              <a:noFill/>
            </p:spPr>
            <p:txBody>
              <a:bodyPr wrap="square" rtlCol="0">
                <a:spAutoFit/>
              </a:bodyPr>
              <a:lstStyle/>
              <a:p>
                <a:pPr algn="ctr"/>
                <a:r>
                  <a:rPr lang="zh-CN" altLang="en-US">
                    <a:solidFill>
                      <a:schemeClr val="bg1"/>
                    </a:solidFill>
                    <a:latin typeface="思源黑体 CN Medium"/>
                    <a:ea typeface="思源黑体 CN Medium"/>
                    <a:cs typeface="思源黑体 CN Medium"/>
                    <a:sym typeface="思源黑体 CN Medium"/>
                  </a:rPr>
                  <a:t>汇报人：</a:t>
                </a:r>
                <a:r>
                  <a:rPr lang="en-US" altLang="zh-CN">
                    <a:solidFill>
                      <a:schemeClr val="bg1"/>
                    </a:solidFill>
                    <a:latin typeface="思源黑体 CN Medium"/>
                    <a:ea typeface="思源黑体 CN Medium"/>
                    <a:cs typeface="思源黑体 CN Medium"/>
                    <a:sym typeface="思源黑体 CN Medium"/>
                  </a:rPr>
                  <a:t>XXX</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_文本框 6"/>
          <p:cNvSpPr txBox="1"/>
          <p:nvPr>
            <p:custDataLst>
              <p:tags r:id="rId1"/>
            </p:custDataLst>
          </p:nvPr>
        </p:nvSpPr>
        <p:spPr>
          <a:xfrm>
            <a:off x="2318541" y="4078050"/>
            <a:ext cx="6616700" cy="977265"/>
          </a:xfrm>
          <a:prstGeom prst="rect">
            <a:avLst/>
          </a:prstGeom>
          <a:noFill/>
        </p:spPr>
        <p:txBody>
          <a:bodyPr wrap="none" rtlCol="0" anchor="ctr">
            <a:spAutoFit/>
          </a:bodyPr>
          <a:lstStyle/>
          <a:p>
            <a:pPr defTabSz="1218565">
              <a:lnSpc>
                <a:spcPct val="120000"/>
              </a:lnSpc>
            </a:pPr>
            <a:r>
              <a:rPr lang="en-US" altLang="zh-CN" sz="4800" b="1">
                <a:solidFill>
                  <a:srgbClr val="585251"/>
                </a:solidFill>
                <a:latin typeface="思源黑体 CN Medium"/>
                <a:ea typeface="思源黑体 CN Medium"/>
                <a:cs typeface="思源黑体 CN Medium"/>
                <a:sym typeface="思源黑体 CN Medium"/>
              </a:rPr>
              <a:t>XX</a:t>
            </a:r>
            <a:r>
              <a:rPr lang="zh-CN" altLang="en-US" sz="4800" b="1">
                <a:solidFill>
                  <a:srgbClr val="585251"/>
                </a:solidFill>
                <a:latin typeface="思源黑体 CN Medium"/>
                <a:ea typeface="思源黑体 CN Medium"/>
                <a:cs typeface="思源黑体 CN Medium"/>
                <a:sym typeface="思源黑体 CN Medium"/>
              </a:rPr>
              <a:t>部门总结计划</a:t>
            </a:r>
            <a:r>
              <a:rPr lang="en-US" altLang="zh-CN" sz="4800" b="1">
                <a:solidFill>
                  <a:srgbClr val="585251"/>
                </a:solidFill>
                <a:latin typeface="思源黑体 CN Medium"/>
                <a:ea typeface="思源黑体 CN Medium"/>
                <a:cs typeface="思源黑体 CN Medium"/>
                <a:sym typeface="思源黑体 CN Medium"/>
              </a:rPr>
              <a:t>PPT</a:t>
            </a:r>
            <a:r>
              <a:rPr lang="zh-CN" altLang="en-US" sz="4800" b="1">
                <a:solidFill>
                  <a:srgbClr val="585251"/>
                </a:solidFill>
                <a:latin typeface="思源黑体 CN Medium"/>
                <a:ea typeface="思源黑体 CN Medium"/>
                <a:cs typeface="思源黑体 CN Medium"/>
                <a:sym typeface="思源黑体 CN Medium"/>
              </a:rPr>
              <a:t>模板</a:t>
            </a:r>
          </a:p>
        </p:txBody>
      </p:sp>
      <p:sp>
        <p:nvSpPr>
          <p:cNvPr id="9" name="文本框 9"/>
          <p:cNvSpPr txBox="1"/>
          <p:nvPr/>
        </p:nvSpPr>
        <p:spPr>
          <a:xfrm>
            <a:off x="3818773" y="5025474"/>
            <a:ext cx="4399280" cy="386080"/>
          </a:xfrm>
          <a:prstGeom prst="rect">
            <a:avLst/>
          </a:prstGeom>
          <a:noFill/>
        </p:spPr>
        <p:txBody>
          <a:bodyPr wrap="none" rtlCol="0" anchor="ctr">
            <a:spAutoFit/>
          </a:bodyPr>
          <a:lstStyle/>
          <a:p>
            <a:pPr algn="ctr" defTabSz="1218565">
              <a:lnSpc>
                <a:spcPct val="120000"/>
              </a:lnSpc>
            </a:pP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汇报人：你的名字</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   </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时间：</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9</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月</a:t>
            </a:r>
            <a:r>
              <a:rPr lang="en-US" altLang="zh-CN" sz="1600" spc="400">
                <a:solidFill>
                  <a:prstClr val="black">
                    <a:lumMod val="65000"/>
                    <a:lumOff val="35000"/>
                  </a:prstClr>
                </a:solidFill>
                <a:latin typeface="思源黑体 CN Medium"/>
                <a:ea typeface="思源黑体 CN Medium"/>
                <a:cs typeface="思源黑体 CN Medium"/>
                <a:sym typeface="思源黑体 CN Medium"/>
              </a:rPr>
              <a:t>19</a:t>
            </a:r>
            <a:r>
              <a:rPr lang="zh-CN" altLang="en-US" sz="1600" spc="400">
                <a:solidFill>
                  <a:prstClr val="black">
                    <a:lumMod val="65000"/>
                    <a:lumOff val="35000"/>
                  </a:prstClr>
                </a:solidFill>
                <a:latin typeface="思源黑体 CN Medium"/>
                <a:ea typeface="思源黑体 CN Medium"/>
                <a:cs typeface="思源黑体 CN Medium"/>
                <a:sym typeface="思源黑体 CN Medium"/>
              </a:rPr>
              <a:t>日</a:t>
            </a:r>
          </a:p>
        </p:txBody>
      </p:sp>
      <p:pic>
        <p:nvPicPr>
          <p:cNvPr id="1026" name="Picture 2"/>
          <p:cNvPicPr>
            <a:picLocks noChangeAspect="1" noChangeArrowheads="1"/>
          </p:cNvPicPr>
          <p:nvPr/>
        </p:nvPicPr>
        <p:blipFill>
          <a:blip r:embed="rId6"/>
          <a:srcRect/>
          <a:stretch>
            <a:fillRect/>
          </a:stretch>
        </p:blipFill>
        <p:spPr>
          <a:xfrm>
            <a:off x="10031223" y="4021732"/>
            <a:ext cx="1564384" cy="2786969"/>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3889887" y="1770318"/>
            <a:ext cx="3875858" cy="2061210"/>
            <a:chOff x="3889887" y="1770318"/>
            <a:chExt cx="3875858" cy="2061210"/>
          </a:xfrm>
        </p:grpSpPr>
        <p:sp>
          <p:nvSpPr>
            <p:cNvPr id="10" name="PA_文本框 6"/>
            <p:cNvSpPr txBox="1"/>
            <p:nvPr>
              <p:custDataLst>
                <p:tags r:id="rId2"/>
              </p:custDataLst>
            </p:nvPr>
          </p:nvSpPr>
          <p:spPr>
            <a:xfrm>
              <a:off x="3889887" y="1770318"/>
              <a:ext cx="860425"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2</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sp>
          <p:nvSpPr>
            <p:cNvPr id="11" name="PA_文本框 6"/>
            <p:cNvSpPr txBox="1"/>
            <p:nvPr>
              <p:custDataLst>
                <p:tags r:id="rId3"/>
              </p:custDataLst>
            </p:nvPr>
          </p:nvSpPr>
          <p:spPr>
            <a:xfrm>
              <a:off x="6227775" y="1770318"/>
              <a:ext cx="1537970"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1X</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sp>
          <p:nvSpPr>
            <p:cNvPr id="12" name="PA_文本框 6"/>
            <p:cNvSpPr txBox="1"/>
            <p:nvPr>
              <p:custDataLst>
                <p:tags r:id="rId4"/>
              </p:custDataLst>
            </p:nvPr>
          </p:nvSpPr>
          <p:spPr>
            <a:xfrm>
              <a:off x="5058831" y="1770318"/>
              <a:ext cx="860425" cy="2061210"/>
            </a:xfrm>
            <a:prstGeom prst="rect">
              <a:avLst/>
            </a:prstGeom>
            <a:noFill/>
          </p:spPr>
          <p:txBody>
            <a:bodyPr wrap="none" rtlCol="0" anchor="ctr">
              <a:spAutoFit/>
            </a:bodyPr>
            <a:lstStyle/>
            <a:p>
              <a:pPr defTabSz="1218565">
                <a:lnSpc>
                  <a:spcPct val="120000"/>
                </a:lnSpc>
              </a:pPr>
              <a:r>
                <a:rPr lang="en-US" altLang="zh-CN" sz="10665">
                  <a:solidFill>
                    <a:prstClr val="black">
                      <a:lumMod val="75000"/>
                      <a:lumOff val="25000"/>
                    </a:prstClr>
                  </a:solidFill>
                  <a:latin typeface="思源黑体 CN Medium"/>
                  <a:ea typeface="思源黑体 CN Medium"/>
                  <a:cs typeface="思源黑体 CN Medium"/>
                  <a:sym typeface="思源黑体 CN Medium"/>
                </a:rPr>
                <a:t>0</a:t>
              </a:r>
              <a:endParaRPr lang="zh-CN" altLang="en-US" sz="10665">
                <a:solidFill>
                  <a:prstClr val="black">
                    <a:lumMod val="75000"/>
                    <a:lumOff val="2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904038" y="2400419"/>
            <a:ext cx="3968586" cy="2057053"/>
            <a:chOff x="4499992" y="1954130"/>
            <a:chExt cx="2977358" cy="1543266"/>
          </a:xfrm>
        </p:grpSpPr>
        <p:sp>
          <p:nvSpPr>
            <p:cNvPr id="50" name="矩形 49"/>
            <p:cNvSpPr/>
            <p:nvPr/>
          </p:nvSpPr>
          <p:spPr>
            <a:xfrm>
              <a:off x="4499992" y="1954130"/>
              <a:ext cx="2977358"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01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1" name="矩形 50"/>
            <p:cNvSpPr/>
            <p:nvPr/>
          </p:nvSpPr>
          <p:spPr>
            <a:xfrm>
              <a:off x="4499993" y="2358822"/>
              <a:ext cx="2446094"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02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2" name="矩形 51"/>
            <p:cNvSpPr/>
            <p:nvPr/>
          </p:nvSpPr>
          <p:spPr>
            <a:xfrm>
              <a:off x="4499993" y="2763514"/>
              <a:ext cx="2720564"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03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sp>
          <p:nvSpPr>
            <p:cNvPr id="53" name="矩形 52"/>
            <p:cNvSpPr/>
            <p:nvPr/>
          </p:nvSpPr>
          <p:spPr>
            <a:xfrm>
              <a:off x="4499992" y="3168206"/>
              <a:ext cx="2592287" cy="329190"/>
            </a:xfrm>
            <a:prstGeom prst="rect">
              <a:avLst/>
            </a:prstGeom>
          </p:spPr>
          <p:txBody>
            <a:bodyPr wrap="square" lIns="91412" tIns="45706" rIns="91412" bIns="45706">
              <a:spAutoFit/>
            </a:bodyPr>
            <a:lstStyle/>
            <a:p>
              <a:pPr defTabSz="1218565">
                <a:defRPr/>
              </a:pPr>
              <a:r>
                <a:rPr lang="en-US" altLang="zh-CN" sz="2265" b="1" kern="100">
                  <a:solidFill>
                    <a:prstClr val="black">
                      <a:lumMod val="50000"/>
                      <a:lumOff val="50000"/>
                    </a:prstClr>
                  </a:solidFill>
                  <a:latin typeface="思源黑体 CN Medium"/>
                  <a:ea typeface="思源黑体 CN Medium"/>
                  <a:cs typeface="思源黑体 CN Medium"/>
                  <a:sym typeface="思源黑体 CN Medium"/>
                </a:rPr>
                <a:t>04 / </a:t>
              </a:r>
              <a:r>
                <a:rPr lang="zh-CN" altLang="en-US" sz="2265"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zh-CN" sz="2265" b="1" kern="100">
                <a:solidFill>
                  <a:prstClr val="black">
                    <a:lumMod val="50000"/>
                    <a:lumOff val="50000"/>
                  </a:prstClr>
                </a:solidFill>
                <a:latin typeface="思源黑体 CN Medium"/>
                <a:ea typeface="思源黑体 CN Medium"/>
                <a:cs typeface="思源黑体 CN Medium"/>
                <a:sym typeface="思源黑体 CN Medium"/>
              </a:endParaRPr>
            </a:p>
          </p:txBody>
        </p:sp>
      </p:grpSp>
      <p:grpSp>
        <p:nvGrpSpPr>
          <p:cNvPr id="2" name="组合 1"/>
          <p:cNvGrpSpPr/>
          <p:nvPr/>
        </p:nvGrpSpPr>
        <p:grpSpPr>
          <a:xfrm>
            <a:off x="2661662" y="1725156"/>
            <a:ext cx="1965264" cy="3407688"/>
            <a:chOff x="1762712" y="1486807"/>
            <a:chExt cx="1663403" cy="2884274"/>
          </a:xfrm>
        </p:grpSpPr>
        <p:pic>
          <p:nvPicPr>
            <p:cNvPr id="9" name="Picture 2"/>
            <p:cNvPicPr>
              <a:picLocks noChangeAspect="1" noChangeArrowheads="1"/>
            </p:cNvPicPr>
            <p:nvPr/>
          </p:nvPicPr>
          <p:blipFill>
            <a:blip r:embed="rId3"/>
            <a:srcRect/>
            <a:stretch>
              <a:fillRect/>
            </a:stretch>
          </p:blipFill>
          <p:spPr>
            <a:xfrm>
              <a:off x="1784912" y="1486807"/>
              <a:ext cx="1619003" cy="288427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59"/>
            <p:cNvSpPr txBox="1">
              <a:spLocks noChangeArrowheads="1"/>
            </p:cNvSpPr>
            <p:nvPr/>
          </p:nvSpPr>
          <p:spPr>
            <a:xfrm flipH="1">
              <a:off x="1762712" y="1977948"/>
              <a:ext cx="1663403" cy="857795"/>
            </a:xfrm>
            <a:prstGeom prst="rect">
              <a:avLst/>
            </a:prstGeom>
            <a:noFill/>
            <a:ln>
              <a:noFill/>
            </a:ln>
          </p:spPr>
          <p:txBody>
            <a:bodyPr wrap="square" lIns="91412" tIns="45706" rIns="91412" bIns="4570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8565">
                <a:defRPr/>
              </a:pPr>
              <a:r>
                <a:rPr lang="zh-CN" altLang="en-US" sz="3600" b="1">
                  <a:solidFill>
                    <a:prstClr val="black">
                      <a:lumMod val="95000"/>
                      <a:lumOff val="5000"/>
                    </a:prstClr>
                  </a:solidFill>
                  <a:latin typeface="思源黑体 CN Medium"/>
                  <a:ea typeface="思源黑体 CN Medium"/>
                  <a:cs typeface="思源黑体 CN Medium"/>
                  <a:sym typeface="思源黑体 CN Medium"/>
                </a:rPr>
                <a:t>目录</a:t>
              </a:r>
              <a:endParaRPr lang="en-US" altLang="zh-CN" sz="3600" b="1">
                <a:solidFill>
                  <a:prstClr val="black">
                    <a:lumMod val="95000"/>
                    <a:lumOff val="5000"/>
                  </a:prstClr>
                </a:solidFill>
                <a:latin typeface="思源黑体 CN Medium"/>
                <a:ea typeface="思源黑体 CN Medium"/>
                <a:cs typeface="思源黑体 CN Medium"/>
                <a:sym typeface="思源黑体 CN Medium"/>
              </a:endParaRPr>
            </a:p>
            <a:p>
              <a:pPr algn="ctr" defTabSz="1218565">
                <a:defRPr/>
              </a:pPr>
              <a:r>
                <a:rPr lang="en-US" altLang="zh-CN" sz="2400" b="1">
                  <a:solidFill>
                    <a:prstClr val="black">
                      <a:lumMod val="95000"/>
                      <a:lumOff val="5000"/>
                    </a:prstClr>
                  </a:solidFill>
                  <a:latin typeface="思源黑体 CN Medium"/>
                  <a:ea typeface="思源黑体 CN Medium"/>
                  <a:cs typeface="思源黑体 CN Medium"/>
                  <a:sym typeface="思源黑体 CN Medium"/>
                </a:rPr>
                <a:t>CONTENTS</a:t>
              </a:r>
              <a:endParaRPr lang="en-US" altLang="ko-KR" sz="2400" b="1">
                <a:solidFill>
                  <a:prstClr val="black">
                    <a:lumMod val="95000"/>
                    <a:lumOff val="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7"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1</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泪滴形 23"/>
          <p:cNvSpPr/>
          <p:nvPr/>
        </p:nvSpPr>
        <p:spPr>
          <a:xfrm rot="18902712">
            <a:off x="5858187" y="1225825"/>
            <a:ext cx="475627" cy="475774"/>
          </a:xfrm>
          <a:prstGeom prst="teardrop">
            <a:avLst>
              <a:gd name="adj" fmla="val 1441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34" name="椭圆 33"/>
          <p:cNvSpPr/>
          <p:nvPr/>
        </p:nvSpPr>
        <p:spPr>
          <a:xfrm>
            <a:off x="5760067" y="970567"/>
            <a:ext cx="744353" cy="7445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5" name="椭圆 24"/>
          <p:cNvSpPr/>
          <p:nvPr/>
        </p:nvSpPr>
        <p:spPr>
          <a:xfrm>
            <a:off x="8827743" y="2617053"/>
            <a:ext cx="834690" cy="834948"/>
          </a:xfrm>
          <a:prstGeom prst="ellipse">
            <a:avLst/>
          </a:prstGeom>
          <a:blipFill dpi="0" rotWithShape="1">
            <a:blip r:embed="rId3"/>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6" name="椭圆 25"/>
          <p:cNvSpPr/>
          <p:nvPr/>
        </p:nvSpPr>
        <p:spPr>
          <a:xfrm>
            <a:off x="5678656" y="2617053"/>
            <a:ext cx="834690" cy="834948"/>
          </a:xfrm>
          <a:prstGeom prst="ellipse">
            <a:avLst/>
          </a:prstGeom>
          <a:blipFill dpi="0" rotWithShape="1">
            <a:blip r:embed="rId4"/>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7" name="椭圆 26"/>
          <p:cNvSpPr/>
          <p:nvPr/>
        </p:nvSpPr>
        <p:spPr>
          <a:xfrm>
            <a:off x="2529568" y="2617053"/>
            <a:ext cx="834690" cy="834948"/>
          </a:xfrm>
          <a:prstGeom prst="ellipse">
            <a:avLst/>
          </a:prstGeom>
          <a:blipFill dpi="0" rotWithShape="1">
            <a:blip r:embed="rId5"/>
            <a:srcRect/>
            <a:stretch>
              <a:fillRect/>
            </a:stretch>
          </a:blip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zh-CN" altLang="en-US" sz="2400">
              <a:solidFill>
                <a:prstClr val="white"/>
              </a:solidFill>
              <a:latin typeface="思源黑体 CN Medium"/>
              <a:ea typeface="思源黑体 CN Medium"/>
              <a:cs typeface="思源黑体 CN Medium"/>
              <a:sym typeface="思源黑体 CN Medium"/>
            </a:endParaRPr>
          </a:p>
        </p:txBody>
      </p:sp>
      <p:sp>
        <p:nvSpPr>
          <p:cNvPr id="28" name="文本框 27"/>
          <p:cNvSpPr txBox="1"/>
          <p:nvPr/>
        </p:nvSpPr>
        <p:spPr>
          <a:xfrm>
            <a:off x="1536901" y="3830193"/>
            <a:ext cx="2698262" cy="118491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endParaRPr lang="en-US" altLang="zh-CN" sz="2400">
              <a:solidFill>
                <a:prstClr val="black"/>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9" name="文本框 28"/>
          <p:cNvSpPr txBox="1"/>
          <p:nvPr/>
        </p:nvSpPr>
        <p:spPr>
          <a:xfrm>
            <a:off x="4608294" y="3830194"/>
            <a:ext cx="2639479" cy="98806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8565"/>
            <a:endParaRPr lang="en-US" altLang="zh-CN" sz="1600">
              <a:solidFill>
                <a:srgbClr val="7F7F7F"/>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0" name="文本框 29"/>
          <p:cNvSpPr txBox="1"/>
          <p:nvPr/>
        </p:nvSpPr>
        <p:spPr>
          <a:xfrm>
            <a:off x="7919640" y="3830194"/>
            <a:ext cx="2735460" cy="988060"/>
          </a:xfrm>
          <a:prstGeom prst="rect">
            <a:avLst/>
          </a:prstGeom>
          <a:noFill/>
        </p:spPr>
        <p:txBody>
          <a:bodyPr wrap="square" lIns="91424" tIns="45713" rIns="91424" bIns="45713" rtlCol="0">
            <a:spAutoFit/>
          </a:bodyPr>
          <a:lstStyle/>
          <a:p>
            <a:pPr algn="ctr" defTabSz="1218565"/>
            <a:r>
              <a:rPr lang="zh-CN" altLang="en-US" sz="1600">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8565"/>
            <a:endParaRPr lang="en-US" altLang="zh-CN" sz="1600">
              <a:solidFill>
                <a:srgbClr val="7F7F7F"/>
              </a:solidFill>
              <a:latin typeface="思源黑体 CN Medium"/>
              <a:ea typeface="思源黑体 CN Medium"/>
              <a:cs typeface="思源黑体 CN Medium"/>
              <a:sym typeface="思源黑体 CN Medium"/>
            </a:endParaRPr>
          </a:p>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279743" y="1706022"/>
            <a:ext cx="3641353" cy="3602891"/>
            <a:chOff x="4512406" y="1799221"/>
            <a:chExt cx="3841675" cy="3799715"/>
          </a:xfrm>
        </p:grpSpPr>
        <p:sp>
          <p:nvSpPr>
            <p:cNvPr id="2" name="任意多边形 1"/>
            <p:cNvSpPr/>
            <p:nvPr/>
          </p:nvSpPr>
          <p:spPr>
            <a:xfrm rot="9257143">
              <a:off x="6221113" y="5062780"/>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 name="任意多边形 2"/>
            <p:cNvSpPr/>
            <p:nvPr/>
          </p:nvSpPr>
          <p:spPr>
            <a:xfrm rot="12342857">
              <a:off x="4750179" y="5062780"/>
              <a:ext cx="1895196"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 name="任意多边形 3"/>
            <p:cNvSpPr/>
            <p:nvPr/>
          </p:nvSpPr>
          <p:spPr>
            <a:xfrm rot="15428571">
              <a:off x="3832887" y="3912376"/>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 name="任意多边形 4"/>
            <p:cNvSpPr/>
            <p:nvPr/>
          </p:nvSpPr>
          <p:spPr>
            <a:xfrm rot="18514286">
              <a:off x="4160409" y="2477575"/>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 name="任意多边形 5"/>
            <p:cNvSpPr/>
            <p:nvPr/>
          </p:nvSpPr>
          <p:spPr>
            <a:xfrm>
              <a:off x="5486811" y="1838852"/>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7" name="任意多边形 6"/>
            <p:cNvSpPr/>
            <p:nvPr/>
          </p:nvSpPr>
          <p:spPr>
            <a:xfrm rot="3085714">
              <a:off x="6813215" y="2477575"/>
              <a:ext cx="189286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8" name="任意多边形 7"/>
            <p:cNvSpPr/>
            <p:nvPr/>
          </p:nvSpPr>
          <p:spPr>
            <a:xfrm rot="6171428">
              <a:off x="7138406" y="3912376"/>
              <a:ext cx="1895194" cy="536156"/>
            </a:xfrm>
            <a:custGeom>
              <a:avLst/>
              <a:gdLst>
                <a:gd name="connsiteX0" fmla="*/ 0 w 2085975"/>
                <a:gd name="connsiteY0" fmla="*/ 0 h 590550"/>
                <a:gd name="connsiteX1" fmla="*/ 2085975 w 2085975"/>
                <a:gd name="connsiteY1" fmla="*/ 0 h 590550"/>
                <a:gd name="connsiteX2" fmla="*/ 1042988 w 2085975"/>
                <a:gd name="connsiteY2" fmla="*/ 590550 h 590550"/>
              </a:gdLst>
              <a:ahLst/>
              <a:cxnLst>
                <a:cxn ang="0">
                  <a:pos x="connsiteX0" y="connsiteY0"/>
                </a:cxn>
                <a:cxn ang="0">
                  <a:pos x="connsiteX1" y="connsiteY1"/>
                </a:cxn>
                <a:cxn ang="0">
                  <a:pos x="connsiteX2" y="connsiteY2"/>
                </a:cxn>
              </a:cxnLst>
              <a:rect l="l" t="t" r="r" b="b"/>
              <a:pathLst>
                <a:path w="2085975" h="590550">
                  <a:moveTo>
                    <a:pt x="0" y="0"/>
                  </a:moveTo>
                  <a:lnTo>
                    <a:pt x="2085975" y="0"/>
                  </a:lnTo>
                  <a:lnTo>
                    <a:pt x="1042988" y="59055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a:defRPr/>
              </a:pPr>
              <a:endParaRPr lang="zh-CN" altLang="en-US" sz="2400">
                <a:solidFill>
                  <a:prstClr val="white"/>
                </a:solidFill>
                <a:latin typeface="思源黑体 CN Medium"/>
                <a:ea typeface="思源黑体 CN Medium"/>
                <a:cs typeface="思源黑体 CN Medium"/>
                <a:sym typeface="思源黑体 CN Medium"/>
              </a:endParaRPr>
            </a:p>
          </p:txBody>
        </p:sp>
      </p:grpSp>
      <p:sp>
        <p:nvSpPr>
          <p:cNvPr id="9" name="矩形 3"/>
          <p:cNvSpPr>
            <a:spLocks noChangeArrowheads="1"/>
          </p:cNvSpPr>
          <p:nvPr/>
        </p:nvSpPr>
        <p:spPr>
          <a:xfrm>
            <a:off x="5055916" y="3378572"/>
            <a:ext cx="2017328" cy="381000"/>
          </a:xfrm>
          <a:prstGeom prst="rect">
            <a:avLst/>
          </a:prstGeom>
          <a:solidFill>
            <a:schemeClr val="accent1"/>
          </a:solidFill>
          <a:ln>
            <a:noFill/>
          </a:ln>
        </p:spPr>
        <p:txBody>
          <a:bodyPr lIns="86683" tIns="43341" rIns="86683" bIns="43341">
            <a:spAutoFit/>
          </a:bodyPr>
          <a:lstStyle>
            <a:lvl1pPr>
              <a:spcBef>
                <a:spcPct val="20000"/>
              </a:spcBef>
              <a:buFont typeface="Arial" panose="020B0604020202020204" pitchFamily="34" charset="0"/>
              <a:buChar char="•"/>
              <a:defRPr sz="3200">
                <a:solidFill>
                  <a:schemeClr val="tx1"/>
                </a:solidFill>
                <a:latin typeface="Arial Narrow" pitchFamily="34" charset="0"/>
                <a:ea typeface="微软雅黑" panose="020B0503020204020204" charset="-122"/>
              </a:defRPr>
            </a:lvl1pPr>
            <a:lvl2pPr marL="742950" indent="-285750">
              <a:spcBef>
                <a:spcPct val="20000"/>
              </a:spcBef>
              <a:buFont typeface="Arial" panose="020B0604020202020204" pitchFamily="34" charset="0"/>
              <a:buChar char="–"/>
              <a:defRPr sz="2800">
                <a:solidFill>
                  <a:schemeClr val="tx1"/>
                </a:solidFill>
                <a:latin typeface="Arial Narrow" pitchFamily="34" charset="0"/>
                <a:ea typeface="微软雅黑" panose="020B0503020204020204" charset="-122"/>
              </a:defRPr>
            </a:lvl2pPr>
            <a:lvl3pPr marL="1143000" indent="-228600">
              <a:spcBef>
                <a:spcPct val="20000"/>
              </a:spcBef>
              <a:buFont typeface="Arial" panose="020B0604020202020204" pitchFamily="34" charset="0"/>
              <a:buChar char="•"/>
              <a:defRPr sz="2400">
                <a:solidFill>
                  <a:schemeClr val="tx1"/>
                </a:solidFill>
                <a:latin typeface="Arial Narrow" pitchFamily="34" charset="0"/>
                <a:ea typeface="微软雅黑" panose="020B0503020204020204" charset="-122"/>
              </a:defRPr>
            </a:lvl3pPr>
            <a:lvl4pPr marL="1600200" indent="-228600">
              <a:spcBef>
                <a:spcPct val="20000"/>
              </a:spcBef>
              <a:buFont typeface="Arial" panose="020B0604020202020204" pitchFamily="34" charset="0"/>
              <a:buChar char="–"/>
              <a:defRPr sz="2000">
                <a:solidFill>
                  <a:schemeClr val="tx1"/>
                </a:solidFill>
                <a:latin typeface="Arial Narrow" pitchFamily="34" charset="0"/>
                <a:ea typeface="微软雅黑" panose="020B0503020204020204" charset="-122"/>
              </a:defRPr>
            </a:lvl4pPr>
            <a:lvl5pPr marL="2057400" indent="-228600">
              <a:spcBef>
                <a:spcPct val="20000"/>
              </a:spcBef>
              <a:buFont typeface="Arial" panose="020B0604020202020204" pitchFamily="34" charset="0"/>
              <a:buChar char="»"/>
              <a:defRPr sz="2000">
                <a:solidFill>
                  <a:schemeClr val="tx1"/>
                </a:solidFill>
                <a:latin typeface="Arial Narrow" pitchFamily="34" charset="0"/>
                <a:ea typeface="微软雅黑" panose="020B050302020402020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itchFamily="34" charset="0"/>
                <a:ea typeface="微软雅黑" panose="020B0503020204020204" charset="-122"/>
              </a:defRPr>
            </a:lvl9pPr>
          </a:lstStyle>
          <a:p>
            <a:pPr algn="ctr" defTabSz="1218565">
              <a:lnSpc>
                <a:spcPct val="120000"/>
              </a:lnSpc>
              <a:buNone/>
            </a:pPr>
            <a:r>
              <a:rPr lang="zh-CN" altLang="en-US" sz="1600">
                <a:solidFill>
                  <a:prstClr val="white"/>
                </a:solidFill>
                <a:latin typeface="思源黑体 CN Medium"/>
                <a:ea typeface="思源黑体 CN Medium"/>
                <a:cs typeface="思源黑体 CN Medium"/>
                <a:sym typeface="思源黑体 CN Medium"/>
              </a:rPr>
              <a:t>请替换文字内容</a:t>
            </a:r>
            <a:endParaRPr lang="en-US" altLang="zh-CN" sz="1600">
              <a:solidFill>
                <a:prstClr val="white"/>
              </a:solidFill>
              <a:latin typeface="思源黑体 CN Medium"/>
              <a:ea typeface="思源黑体 CN Medium"/>
              <a:cs typeface="思源黑体 CN Medium"/>
              <a:sym typeface="思源黑体 CN Medium"/>
            </a:endParaRPr>
          </a:p>
        </p:txBody>
      </p:sp>
      <p:sp>
        <p:nvSpPr>
          <p:cNvPr id="25" name="TextBox 170"/>
          <p:cNvSpPr txBox="1"/>
          <p:nvPr/>
        </p:nvSpPr>
        <p:spPr>
          <a:xfrm>
            <a:off x="1560589" y="1993104"/>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6" name="TextBox 171"/>
          <p:cNvSpPr txBox="1"/>
          <p:nvPr/>
        </p:nvSpPr>
        <p:spPr>
          <a:xfrm>
            <a:off x="1454784" y="2266480"/>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7" name="TextBox 170"/>
          <p:cNvSpPr txBox="1"/>
          <p:nvPr/>
        </p:nvSpPr>
        <p:spPr>
          <a:xfrm>
            <a:off x="1560589" y="3601312"/>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8" name="TextBox 171"/>
          <p:cNvSpPr txBox="1"/>
          <p:nvPr/>
        </p:nvSpPr>
        <p:spPr>
          <a:xfrm>
            <a:off x="1454784" y="3874689"/>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9" name="TextBox 170"/>
          <p:cNvSpPr txBox="1"/>
          <p:nvPr/>
        </p:nvSpPr>
        <p:spPr>
          <a:xfrm>
            <a:off x="1560589" y="5111631"/>
            <a:ext cx="2303505" cy="384810"/>
          </a:xfrm>
          <a:prstGeom prst="rect">
            <a:avLst/>
          </a:prstGeom>
          <a:noFill/>
        </p:spPr>
        <p:txBody>
          <a:bodyPr wrap="square" lIns="91414" tIns="45707" rIns="91414" bIns="45707" rtlCol="0">
            <a:spAutoFit/>
          </a:bodyPr>
          <a:lstStyle/>
          <a:p>
            <a:pPr algn="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0" name="TextBox 171"/>
          <p:cNvSpPr txBox="1"/>
          <p:nvPr/>
        </p:nvSpPr>
        <p:spPr>
          <a:xfrm>
            <a:off x="1454784" y="5385006"/>
            <a:ext cx="2409310" cy="643890"/>
          </a:xfrm>
          <a:prstGeom prst="rect">
            <a:avLst/>
          </a:prstGeom>
          <a:noFill/>
        </p:spPr>
        <p:txBody>
          <a:bodyPr wrap="square" lIns="91414" tIns="45707" rIns="91414" bIns="45707" rtlCol="0">
            <a:spAutoFit/>
          </a:bodyPr>
          <a:lstStyle/>
          <a:p>
            <a:pPr algn="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1" name="TextBox 170"/>
          <p:cNvSpPr txBox="1"/>
          <p:nvPr/>
        </p:nvSpPr>
        <p:spPr>
          <a:xfrm>
            <a:off x="8049053" y="5098484"/>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2" name="TextBox 171"/>
          <p:cNvSpPr txBox="1"/>
          <p:nvPr/>
        </p:nvSpPr>
        <p:spPr>
          <a:xfrm>
            <a:off x="8049054" y="5371859"/>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3" name="TextBox 170"/>
          <p:cNvSpPr txBox="1"/>
          <p:nvPr/>
        </p:nvSpPr>
        <p:spPr>
          <a:xfrm>
            <a:off x="8286704" y="3601312"/>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4" name="TextBox 171"/>
          <p:cNvSpPr txBox="1"/>
          <p:nvPr/>
        </p:nvSpPr>
        <p:spPr>
          <a:xfrm>
            <a:off x="8286704" y="3874688"/>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35" name="TextBox 170"/>
          <p:cNvSpPr txBox="1"/>
          <p:nvPr/>
        </p:nvSpPr>
        <p:spPr>
          <a:xfrm>
            <a:off x="8104971" y="1993104"/>
            <a:ext cx="2303505" cy="384810"/>
          </a:xfrm>
          <a:prstGeom prst="rect">
            <a:avLst/>
          </a:prstGeom>
          <a:noFill/>
        </p:spPr>
        <p:txBody>
          <a:bodyPr wrap="square" lIns="91414" tIns="45707" rIns="91414" bIns="45707" rtlCol="0">
            <a:spAutoFit/>
          </a:bodyPr>
          <a:lstStyle/>
          <a:p>
            <a:pPr defTabSz="1218565">
              <a:lnSpc>
                <a:spcPct val="120000"/>
              </a:lnSpc>
            </a:pPr>
            <a:r>
              <a:rPr lang="zh-CN" altLang="en-US" sz="1600">
                <a:solidFill>
                  <a:prstClr val="black">
                    <a:lumMod val="75000"/>
                    <a:lumOff val="25000"/>
                  </a:prstClr>
                </a:solidFill>
                <a:latin typeface="思源黑体 CN Medium"/>
                <a:ea typeface="思源黑体 CN Medium"/>
                <a:cs typeface="思源黑体 CN Medium"/>
                <a:sym typeface="思源黑体 CN Medium"/>
              </a:rPr>
              <a:t>文字内容</a:t>
            </a:r>
            <a:endParaRPr lang="en-US" altLang="zh-CN"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36" name="TextBox 171"/>
          <p:cNvSpPr txBox="1"/>
          <p:nvPr/>
        </p:nvSpPr>
        <p:spPr>
          <a:xfrm>
            <a:off x="8104973" y="2266479"/>
            <a:ext cx="2450516" cy="643890"/>
          </a:xfrm>
          <a:prstGeom prst="rect">
            <a:avLst/>
          </a:prstGeom>
          <a:noFill/>
        </p:spPr>
        <p:txBody>
          <a:bodyPr wrap="square" lIns="91414" tIns="45707" rIns="91414" bIns="45707" rtlCol="0">
            <a:spAutoFit/>
          </a:bodyPr>
          <a:lstStyle/>
          <a:p>
            <a:pPr defTabSz="1218565">
              <a:lnSpc>
                <a:spcPct val="150000"/>
              </a:lnSpc>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a:t>
            </a:r>
            <a:endParaRPr lang="en-GB" altLang="zh-CN"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40"/>
          <p:cNvGrpSpPr/>
          <p:nvPr/>
        </p:nvGrpSpPr>
        <p:grpSpPr>
          <a:xfrm>
            <a:off x="-491188" y="2674504"/>
            <a:ext cx="4331634" cy="3058041"/>
            <a:chOff x="-485775" y="2006497"/>
            <a:chExt cx="3249728" cy="2294239"/>
          </a:xfrm>
        </p:grpSpPr>
        <p:sp>
          <p:nvSpPr>
            <p:cNvPr id="91179" name="Freeform 26"/>
            <p:cNvSpPr/>
            <p:nvPr/>
          </p:nvSpPr>
          <p:spPr>
            <a:xfrm>
              <a:off x="620480" y="2849204"/>
              <a:ext cx="386151" cy="357070"/>
            </a:xfrm>
            <a:custGeom>
              <a:avLst/>
              <a:gdLst>
                <a:gd name="T0" fmla="*/ 0 w 291"/>
                <a:gd name="T1" fmla="*/ 465917 h 269"/>
                <a:gd name="T2" fmla="*/ 342058 w 291"/>
                <a:gd name="T3" fmla="*/ 139579 h 269"/>
                <a:gd name="T4" fmla="*/ 572063 w 291"/>
                <a:gd name="T5" fmla="*/ 139579 h 269"/>
                <a:gd name="T6" fmla="*/ 418727 w 291"/>
                <a:gd name="T7" fmla="*/ 444292 h 269"/>
                <a:gd name="T8" fmla="*/ 161200 w 291"/>
                <a:gd name="T9" fmla="*/ 528826 h 269"/>
                <a:gd name="T10" fmla="*/ 0 w 291"/>
                <a:gd name="T11" fmla="*/ 465917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1" h="269">
                  <a:moveTo>
                    <a:pt x="0" y="237"/>
                  </a:moveTo>
                  <a:cubicBezTo>
                    <a:pt x="0" y="237"/>
                    <a:pt x="147" y="142"/>
                    <a:pt x="174" y="71"/>
                  </a:cubicBezTo>
                  <a:cubicBezTo>
                    <a:pt x="201" y="0"/>
                    <a:pt x="291" y="55"/>
                    <a:pt x="291" y="71"/>
                  </a:cubicBezTo>
                  <a:cubicBezTo>
                    <a:pt x="291" y="87"/>
                    <a:pt x="235" y="206"/>
                    <a:pt x="213" y="226"/>
                  </a:cubicBezTo>
                  <a:cubicBezTo>
                    <a:pt x="191" y="245"/>
                    <a:pt x="82" y="269"/>
                    <a:pt x="82" y="269"/>
                  </a:cubicBezTo>
                  <a:lnTo>
                    <a:pt x="0" y="237"/>
                  </a:ln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1" name="Freeform 28"/>
            <p:cNvSpPr/>
            <p:nvPr/>
          </p:nvSpPr>
          <p:spPr>
            <a:xfrm>
              <a:off x="1393342" y="2636983"/>
              <a:ext cx="546672" cy="359877"/>
            </a:xfrm>
            <a:custGeom>
              <a:avLst/>
              <a:gdLst>
                <a:gd name="T0" fmla="*/ 699789 w 412"/>
                <a:gd name="T1" fmla="*/ 302876 h 271"/>
                <a:gd name="T2" fmla="*/ 226055 w 412"/>
                <a:gd name="T3" fmla="*/ 501515 h 271"/>
                <a:gd name="T4" fmla="*/ 31451 w 412"/>
                <a:gd name="T5" fmla="*/ 422846 h 271"/>
                <a:gd name="T6" fmla="*/ 112045 w 412"/>
                <a:gd name="T7" fmla="*/ 230107 h 271"/>
                <a:gd name="T8" fmla="*/ 583813 w 412"/>
                <a:gd name="T9" fmla="*/ 31468 h 271"/>
                <a:gd name="T10" fmla="*/ 778417 w 412"/>
                <a:gd name="T11" fmla="*/ 110137 h 271"/>
                <a:gd name="T12" fmla="*/ 699789 w 412"/>
                <a:gd name="T13" fmla="*/ 302876 h 2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2" h="271">
                  <a:moveTo>
                    <a:pt x="356" y="154"/>
                  </a:moveTo>
                  <a:cubicBezTo>
                    <a:pt x="115" y="255"/>
                    <a:pt x="115" y="255"/>
                    <a:pt x="115" y="255"/>
                  </a:cubicBezTo>
                  <a:cubicBezTo>
                    <a:pt x="77" y="271"/>
                    <a:pt x="32" y="253"/>
                    <a:pt x="16" y="215"/>
                  </a:cubicBezTo>
                  <a:cubicBezTo>
                    <a:pt x="0" y="177"/>
                    <a:pt x="19" y="133"/>
                    <a:pt x="57" y="117"/>
                  </a:cubicBezTo>
                  <a:cubicBezTo>
                    <a:pt x="297" y="16"/>
                    <a:pt x="297" y="16"/>
                    <a:pt x="297" y="16"/>
                  </a:cubicBezTo>
                  <a:cubicBezTo>
                    <a:pt x="335" y="0"/>
                    <a:pt x="380" y="18"/>
                    <a:pt x="396" y="56"/>
                  </a:cubicBezTo>
                  <a:cubicBezTo>
                    <a:pt x="412" y="94"/>
                    <a:pt x="394" y="138"/>
                    <a:pt x="356"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2" name="Freeform 29"/>
            <p:cNvSpPr/>
            <p:nvPr/>
          </p:nvSpPr>
          <p:spPr>
            <a:xfrm>
              <a:off x="1463501" y="2801482"/>
              <a:ext cx="545550" cy="361000"/>
            </a:xfrm>
            <a:custGeom>
              <a:avLst/>
              <a:gdLst>
                <a:gd name="T0" fmla="*/ 698085 w 411"/>
                <a:gd name="T1" fmla="*/ 304670 h 272"/>
                <a:gd name="T2" fmla="*/ 224174 w 411"/>
                <a:gd name="T3" fmla="*/ 503196 h 272"/>
                <a:gd name="T4" fmla="*/ 31463 w 411"/>
                <a:gd name="T5" fmla="*/ 424572 h 272"/>
                <a:gd name="T6" fmla="*/ 110120 w 411"/>
                <a:gd name="T7" fmla="*/ 231942 h 272"/>
                <a:gd name="T8" fmla="*/ 584031 w 411"/>
                <a:gd name="T9" fmla="*/ 31450 h 272"/>
                <a:gd name="T10" fmla="*/ 776742 w 411"/>
                <a:gd name="T11" fmla="*/ 110074 h 272"/>
                <a:gd name="T12" fmla="*/ 698085 w 411"/>
                <a:gd name="T13" fmla="*/ 304670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5"/>
                  </a:moveTo>
                  <a:cubicBezTo>
                    <a:pt x="114" y="256"/>
                    <a:pt x="114" y="256"/>
                    <a:pt x="114" y="256"/>
                  </a:cubicBezTo>
                  <a:cubicBezTo>
                    <a:pt x="76" y="272"/>
                    <a:pt x="32" y="254"/>
                    <a:pt x="16" y="216"/>
                  </a:cubicBezTo>
                  <a:cubicBezTo>
                    <a:pt x="0" y="178"/>
                    <a:pt x="18" y="134"/>
                    <a:pt x="56" y="118"/>
                  </a:cubicBezTo>
                  <a:cubicBezTo>
                    <a:pt x="297" y="16"/>
                    <a:pt x="297" y="16"/>
                    <a:pt x="297" y="16"/>
                  </a:cubicBezTo>
                  <a:cubicBezTo>
                    <a:pt x="335" y="0"/>
                    <a:pt x="379" y="18"/>
                    <a:pt x="395" y="56"/>
                  </a:cubicBezTo>
                  <a:cubicBezTo>
                    <a:pt x="411" y="94"/>
                    <a:pt x="393" y="139"/>
                    <a:pt x="355" y="155"/>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3" name="Freeform 30"/>
            <p:cNvSpPr/>
            <p:nvPr/>
          </p:nvSpPr>
          <p:spPr>
            <a:xfrm>
              <a:off x="1529730" y="2958121"/>
              <a:ext cx="545550" cy="361000"/>
            </a:xfrm>
            <a:custGeom>
              <a:avLst/>
              <a:gdLst>
                <a:gd name="T0" fmla="*/ 698085 w 411"/>
                <a:gd name="T1" fmla="*/ 302704 h 272"/>
                <a:gd name="T2" fmla="*/ 224174 w 411"/>
                <a:gd name="T3" fmla="*/ 503196 h 272"/>
                <a:gd name="T4" fmla="*/ 31463 w 411"/>
                <a:gd name="T5" fmla="*/ 424572 h 272"/>
                <a:gd name="T6" fmla="*/ 110120 w 411"/>
                <a:gd name="T7" fmla="*/ 229976 h 272"/>
                <a:gd name="T8" fmla="*/ 582065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6"/>
                  </a:cubicBezTo>
                  <a:cubicBezTo>
                    <a:pt x="0" y="178"/>
                    <a:pt x="18" y="133"/>
                    <a:pt x="56" y="117"/>
                  </a:cubicBezTo>
                  <a:cubicBezTo>
                    <a:pt x="296" y="16"/>
                    <a:pt x="296" y="16"/>
                    <a:pt x="296" y="16"/>
                  </a:cubicBezTo>
                  <a:cubicBezTo>
                    <a:pt x="334" y="0"/>
                    <a:pt x="379" y="18"/>
                    <a:pt x="395" y="56"/>
                  </a:cubicBezTo>
                  <a:cubicBezTo>
                    <a:pt x="411" y="94"/>
                    <a:pt x="393" y="138"/>
                    <a:pt x="355"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4" name="Freeform 31"/>
            <p:cNvSpPr/>
            <p:nvPr/>
          </p:nvSpPr>
          <p:spPr>
            <a:xfrm>
              <a:off x="1594837" y="3114760"/>
              <a:ext cx="545550" cy="361000"/>
            </a:xfrm>
            <a:custGeom>
              <a:avLst/>
              <a:gdLst>
                <a:gd name="T0" fmla="*/ 698085 w 411"/>
                <a:gd name="T1" fmla="*/ 302704 h 272"/>
                <a:gd name="T2" fmla="*/ 224174 w 411"/>
                <a:gd name="T3" fmla="*/ 503196 h 272"/>
                <a:gd name="T4" fmla="*/ 31463 w 411"/>
                <a:gd name="T5" fmla="*/ 422606 h 272"/>
                <a:gd name="T6" fmla="*/ 110120 w 411"/>
                <a:gd name="T7" fmla="*/ 229976 h 272"/>
                <a:gd name="T8" fmla="*/ 584031 w 411"/>
                <a:gd name="T9" fmla="*/ 31450 h 272"/>
                <a:gd name="T10" fmla="*/ 776742 w 411"/>
                <a:gd name="T11" fmla="*/ 110074 h 272"/>
                <a:gd name="T12" fmla="*/ 698085 w 411"/>
                <a:gd name="T13" fmla="*/ 302704 h 2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1" h="272">
                  <a:moveTo>
                    <a:pt x="355" y="154"/>
                  </a:moveTo>
                  <a:cubicBezTo>
                    <a:pt x="114" y="256"/>
                    <a:pt x="114" y="256"/>
                    <a:pt x="114" y="256"/>
                  </a:cubicBezTo>
                  <a:cubicBezTo>
                    <a:pt x="76" y="272"/>
                    <a:pt x="32" y="254"/>
                    <a:pt x="16" y="215"/>
                  </a:cubicBezTo>
                  <a:cubicBezTo>
                    <a:pt x="0" y="177"/>
                    <a:pt x="18" y="133"/>
                    <a:pt x="56" y="117"/>
                  </a:cubicBezTo>
                  <a:cubicBezTo>
                    <a:pt x="297" y="16"/>
                    <a:pt x="297" y="16"/>
                    <a:pt x="297" y="16"/>
                  </a:cubicBezTo>
                  <a:cubicBezTo>
                    <a:pt x="335" y="0"/>
                    <a:pt x="379" y="18"/>
                    <a:pt x="395" y="56"/>
                  </a:cubicBezTo>
                  <a:cubicBezTo>
                    <a:pt x="411" y="94"/>
                    <a:pt x="393" y="138"/>
                    <a:pt x="355" y="154"/>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5" name="Freeform 32"/>
            <p:cNvSpPr/>
            <p:nvPr/>
          </p:nvSpPr>
          <p:spPr>
            <a:xfrm>
              <a:off x="1111587" y="3175956"/>
              <a:ext cx="171186" cy="217273"/>
            </a:xfrm>
            <a:custGeom>
              <a:avLst/>
              <a:gdLst>
                <a:gd name="T0" fmla="*/ 200524 w 129"/>
                <a:gd name="T1" fmla="*/ 0 h 164"/>
                <a:gd name="T2" fmla="*/ 0 w 129"/>
                <a:gd name="T3" fmla="*/ 321785 h 164"/>
                <a:gd name="T4" fmla="*/ 253604 w 129"/>
                <a:gd name="T5" fmla="*/ 96143 h 164"/>
                <a:gd name="T6" fmla="*/ 200524 w 129"/>
                <a:gd name="T7" fmla="*/ 0 h 1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 h="164">
                  <a:moveTo>
                    <a:pt x="102" y="0"/>
                  </a:moveTo>
                  <a:cubicBezTo>
                    <a:pt x="102" y="0"/>
                    <a:pt x="107" y="116"/>
                    <a:pt x="0" y="164"/>
                  </a:cubicBezTo>
                  <a:cubicBezTo>
                    <a:pt x="0" y="164"/>
                    <a:pt x="89" y="157"/>
                    <a:pt x="129" y="49"/>
                  </a:cubicBezTo>
                  <a:cubicBezTo>
                    <a:pt x="102" y="0"/>
                    <a:pt x="102" y="0"/>
                    <a:pt x="102" y="0"/>
                  </a:cubicBezTo>
                </a:path>
              </a:pathLst>
            </a:custGeom>
            <a:solidFill>
              <a:srgbClr val="DDB69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6" name="Freeform 33"/>
            <p:cNvSpPr/>
            <p:nvPr/>
          </p:nvSpPr>
          <p:spPr>
            <a:xfrm>
              <a:off x="1272109" y="3219748"/>
              <a:ext cx="459115" cy="362123"/>
            </a:xfrm>
            <a:custGeom>
              <a:avLst/>
              <a:gdLst>
                <a:gd name="T0" fmla="*/ 0 w 346"/>
                <a:gd name="T1" fmla="*/ 68758 h 273"/>
                <a:gd name="T2" fmla="*/ 601525 w 346"/>
                <a:gd name="T3" fmla="*/ 536309 h 273"/>
                <a:gd name="T4" fmla="*/ 646738 w 346"/>
                <a:gd name="T5" fmla="*/ 516664 h 273"/>
                <a:gd name="T6" fmla="*/ 0 w 346"/>
                <a:gd name="T7" fmla="*/ 0 h 273"/>
                <a:gd name="T8" fmla="*/ 0 w 346"/>
                <a:gd name="T9" fmla="*/ 68758 h 2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6" h="273">
                  <a:moveTo>
                    <a:pt x="0" y="35"/>
                  </a:moveTo>
                  <a:cubicBezTo>
                    <a:pt x="0" y="35"/>
                    <a:pt x="99" y="223"/>
                    <a:pt x="306" y="273"/>
                  </a:cubicBezTo>
                  <a:cubicBezTo>
                    <a:pt x="306" y="273"/>
                    <a:pt x="312" y="271"/>
                    <a:pt x="329" y="263"/>
                  </a:cubicBezTo>
                  <a:cubicBezTo>
                    <a:pt x="346" y="256"/>
                    <a:pt x="0" y="0"/>
                    <a:pt x="0" y="0"/>
                  </a:cubicBezTo>
                  <a:lnTo>
                    <a:pt x="0" y="35"/>
                  </a:lnTo>
                  <a:close/>
                </a:path>
              </a:pathLst>
            </a:custGeom>
            <a:solidFill>
              <a:srgbClr val="DDB69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7" name="Freeform 34"/>
            <p:cNvSpPr/>
            <p:nvPr/>
          </p:nvSpPr>
          <p:spPr>
            <a:xfrm>
              <a:off x="1094749" y="2006497"/>
              <a:ext cx="1008033" cy="1575374"/>
            </a:xfrm>
            <a:custGeom>
              <a:avLst/>
              <a:gdLst>
                <a:gd name="T0" fmla="*/ 1489421 w 760"/>
                <a:gd name="T1" fmla="*/ 141522 h 1187"/>
                <a:gd name="T2" fmla="*/ 139510 w 760"/>
                <a:gd name="T3" fmla="*/ 982794 h 1187"/>
                <a:gd name="T4" fmla="*/ 982468 w 760"/>
                <a:gd name="T5" fmla="*/ 2333153 h 1187"/>
                <a:gd name="T6" fmla="*/ 986398 w 760"/>
                <a:gd name="T7" fmla="*/ 2333153 h 1187"/>
                <a:gd name="T8" fmla="*/ 1493351 w 760"/>
                <a:gd name="T9" fmla="*/ 141522 h 1187"/>
                <a:gd name="T10" fmla="*/ 1489421 w 760"/>
                <a:gd name="T11" fmla="*/ 141522 h 11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60" h="1187">
                  <a:moveTo>
                    <a:pt x="758" y="72"/>
                  </a:moveTo>
                  <a:cubicBezTo>
                    <a:pt x="450" y="0"/>
                    <a:pt x="142" y="192"/>
                    <a:pt x="71" y="500"/>
                  </a:cubicBezTo>
                  <a:cubicBezTo>
                    <a:pt x="0" y="808"/>
                    <a:pt x="192" y="1116"/>
                    <a:pt x="500" y="1187"/>
                  </a:cubicBezTo>
                  <a:cubicBezTo>
                    <a:pt x="501" y="1187"/>
                    <a:pt x="501" y="1187"/>
                    <a:pt x="502" y="1187"/>
                  </a:cubicBezTo>
                  <a:cubicBezTo>
                    <a:pt x="760" y="72"/>
                    <a:pt x="760" y="72"/>
                    <a:pt x="760" y="72"/>
                  </a:cubicBezTo>
                  <a:cubicBezTo>
                    <a:pt x="759" y="72"/>
                    <a:pt x="759" y="72"/>
                    <a:pt x="758" y="72"/>
                  </a:cubicBezTo>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8" name="Freeform 35"/>
            <p:cNvSpPr/>
            <p:nvPr/>
          </p:nvSpPr>
          <p:spPr>
            <a:xfrm>
              <a:off x="1760410" y="2101940"/>
              <a:ext cx="1003543" cy="1573129"/>
            </a:xfrm>
            <a:custGeom>
              <a:avLst/>
              <a:gdLst>
                <a:gd name="T0" fmla="*/ 1347075 w 756"/>
                <a:gd name="T1" fmla="*/ 1348744 h 1185"/>
                <a:gd name="T2" fmla="*/ 507366 w 756"/>
                <a:gd name="T3" fmla="*/ 0 h 1185"/>
                <a:gd name="T4" fmla="*/ 0 w 756"/>
                <a:gd name="T5" fmla="*/ 2192200 h 1185"/>
                <a:gd name="T6" fmla="*/ 1347075 w 756"/>
                <a:gd name="T7" fmla="*/ 1348744 h 11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6" h="1185">
                  <a:moveTo>
                    <a:pt x="685" y="686"/>
                  </a:moveTo>
                  <a:cubicBezTo>
                    <a:pt x="756" y="379"/>
                    <a:pt x="565" y="72"/>
                    <a:pt x="258" y="0"/>
                  </a:cubicBezTo>
                  <a:cubicBezTo>
                    <a:pt x="0" y="1115"/>
                    <a:pt x="0" y="1115"/>
                    <a:pt x="0" y="1115"/>
                  </a:cubicBezTo>
                  <a:cubicBezTo>
                    <a:pt x="308" y="1185"/>
                    <a:pt x="614" y="994"/>
                    <a:pt x="685" y="686"/>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9" name="Rectangle 36"/>
            <p:cNvSpPr>
              <a:spLocks noChangeArrowheads="1"/>
            </p:cNvSpPr>
            <p:nvPr/>
          </p:nvSpPr>
          <p:spPr>
            <a:xfrm>
              <a:off x="1844039" y="3219748"/>
              <a:ext cx="561" cy="561"/>
            </a:xfrm>
            <a:prstGeom prst="rect">
              <a:avLst/>
            </a:prstGeom>
            <a:solidFill>
              <a:srgbClr val="034346"/>
            </a:solidFill>
            <a:ln w="9525">
              <a:noFill/>
              <a:miter lim="800000"/>
            </a:ln>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91191" name="Freeform 38"/>
            <p:cNvSpPr/>
            <p:nvPr/>
          </p:nvSpPr>
          <p:spPr>
            <a:xfrm>
              <a:off x="2012980" y="2429815"/>
              <a:ext cx="14593" cy="17404"/>
            </a:xfrm>
            <a:custGeom>
              <a:avLst/>
              <a:gdLst>
                <a:gd name="T0" fmla="*/ 0 w 26"/>
                <a:gd name="T1" fmla="*/ 1663 h 31"/>
                <a:gd name="T2" fmla="*/ 0 w 26"/>
                <a:gd name="T3" fmla="*/ 15798 h 31"/>
                <a:gd name="T4" fmla="*/ 15799 w 26"/>
                <a:gd name="T5" fmla="*/ 25776 h 31"/>
                <a:gd name="T6" fmla="*/ 21619 w 26"/>
                <a:gd name="T7" fmla="*/ 0 h 31"/>
                <a:gd name="T8" fmla="*/ 0 w 26"/>
                <a:gd name="T9" fmla="*/ 1663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1">
                  <a:moveTo>
                    <a:pt x="0" y="2"/>
                  </a:moveTo>
                  <a:lnTo>
                    <a:pt x="0" y="19"/>
                  </a:lnTo>
                  <a:lnTo>
                    <a:pt x="19" y="31"/>
                  </a:lnTo>
                  <a:lnTo>
                    <a:pt x="26" y="0"/>
                  </a:lnTo>
                  <a:lnTo>
                    <a:pt x="0" y="2"/>
                  </a:lnTo>
                  <a:close/>
                </a:path>
              </a:pathLst>
            </a:custGeom>
            <a:solidFill>
              <a:srgbClr val="17B4C4"/>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2" name="Freeform 39"/>
            <p:cNvSpPr>
              <a:spLocks noEditPoints="1"/>
            </p:cNvSpPr>
            <p:nvPr/>
          </p:nvSpPr>
          <p:spPr>
            <a:xfrm>
              <a:off x="1154243" y="2306301"/>
              <a:ext cx="229557" cy="488445"/>
            </a:xfrm>
            <a:custGeom>
              <a:avLst/>
              <a:gdLst>
                <a:gd name="T0" fmla="*/ 29487 w 173"/>
                <a:gd name="T1" fmla="*/ 656559 h 368"/>
                <a:gd name="T2" fmla="*/ 0 w 173"/>
                <a:gd name="T3" fmla="*/ 723394 h 368"/>
                <a:gd name="T4" fmla="*/ 25555 w 173"/>
                <a:gd name="T5" fmla="*/ 707668 h 368"/>
                <a:gd name="T6" fmla="*/ 29487 w 173"/>
                <a:gd name="T7" fmla="*/ 656559 h 368"/>
                <a:gd name="T8" fmla="*/ 322386 w 173"/>
                <a:gd name="T9" fmla="*/ 0 h 368"/>
                <a:gd name="T10" fmla="*/ 300763 w 173"/>
                <a:gd name="T11" fmla="*/ 51109 h 368"/>
                <a:gd name="T12" fmla="*/ 340078 w 173"/>
                <a:gd name="T13" fmla="*/ 7863 h 368"/>
                <a:gd name="T14" fmla="*/ 322386 w 173"/>
                <a:gd name="T15" fmla="*/ 0 h 36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3" h="368">
                  <a:moveTo>
                    <a:pt x="15" y="334"/>
                  </a:moveTo>
                  <a:cubicBezTo>
                    <a:pt x="0" y="368"/>
                    <a:pt x="0" y="368"/>
                    <a:pt x="0" y="368"/>
                  </a:cubicBezTo>
                  <a:cubicBezTo>
                    <a:pt x="4" y="365"/>
                    <a:pt x="8" y="363"/>
                    <a:pt x="13" y="360"/>
                  </a:cubicBezTo>
                  <a:cubicBezTo>
                    <a:pt x="13" y="351"/>
                    <a:pt x="14" y="343"/>
                    <a:pt x="15" y="334"/>
                  </a:cubicBezTo>
                  <a:moveTo>
                    <a:pt x="164" y="0"/>
                  </a:moveTo>
                  <a:cubicBezTo>
                    <a:pt x="153" y="26"/>
                    <a:pt x="153" y="26"/>
                    <a:pt x="153" y="26"/>
                  </a:cubicBezTo>
                  <a:cubicBezTo>
                    <a:pt x="159" y="19"/>
                    <a:pt x="166" y="12"/>
                    <a:pt x="173" y="4"/>
                  </a:cubicBezTo>
                  <a:cubicBezTo>
                    <a:pt x="168" y="2"/>
                    <a:pt x="164" y="0"/>
                    <a:pt x="164" y="0"/>
                  </a:cubicBezTo>
                </a:path>
              </a:pathLst>
            </a:custGeom>
            <a:solidFill>
              <a:srgbClr val="CCCCCC"/>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3" name="Freeform 40"/>
            <p:cNvSpPr/>
            <p:nvPr/>
          </p:nvSpPr>
          <p:spPr>
            <a:xfrm>
              <a:off x="1144702" y="2784078"/>
              <a:ext cx="26940" cy="124638"/>
            </a:xfrm>
            <a:custGeom>
              <a:avLst/>
              <a:gdLst>
                <a:gd name="T0" fmla="*/ 39911 w 20"/>
                <a:gd name="T1" fmla="*/ 0 h 94"/>
                <a:gd name="T2" fmla="*/ 13969 w 20"/>
                <a:gd name="T3" fmla="*/ 15710 h 94"/>
                <a:gd name="T4" fmla="*/ 0 w 20"/>
                <a:gd name="T5" fmla="*/ 45166 h 94"/>
                <a:gd name="T6" fmla="*/ 39911 w 20"/>
                <a:gd name="T7" fmla="*/ 184590 h 94"/>
                <a:gd name="T8" fmla="*/ 39911 w 20"/>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94">
                  <a:moveTo>
                    <a:pt x="20" y="0"/>
                  </a:moveTo>
                  <a:cubicBezTo>
                    <a:pt x="15" y="3"/>
                    <a:pt x="11" y="5"/>
                    <a:pt x="7" y="8"/>
                  </a:cubicBezTo>
                  <a:cubicBezTo>
                    <a:pt x="0" y="23"/>
                    <a:pt x="0" y="23"/>
                    <a:pt x="0" y="23"/>
                  </a:cubicBezTo>
                  <a:cubicBezTo>
                    <a:pt x="20" y="94"/>
                    <a:pt x="20" y="94"/>
                    <a:pt x="20" y="94"/>
                  </a:cubicBezTo>
                  <a:cubicBezTo>
                    <a:pt x="17" y="63"/>
                    <a:pt x="17" y="32"/>
                    <a:pt x="20" y="0"/>
                  </a:cubicBezTo>
                </a:path>
              </a:pathLst>
            </a:custGeom>
            <a:solidFill>
              <a:srgbClr val="C2A98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94" name="Freeform 41"/>
            <p:cNvSpPr>
              <a:spLocks noEditPoints="1"/>
            </p:cNvSpPr>
            <p:nvPr/>
          </p:nvSpPr>
          <p:spPr>
            <a:xfrm>
              <a:off x="1167714" y="2311915"/>
              <a:ext cx="324973" cy="601292"/>
            </a:xfrm>
            <a:custGeom>
              <a:avLst/>
              <a:gdLst>
                <a:gd name="T0" fmla="*/ 11790 w 245"/>
                <a:gd name="T1" fmla="*/ 646760 h 453"/>
                <a:gd name="T2" fmla="*/ 9825 w 245"/>
                <a:gd name="T3" fmla="*/ 648725 h 453"/>
                <a:gd name="T4" fmla="*/ 5895 w 245"/>
                <a:gd name="T5" fmla="*/ 699837 h 453"/>
                <a:gd name="T6" fmla="*/ 5895 w 245"/>
                <a:gd name="T7" fmla="*/ 884625 h 453"/>
                <a:gd name="T8" fmla="*/ 7860 w 245"/>
                <a:gd name="T9" fmla="*/ 890523 h 453"/>
                <a:gd name="T10" fmla="*/ 11790 w 245"/>
                <a:gd name="T11" fmla="*/ 646760 h 453"/>
                <a:gd name="T12" fmla="*/ 320299 w 245"/>
                <a:gd name="T13" fmla="*/ 0 h 453"/>
                <a:gd name="T14" fmla="*/ 280999 w 245"/>
                <a:gd name="T15" fmla="*/ 43248 h 453"/>
                <a:gd name="T16" fmla="*/ 214188 w 245"/>
                <a:gd name="T17" fmla="*/ 190686 h 453"/>
                <a:gd name="T18" fmla="*/ 245628 w 245"/>
                <a:gd name="T19" fmla="*/ 216242 h 453"/>
                <a:gd name="T20" fmla="*/ 224013 w 245"/>
                <a:gd name="T21" fmla="*/ 302739 h 453"/>
                <a:gd name="T22" fmla="*/ 251523 w 245"/>
                <a:gd name="T23" fmla="*/ 387269 h 453"/>
                <a:gd name="T24" fmla="*/ 284929 w 245"/>
                <a:gd name="T25" fmla="*/ 401030 h 453"/>
                <a:gd name="T26" fmla="*/ 296719 w 245"/>
                <a:gd name="T27" fmla="*/ 377440 h 453"/>
                <a:gd name="T28" fmla="*/ 269208 w 245"/>
                <a:gd name="T29" fmla="*/ 302739 h 453"/>
                <a:gd name="T30" fmla="*/ 275103 w 245"/>
                <a:gd name="T31" fmla="*/ 237866 h 453"/>
                <a:gd name="T32" fmla="*/ 300649 w 245"/>
                <a:gd name="T33" fmla="*/ 243763 h 453"/>
                <a:gd name="T34" fmla="*/ 294754 w 245"/>
                <a:gd name="T35" fmla="*/ 310602 h 453"/>
                <a:gd name="T36" fmla="*/ 336019 w 245"/>
                <a:gd name="T37" fmla="*/ 412825 h 453"/>
                <a:gd name="T38" fmla="*/ 312439 w 245"/>
                <a:gd name="T39" fmla="*/ 438381 h 453"/>
                <a:gd name="T40" fmla="*/ 328159 w 245"/>
                <a:gd name="T41" fmla="*/ 475732 h 453"/>
                <a:gd name="T42" fmla="*/ 391040 w 245"/>
                <a:gd name="T43" fmla="*/ 338124 h 453"/>
                <a:gd name="T44" fmla="*/ 320299 w 245"/>
                <a:gd name="T45" fmla="*/ 0 h 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45" h="453">
                  <a:moveTo>
                    <a:pt x="6" y="329"/>
                  </a:moveTo>
                  <a:cubicBezTo>
                    <a:pt x="5" y="330"/>
                    <a:pt x="5" y="330"/>
                    <a:pt x="5" y="330"/>
                  </a:cubicBezTo>
                  <a:cubicBezTo>
                    <a:pt x="4" y="339"/>
                    <a:pt x="3" y="347"/>
                    <a:pt x="3" y="356"/>
                  </a:cubicBezTo>
                  <a:cubicBezTo>
                    <a:pt x="0" y="388"/>
                    <a:pt x="0" y="419"/>
                    <a:pt x="3" y="450"/>
                  </a:cubicBezTo>
                  <a:cubicBezTo>
                    <a:pt x="4" y="453"/>
                    <a:pt x="4" y="453"/>
                    <a:pt x="4" y="453"/>
                  </a:cubicBezTo>
                  <a:cubicBezTo>
                    <a:pt x="0" y="412"/>
                    <a:pt x="1" y="371"/>
                    <a:pt x="6" y="329"/>
                  </a:cubicBezTo>
                  <a:moveTo>
                    <a:pt x="163" y="0"/>
                  </a:moveTo>
                  <a:cubicBezTo>
                    <a:pt x="156" y="8"/>
                    <a:pt x="149" y="15"/>
                    <a:pt x="143" y="22"/>
                  </a:cubicBezTo>
                  <a:cubicBezTo>
                    <a:pt x="109" y="97"/>
                    <a:pt x="109" y="97"/>
                    <a:pt x="109" y="97"/>
                  </a:cubicBezTo>
                  <a:cubicBezTo>
                    <a:pt x="125" y="110"/>
                    <a:pt x="125" y="110"/>
                    <a:pt x="125" y="110"/>
                  </a:cubicBezTo>
                  <a:cubicBezTo>
                    <a:pt x="114" y="154"/>
                    <a:pt x="114" y="154"/>
                    <a:pt x="114" y="154"/>
                  </a:cubicBezTo>
                  <a:cubicBezTo>
                    <a:pt x="128" y="197"/>
                    <a:pt x="128" y="197"/>
                    <a:pt x="128" y="197"/>
                  </a:cubicBezTo>
                  <a:cubicBezTo>
                    <a:pt x="145" y="204"/>
                    <a:pt x="145" y="204"/>
                    <a:pt x="145" y="204"/>
                  </a:cubicBezTo>
                  <a:cubicBezTo>
                    <a:pt x="151" y="192"/>
                    <a:pt x="151" y="192"/>
                    <a:pt x="151" y="192"/>
                  </a:cubicBezTo>
                  <a:cubicBezTo>
                    <a:pt x="137" y="154"/>
                    <a:pt x="137" y="154"/>
                    <a:pt x="137" y="154"/>
                  </a:cubicBezTo>
                  <a:cubicBezTo>
                    <a:pt x="140" y="121"/>
                    <a:pt x="140" y="121"/>
                    <a:pt x="140" y="121"/>
                  </a:cubicBezTo>
                  <a:cubicBezTo>
                    <a:pt x="153" y="124"/>
                    <a:pt x="153" y="124"/>
                    <a:pt x="153" y="124"/>
                  </a:cubicBezTo>
                  <a:cubicBezTo>
                    <a:pt x="150" y="158"/>
                    <a:pt x="150" y="158"/>
                    <a:pt x="150" y="158"/>
                  </a:cubicBezTo>
                  <a:cubicBezTo>
                    <a:pt x="171" y="210"/>
                    <a:pt x="171" y="210"/>
                    <a:pt x="171" y="210"/>
                  </a:cubicBezTo>
                  <a:cubicBezTo>
                    <a:pt x="159" y="223"/>
                    <a:pt x="159" y="223"/>
                    <a:pt x="159" y="223"/>
                  </a:cubicBezTo>
                  <a:cubicBezTo>
                    <a:pt x="167" y="242"/>
                    <a:pt x="167" y="242"/>
                    <a:pt x="167" y="242"/>
                  </a:cubicBezTo>
                  <a:cubicBezTo>
                    <a:pt x="178" y="221"/>
                    <a:pt x="189" y="197"/>
                    <a:pt x="199" y="172"/>
                  </a:cubicBezTo>
                  <a:cubicBezTo>
                    <a:pt x="245" y="59"/>
                    <a:pt x="186" y="13"/>
                    <a:pt x="163" y="0"/>
                  </a:cubicBezTo>
                </a:path>
              </a:pathLst>
            </a:custGeom>
            <a:solidFill>
              <a:srgbClr val="CCCCCC"/>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43" name="Freeform 42"/>
            <p:cNvSpPr/>
            <p:nvPr/>
          </p:nvSpPr>
          <p:spPr>
            <a:xfrm>
              <a:off x="1168003" y="2440345"/>
              <a:ext cx="226219" cy="736033"/>
            </a:xfrm>
            <a:custGeom>
              <a:avLst/>
              <a:gdLst>
                <a:gd name="T0" fmla="*/ 109 w 171"/>
                <a:gd name="T1" fmla="*/ 0 h 554"/>
                <a:gd name="T2" fmla="*/ 6 w 171"/>
                <a:gd name="T3" fmla="*/ 232 h 554"/>
                <a:gd name="T4" fmla="*/ 4 w 171"/>
                <a:gd name="T5" fmla="*/ 356 h 554"/>
                <a:gd name="T6" fmla="*/ 60 w 171"/>
                <a:gd name="T7" fmla="*/ 554 h 554"/>
                <a:gd name="T8" fmla="*/ 61 w 171"/>
                <a:gd name="T9" fmla="*/ 302 h 554"/>
                <a:gd name="T10" fmla="*/ 167 w 171"/>
                <a:gd name="T11" fmla="*/ 145 h 554"/>
                <a:gd name="T12" fmla="*/ 159 w 171"/>
                <a:gd name="T13" fmla="*/ 126 h 554"/>
                <a:gd name="T14" fmla="*/ 171 w 171"/>
                <a:gd name="T15" fmla="*/ 113 h 554"/>
                <a:gd name="T16" fmla="*/ 150 w 171"/>
                <a:gd name="T17" fmla="*/ 61 h 554"/>
                <a:gd name="T18" fmla="*/ 153 w 171"/>
                <a:gd name="T19" fmla="*/ 27 h 554"/>
                <a:gd name="T20" fmla="*/ 140 w 171"/>
                <a:gd name="T21" fmla="*/ 24 h 554"/>
                <a:gd name="T22" fmla="*/ 137 w 171"/>
                <a:gd name="T23" fmla="*/ 57 h 554"/>
                <a:gd name="T24" fmla="*/ 151 w 171"/>
                <a:gd name="T25" fmla="*/ 95 h 554"/>
                <a:gd name="T26" fmla="*/ 145 w 171"/>
                <a:gd name="T27" fmla="*/ 107 h 554"/>
                <a:gd name="T28" fmla="*/ 128 w 171"/>
                <a:gd name="T29" fmla="*/ 100 h 554"/>
                <a:gd name="T30" fmla="*/ 114 w 171"/>
                <a:gd name="T31" fmla="*/ 57 h 554"/>
                <a:gd name="T32" fmla="*/ 125 w 171"/>
                <a:gd name="T33" fmla="*/ 13 h 554"/>
                <a:gd name="T34" fmla="*/ 109 w 171"/>
                <a:gd name="T35"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554">
                  <a:moveTo>
                    <a:pt x="109" y="0"/>
                  </a:moveTo>
                  <a:cubicBezTo>
                    <a:pt x="6" y="232"/>
                    <a:pt x="6" y="232"/>
                    <a:pt x="6" y="232"/>
                  </a:cubicBezTo>
                  <a:cubicBezTo>
                    <a:pt x="1" y="274"/>
                    <a:pt x="0" y="315"/>
                    <a:pt x="4" y="356"/>
                  </a:cubicBezTo>
                  <a:cubicBezTo>
                    <a:pt x="60" y="554"/>
                    <a:pt x="60" y="554"/>
                    <a:pt x="60" y="554"/>
                  </a:cubicBezTo>
                  <a:cubicBezTo>
                    <a:pt x="113" y="424"/>
                    <a:pt x="61" y="302"/>
                    <a:pt x="61" y="302"/>
                  </a:cubicBezTo>
                  <a:cubicBezTo>
                    <a:pt x="61" y="302"/>
                    <a:pt x="116" y="243"/>
                    <a:pt x="167" y="145"/>
                  </a:cubicBezTo>
                  <a:cubicBezTo>
                    <a:pt x="159" y="126"/>
                    <a:pt x="159" y="126"/>
                    <a:pt x="159" y="126"/>
                  </a:cubicBezTo>
                  <a:cubicBezTo>
                    <a:pt x="171" y="113"/>
                    <a:pt x="171" y="113"/>
                    <a:pt x="171" y="113"/>
                  </a:cubicBezTo>
                  <a:cubicBezTo>
                    <a:pt x="150" y="61"/>
                    <a:pt x="150" y="61"/>
                    <a:pt x="150" y="61"/>
                  </a:cubicBezTo>
                  <a:cubicBezTo>
                    <a:pt x="153" y="27"/>
                    <a:pt x="153" y="27"/>
                    <a:pt x="153" y="27"/>
                  </a:cubicBezTo>
                  <a:cubicBezTo>
                    <a:pt x="140" y="24"/>
                    <a:pt x="140" y="24"/>
                    <a:pt x="140" y="24"/>
                  </a:cubicBezTo>
                  <a:cubicBezTo>
                    <a:pt x="137" y="57"/>
                    <a:pt x="137" y="57"/>
                    <a:pt x="137" y="57"/>
                  </a:cubicBezTo>
                  <a:cubicBezTo>
                    <a:pt x="151" y="95"/>
                    <a:pt x="151" y="95"/>
                    <a:pt x="151" y="95"/>
                  </a:cubicBezTo>
                  <a:cubicBezTo>
                    <a:pt x="145" y="107"/>
                    <a:pt x="145" y="107"/>
                    <a:pt x="145" y="107"/>
                  </a:cubicBezTo>
                  <a:cubicBezTo>
                    <a:pt x="128" y="100"/>
                    <a:pt x="128" y="100"/>
                    <a:pt x="128" y="100"/>
                  </a:cubicBezTo>
                  <a:cubicBezTo>
                    <a:pt x="114" y="57"/>
                    <a:pt x="114" y="57"/>
                    <a:pt x="114" y="57"/>
                  </a:cubicBezTo>
                  <a:cubicBezTo>
                    <a:pt x="125" y="13"/>
                    <a:pt x="125" y="13"/>
                    <a:pt x="125" y="13"/>
                  </a:cubicBezTo>
                  <a:cubicBezTo>
                    <a:pt x="109" y="0"/>
                    <a:pt x="109" y="0"/>
                    <a:pt x="109" y="0"/>
                  </a:cubicBezTo>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nvGrpSpPr>
            <p:cNvPr id="3" name="组合 139"/>
            <p:cNvGrpSpPr/>
            <p:nvPr/>
          </p:nvGrpSpPr>
          <p:grpSpPr>
            <a:xfrm>
              <a:off x="-485775" y="2073581"/>
              <a:ext cx="3175397" cy="2227155"/>
              <a:chOff x="-485775" y="2061610"/>
              <a:chExt cx="3175397" cy="2227155"/>
            </a:xfrm>
          </p:grpSpPr>
          <p:sp>
            <p:nvSpPr>
              <p:cNvPr id="25" name="Freeform 24"/>
              <p:cNvSpPr/>
              <p:nvPr/>
            </p:nvSpPr>
            <p:spPr>
              <a:xfrm>
                <a:off x="-485775" y="3184715"/>
                <a:ext cx="1215628" cy="1104050"/>
              </a:xfrm>
              <a:custGeom>
                <a:avLst/>
                <a:gdLst>
                  <a:gd name="T0" fmla="*/ 2165 w 2165"/>
                  <a:gd name="T1" fmla="*/ 1284 h 1967"/>
                  <a:gd name="T2" fmla="*/ 539 w 2165"/>
                  <a:gd name="T3" fmla="*/ 1967 h 1967"/>
                  <a:gd name="T4" fmla="*/ 0 w 2165"/>
                  <a:gd name="T5" fmla="*/ 684 h 1967"/>
                  <a:gd name="T6" fmla="*/ 1624 w 2165"/>
                  <a:gd name="T7" fmla="*/ 0 h 1967"/>
                  <a:gd name="T8" fmla="*/ 2165 w 2165"/>
                  <a:gd name="T9" fmla="*/ 1284 h 1967"/>
                </a:gdLst>
                <a:ahLst/>
                <a:cxnLst>
                  <a:cxn ang="0">
                    <a:pos x="T0" y="T1"/>
                  </a:cxn>
                  <a:cxn ang="0">
                    <a:pos x="T2" y="T3"/>
                  </a:cxn>
                  <a:cxn ang="0">
                    <a:pos x="T4" y="T5"/>
                  </a:cxn>
                  <a:cxn ang="0">
                    <a:pos x="T6" y="T7"/>
                  </a:cxn>
                  <a:cxn ang="0">
                    <a:pos x="T8" y="T9"/>
                  </a:cxn>
                </a:cxnLst>
                <a:rect l="0" t="0" r="r" b="b"/>
                <a:pathLst>
                  <a:path w="2165" h="1967">
                    <a:moveTo>
                      <a:pt x="2165" y="1284"/>
                    </a:moveTo>
                    <a:lnTo>
                      <a:pt x="539" y="1967"/>
                    </a:lnTo>
                    <a:lnTo>
                      <a:pt x="0" y="684"/>
                    </a:lnTo>
                    <a:lnTo>
                      <a:pt x="1624" y="0"/>
                    </a:lnTo>
                    <a:lnTo>
                      <a:pt x="2165" y="1284"/>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1178" name="Freeform 25"/>
              <p:cNvSpPr/>
              <p:nvPr/>
            </p:nvSpPr>
            <p:spPr>
              <a:xfrm>
                <a:off x="441436" y="3147885"/>
                <a:ext cx="446206" cy="721999"/>
              </a:xfrm>
              <a:custGeom>
                <a:avLst/>
                <a:gdLst>
                  <a:gd name="T0" fmla="*/ 661032 w 795"/>
                  <a:gd name="T1" fmla="*/ 961199 h 1286"/>
                  <a:gd name="T2" fmla="*/ 403271 w 795"/>
                  <a:gd name="T3" fmla="*/ 1069292 h 1286"/>
                  <a:gd name="T4" fmla="*/ 0 w 795"/>
                  <a:gd name="T5" fmla="*/ 108093 h 1286"/>
                  <a:gd name="T6" fmla="*/ 256098 w 795"/>
                  <a:gd name="T7" fmla="*/ 0 h 1286"/>
                  <a:gd name="T8" fmla="*/ 661032 w 795"/>
                  <a:gd name="T9" fmla="*/ 961199 h 1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5" h="1286">
                    <a:moveTo>
                      <a:pt x="795" y="1156"/>
                    </a:moveTo>
                    <a:lnTo>
                      <a:pt x="485" y="1286"/>
                    </a:lnTo>
                    <a:lnTo>
                      <a:pt x="0" y="130"/>
                    </a:lnTo>
                    <a:lnTo>
                      <a:pt x="308" y="0"/>
                    </a:lnTo>
                    <a:lnTo>
                      <a:pt x="795" y="1156"/>
                    </a:lnTo>
                    <a:close/>
                  </a:path>
                </a:pathLst>
              </a:custGeom>
              <a:solidFill>
                <a:srgbClr val="F2F2F2"/>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180" name="Freeform 27"/>
              <p:cNvSpPr/>
              <p:nvPr/>
            </p:nvSpPr>
            <p:spPr>
              <a:xfrm>
                <a:off x="620480" y="2513469"/>
                <a:ext cx="1477251" cy="1267710"/>
              </a:xfrm>
              <a:custGeom>
                <a:avLst/>
                <a:gdLst>
                  <a:gd name="T0" fmla="*/ 2139317 w 1113"/>
                  <a:gd name="T1" fmla="*/ 1034098 h 955"/>
                  <a:gd name="T2" fmla="*/ 1793251 w 1113"/>
                  <a:gd name="T3" fmla="*/ 210358 h 955"/>
                  <a:gd name="T4" fmla="*/ 314605 w 1113"/>
                  <a:gd name="T5" fmla="*/ 831604 h 955"/>
                  <a:gd name="T6" fmla="*/ 0 w 1113"/>
                  <a:gd name="T7" fmla="*/ 963324 h 955"/>
                  <a:gd name="T8" fmla="*/ 385392 w 1113"/>
                  <a:gd name="T9" fmla="*/ 1877498 h 955"/>
                  <a:gd name="T10" fmla="*/ 699997 w 1113"/>
                  <a:gd name="T11" fmla="*/ 1745778 h 955"/>
                  <a:gd name="T12" fmla="*/ 1791285 w 1113"/>
                  <a:gd name="T13" fmla="*/ 1464645 h 955"/>
                  <a:gd name="T14" fmla="*/ 2139317 w 1113"/>
                  <a:gd name="T15" fmla="*/ 1034098 h 9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13" h="955">
                    <a:moveTo>
                      <a:pt x="1088" y="526"/>
                    </a:moveTo>
                    <a:cubicBezTo>
                      <a:pt x="912" y="107"/>
                      <a:pt x="912" y="107"/>
                      <a:pt x="912" y="107"/>
                    </a:cubicBezTo>
                    <a:cubicBezTo>
                      <a:pt x="912" y="107"/>
                      <a:pt x="521" y="0"/>
                      <a:pt x="160" y="423"/>
                    </a:cubicBezTo>
                    <a:cubicBezTo>
                      <a:pt x="0" y="490"/>
                      <a:pt x="0" y="490"/>
                      <a:pt x="0" y="490"/>
                    </a:cubicBezTo>
                    <a:cubicBezTo>
                      <a:pt x="196" y="955"/>
                      <a:pt x="196" y="955"/>
                      <a:pt x="196" y="955"/>
                    </a:cubicBezTo>
                    <a:cubicBezTo>
                      <a:pt x="356" y="888"/>
                      <a:pt x="356" y="888"/>
                      <a:pt x="356" y="888"/>
                    </a:cubicBezTo>
                    <a:cubicBezTo>
                      <a:pt x="356" y="888"/>
                      <a:pt x="709" y="886"/>
                      <a:pt x="911" y="745"/>
                    </a:cubicBezTo>
                    <a:cubicBezTo>
                      <a:pt x="1113" y="603"/>
                      <a:pt x="1088" y="526"/>
                      <a:pt x="1088" y="526"/>
                    </a:cubicBezTo>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38" name="Freeform 37"/>
              <p:cNvSpPr>
                <a:spLocks noEditPoints="1"/>
              </p:cNvSpPr>
              <p:nvPr/>
            </p:nvSpPr>
            <p:spPr>
              <a:xfrm>
                <a:off x="1094185" y="2061610"/>
                <a:ext cx="1595437" cy="1574492"/>
              </a:xfrm>
              <a:custGeom>
                <a:avLst/>
                <a:gdLst>
                  <a:gd name="T0" fmla="*/ 1128 w 1202"/>
                  <a:gd name="T1" fmla="*/ 488 h 1186"/>
                  <a:gd name="T2" fmla="*/ 1072 w 1202"/>
                  <a:gd name="T3" fmla="*/ 424 h 1186"/>
                  <a:gd name="T4" fmla="*/ 1063 w 1202"/>
                  <a:gd name="T5" fmla="*/ 469 h 1186"/>
                  <a:gd name="T6" fmla="*/ 1026 w 1202"/>
                  <a:gd name="T7" fmla="*/ 415 h 1186"/>
                  <a:gd name="T8" fmla="*/ 907 w 1202"/>
                  <a:gd name="T9" fmla="*/ 430 h 1186"/>
                  <a:gd name="T10" fmla="*/ 969 w 1202"/>
                  <a:gd name="T11" fmla="*/ 377 h 1186"/>
                  <a:gd name="T12" fmla="*/ 1083 w 1202"/>
                  <a:gd name="T13" fmla="*/ 342 h 1186"/>
                  <a:gd name="T14" fmla="*/ 1058 w 1202"/>
                  <a:gd name="T15" fmla="*/ 268 h 1186"/>
                  <a:gd name="T16" fmla="*/ 434 w 1202"/>
                  <a:gd name="T17" fmla="*/ 66 h 1186"/>
                  <a:gd name="T18" fmla="*/ 469 w 1202"/>
                  <a:gd name="T19" fmla="*/ 84 h 1186"/>
                  <a:gd name="T20" fmla="*/ 528 w 1202"/>
                  <a:gd name="T21" fmla="*/ 76 h 1186"/>
                  <a:gd name="T22" fmla="*/ 526 w 1202"/>
                  <a:gd name="T23" fmla="*/ 110 h 1186"/>
                  <a:gd name="T24" fmla="*/ 591 w 1202"/>
                  <a:gd name="T25" fmla="*/ 82 h 1186"/>
                  <a:gd name="T26" fmla="*/ 639 w 1202"/>
                  <a:gd name="T27" fmla="*/ 103 h 1186"/>
                  <a:gd name="T28" fmla="*/ 758 w 1202"/>
                  <a:gd name="T29" fmla="*/ 164 h 1186"/>
                  <a:gd name="T30" fmla="*/ 707 w 1202"/>
                  <a:gd name="T31" fmla="*/ 151 h 1186"/>
                  <a:gd name="T32" fmla="*/ 639 w 1202"/>
                  <a:gd name="T33" fmla="*/ 141 h 1186"/>
                  <a:gd name="T34" fmla="*/ 607 w 1202"/>
                  <a:gd name="T35" fmla="*/ 161 h 1186"/>
                  <a:gd name="T36" fmla="*/ 525 w 1202"/>
                  <a:gd name="T37" fmla="*/ 195 h 1186"/>
                  <a:gd name="T38" fmla="*/ 616 w 1202"/>
                  <a:gd name="T39" fmla="*/ 176 h 1186"/>
                  <a:gd name="T40" fmla="*/ 702 w 1202"/>
                  <a:gd name="T41" fmla="*/ 238 h 1186"/>
                  <a:gd name="T42" fmla="*/ 714 w 1202"/>
                  <a:gd name="T43" fmla="*/ 302 h 1186"/>
                  <a:gd name="T44" fmla="*/ 676 w 1202"/>
                  <a:gd name="T45" fmla="*/ 286 h 1186"/>
                  <a:gd name="T46" fmla="*/ 657 w 1202"/>
                  <a:gd name="T47" fmla="*/ 275 h 1186"/>
                  <a:gd name="T48" fmla="*/ 629 w 1202"/>
                  <a:gd name="T49" fmla="*/ 257 h 1186"/>
                  <a:gd name="T50" fmla="*/ 626 w 1202"/>
                  <a:gd name="T51" fmla="*/ 289 h 1186"/>
                  <a:gd name="T52" fmla="*/ 503 w 1202"/>
                  <a:gd name="T53" fmla="*/ 339 h 1186"/>
                  <a:gd name="T54" fmla="*/ 414 w 1202"/>
                  <a:gd name="T55" fmla="*/ 380 h 1186"/>
                  <a:gd name="T56" fmla="*/ 308 w 1202"/>
                  <a:gd name="T57" fmla="*/ 451 h 1186"/>
                  <a:gd name="T58" fmla="*/ 405 w 1202"/>
                  <a:gd name="T59" fmla="*/ 551 h 1186"/>
                  <a:gd name="T60" fmla="*/ 535 w 1202"/>
                  <a:gd name="T61" fmla="*/ 569 h 1186"/>
                  <a:gd name="T62" fmla="*/ 622 w 1202"/>
                  <a:gd name="T63" fmla="*/ 692 h 1186"/>
                  <a:gd name="T64" fmla="*/ 638 w 1202"/>
                  <a:gd name="T65" fmla="*/ 852 h 1186"/>
                  <a:gd name="T66" fmla="*/ 555 w 1202"/>
                  <a:gd name="T67" fmla="*/ 917 h 1186"/>
                  <a:gd name="T68" fmla="*/ 456 w 1202"/>
                  <a:gd name="T69" fmla="*/ 986 h 1186"/>
                  <a:gd name="T70" fmla="*/ 446 w 1202"/>
                  <a:gd name="T71" fmla="*/ 1047 h 1186"/>
                  <a:gd name="T72" fmla="*/ 382 w 1202"/>
                  <a:gd name="T73" fmla="*/ 996 h 1186"/>
                  <a:gd name="T74" fmla="*/ 382 w 1202"/>
                  <a:gd name="T75" fmla="*/ 747 h 1186"/>
                  <a:gd name="T76" fmla="*/ 388 w 1202"/>
                  <a:gd name="T77" fmla="*/ 594 h 1186"/>
                  <a:gd name="T78" fmla="*/ 294 w 1202"/>
                  <a:gd name="T79" fmla="*/ 468 h 1186"/>
                  <a:gd name="T80" fmla="*/ 205 w 1202"/>
                  <a:gd name="T81" fmla="*/ 346 h 1186"/>
                  <a:gd name="T82" fmla="*/ 183 w 1202"/>
                  <a:gd name="T83" fmla="*/ 385 h 1186"/>
                  <a:gd name="T84" fmla="*/ 501 w 1202"/>
                  <a:gd name="T85" fmla="*/ 1146 h 1186"/>
                  <a:gd name="T86" fmla="*/ 968 w 1202"/>
                  <a:gd name="T87" fmla="*/ 920 h 1186"/>
                  <a:gd name="T88" fmla="*/ 946 w 1202"/>
                  <a:gd name="T89" fmla="*/ 710 h 1186"/>
                  <a:gd name="T90" fmla="*/ 830 w 1202"/>
                  <a:gd name="T91" fmla="*/ 685 h 1186"/>
                  <a:gd name="T92" fmla="*/ 806 w 1202"/>
                  <a:gd name="T93" fmla="*/ 523 h 1186"/>
                  <a:gd name="T94" fmla="*/ 978 w 1202"/>
                  <a:gd name="T95" fmla="*/ 455 h 1186"/>
                  <a:gd name="T96" fmla="*/ 1102 w 1202"/>
                  <a:gd name="T97" fmla="*/ 515 h 1186"/>
                  <a:gd name="T98" fmla="*/ 970 w 1202"/>
                  <a:gd name="T99" fmla="*/ 286 h 1186"/>
                  <a:gd name="T100" fmla="*/ 1018 w 1202"/>
                  <a:gd name="T101" fmla="*/ 337 h 1186"/>
                  <a:gd name="T102" fmla="*/ 986 w 1202"/>
                  <a:gd name="T103" fmla="*/ 313 h 1186"/>
                  <a:gd name="T104" fmla="*/ 963 w 1202"/>
                  <a:gd name="T105" fmla="*/ 298 h 1186"/>
                  <a:gd name="T106" fmla="*/ 627 w 1202"/>
                  <a:gd name="T107" fmla="*/ 301 h 1186"/>
                  <a:gd name="T108" fmla="*/ 649 w 1202"/>
                  <a:gd name="T109" fmla="*/ 306 h 1186"/>
                  <a:gd name="T110" fmla="*/ 627 w 1202"/>
                  <a:gd name="T111" fmla="*/ 301 h 1186"/>
                  <a:gd name="T112" fmla="*/ 601 w 1202"/>
                  <a:gd name="T113" fmla="*/ 310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02" h="1186">
                    <a:moveTo>
                      <a:pt x="1197" y="506"/>
                    </a:moveTo>
                    <a:cubicBezTo>
                      <a:pt x="1168" y="499"/>
                      <a:pt x="1168" y="499"/>
                      <a:pt x="1168" y="499"/>
                    </a:cubicBezTo>
                    <a:cubicBezTo>
                      <a:pt x="1157" y="480"/>
                      <a:pt x="1157" y="480"/>
                      <a:pt x="1157" y="480"/>
                    </a:cubicBezTo>
                    <a:cubicBezTo>
                      <a:pt x="1160" y="454"/>
                      <a:pt x="1160" y="454"/>
                      <a:pt x="1160" y="454"/>
                    </a:cubicBezTo>
                    <a:cubicBezTo>
                      <a:pt x="1144" y="458"/>
                      <a:pt x="1144" y="458"/>
                      <a:pt x="1144" y="458"/>
                    </a:cubicBezTo>
                    <a:cubicBezTo>
                      <a:pt x="1128" y="488"/>
                      <a:pt x="1128" y="488"/>
                      <a:pt x="1128" y="488"/>
                    </a:cubicBezTo>
                    <a:cubicBezTo>
                      <a:pt x="1112" y="460"/>
                      <a:pt x="1112" y="460"/>
                      <a:pt x="1112" y="460"/>
                    </a:cubicBezTo>
                    <a:cubicBezTo>
                      <a:pt x="1116" y="438"/>
                      <a:pt x="1116" y="438"/>
                      <a:pt x="1116" y="438"/>
                    </a:cubicBezTo>
                    <a:cubicBezTo>
                      <a:pt x="1099" y="415"/>
                      <a:pt x="1099" y="415"/>
                      <a:pt x="1099" y="415"/>
                    </a:cubicBezTo>
                    <a:cubicBezTo>
                      <a:pt x="1093" y="406"/>
                      <a:pt x="1093" y="406"/>
                      <a:pt x="1093" y="406"/>
                    </a:cubicBezTo>
                    <a:cubicBezTo>
                      <a:pt x="1069" y="400"/>
                      <a:pt x="1069" y="400"/>
                      <a:pt x="1069" y="400"/>
                    </a:cubicBezTo>
                    <a:cubicBezTo>
                      <a:pt x="1072" y="424"/>
                      <a:pt x="1072" y="424"/>
                      <a:pt x="1072" y="424"/>
                    </a:cubicBezTo>
                    <a:cubicBezTo>
                      <a:pt x="1097" y="446"/>
                      <a:pt x="1097" y="446"/>
                      <a:pt x="1097" y="446"/>
                    </a:cubicBezTo>
                    <a:cubicBezTo>
                      <a:pt x="1101" y="453"/>
                      <a:pt x="1101" y="453"/>
                      <a:pt x="1101" y="453"/>
                    </a:cubicBezTo>
                    <a:cubicBezTo>
                      <a:pt x="1094" y="455"/>
                      <a:pt x="1094" y="455"/>
                      <a:pt x="1094" y="455"/>
                    </a:cubicBezTo>
                    <a:cubicBezTo>
                      <a:pt x="1090" y="472"/>
                      <a:pt x="1090" y="472"/>
                      <a:pt x="1090" y="472"/>
                    </a:cubicBezTo>
                    <a:cubicBezTo>
                      <a:pt x="1075" y="474"/>
                      <a:pt x="1075" y="474"/>
                      <a:pt x="1075" y="474"/>
                    </a:cubicBezTo>
                    <a:cubicBezTo>
                      <a:pt x="1063" y="469"/>
                      <a:pt x="1063" y="469"/>
                      <a:pt x="1063" y="469"/>
                    </a:cubicBezTo>
                    <a:cubicBezTo>
                      <a:pt x="1058" y="457"/>
                      <a:pt x="1058" y="457"/>
                      <a:pt x="1058" y="457"/>
                    </a:cubicBezTo>
                    <a:cubicBezTo>
                      <a:pt x="1078" y="462"/>
                      <a:pt x="1078" y="462"/>
                      <a:pt x="1078" y="462"/>
                    </a:cubicBezTo>
                    <a:cubicBezTo>
                      <a:pt x="1085" y="456"/>
                      <a:pt x="1085" y="456"/>
                      <a:pt x="1085" y="456"/>
                    </a:cubicBezTo>
                    <a:cubicBezTo>
                      <a:pt x="1048" y="417"/>
                      <a:pt x="1048" y="417"/>
                      <a:pt x="1048" y="417"/>
                    </a:cubicBezTo>
                    <a:cubicBezTo>
                      <a:pt x="1047" y="403"/>
                      <a:pt x="1047" y="403"/>
                      <a:pt x="1047" y="403"/>
                    </a:cubicBezTo>
                    <a:cubicBezTo>
                      <a:pt x="1026" y="415"/>
                      <a:pt x="1026" y="415"/>
                      <a:pt x="1026" y="415"/>
                    </a:cubicBezTo>
                    <a:cubicBezTo>
                      <a:pt x="1009" y="407"/>
                      <a:pt x="1009" y="407"/>
                      <a:pt x="1009" y="407"/>
                    </a:cubicBezTo>
                    <a:cubicBezTo>
                      <a:pt x="973" y="437"/>
                      <a:pt x="973" y="437"/>
                      <a:pt x="973" y="437"/>
                    </a:cubicBezTo>
                    <a:cubicBezTo>
                      <a:pt x="965" y="449"/>
                      <a:pt x="965" y="449"/>
                      <a:pt x="965" y="449"/>
                    </a:cubicBezTo>
                    <a:cubicBezTo>
                      <a:pt x="947" y="447"/>
                      <a:pt x="947" y="447"/>
                      <a:pt x="947" y="447"/>
                    </a:cubicBezTo>
                    <a:cubicBezTo>
                      <a:pt x="921" y="441"/>
                      <a:pt x="921" y="441"/>
                      <a:pt x="921" y="441"/>
                    </a:cubicBezTo>
                    <a:cubicBezTo>
                      <a:pt x="907" y="430"/>
                      <a:pt x="907" y="430"/>
                      <a:pt x="907" y="430"/>
                    </a:cubicBezTo>
                    <a:cubicBezTo>
                      <a:pt x="910" y="399"/>
                      <a:pt x="910" y="399"/>
                      <a:pt x="910" y="399"/>
                    </a:cubicBezTo>
                    <a:cubicBezTo>
                      <a:pt x="919" y="385"/>
                      <a:pt x="919" y="385"/>
                      <a:pt x="919" y="385"/>
                    </a:cubicBezTo>
                    <a:cubicBezTo>
                      <a:pt x="946" y="385"/>
                      <a:pt x="946" y="385"/>
                      <a:pt x="946" y="385"/>
                    </a:cubicBezTo>
                    <a:cubicBezTo>
                      <a:pt x="974" y="398"/>
                      <a:pt x="974" y="398"/>
                      <a:pt x="974" y="398"/>
                    </a:cubicBezTo>
                    <a:cubicBezTo>
                      <a:pt x="981" y="383"/>
                      <a:pt x="981" y="383"/>
                      <a:pt x="981" y="383"/>
                    </a:cubicBezTo>
                    <a:cubicBezTo>
                      <a:pt x="969" y="377"/>
                      <a:pt x="969" y="377"/>
                      <a:pt x="969" y="377"/>
                    </a:cubicBezTo>
                    <a:cubicBezTo>
                      <a:pt x="979" y="353"/>
                      <a:pt x="979" y="353"/>
                      <a:pt x="979" y="353"/>
                    </a:cubicBezTo>
                    <a:cubicBezTo>
                      <a:pt x="1009" y="355"/>
                      <a:pt x="1009" y="355"/>
                      <a:pt x="1009" y="355"/>
                    </a:cubicBezTo>
                    <a:cubicBezTo>
                      <a:pt x="1036" y="332"/>
                      <a:pt x="1036" y="332"/>
                      <a:pt x="1036" y="332"/>
                    </a:cubicBezTo>
                    <a:cubicBezTo>
                      <a:pt x="1058" y="333"/>
                      <a:pt x="1058" y="333"/>
                      <a:pt x="1058" y="333"/>
                    </a:cubicBezTo>
                    <a:cubicBezTo>
                      <a:pt x="1076" y="340"/>
                      <a:pt x="1076" y="340"/>
                      <a:pt x="1076" y="340"/>
                    </a:cubicBezTo>
                    <a:cubicBezTo>
                      <a:pt x="1083" y="342"/>
                      <a:pt x="1083" y="342"/>
                      <a:pt x="1083" y="342"/>
                    </a:cubicBezTo>
                    <a:cubicBezTo>
                      <a:pt x="1085" y="314"/>
                      <a:pt x="1085" y="314"/>
                      <a:pt x="1085" y="314"/>
                    </a:cubicBezTo>
                    <a:cubicBezTo>
                      <a:pt x="1060" y="318"/>
                      <a:pt x="1060" y="318"/>
                      <a:pt x="1060" y="318"/>
                    </a:cubicBezTo>
                    <a:cubicBezTo>
                      <a:pt x="1057" y="296"/>
                      <a:pt x="1057" y="296"/>
                      <a:pt x="1057" y="296"/>
                    </a:cubicBezTo>
                    <a:cubicBezTo>
                      <a:pt x="1044" y="291"/>
                      <a:pt x="1044" y="291"/>
                      <a:pt x="1044" y="291"/>
                    </a:cubicBezTo>
                    <a:cubicBezTo>
                      <a:pt x="1045" y="277"/>
                      <a:pt x="1045" y="277"/>
                      <a:pt x="1045" y="277"/>
                    </a:cubicBezTo>
                    <a:cubicBezTo>
                      <a:pt x="1058" y="268"/>
                      <a:pt x="1058" y="268"/>
                      <a:pt x="1058" y="268"/>
                    </a:cubicBezTo>
                    <a:cubicBezTo>
                      <a:pt x="1086" y="263"/>
                      <a:pt x="1086" y="263"/>
                      <a:pt x="1086" y="263"/>
                    </a:cubicBezTo>
                    <a:cubicBezTo>
                      <a:pt x="1096" y="253"/>
                      <a:pt x="1096" y="253"/>
                      <a:pt x="1096" y="253"/>
                    </a:cubicBezTo>
                    <a:cubicBezTo>
                      <a:pt x="1017" y="144"/>
                      <a:pt x="901" y="61"/>
                      <a:pt x="760" y="28"/>
                    </a:cubicBezTo>
                    <a:cubicBezTo>
                      <a:pt x="760" y="28"/>
                      <a:pt x="759" y="28"/>
                      <a:pt x="759" y="28"/>
                    </a:cubicBezTo>
                    <a:cubicBezTo>
                      <a:pt x="636" y="0"/>
                      <a:pt x="514" y="13"/>
                      <a:pt x="406" y="59"/>
                    </a:cubicBezTo>
                    <a:cubicBezTo>
                      <a:pt x="434" y="66"/>
                      <a:pt x="434" y="66"/>
                      <a:pt x="434" y="66"/>
                    </a:cubicBezTo>
                    <a:cubicBezTo>
                      <a:pt x="445" y="75"/>
                      <a:pt x="445" y="75"/>
                      <a:pt x="445" y="75"/>
                    </a:cubicBezTo>
                    <a:cubicBezTo>
                      <a:pt x="468" y="86"/>
                      <a:pt x="468" y="86"/>
                      <a:pt x="468" y="86"/>
                    </a:cubicBezTo>
                    <a:cubicBezTo>
                      <a:pt x="467" y="96"/>
                      <a:pt x="467" y="96"/>
                      <a:pt x="467" y="96"/>
                    </a:cubicBezTo>
                    <a:cubicBezTo>
                      <a:pt x="505" y="106"/>
                      <a:pt x="505" y="106"/>
                      <a:pt x="505" y="106"/>
                    </a:cubicBezTo>
                    <a:cubicBezTo>
                      <a:pt x="502" y="93"/>
                      <a:pt x="502" y="93"/>
                      <a:pt x="502" y="93"/>
                    </a:cubicBezTo>
                    <a:cubicBezTo>
                      <a:pt x="469" y="84"/>
                      <a:pt x="469" y="84"/>
                      <a:pt x="469" y="84"/>
                    </a:cubicBezTo>
                    <a:cubicBezTo>
                      <a:pt x="479" y="78"/>
                      <a:pt x="479" y="78"/>
                      <a:pt x="479" y="78"/>
                    </a:cubicBezTo>
                    <a:cubicBezTo>
                      <a:pt x="478" y="69"/>
                      <a:pt x="478" y="69"/>
                      <a:pt x="478" y="69"/>
                    </a:cubicBezTo>
                    <a:cubicBezTo>
                      <a:pt x="448" y="62"/>
                      <a:pt x="448" y="62"/>
                      <a:pt x="448" y="62"/>
                    </a:cubicBezTo>
                    <a:cubicBezTo>
                      <a:pt x="486" y="45"/>
                      <a:pt x="486" y="45"/>
                      <a:pt x="486" y="45"/>
                    </a:cubicBezTo>
                    <a:cubicBezTo>
                      <a:pt x="518" y="52"/>
                      <a:pt x="518" y="52"/>
                      <a:pt x="518" y="52"/>
                    </a:cubicBezTo>
                    <a:cubicBezTo>
                      <a:pt x="528" y="76"/>
                      <a:pt x="528" y="76"/>
                      <a:pt x="528" y="76"/>
                    </a:cubicBezTo>
                    <a:cubicBezTo>
                      <a:pt x="553" y="83"/>
                      <a:pt x="553" y="83"/>
                      <a:pt x="553" y="83"/>
                    </a:cubicBezTo>
                    <a:cubicBezTo>
                      <a:pt x="571" y="72"/>
                      <a:pt x="571" y="72"/>
                      <a:pt x="571" y="72"/>
                    </a:cubicBezTo>
                    <a:cubicBezTo>
                      <a:pt x="581" y="80"/>
                      <a:pt x="581" y="80"/>
                      <a:pt x="581" y="80"/>
                    </a:cubicBezTo>
                    <a:cubicBezTo>
                      <a:pt x="555" y="96"/>
                      <a:pt x="555" y="96"/>
                      <a:pt x="555" y="96"/>
                    </a:cubicBezTo>
                    <a:cubicBezTo>
                      <a:pt x="555" y="96"/>
                      <a:pt x="527" y="89"/>
                      <a:pt x="528" y="90"/>
                    </a:cubicBezTo>
                    <a:cubicBezTo>
                      <a:pt x="530" y="90"/>
                      <a:pt x="526" y="110"/>
                      <a:pt x="526" y="110"/>
                    </a:cubicBezTo>
                    <a:cubicBezTo>
                      <a:pt x="561" y="117"/>
                      <a:pt x="561" y="117"/>
                      <a:pt x="561" y="117"/>
                    </a:cubicBezTo>
                    <a:cubicBezTo>
                      <a:pt x="567" y="108"/>
                      <a:pt x="567" y="108"/>
                      <a:pt x="567" y="108"/>
                    </a:cubicBezTo>
                    <a:cubicBezTo>
                      <a:pt x="591" y="112"/>
                      <a:pt x="591" y="112"/>
                      <a:pt x="591" y="112"/>
                    </a:cubicBezTo>
                    <a:cubicBezTo>
                      <a:pt x="597" y="99"/>
                      <a:pt x="597" y="99"/>
                      <a:pt x="597" y="99"/>
                    </a:cubicBezTo>
                    <a:cubicBezTo>
                      <a:pt x="583" y="94"/>
                      <a:pt x="583" y="94"/>
                      <a:pt x="583" y="94"/>
                    </a:cubicBezTo>
                    <a:cubicBezTo>
                      <a:pt x="591" y="82"/>
                      <a:pt x="591" y="82"/>
                      <a:pt x="591" y="82"/>
                    </a:cubicBezTo>
                    <a:cubicBezTo>
                      <a:pt x="602" y="81"/>
                      <a:pt x="602" y="81"/>
                      <a:pt x="602" y="81"/>
                    </a:cubicBezTo>
                    <a:cubicBezTo>
                      <a:pt x="639" y="92"/>
                      <a:pt x="639" y="92"/>
                      <a:pt x="639" y="92"/>
                    </a:cubicBezTo>
                    <a:cubicBezTo>
                      <a:pt x="614" y="106"/>
                      <a:pt x="614" y="106"/>
                      <a:pt x="614" y="106"/>
                    </a:cubicBezTo>
                    <a:cubicBezTo>
                      <a:pt x="614" y="121"/>
                      <a:pt x="614" y="121"/>
                      <a:pt x="614" y="121"/>
                    </a:cubicBezTo>
                    <a:cubicBezTo>
                      <a:pt x="635" y="129"/>
                      <a:pt x="635" y="129"/>
                      <a:pt x="635" y="129"/>
                    </a:cubicBezTo>
                    <a:cubicBezTo>
                      <a:pt x="639" y="103"/>
                      <a:pt x="639" y="103"/>
                      <a:pt x="639" y="103"/>
                    </a:cubicBezTo>
                    <a:cubicBezTo>
                      <a:pt x="662" y="97"/>
                      <a:pt x="662" y="97"/>
                      <a:pt x="662" y="97"/>
                    </a:cubicBezTo>
                    <a:cubicBezTo>
                      <a:pt x="700" y="101"/>
                      <a:pt x="700" y="101"/>
                      <a:pt x="700" y="101"/>
                    </a:cubicBezTo>
                    <a:cubicBezTo>
                      <a:pt x="737" y="129"/>
                      <a:pt x="737" y="129"/>
                      <a:pt x="737" y="129"/>
                    </a:cubicBezTo>
                    <a:cubicBezTo>
                      <a:pt x="747" y="136"/>
                      <a:pt x="747" y="136"/>
                      <a:pt x="747" y="136"/>
                    </a:cubicBezTo>
                    <a:cubicBezTo>
                      <a:pt x="742" y="156"/>
                      <a:pt x="742" y="156"/>
                      <a:pt x="742" y="156"/>
                    </a:cubicBezTo>
                    <a:cubicBezTo>
                      <a:pt x="758" y="164"/>
                      <a:pt x="758" y="164"/>
                      <a:pt x="758" y="164"/>
                    </a:cubicBezTo>
                    <a:cubicBezTo>
                      <a:pt x="746" y="178"/>
                      <a:pt x="746" y="178"/>
                      <a:pt x="746" y="178"/>
                    </a:cubicBezTo>
                    <a:cubicBezTo>
                      <a:pt x="727" y="174"/>
                      <a:pt x="727" y="174"/>
                      <a:pt x="727" y="174"/>
                    </a:cubicBezTo>
                    <a:cubicBezTo>
                      <a:pt x="722" y="173"/>
                      <a:pt x="722" y="173"/>
                      <a:pt x="722" y="173"/>
                    </a:cubicBezTo>
                    <a:cubicBezTo>
                      <a:pt x="711" y="189"/>
                      <a:pt x="711" y="189"/>
                      <a:pt x="711" y="189"/>
                    </a:cubicBezTo>
                    <a:cubicBezTo>
                      <a:pt x="660" y="164"/>
                      <a:pt x="660" y="164"/>
                      <a:pt x="660" y="164"/>
                    </a:cubicBezTo>
                    <a:cubicBezTo>
                      <a:pt x="707" y="151"/>
                      <a:pt x="707" y="151"/>
                      <a:pt x="707" y="151"/>
                    </a:cubicBezTo>
                    <a:cubicBezTo>
                      <a:pt x="694" y="134"/>
                      <a:pt x="694" y="134"/>
                      <a:pt x="694" y="134"/>
                    </a:cubicBezTo>
                    <a:cubicBezTo>
                      <a:pt x="657" y="130"/>
                      <a:pt x="657" y="130"/>
                      <a:pt x="657" y="130"/>
                    </a:cubicBezTo>
                    <a:cubicBezTo>
                      <a:pt x="653" y="132"/>
                      <a:pt x="653" y="132"/>
                      <a:pt x="653" y="132"/>
                    </a:cubicBezTo>
                    <a:cubicBezTo>
                      <a:pt x="653" y="132"/>
                      <a:pt x="653" y="132"/>
                      <a:pt x="653" y="132"/>
                    </a:cubicBezTo>
                    <a:cubicBezTo>
                      <a:pt x="652" y="133"/>
                      <a:pt x="652" y="133"/>
                      <a:pt x="652" y="133"/>
                    </a:cubicBezTo>
                    <a:cubicBezTo>
                      <a:pt x="639" y="141"/>
                      <a:pt x="639" y="141"/>
                      <a:pt x="639" y="141"/>
                    </a:cubicBezTo>
                    <a:cubicBezTo>
                      <a:pt x="621" y="139"/>
                      <a:pt x="621" y="139"/>
                      <a:pt x="621" y="139"/>
                    </a:cubicBezTo>
                    <a:cubicBezTo>
                      <a:pt x="620" y="148"/>
                      <a:pt x="620" y="148"/>
                      <a:pt x="620" y="148"/>
                    </a:cubicBezTo>
                    <a:cubicBezTo>
                      <a:pt x="626" y="152"/>
                      <a:pt x="626" y="152"/>
                      <a:pt x="626" y="152"/>
                    </a:cubicBezTo>
                    <a:cubicBezTo>
                      <a:pt x="625" y="155"/>
                      <a:pt x="625" y="155"/>
                      <a:pt x="625" y="155"/>
                    </a:cubicBezTo>
                    <a:cubicBezTo>
                      <a:pt x="610" y="153"/>
                      <a:pt x="610" y="153"/>
                      <a:pt x="610" y="153"/>
                    </a:cubicBezTo>
                    <a:cubicBezTo>
                      <a:pt x="607" y="161"/>
                      <a:pt x="607" y="161"/>
                      <a:pt x="607" y="161"/>
                    </a:cubicBezTo>
                    <a:cubicBezTo>
                      <a:pt x="594" y="159"/>
                      <a:pt x="594" y="159"/>
                      <a:pt x="594" y="159"/>
                    </a:cubicBezTo>
                    <a:cubicBezTo>
                      <a:pt x="595" y="142"/>
                      <a:pt x="595" y="142"/>
                      <a:pt x="595" y="142"/>
                    </a:cubicBezTo>
                    <a:cubicBezTo>
                      <a:pt x="569" y="144"/>
                      <a:pt x="569" y="144"/>
                      <a:pt x="569" y="144"/>
                    </a:cubicBezTo>
                    <a:cubicBezTo>
                      <a:pt x="512" y="161"/>
                      <a:pt x="512" y="161"/>
                      <a:pt x="512" y="161"/>
                    </a:cubicBezTo>
                    <a:cubicBezTo>
                      <a:pt x="513" y="183"/>
                      <a:pt x="513" y="183"/>
                      <a:pt x="513" y="183"/>
                    </a:cubicBezTo>
                    <a:cubicBezTo>
                      <a:pt x="525" y="195"/>
                      <a:pt x="525" y="195"/>
                      <a:pt x="525" y="195"/>
                    </a:cubicBezTo>
                    <a:cubicBezTo>
                      <a:pt x="552" y="206"/>
                      <a:pt x="552" y="206"/>
                      <a:pt x="552" y="206"/>
                    </a:cubicBezTo>
                    <a:cubicBezTo>
                      <a:pt x="545" y="237"/>
                      <a:pt x="545" y="237"/>
                      <a:pt x="545" y="237"/>
                    </a:cubicBezTo>
                    <a:cubicBezTo>
                      <a:pt x="558" y="238"/>
                      <a:pt x="558" y="238"/>
                      <a:pt x="558" y="238"/>
                    </a:cubicBezTo>
                    <a:cubicBezTo>
                      <a:pt x="576" y="216"/>
                      <a:pt x="576" y="216"/>
                      <a:pt x="576" y="216"/>
                    </a:cubicBezTo>
                    <a:cubicBezTo>
                      <a:pt x="607" y="214"/>
                      <a:pt x="607" y="214"/>
                      <a:pt x="607" y="214"/>
                    </a:cubicBezTo>
                    <a:cubicBezTo>
                      <a:pt x="616" y="176"/>
                      <a:pt x="616" y="176"/>
                      <a:pt x="616" y="176"/>
                    </a:cubicBezTo>
                    <a:cubicBezTo>
                      <a:pt x="635" y="167"/>
                      <a:pt x="635" y="167"/>
                      <a:pt x="635" y="167"/>
                    </a:cubicBezTo>
                    <a:cubicBezTo>
                      <a:pt x="673" y="186"/>
                      <a:pt x="673" y="186"/>
                      <a:pt x="673" y="186"/>
                    </a:cubicBezTo>
                    <a:cubicBezTo>
                      <a:pt x="664" y="210"/>
                      <a:pt x="664" y="210"/>
                      <a:pt x="664" y="210"/>
                    </a:cubicBezTo>
                    <a:cubicBezTo>
                      <a:pt x="675" y="213"/>
                      <a:pt x="675" y="213"/>
                      <a:pt x="675" y="213"/>
                    </a:cubicBezTo>
                    <a:cubicBezTo>
                      <a:pt x="708" y="205"/>
                      <a:pt x="708" y="205"/>
                      <a:pt x="708" y="205"/>
                    </a:cubicBezTo>
                    <a:cubicBezTo>
                      <a:pt x="702" y="238"/>
                      <a:pt x="702" y="238"/>
                      <a:pt x="702" y="238"/>
                    </a:cubicBezTo>
                    <a:cubicBezTo>
                      <a:pt x="710" y="247"/>
                      <a:pt x="710" y="247"/>
                      <a:pt x="710" y="247"/>
                    </a:cubicBezTo>
                    <a:cubicBezTo>
                      <a:pt x="720" y="256"/>
                      <a:pt x="720" y="256"/>
                      <a:pt x="720" y="256"/>
                    </a:cubicBezTo>
                    <a:cubicBezTo>
                      <a:pt x="714" y="276"/>
                      <a:pt x="714" y="276"/>
                      <a:pt x="714" y="276"/>
                    </a:cubicBezTo>
                    <a:cubicBezTo>
                      <a:pt x="703" y="277"/>
                      <a:pt x="703" y="277"/>
                      <a:pt x="703" y="277"/>
                    </a:cubicBezTo>
                    <a:cubicBezTo>
                      <a:pt x="700" y="290"/>
                      <a:pt x="700" y="290"/>
                      <a:pt x="700" y="290"/>
                    </a:cubicBezTo>
                    <a:cubicBezTo>
                      <a:pt x="714" y="302"/>
                      <a:pt x="714" y="302"/>
                      <a:pt x="714" y="302"/>
                    </a:cubicBezTo>
                    <a:cubicBezTo>
                      <a:pt x="711" y="315"/>
                      <a:pt x="711" y="315"/>
                      <a:pt x="711" y="315"/>
                    </a:cubicBezTo>
                    <a:cubicBezTo>
                      <a:pt x="703" y="314"/>
                      <a:pt x="703" y="314"/>
                      <a:pt x="703" y="314"/>
                    </a:cubicBezTo>
                    <a:cubicBezTo>
                      <a:pt x="703" y="313"/>
                      <a:pt x="703" y="313"/>
                      <a:pt x="703" y="313"/>
                    </a:cubicBezTo>
                    <a:cubicBezTo>
                      <a:pt x="695" y="309"/>
                      <a:pt x="695" y="309"/>
                      <a:pt x="695" y="309"/>
                    </a:cubicBezTo>
                    <a:cubicBezTo>
                      <a:pt x="675" y="297"/>
                      <a:pt x="675" y="297"/>
                      <a:pt x="675" y="297"/>
                    </a:cubicBezTo>
                    <a:cubicBezTo>
                      <a:pt x="676" y="286"/>
                      <a:pt x="676" y="286"/>
                      <a:pt x="676" y="286"/>
                    </a:cubicBezTo>
                    <a:cubicBezTo>
                      <a:pt x="676" y="286"/>
                      <a:pt x="676" y="286"/>
                      <a:pt x="676" y="286"/>
                    </a:cubicBezTo>
                    <a:cubicBezTo>
                      <a:pt x="686" y="282"/>
                      <a:pt x="686" y="282"/>
                      <a:pt x="686" y="282"/>
                    </a:cubicBezTo>
                    <a:cubicBezTo>
                      <a:pt x="688" y="273"/>
                      <a:pt x="688" y="273"/>
                      <a:pt x="688" y="273"/>
                    </a:cubicBezTo>
                    <a:cubicBezTo>
                      <a:pt x="679" y="268"/>
                      <a:pt x="679" y="268"/>
                      <a:pt x="679" y="268"/>
                    </a:cubicBezTo>
                    <a:cubicBezTo>
                      <a:pt x="675" y="276"/>
                      <a:pt x="675" y="276"/>
                      <a:pt x="675" y="276"/>
                    </a:cubicBezTo>
                    <a:cubicBezTo>
                      <a:pt x="657" y="275"/>
                      <a:pt x="657" y="275"/>
                      <a:pt x="657" y="275"/>
                    </a:cubicBezTo>
                    <a:cubicBezTo>
                      <a:pt x="655" y="274"/>
                      <a:pt x="655" y="274"/>
                      <a:pt x="655" y="274"/>
                    </a:cubicBezTo>
                    <a:cubicBezTo>
                      <a:pt x="655" y="275"/>
                      <a:pt x="655" y="275"/>
                      <a:pt x="655" y="275"/>
                    </a:cubicBezTo>
                    <a:cubicBezTo>
                      <a:pt x="649" y="274"/>
                      <a:pt x="649" y="274"/>
                      <a:pt x="649" y="274"/>
                    </a:cubicBezTo>
                    <a:cubicBezTo>
                      <a:pt x="646" y="264"/>
                      <a:pt x="646" y="264"/>
                      <a:pt x="646" y="264"/>
                    </a:cubicBezTo>
                    <a:cubicBezTo>
                      <a:pt x="641" y="260"/>
                      <a:pt x="641" y="260"/>
                      <a:pt x="641" y="260"/>
                    </a:cubicBezTo>
                    <a:cubicBezTo>
                      <a:pt x="629" y="257"/>
                      <a:pt x="629" y="257"/>
                      <a:pt x="629" y="257"/>
                    </a:cubicBezTo>
                    <a:cubicBezTo>
                      <a:pt x="623" y="260"/>
                      <a:pt x="623" y="260"/>
                      <a:pt x="623" y="260"/>
                    </a:cubicBezTo>
                    <a:cubicBezTo>
                      <a:pt x="620" y="270"/>
                      <a:pt x="620" y="270"/>
                      <a:pt x="620" y="270"/>
                    </a:cubicBezTo>
                    <a:cubicBezTo>
                      <a:pt x="630" y="276"/>
                      <a:pt x="630" y="276"/>
                      <a:pt x="630" y="276"/>
                    </a:cubicBezTo>
                    <a:cubicBezTo>
                      <a:pt x="640" y="280"/>
                      <a:pt x="640" y="280"/>
                      <a:pt x="640" y="280"/>
                    </a:cubicBezTo>
                    <a:cubicBezTo>
                      <a:pt x="637" y="281"/>
                      <a:pt x="637" y="281"/>
                      <a:pt x="637" y="281"/>
                    </a:cubicBezTo>
                    <a:cubicBezTo>
                      <a:pt x="626" y="289"/>
                      <a:pt x="626" y="289"/>
                      <a:pt x="626" y="289"/>
                    </a:cubicBezTo>
                    <a:cubicBezTo>
                      <a:pt x="623" y="283"/>
                      <a:pt x="623" y="283"/>
                      <a:pt x="623" y="283"/>
                    </a:cubicBezTo>
                    <a:cubicBezTo>
                      <a:pt x="614" y="278"/>
                      <a:pt x="614" y="278"/>
                      <a:pt x="614" y="278"/>
                    </a:cubicBezTo>
                    <a:cubicBezTo>
                      <a:pt x="584" y="296"/>
                      <a:pt x="584" y="296"/>
                      <a:pt x="584" y="296"/>
                    </a:cubicBezTo>
                    <a:cubicBezTo>
                      <a:pt x="587" y="299"/>
                      <a:pt x="587" y="299"/>
                      <a:pt x="587" y="299"/>
                    </a:cubicBezTo>
                    <a:cubicBezTo>
                      <a:pt x="545" y="311"/>
                      <a:pt x="545" y="311"/>
                      <a:pt x="545" y="311"/>
                    </a:cubicBezTo>
                    <a:cubicBezTo>
                      <a:pt x="503" y="339"/>
                      <a:pt x="503" y="339"/>
                      <a:pt x="503" y="339"/>
                    </a:cubicBezTo>
                    <a:cubicBezTo>
                      <a:pt x="497" y="354"/>
                      <a:pt x="497" y="354"/>
                      <a:pt x="497" y="354"/>
                    </a:cubicBezTo>
                    <a:cubicBezTo>
                      <a:pt x="457" y="369"/>
                      <a:pt x="457" y="369"/>
                      <a:pt x="457" y="369"/>
                    </a:cubicBezTo>
                    <a:cubicBezTo>
                      <a:pt x="436" y="382"/>
                      <a:pt x="436" y="382"/>
                      <a:pt x="436" y="382"/>
                    </a:cubicBezTo>
                    <a:cubicBezTo>
                      <a:pt x="430" y="417"/>
                      <a:pt x="430" y="417"/>
                      <a:pt x="430" y="417"/>
                    </a:cubicBezTo>
                    <a:cubicBezTo>
                      <a:pt x="409" y="400"/>
                      <a:pt x="409" y="400"/>
                      <a:pt x="409" y="400"/>
                    </a:cubicBezTo>
                    <a:cubicBezTo>
                      <a:pt x="414" y="380"/>
                      <a:pt x="414" y="380"/>
                      <a:pt x="414" y="380"/>
                    </a:cubicBezTo>
                    <a:cubicBezTo>
                      <a:pt x="348" y="365"/>
                      <a:pt x="348" y="365"/>
                      <a:pt x="348" y="365"/>
                    </a:cubicBezTo>
                    <a:cubicBezTo>
                      <a:pt x="310" y="374"/>
                      <a:pt x="310" y="374"/>
                      <a:pt x="310" y="374"/>
                    </a:cubicBezTo>
                    <a:cubicBezTo>
                      <a:pt x="288" y="398"/>
                      <a:pt x="288" y="398"/>
                      <a:pt x="288" y="398"/>
                    </a:cubicBezTo>
                    <a:cubicBezTo>
                      <a:pt x="278" y="419"/>
                      <a:pt x="278" y="419"/>
                      <a:pt x="278" y="419"/>
                    </a:cubicBezTo>
                    <a:cubicBezTo>
                      <a:pt x="282" y="442"/>
                      <a:pt x="282" y="442"/>
                      <a:pt x="282" y="442"/>
                    </a:cubicBezTo>
                    <a:cubicBezTo>
                      <a:pt x="308" y="451"/>
                      <a:pt x="308" y="451"/>
                      <a:pt x="308" y="451"/>
                    </a:cubicBezTo>
                    <a:cubicBezTo>
                      <a:pt x="358" y="433"/>
                      <a:pt x="358" y="433"/>
                      <a:pt x="358" y="433"/>
                    </a:cubicBezTo>
                    <a:cubicBezTo>
                      <a:pt x="358" y="448"/>
                      <a:pt x="358" y="448"/>
                      <a:pt x="358" y="448"/>
                    </a:cubicBezTo>
                    <a:cubicBezTo>
                      <a:pt x="339" y="469"/>
                      <a:pt x="339" y="469"/>
                      <a:pt x="339" y="469"/>
                    </a:cubicBezTo>
                    <a:cubicBezTo>
                      <a:pt x="371" y="482"/>
                      <a:pt x="371" y="482"/>
                      <a:pt x="371" y="482"/>
                    </a:cubicBezTo>
                    <a:cubicBezTo>
                      <a:pt x="362" y="533"/>
                      <a:pt x="362" y="533"/>
                      <a:pt x="362" y="533"/>
                    </a:cubicBezTo>
                    <a:cubicBezTo>
                      <a:pt x="405" y="551"/>
                      <a:pt x="405" y="551"/>
                      <a:pt x="405" y="551"/>
                    </a:cubicBezTo>
                    <a:cubicBezTo>
                      <a:pt x="441" y="525"/>
                      <a:pt x="441" y="525"/>
                      <a:pt x="441" y="525"/>
                    </a:cubicBezTo>
                    <a:cubicBezTo>
                      <a:pt x="474" y="540"/>
                      <a:pt x="474" y="540"/>
                      <a:pt x="474" y="540"/>
                    </a:cubicBezTo>
                    <a:cubicBezTo>
                      <a:pt x="482" y="559"/>
                      <a:pt x="482" y="559"/>
                      <a:pt x="482" y="559"/>
                    </a:cubicBezTo>
                    <a:cubicBezTo>
                      <a:pt x="515" y="565"/>
                      <a:pt x="515" y="565"/>
                      <a:pt x="515" y="565"/>
                    </a:cubicBezTo>
                    <a:cubicBezTo>
                      <a:pt x="519" y="556"/>
                      <a:pt x="519" y="556"/>
                      <a:pt x="519" y="556"/>
                    </a:cubicBezTo>
                    <a:cubicBezTo>
                      <a:pt x="535" y="569"/>
                      <a:pt x="535" y="569"/>
                      <a:pt x="535" y="569"/>
                    </a:cubicBezTo>
                    <a:cubicBezTo>
                      <a:pt x="548" y="605"/>
                      <a:pt x="548" y="605"/>
                      <a:pt x="548" y="605"/>
                    </a:cubicBezTo>
                    <a:cubicBezTo>
                      <a:pt x="583" y="614"/>
                      <a:pt x="583" y="614"/>
                      <a:pt x="583" y="614"/>
                    </a:cubicBezTo>
                    <a:cubicBezTo>
                      <a:pt x="591" y="640"/>
                      <a:pt x="591" y="640"/>
                      <a:pt x="591" y="640"/>
                    </a:cubicBezTo>
                    <a:cubicBezTo>
                      <a:pt x="586" y="668"/>
                      <a:pt x="586" y="668"/>
                      <a:pt x="586" y="668"/>
                    </a:cubicBezTo>
                    <a:cubicBezTo>
                      <a:pt x="609" y="683"/>
                      <a:pt x="609" y="683"/>
                      <a:pt x="609" y="683"/>
                    </a:cubicBezTo>
                    <a:cubicBezTo>
                      <a:pt x="622" y="692"/>
                      <a:pt x="622" y="692"/>
                      <a:pt x="622" y="692"/>
                    </a:cubicBezTo>
                    <a:cubicBezTo>
                      <a:pt x="671" y="704"/>
                      <a:pt x="671" y="704"/>
                      <a:pt x="671" y="704"/>
                    </a:cubicBezTo>
                    <a:cubicBezTo>
                      <a:pt x="680" y="731"/>
                      <a:pt x="680" y="731"/>
                      <a:pt x="680" y="731"/>
                    </a:cubicBezTo>
                    <a:cubicBezTo>
                      <a:pt x="700" y="743"/>
                      <a:pt x="700" y="743"/>
                      <a:pt x="700" y="743"/>
                    </a:cubicBezTo>
                    <a:cubicBezTo>
                      <a:pt x="691" y="761"/>
                      <a:pt x="691" y="761"/>
                      <a:pt x="691" y="761"/>
                    </a:cubicBezTo>
                    <a:cubicBezTo>
                      <a:pt x="660" y="786"/>
                      <a:pt x="660" y="786"/>
                      <a:pt x="660" y="786"/>
                    </a:cubicBezTo>
                    <a:cubicBezTo>
                      <a:pt x="638" y="852"/>
                      <a:pt x="638" y="852"/>
                      <a:pt x="638" y="852"/>
                    </a:cubicBezTo>
                    <a:cubicBezTo>
                      <a:pt x="612" y="864"/>
                      <a:pt x="612" y="864"/>
                      <a:pt x="612" y="864"/>
                    </a:cubicBezTo>
                    <a:cubicBezTo>
                      <a:pt x="580" y="855"/>
                      <a:pt x="580" y="855"/>
                      <a:pt x="580" y="855"/>
                    </a:cubicBezTo>
                    <a:cubicBezTo>
                      <a:pt x="565" y="872"/>
                      <a:pt x="565" y="872"/>
                      <a:pt x="565" y="872"/>
                    </a:cubicBezTo>
                    <a:cubicBezTo>
                      <a:pt x="565" y="872"/>
                      <a:pt x="565" y="872"/>
                      <a:pt x="565" y="872"/>
                    </a:cubicBezTo>
                    <a:cubicBezTo>
                      <a:pt x="565" y="908"/>
                      <a:pt x="565" y="908"/>
                      <a:pt x="565" y="908"/>
                    </a:cubicBezTo>
                    <a:cubicBezTo>
                      <a:pt x="555" y="917"/>
                      <a:pt x="555" y="917"/>
                      <a:pt x="555" y="917"/>
                    </a:cubicBezTo>
                    <a:cubicBezTo>
                      <a:pt x="520" y="945"/>
                      <a:pt x="520" y="945"/>
                      <a:pt x="520" y="945"/>
                    </a:cubicBezTo>
                    <a:cubicBezTo>
                      <a:pt x="504" y="963"/>
                      <a:pt x="504" y="963"/>
                      <a:pt x="504" y="963"/>
                    </a:cubicBezTo>
                    <a:cubicBezTo>
                      <a:pt x="467" y="971"/>
                      <a:pt x="467" y="971"/>
                      <a:pt x="467" y="971"/>
                    </a:cubicBezTo>
                    <a:cubicBezTo>
                      <a:pt x="445" y="969"/>
                      <a:pt x="445" y="969"/>
                      <a:pt x="445" y="969"/>
                    </a:cubicBezTo>
                    <a:cubicBezTo>
                      <a:pt x="442" y="978"/>
                      <a:pt x="442" y="978"/>
                      <a:pt x="442" y="978"/>
                    </a:cubicBezTo>
                    <a:cubicBezTo>
                      <a:pt x="456" y="986"/>
                      <a:pt x="456" y="986"/>
                      <a:pt x="456" y="986"/>
                    </a:cubicBezTo>
                    <a:cubicBezTo>
                      <a:pt x="452" y="996"/>
                      <a:pt x="452" y="996"/>
                      <a:pt x="452" y="996"/>
                    </a:cubicBezTo>
                    <a:cubicBezTo>
                      <a:pt x="435" y="1006"/>
                      <a:pt x="435" y="1006"/>
                      <a:pt x="435" y="1006"/>
                    </a:cubicBezTo>
                    <a:cubicBezTo>
                      <a:pt x="441" y="1018"/>
                      <a:pt x="441" y="1018"/>
                      <a:pt x="441" y="1018"/>
                    </a:cubicBezTo>
                    <a:cubicBezTo>
                      <a:pt x="457" y="1022"/>
                      <a:pt x="457" y="1022"/>
                      <a:pt x="457" y="1022"/>
                    </a:cubicBezTo>
                    <a:cubicBezTo>
                      <a:pt x="453" y="1035"/>
                      <a:pt x="453" y="1035"/>
                      <a:pt x="453" y="1035"/>
                    </a:cubicBezTo>
                    <a:cubicBezTo>
                      <a:pt x="446" y="1047"/>
                      <a:pt x="446" y="1047"/>
                      <a:pt x="446" y="1047"/>
                    </a:cubicBezTo>
                    <a:cubicBezTo>
                      <a:pt x="442" y="1056"/>
                      <a:pt x="442" y="1056"/>
                      <a:pt x="442" y="1056"/>
                    </a:cubicBezTo>
                    <a:cubicBezTo>
                      <a:pt x="462" y="1083"/>
                      <a:pt x="462" y="1083"/>
                      <a:pt x="462" y="1083"/>
                    </a:cubicBezTo>
                    <a:cubicBezTo>
                      <a:pt x="456" y="1093"/>
                      <a:pt x="456" y="1093"/>
                      <a:pt x="456" y="1093"/>
                    </a:cubicBezTo>
                    <a:cubicBezTo>
                      <a:pt x="423" y="1084"/>
                      <a:pt x="423" y="1084"/>
                      <a:pt x="423" y="1084"/>
                    </a:cubicBezTo>
                    <a:cubicBezTo>
                      <a:pt x="397" y="1048"/>
                      <a:pt x="397" y="1048"/>
                      <a:pt x="397" y="1048"/>
                    </a:cubicBezTo>
                    <a:cubicBezTo>
                      <a:pt x="382" y="996"/>
                      <a:pt x="382" y="996"/>
                      <a:pt x="382" y="996"/>
                    </a:cubicBezTo>
                    <a:cubicBezTo>
                      <a:pt x="395" y="954"/>
                      <a:pt x="395" y="954"/>
                      <a:pt x="395" y="954"/>
                    </a:cubicBezTo>
                    <a:cubicBezTo>
                      <a:pt x="382" y="923"/>
                      <a:pt x="382" y="923"/>
                      <a:pt x="382" y="923"/>
                    </a:cubicBezTo>
                    <a:cubicBezTo>
                      <a:pt x="400" y="881"/>
                      <a:pt x="400" y="881"/>
                      <a:pt x="400" y="881"/>
                    </a:cubicBezTo>
                    <a:cubicBezTo>
                      <a:pt x="389" y="875"/>
                      <a:pt x="389" y="875"/>
                      <a:pt x="389" y="875"/>
                    </a:cubicBezTo>
                    <a:cubicBezTo>
                      <a:pt x="411" y="779"/>
                      <a:pt x="411" y="779"/>
                      <a:pt x="411" y="779"/>
                    </a:cubicBezTo>
                    <a:cubicBezTo>
                      <a:pt x="411" y="779"/>
                      <a:pt x="384" y="747"/>
                      <a:pt x="382" y="747"/>
                    </a:cubicBezTo>
                    <a:cubicBezTo>
                      <a:pt x="381" y="746"/>
                      <a:pt x="366" y="739"/>
                      <a:pt x="366" y="739"/>
                    </a:cubicBezTo>
                    <a:cubicBezTo>
                      <a:pt x="367" y="720"/>
                      <a:pt x="367" y="720"/>
                      <a:pt x="367" y="720"/>
                    </a:cubicBezTo>
                    <a:cubicBezTo>
                      <a:pt x="337" y="657"/>
                      <a:pt x="337" y="657"/>
                      <a:pt x="337" y="657"/>
                    </a:cubicBezTo>
                    <a:cubicBezTo>
                      <a:pt x="346" y="639"/>
                      <a:pt x="346" y="639"/>
                      <a:pt x="346" y="639"/>
                    </a:cubicBezTo>
                    <a:cubicBezTo>
                      <a:pt x="354" y="608"/>
                      <a:pt x="354" y="608"/>
                      <a:pt x="354" y="608"/>
                    </a:cubicBezTo>
                    <a:cubicBezTo>
                      <a:pt x="388" y="594"/>
                      <a:pt x="388" y="594"/>
                      <a:pt x="388" y="594"/>
                    </a:cubicBezTo>
                    <a:cubicBezTo>
                      <a:pt x="392" y="559"/>
                      <a:pt x="392" y="559"/>
                      <a:pt x="392" y="559"/>
                    </a:cubicBezTo>
                    <a:cubicBezTo>
                      <a:pt x="350" y="546"/>
                      <a:pt x="350" y="546"/>
                      <a:pt x="350" y="546"/>
                    </a:cubicBezTo>
                    <a:cubicBezTo>
                      <a:pt x="326" y="500"/>
                      <a:pt x="326" y="500"/>
                      <a:pt x="326" y="500"/>
                    </a:cubicBezTo>
                    <a:cubicBezTo>
                      <a:pt x="303" y="488"/>
                      <a:pt x="303" y="488"/>
                      <a:pt x="303" y="488"/>
                    </a:cubicBezTo>
                    <a:cubicBezTo>
                      <a:pt x="289" y="481"/>
                      <a:pt x="289" y="481"/>
                      <a:pt x="289" y="481"/>
                    </a:cubicBezTo>
                    <a:cubicBezTo>
                      <a:pt x="294" y="468"/>
                      <a:pt x="294" y="468"/>
                      <a:pt x="294" y="468"/>
                    </a:cubicBezTo>
                    <a:cubicBezTo>
                      <a:pt x="275" y="461"/>
                      <a:pt x="275" y="461"/>
                      <a:pt x="275" y="461"/>
                    </a:cubicBezTo>
                    <a:cubicBezTo>
                      <a:pt x="273" y="469"/>
                      <a:pt x="273" y="469"/>
                      <a:pt x="273" y="469"/>
                    </a:cubicBezTo>
                    <a:cubicBezTo>
                      <a:pt x="227" y="445"/>
                      <a:pt x="227" y="445"/>
                      <a:pt x="227" y="445"/>
                    </a:cubicBezTo>
                    <a:cubicBezTo>
                      <a:pt x="214" y="411"/>
                      <a:pt x="214" y="411"/>
                      <a:pt x="214" y="411"/>
                    </a:cubicBezTo>
                    <a:cubicBezTo>
                      <a:pt x="226" y="398"/>
                      <a:pt x="226" y="398"/>
                      <a:pt x="226" y="398"/>
                    </a:cubicBezTo>
                    <a:cubicBezTo>
                      <a:pt x="205" y="346"/>
                      <a:pt x="205" y="346"/>
                      <a:pt x="205" y="346"/>
                    </a:cubicBezTo>
                    <a:cubicBezTo>
                      <a:pt x="208" y="312"/>
                      <a:pt x="208" y="312"/>
                      <a:pt x="208" y="312"/>
                    </a:cubicBezTo>
                    <a:cubicBezTo>
                      <a:pt x="195" y="309"/>
                      <a:pt x="195" y="309"/>
                      <a:pt x="195" y="309"/>
                    </a:cubicBezTo>
                    <a:cubicBezTo>
                      <a:pt x="192" y="342"/>
                      <a:pt x="192" y="342"/>
                      <a:pt x="192" y="342"/>
                    </a:cubicBezTo>
                    <a:cubicBezTo>
                      <a:pt x="206" y="380"/>
                      <a:pt x="206" y="380"/>
                      <a:pt x="206" y="380"/>
                    </a:cubicBezTo>
                    <a:cubicBezTo>
                      <a:pt x="200" y="392"/>
                      <a:pt x="200" y="392"/>
                      <a:pt x="200" y="392"/>
                    </a:cubicBezTo>
                    <a:cubicBezTo>
                      <a:pt x="183" y="385"/>
                      <a:pt x="183" y="385"/>
                      <a:pt x="183" y="385"/>
                    </a:cubicBezTo>
                    <a:cubicBezTo>
                      <a:pt x="169" y="342"/>
                      <a:pt x="169" y="342"/>
                      <a:pt x="169" y="342"/>
                    </a:cubicBezTo>
                    <a:cubicBezTo>
                      <a:pt x="180" y="298"/>
                      <a:pt x="180" y="298"/>
                      <a:pt x="180" y="298"/>
                    </a:cubicBezTo>
                    <a:cubicBezTo>
                      <a:pt x="159" y="281"/>
                      <a:pt x="159" y="281"/>
                      <a:pt x="159" y="281"/>
                    </a:cubicBezTo>
                    <a:cubicBezTo>
                      <a:pt x="166" y="249"/>
                      <a:pt x="166" y="249"/>
                      <a:pt x="166" y="249"/>
                    </a:cubicBezTo>
                    <a:cubicBezTo>
                      <a:pt x="122" y="310"/>
                      <a:pt x="89" y="380"/>
                      <a:pt x="71" y="458"/>
                    </a:cubicBezTo>
                    <a:cubicBezTo>
                      <a:pt x="0" y="766"/>
                      <a:pt x="193" y="1074"/>
                      <a:pt x="501" y="1146"/>
                    </a:cubicBezTo>
                    <a:cubicBezTo>
                      <a:pt x="501" y="1146"/>
                      <a:pt x="502" y="1146"/>
                      <a:pt x="502" y="1146"/>
                    </a:cubicBezTo>
                    <a:cubicBezTo>
                      <a:pt x="676" y="1186"/>
                      <a:pt x="850" y="1141"/>
                      <a:pt x="982" y="1039"/>
                    </a:cubicBezTo>
                    <a:cubicBezTo>
                      <a:pt x="963" y="1035"/>
                      <a:pt x="963" y="1035"/>
                      <a:pt x="963" y="1035"/>
                    </a:cubicBezTo>
                    <a:cubicBezTo>
                      <a:pt x="972" y="998"/>
                      <a:pt x="972" y="998"/>
                      <a:pt x="972" y="998"/>
                    </a:cubicBezTo>
                    <a:cubicBezTo>
                      <a:pt x="957" y="964"/>
                      <a:pt x="957" y="964"/>
                      <a:pt x="957" y="964"/>
                    </a:cubicBezTo>
                    <a:cubicBezTo>
                      <a:pt x="968" y="920"/>
                      <a:pt x="968" y="920"/>
                      <a:pt x="968" y="920"/>
                    </a:cubicBezTo>
                    <a:cubicBezTo>
                      <a:pt x="955" y="900"/>
                      <a:pt x="955" y="900"/>
                      <a:pt x="955" y="900"/>
                    </a:cubicBezTo>
                    <a:cubicBezTo>
                      <a:pt x="958" y="881"/>
                      <a:pt x="958" y="881"/>
                      <a:pt x="958" y="881"/>
                    </a:cubicBezTo>
                    <a:cubicBezTo>
                      <a:pt x="988" y="846"/>
                      <a:pt x="988" y="846"/>
                      <a:pt x="988" y="846"/>
                    </a:cubicBezTo>
                    <a:cubicBezTo>
                      <a:pt x="965" y="768"/>
                      <a:pt x="965" y="768"/>
                      <a:pt x="965" y="768"/>
                    </a:cubicBezTo>
                    <a:cubicBezTo>
                      <a:pt x="980" y="722"/>
                      <a:pt x="980" y="722"/>
                      <a:pt x="980" y="722"/>
                    </a:cubicBezTo>
                    <a:cubicBezTo>
                      <a:pt x="946" y="710"/>
                      <a:pt x="946" y="710"/>
                      <a:pt x="946" y="710"/>
                    </a:cubicBezTo>
                    <a:cubicBezTo>
                      <a:pt x="936" y="694"/>
                      <a:pt x="936" y="694"/>
                      <a:pt x="936" y="694"/>
                    </a:cubicBezTo>
                    <a:cubicBezTo>
                      <a:pt x="912" y="689"/>
                      <a:pt x="912" y="689"/>
                      <a:pt x="912" y="689"/>
                    </a:cubicBezTo>
                    <a:cubicBezTo>
                      <a:pt x="897" y="697"/>
                      <a:pt x="897" y="697"/>
                      <a:pt x="897" y="697"/>
                    </a:cubicBezTo>
                    <a:cubicBezTo>
                      <a:pt x="855" y="687"/>
                      <a:pt x="855" y="687"/>
                      <a:pt x="855" y="687"/>
                    </a:cubicBezTo>
                    <a:cubicBezTo>
                      <a:pt x="853" y="691"/>
                      <a:pt x="853" y="691"/>
                      <a:pt x="853" y="691"/>
                    </a:cubicBezTo>
                    <a:cubicBezTo>
                      <a:pt x="830" y="685"/>
                      <a:pt x="830" y="685"/>
                      <a:pt x="830" y="685"/>
                    </a:cubicBezTo>
                    <a:cubicBezTo>
                      <a:pt x="791" y="612"/>
                      <a:pt x="791" y="612"/>
                      <a:pt x="791" y="612"/>
                    </a:cubicBezTo>
                    <a:cubicBezTo>
                      <a:pt x="802" y="565"/>
                      <a:pt x="802" y="565"/>
                      <a:pt x="802" y="565"/>
                    </a:cubicBezTo>
                    <a:cubicBezTo>
                      <a:pt x="812" y="564"/>
                      <a:pt x="812" y="564"/>
                      <a:pt x="812" y="564"/>
                    </a:cubicBezTo>
                    <a:cubicBezTo>
                      <a:pt x="819" y="546"/>
                      <a:pt x="819" y="546"/>
                      <a:pt x="819" y="546"/>
                    </a:cubicBezTo>
                    <a:cubicBezTo>
                      <a:pt x="807" y="543"/>
                      <a:pt x="807" y="543"/>
                      <a:pt x="807" y="543"/>
                    </a:cubicBezTo>
                    <a:cubicBezTo>
                      <a:pt x="806" y="523"/>
                      <a:pt x="806" y="523"/>
                      <a:pt x="806" y="523"/>
                    </a:cubicBezTo>
                    <a:cubicBezTo>
                      <a:pt x="878" y="493"/>
                      <a:pt x="878" y="493"/>
                      <a:pt x="878" y="493"/>
                    </a:cubicBezTo>
                    <a:cubicBezTo>
                      <a:pt x="885" y="461"/>
                      <a:pt x="885" y="461"/>
                      <a:pt x="885" y="461"/>
                    </a:cubicBezTo>
                    <a:cubicBezTo>
                      <a:pt x="919" y="452"/>
                      <a:pt x="919" y="452"/>
                      <a:pt x="919" y="452"/>
                    </a:cubicBezTo>
                    <a:cubicBezTo>
                      <a:pt x="931" y="456"/>
                      <a:pt x="931" y="456"/>
                      <a:pt x="931" y="456"/>
                    </a:cubicBezTo>
                    <a:cubicBezTo>
                      <a:pt x="956" y="461"/>
                      <a:pt x="956" y="461"/>
                      <a:pt x="956" y="461"/>
                    </a:cubicBezTo>
                    <a:cubicBezTo>
                      <a:pt x="978" y="455"/>
                      <a:pt x="978" y="455"/>
                      <a:pt x="978" y="455"/>
                    </a:cubicBezTo>
                    <a:cubicBezTo>
                      <a:pt x="1042" y="465"/>
                      <a:pt x="1042" y="465"/>
                      <a:pt x="1042" y="465"/>
                    </a:cubicBezTo>
                    <a:cubicBezTo>
                      <a:pt x="1034" y="497"/>
                      <a:pt x="1034" y="497"/>
                      <a:pt x="1034" y="497"/>
                    </a:cubicBezTo>
                    <a:cubicBezTo>
                      <a:pt x="1081" y="521"/>
                      <a:pt x="1081" y="521"/>
                      <a:pt x="1081" y="521"/>
                    </a:cubicBezTo>
                    <a:cubicBezTo>
                      <a:pt x="1089" y="530"/>
                      <a:pt x="1089" y="530"/>
                      <a:pt x="1089" y="530"/>
                    </a:cubicBezTo>
                    <a:cubicBezTo>
                      <a:pt x="1098" y="532"/>
                      <a:pt x="1098" y="532"/>
                      <a:pt x="1098" y="532"/>
                    </a:cubicBezTo>
                    <a:cubicBezTo>
                      <a:pt x="1102" y="515"/>
                      <a:pt x="1102" y="515"/>
                      <a:pt x="1102" y="515"/>
                    </a:cubicBezTo>
                    <a:cubicBezTo>
                      <a:pt x="1131" y="519"/>
                      <a:pt x="1131" y="519"/>
                      <a:pt x="1131" y="519"/>
                    </a:cubicBezTo>
                    <a:cubicBezTo>
                      <a:pt x="1154" y="545"/>
                      <a:pt x="1154" y="545"/>
                      <a:pt x="1154" y="545"/>
                    </a:cubicBezTo>
                    <a:cubicBezTo>
                      <a:pt x="1198" y="556"/>
                      <a:pt x="1198" y="556"/>
                      <a:pt x="1198" y="556"/>
                    </a:cubicBezTo>
                    <a:cubicBezTo>
                      <a:pt x="1202" y="553"/>
                      <a:pt x="1202" y="553"/>
                      <a:pt x="1202" y="553"/>
                    </a:cubicBezTo>
                    <a:cubicBezTo>
                      <a:pt x="1201" y="537"/>
                      <a:pt x="1200" y="521"/>
                      <a:pt x="1197" y="506"/>
                    </a:cubicBezTo>
                    <a:moveTo>
                      <a:pt x="970" y="286"/>
                    </a:moveTo>
                    <a:cubicBezTo>
                      <a:pt x="977" y="279"/>
                      <a:pt x="977" y="279"/>
                      <a:pt x="977" y="279"/>
                    </a:cubicBezTo>
                    <a:cubicBezTo>
                      <a:pt x="996" y="279"/>
                      <a:pt x="996" y="279"/>
                      <a:pt x="996" y="279"/>
                    </a:cubicBezTo>
                    <a:cubicBezTo>
                      <a:pt x="996" y="303"/>
                      <a:pt x="996" y="303"/>
                      <a:pt x="996" y="303"/>
                    </a:cubicBezTo>
                    <a:cubicBezTo>
                      <a:pt x="1002" y="321"/>
                      <a:pt x="1002" y="321"/>
                      <a:pt x="1002" y="321"/>
                    </a:cubicBezTo>
                    <a:cubicBezTo>
                      <a:pt x="1007" y="330"/>
                      <a:pt x="1007" y="330"/>
                      <a:pt x="1007" y="330"/>
                    </a:cubicBezTo>
                    <a:cubicBezTo>
                      <a:pt x="1018" y="337"/>
                      <a:pt x="1018" y="337"/>
                      <a:pt x="1018" y="337"/>
                    </a:cubicBezTo>
                    <a:cubicBezTo>
                      <a:pt x="1003" y="348"/>
                      <a:pt x="1003" y="348"/>
                      <a:pt x="1003" y="348"/>
                    </a:cubicBezTo>
                    <a:cubicBezTo>
                      <a:pt x="981" y="345"/>
                      <a:pt x="981" y="345"/>
                      <a:pt x="981" y="345"/>
                    </a:cubicBezTo>
                    <a:cubicBezTo>
                      <a:pt x="965" y="341"/>
                      <a:pt x="965" y="341"/>
                      <a:pt x="965" y="341"/>
                    </a:cubicBezTo>
                    <a:cubicBezTo>
                      <a:pt x="971" y="322"/>
                      <a:pt x="971" y="322"/>
                      <a:pt x="971" y="322"/>
                    </a:cubicBezTo>
                    <a:cubicBezTo>
                      <a:pt x="986" y="323"/>
                      <a:pt x="986" y="323"/>
                      <a:pt x="986" y="323"/>
                    </a:cubicBezTo>
                    <a:cubicBezTo>
                      <a:pt x="986" y="313"/>
                      <a:pt x="986" y="313"/>
                      <a:pt x="986" y="313"/>
                    </a:cubicBezTo>
                    <a:cubicBezTo>
                      <a:pt x="976" y="303"/>
                      <a:pt x="976" y="303"/>
                      <a:pt x="976" y="303"/>
                    </a:cubicBezTo>
                    <a:cubicBezTo>
                      <a:pt x="968" y="294"/>
                      <a:pt x="968" y="294"/>
                      <a:pt x="968" y="294"/>
                    </a:cubicBezTo>
                    <a:cubicBezTo>
                      <a:pt x="970" y="286"/>
                      <a:pt x="970" y="286"/>
                      <a:pt x="970" y="286"/>
                    </a:cubicBezTo>
                    <a:moveTo>
                      <a:pt x="932" y="313"/>
                    </a:moveTo>
                    <a:cubicBezTo>
                      <a:pt x="947" y="298"/>
                      <a:pt x="947" y="298"/>
                      <a:pt x="947" y="298"/>
                    </a:cubicBezTo>
                    <a:cubicBezTo>
                      <a:pt x="963" y="298"/>
                      <a:pt x="963" y="298"/>
                      <a:pt x="963" y="298"/>
                    </a:cubicBezTo>
                    <a:cubicBezTo>
                      <a:pt x="973" y="305"/>
                      <a:pt x="973" y="305"/>
                      <a:pt x="973" y="305"/>
                    </a:cubicBezTo>
                    <a:cubicBezTo>
                      <a:pt x="969" y="317"/>
                      <a:pt x="969" y="317"/>
                      <a:pt x="969" y="317"/>
                    </a:cubicBezTo>
                    <a:cubicBezTo>
                      <a:pt x="942" y="328"/>
                      <a:pt x="942" y="328"/>
                      <a:pt x="942" y="328"/>
                    </a:cubicBezTo>
                    <a:cubicBezTo>
                      <a:pt x="929" y="325"/>
                      <a:pt x="929" y="325"/>
                      <a:pt x="929" y="325"/>
                    </a:cubicBezTo>
                    <a:cubicBezTo>
                      <a:pt x="932" y="313"/>
                      <a:pt x="932" y="313"/>
                      <a:pt x="932" y="313"/>
                    </a:cubicBezTo>
                    <a:moveTo>
                      <a:pt x="627" y="301"/>
                    </a:moveTo>
                    <a:cubicBezTo>
                      <a:pt x="643" y="305"/>
                      <a:pt x="643" y="305"/>
                      <a:pt x="643" y="305"/>
                    </a:cubicBezTo>
                    <a:cubicBezTo>
                      <a:pt x="648" y="297"/>
                      <a:pt x="648" y="297"/>
                      <a:pt x="648" y="297"/>
                    </a:cubicBezTo>
                    <a:cubicBezTo>
                      <a:pt x="654" y="298"/>
                      <a:pt x="654" y="298"/>
                      <a:pt x="654" y="298"/>
                    </a:cubicBezTo>
                    <a:cubicBezTo>
                      <a:pt x="661" y="301"/>
                      <a:pt x="661" y="301"/>
                      <a:pt x="661" y="301"/>
                    </a:cubicBezTo>
                    <a:cubicBezTo>
                      <a:pt x="657" y="307"/>
                      <a:pt x="657" y="307"/>
                      <a:pt x="657" y="307"/>
                    </a:cubicBezTo>
                    <a:cubicBezTo>
                      <a:pt x="649" y="306"/>
                      <a:pt x="649" y="306"/>
                      <a:pt x="649" y="306"/>
                    </a:cubicBezTo>
                    <a:cubicBezTo>
                      <a:pt x="645" y="313"/>
                      <a:pt x="645" y="313"/>
                      <a:pt x="645" y="313"/>
                    </a:cubicBezTo>
                    <a:cubicBezTo>
                      <a:pt x="638" y="316"/>
                      <a:pt x="638" y="316"/>
                      <a:pt x="638" y="316"/>
                    </a:cubicBezTo>
                    <a:cubicBezTo>
                      <a:pt x="628" y="314"/>
                      <a:pt x="628" y="314"/>
                      <a:pt x="628" y="314"/>
                    </a:cubicBezTo>
                    <a:cubicBezTo>
                      <a:pt x="628" y="312"/>
                      <a:pt x="629" y="310"/>
                      <a:pt x="629" y="310"/>
                    </a:cubicBezTo>
                    <a:cubicBezTo>
                      <a:pt x="625" y="309"/>
                      <a:pt x="625" y="309"/>
                      <a:pt x="625" y="309"/>
                    </a:cubicBezTo>
                    <a:cubicBezTo>
                      <a:pt x="627" y="301"/>
                      <a:pt x="627" y="301"/>
                      <a:pt x="627" y="301"/>
                    </a:cubicBezTo>
                    <a:moveTo>
                      <a:pt x="601" y="310"/>
                    </a:moveTo>
                    <a:cubicBezTo>
                      <a:pt x="603" y="302"/>
                      <a:pt x="603" y="302"/>
                      <a:pt x="603" y="302"/>
                    </a:cubicBezTo>
                    <a:cubicBezTo>
                      <a:pt x="610" y="297"/>
                      <a:pt x="610" y="297"/>
                      <a:pt x="610" y="297"/>
                    </a:cubicBezTo>
                    <a:cubicBezTo>
                      <a:pt x="616" y="304"/>
                      <a:pt x="616" y="304"/>
                      <a:pt x="616" y="304"/>
                    </a:cubicBezTo>
                    <a:cubicBezTo>
                      <a:pt x="613" y="312"/>
                      <a:pt x="613" y="312"/>
                      <a:pt x="613" y="312"/>
                    </a:cubicBezTo>
                    <a:cubicBezTo>
                      <a:pt x="601" y="310"/>
                      <a:pt x="601" y="310"/>
                      <a:pt x="601" y="310"/>
                    </a:cubicBez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1196" name="Freeform 43"/>
              <p:cNvSpPr/>
              <p:nvPr/>
            </p:nvSpPr>
            <p:spPr>
              <a:xfrm>
                <a:off x="818606" y="2306301"/>
                <a:ext cx="612902" cy="1228971"/>
              </a:xfrm>
              <a:custGeom>
                <a:avLst/>
                <a:gdLst>
                  <a:gd name="T0" fmla="*/ 819544 w 462"/>
                  <a:gd name="T1" fmla="*/ 0 h 926"/>
                  <a:gd name="T2" fmla="*/ 322315 w 462"/>
                  <a:gd name="T3" fmla="*/ 518913 h 926"/>
                  <a:gd name="T4" fmla="*/ 21619 w 462"/>
                  <a:gd name="T5" fmla="*/ 1138070 h 926"/>
                  <a:gd name="T6" fmla="*/ 485437 w 462"/>
                  <a:gd name="T7" fmla="*/ 1578359 h 926"/>
                  <a:gd name="T8" fmla="*/ 579773 w 462"/>
                  <a:gd name="T9" fmla="*/ 778369 h 926"/>
                  <a:gd name="T10" fmla="*/ 862781 w 462"/>
                  <a:gd name="T11" fmla="*/ 338079 h 926"/>
                  <a:gd name="T12" fmla="*/ 866712 w 462"/>
                  <a:gd name="T13" fmla="*/ 328251 h 926"/>
                  <a:gd name="T14" fmla="*/ 896192 w 462"/>
                  <a:gd name="T15" fmla="*/ 123831 h 926"/>
                  <a:gd name="T16" fmla="*/ 819544 w 462"/>
                  <a:gd name="T17" fmla="*/ 0 h 9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62" h="926">
                    <a:moveTo>
                      <a:pt x="417" y="0"/>
                    </a:moveTo>
                    <a:cubicBezTo>
                      <a:pt x="417" y="0"/>
                      <a:pt x="328" y="118"/>
                      <a:pt x="164" y="264"/>
                    </a:cubicBezTo>
                    <a:cubicBezTo>
                      <a:pt x="0" y="409"/>
                      <a:pt x="11" y="579"/>
                      <a:pt x="11" y="579"/>
                    </a:cubicBezTo>
                    <a:cubicBezTo>
                      <a:pt x="11" y="579"/>
                      <a:pt x="89" y="926"/>
                      <a:pt x="247" y="803"/>
                    </a:cubicBezTo>
                    <a:cubicBezTo>
                      <a:pt x="367" y="709"/>
                      <a:pt x="323" y="494"/>
                      <a:pt x="295" y="396"/>
                    </a:cubicBezTo>
                    <a:cubicBezTo>
                      <a:pt x="374" y="301"/>
                      <a:pt x="417" y="228"/>
                      <a:pt x="439" y="172"/>
                    </a:cubicBezTo>
                    <a:cubicBezTo>
                      <a:pt x="440" y="170"/>
                      <a:pt x="440" y="169"/>
                      <a:pt x="441" y="167"/>
                    </a:cubicBezTo>
                    <a:cubicBezTo>
                      <a:pt x="460" y="123"/>
                      <a:pt x="462" y="89"/>
                      <a:pt x="456" y="63"/>
                    </a:cubicBezTo>
                    <a:cubicBezTo>
                      <a:pt x="448" y="15"/>
                      <a:pt x="417" y="0"/>
                      <a:pt x="417" y="0"/>
                    </a:cubicBezTo>
                    <a:close/>
                  </a:path>
                </a:pathLst>
              </a:custGeom>
              <a:solidFill>
                <a:srgbClr val="F3D2B0"/>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grpSp>
        <p:nvGrpSpPr>
          <p:cNvPr id="9" name="Group 55"/>
          <p:cNvGrpSpPr/>
          <p:nvPr/>
        </p:nvGrpSpPr>
        <p:grpSpPr>
          <a:xfrm>
            <a:off x="3263325" y="5213631"/>
            <a:ext cx="666578" cy="486423"/>
            <a:chOff x="5391335" y="5117672"/>
            <a:chExt cx="740855" cy="540467"/>
          </a:xfrm>
        </p:grpSpPr>
        <p:sp>
          <p:nvSpPr>
            <p:cNvPr id="91255" name="Freeform 71"/>
            <p:cNvSpPr/>
            <p:nvPr/>
          </p:nvSpPr>
          <p:spPr>
            <a:xfrm>
              <a:off x="5764673" y="5117672"/>
              <a:ext cx="367517" cy="357539"/>
            </a:xfrm>
            <a:custGeom>
              <a:avLst/>
              <a:gdLst>
                <a:gd name="T0" fmla="*/ 204394 w 187"/>
                <a:gd name="T1" fmla="*/ 7858 h 182"/>
                <a:gd name="T2" fmla="*/ 159192 w 187"/>
                <a:gd name="T3" fmla="*/ 33397 h 182"/>
                <a:gd name="T4" fmla="*/ 125781 w 187"/>
                <a:gd name="T5" fmla="*/ 115906 h 182"/>
                <a:gd name="T6" fmla="*/ 39307 w 187"/>
                <a:gd name="T7" fmla="*/ 141444 h 182"/>
                <a:gd name="T8" fmla="*/ 11792 w 187"/>
                <a:gd name="T9" fmla="*/ 184663 h 182"/>
                <a:gd name="T10" fmla="*/ 33411 w 187"/>
                <a:gd name="T11" fmla="*/ 290746 h 182"/>
                <a:gd name="T12" fmla="*/ 58960 w 187"/>
                <a:gd name="T13" fmla="*/ 310391 h 182"/>
                <a:gd name="T14" fmla="*/ 316418 w 187"/>
                <a:gd name="T15" fmla="*/ 324143 h 182"/>
                <a:gd name="T16" fmla="*/ 326245 w 187"/>
                <a:gd name="T17" fmla="*/ 66793 h 182"/>
                <a:gd name="T18" fmla="*/ 306592 w 187"/>
                <a:gd name="T19" fmla="*/ 39290 h 182"/>
                <a:gd name="T20" fmla="*/ 204394 w 187"/>
                <a:gd name="T21" fmla="*/ 7858 h 1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7" h="182">
                  <a:moveTo>
                    <a:pt x="104" y="4"/>
                  </a:moveTo>
                  <a:cubicBezTo>
                    <a:pt x="96" y="6"/>
                    <a:pt x="88" y="10"/>
                    <a:pt x="81" y="17"/>
                  </a:cubicBezTo>
                  <a:cubicBezTo>
                    <a:pt x="69" y="28"/>
                    <a:pt x="63" y="43"/>
                    <a:pt x="64" y="59"/>
                  </a:cubicBezTo>
                  <a:cubicBezTo>
                    <a:pt x="48" y="57"/>
                    <a:pt x="32" y="61"/>
                    <a:pt x="20" y="72"/>
                  </a:cubicBezTo>
                  <a:cubicBezTo>
                    <a:pt x="13" y="78"/>
                    <a:pt x="9" y="86"/>
                    <a:pt x="6" y="94"/>
                  </a:cubicBezTo>
                  <a:cubicBezTo>
                    <a:pt x="0" y="112"/>
                    <a:pt x="3" y="133"/>
                    <a:pt x="17" y="148"/>
                  </a:cubicBezTo>
                  <a:cubicBezTo>
                    <a:pt x="21" y="152"/>
                    <a:pt x="25" y="155"/>
                    <a:pt x="30" y="158"/>
                  </a:cubicBezTo>
                  <a:cubicBezTo>
                    <a:pt x="65" y="182"/>
                    <a:pt x="161" y="165"/>
                    <a:pt x="161" y="165"/>
                  </a:cubicBezTo>
                  <a:cubicBezTo>
                    <a:pt x="161" y="165"/>
                    <a:pt x="187" y="70"/>
                    <a:pt x="166" y="34"/>
                  </a:cubicBezTo>
                  <a:cubicBezTo>
                    <a:pt x="163" y="29"/>
                    <a:pt x="160" y="24"/>
                    <a:pt x="156" y="20"/>
                  </a:cubicBezTo>
                  <a:cubicBezTo>
                    <a:pt x="143" y="5"/>
                    <a:pt x="123" y="0"/>
                    <a:pt x="104" y="4"/>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6" name="Freeform 72"/>
            <p:cNvSpPr/>
            <p:nvPr/>
          </p:nvSpPr>
          <p:spPr>
            <a:xfrm>
              <a:off x="5391335" y="5250710"/>
              <a:ext cx="223670" cy="218681"/>
            </a:xfrm>
            <a:custGeom>
              <a:avLst/>
              <a:gdLst>
                <a:gd name="T0" fmla="*/ 125569 w 114"/>
                <a:gd name="T1" fmla="*/ 5910 h 111"/>
                <a:gd name="T2" fmla="*/ 96139 w 114"/>
                <a:gd name="T3" fmla="*/ 19701 h 111"/>
                <a:gd name="T4" fmla="*/ 76519 w 114"/>
                <a:gd name="T5" fmla="*/ 70924 h 111"/>
                <a:gd name="T6" fmla="*/ 23544 w 114"/>
                <a:gd name="T7" fmla="*/ 86684 h 111"/>
                <a:gd name="T8" fmla="*/ 5886 w 114"/>
                <a:gd name="T9" fmla="*/ 114266 h 111"/>
                <a:gd name="T10" fmla="*/ 19620 w 114"/>
                <a:gd name="T11" fmla="*/ 177309 h 111"/>
                <a:gd name="T12" fmla="*/ 35316 w 114"/>
                <a:gd name="T13" fmla="*/ 191100 h 111"/>
                <a:gd name="T14" fmla="*/ 192278 w 114"/>
                <a:gd name="T15" fmla="*/ 198980 h 111"/>
                <a:gd name="T16" fmla="*/ 198164 w 114"/>
                <a:gd name="T17" fmla="*/ 41372 h 111"/>
                <a:gd name="T18" fmla="*/ 186392 w 114"/>
                <a:gd name="T19" fmla="*/ 23641 h 111"/>
                <a:gd name="T20" fmla="*/ 125569 w 114"/>
                <a:gd name="T21" fmla="*/ 5910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11">
                  <a:moveTo>
                    <a:pt x="64" y="3"/>
                  </a:moveTo>
                  <a:cubicBezTo>
                    <a:pt x="58" y="4"/>
                    <a:pt x="53" y="6"/>
                    <a:pt x="49" y="10"/>
                  </a:cubicBezTo>
                  <a:cubicBezTo>
                    <a:pt x="42" y="17"/>
                    <a:pt x="38" y="26"/>
                    <a:pt x="39" y="36"/>
                  </a:cubicBezTo>
                  <a:cubicBezTo>
                    <a:pt x="29" y="35"/>
                    <a:pt x="20" y="37"/>
                    <a:pt x="12" y="44"/>
                  </a:cubicBezTo>
                  <a:cubicBezTo>
                    <a:pt x="8" y="48"/>
                    <a:pt x="5" y="53"/>
                    <a:pt x="3" y="58"/>
                  </a:cubicBezTo>
                  <a:cubicBezTo>
                    <a:pt x="0" y="69"/>
                    <a:pt x="2" y="81"/>
                    <a:pt x="10" y="90"/>
                  </a:cubicBezTo>
                  <a:cubicBezTo>
                    <a:pt x="13" y="93"/>
                    <a:pt x="15" y="95"/>
                    <a:pt x="18" y="97"/>
                  </a:cubicBezTo>
                  <a:cubicBezTo>
                    <a:pt x="39" y="111"/>
                    <a:pt x="98" y="101"/>
                    <a:pt x="98" y="101"/>
                  </a:cubicBezTo>
                  <a:cubicBezTo>
                    <a:pt x="98" y="101"/>
                    <a:pt x="114" y="43"/>
                    <a:pt x="101" y="21"/>
                  </a:cubicBezTo>
                  <a:cubicBezTo>
                    <a:pt x="99" y="18"/>
                    <a:pt x="98" y="15"/>
                    <a:pt x="95" y="12"/>
                  </a:cubicBezTo>
                  <a:cubicBezTo>
                    <a:pt x="87" y="3"/>
                    <a:pt x="75" y="0"/>
                    <a:pt x="64" y="3"/>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7" name="Freeform 73"/>
            <p:cNvSpPr/>
            <p:nvPr/>
          </p:nvSpPr>
          <p:spPr>
            <a:xfrm>
              <a:off x="5627477" y="5550046"/>
              <a:ext cx="109756" cy="108093"/>
            </a:xfrm>
            <a:custGeom>
              <a:avLst/>
              <a:gdLst>
                <a:gd name="T0" fmla="*/ 62718 w 56"/>
                <a:gd name="T1" fmla="*/ 1965 h 55"/>
                <a:gd name="T2" fmla="*/ 48998 w 56"/>
                <a:gd name="T3" fmla="*/ 9827 h 55"/>
                <a:gd name="T4" fmla="*/ 39199 w 56"/>
                <a:gd name="T5" fmla="*/ 35376 h 55"/>
                <a:gd name="T6" fmla="*/ 11760 w 56"/>
                <a:gd name="T7" fmla="*/ 43237 h 55"/>
                <a:gd name="T8" fmla="*/ 3920 w 56"/>
                <a:gd name="T9" fmla="*/ 55029 h 55"/>
                <a:gd name="T10" fmla="*/ 11760 w 56"/>
                <a:gd name="T11" fmla="*/ 86474 h 55"/>
                <a:gd name="T12" fmla="*/ 17639 w 56"/>
                <a:gd name="T13" fmla="*/ 92370 h 55"/>
                <a:gd name="T14" fmla="*/ 96037 w 56"/>
                <a:gd name="T15" fmla="*/ 96301 h 55"/>
                <a:gd name="T16" fmla="*/ 97996 w 56"/>
                <a:gd name="T17" fmla="*/ 19653 h 55"/>
                <a:gd name="T18" fmla="*/ 92117 w 56"/>
                <a:gd name="T19" fmla="*/ 11792 h 55"/>
                <a:gd name="T20" fmla="*/ 62718 w 56"/>
                <a:gd name="T21" fmla="*/ 1965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55">
                  <a:moveTo>
                    <a:pt x="32" y="1"/>
                  </a:moveTo>
                  <a:cubicBezTo>
                    <a:pt x="29" y="2"/>
                    <a:pt x="27" y="3"/>
                    <a:pt x="25" y="5"/>
                  </a:cubicBezTo>
                  <a:cubicBezTo>
                    <a:pt x="21" y="8"/>
                    <a:pt x="19" y="13"/>
                    <a:pt x="20" y="18"/>
                  </a:cubicBezTo>
                  <a:cubicBezTo>
                    <a:pt x="15" y="17"/>
                    <a:pt x="10" y="18"/>
                    <a:pt x="6" y="22"/>
                  </a:cubicBezTo>
                  <a:cubicBezTo>
                    <a:pt x="4" y="24"/>
                    <a:pt x="3" y="26"/>
                    <a:pt x="2" y="28"/>
                  </a:cubicBezTo>
                  <a:cubicBezTo>
                    <a:pt x="0" y="34"/>
                    <a:pt x="1" y="40"/>
                    <a:pt x="6" y="44"/>
                  </a:cubicBezTo>
                  <a:cubicBezTo>
                    <a:pt x="7" y="46"/>
                    <a:pt x="8" y="47"/>
                    <a:pt x="9" y="47"/>
                  </a:cubicBezTo>
                  <a:cubicBezTo>
                    <a:pt x="20" y="55"/>
                    <a:pt x="49" y="49"/>
                    <a:pt x="49" y="49"/>
                  </a:cubicBezTo>
                  <a:cubicBezTo>
                    <a:pt x="49" y="49"/>
                    <a:pt x="56" y="21"/>
                    <a:pt x="50" y="10"/>
                  </a:cubicBezTo>
                  <a:cubicBezTo>
                    <a:pt x="49" y="9"/>
                    <a:pt x="49" y="7"/>
                    <a:pt x="47" y="6"/>
                  </a:cubicBezTo>
                  <a:cubicBezTo>
                    <a:pt x="43" y="2"/>
                    <a:pt x="37" y="0"/>
                    <a:pt x="32" y="1"/>
                  </a:cubicBezTo>
                  <a:close/>
                </a:path>
              </a:pathLst>
            </a:custGeom>
            <a:solidFill>
              <a:srgbClr val="FFFFFD"/>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1" name="Group 92"/>
          <p:cNvGrpSpPr/>
          <p:nvPr/>
        </p:nvGrpSpPr>
        <p:grpSpPr>
          <a:xfrm>
            <a:off x="4435634" y="3378694"/>
            <a:ext cx="389773" cy="389139"/>
            <a:chOff x="6694275" y="3078866"/>
            <a:chExt cx="433205" cy="432373"/>
          </a:xfrm>
        </p:grpSpPr>
        <p:sp>
          <p:nvSpPr>
            <p:cNvPr id="91252" name="Freeform 128"/>
            <p:cNvSpPr/>
            <p:nvPr/>
          </p:nvSpPr>
          <p:spPr>
            <a:xfrm>
              <a:off x="6908799" y="3275097"/>
              <a:ext cx="218681" cy="236142"/>
            </a:xfrm>
            <a:custGeom>
              <a:avLst/>
              <a:gdLst>
                <a:gd name="T0" fmla="*/ 191100 w 111"/>
                <a:gd name="T1" fmla="*/ 98393 h 120"/>
                <a:gd name="T2" fmla="*/ 120176 w 111"/>
                <a:gd name="T3" fmla="*/ 27550 h 120"/>
                <a:gd name="T4" fmla="*/ 21671 w 111"/>
                <a:gd name="T5" fmla="*/ 27550 h 120"/>
                <a:gd name="T6" fmla="*/ 0 w 111"/>
                <a:gd name="T7" fmla="*/ 49196 h 120"/>
                <a:gd name="T8" fmla="*/ 0 w 111"/>
                <a:gd name="T9" fmla="*/ 49196 h 120"/>
                <a:gd name="T10" fmla="*/ 31522 w 111"/>
                <a:gd name="T11" fmla="*/ 80682 h 120"/>
                <a:gd name="T12" fmla="*/ 31522 w 111"/>
                <a:gd name="T13" fmla="*/ 78714 h 120"/>
                <a:gd name="T14" fmla="*/ 53193 w 111"/>
                <a:gd name="T15" fmla="*/ 59036 h 120"/>
                <a:gd name="T16" fmla="*/ 90625 w 111"/>
                <a:gd name="T17" fmla="*/ 59036 h 120"/>
                <a:gd name="T18" fmla="*/ 161548 w 111"/>
                <a:gd name="T19" fmla="*/ 129878 h 120"/>
                <a:gd name="T20" fmla="*/ 161548 w 111"/>
                <a:gd name="T21" fmla="*/ 167267 h 120"/>
                <a:gd name="T22" fmla="*/ 149728 w 111"/>
                <a:gd name="T23" fmla="*/ 179074 h 120"/>
                <a:gd name="T24" fmla="*/ 112296 w 111"/>
                <a:gd name="T25" fmla="*/ 179074 h 120"/>
                <a:gd name="T26" fmla="*/ 80774 w 111"/>
                <a:gd name="T27" fmla="*/ 147589 h 120"/>
                <a:gd name="T28" fmla="*/ 31522 w 111"/>
                <a:gd name="T29" fmla="*/ 159396 h 120"/>
                <a:gd name="T30" fmla="*/ 80774 w 111"/>
                <a:gd name="T31" fmla="*/ 208592 h 120"/>
                <a:gd name="T32" fmla="*/ 181249 w 111"/>
                <a:gd name="T33" fmla="*/ 208592 h 120"/>
                <a:gd name="T34" fmla="*/ 191100 w 111"/>
                <a:gd name="T35" fmla="*/ 198753 h 120"/>
                <a:gd name="T36" fmla="*/ 191100 w 111"/>
                <a:gd name="T37" fmla="*/ 98393 h 1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20">
                  <a:moveTo>
                    <a:pt x="97" y="50"/>
                  </a:moveTo>
                  <a:cubicBezTo>
                    <a:pt x="61" y="14"/>
                    <a:pt x="61" y="14"/>
                    <a:pt x="61" y="14"/>
                  </a:cubicBezTo>
                  <a:cubicBezTo>
                    <a:pt x="47" y="0"/>
                    <a:pt x="25" y="0"/>
                    <a:pt x="11" y="14"/>
                  </a:cubicBezTo>
                  <a:cubicBezTo>
                    <a:pt x="0" y="25"/>
                    <a:pt x="0" y="25"/>
                    <a:pt x="0" y="25"/>
                  </a:cubicBezTo>
                  <a:cubicBezTo>
                    <a:pt x="0" y="25"/>
                    <a:pt x="0" y="25"/>
                    <a:pt x="0" y="25"/>
                  </a:cubicBezTo>
                  <a:cubicBezTo>
                    <a:pt x="16" y="41"/>
                    <a:pt x="16" y="41"/>
                    <a:pt x="16" y="41"/>
                  </a:cubicBezTo>
                  <a:cubicBezTo>
                    <a:pt x="16" y="40"/>
                    <a:pt x="16" y="40"/>
                    <a:pt x="16" y="40"/>
                  </a:cubicBezTo>
                  <a:cubicBezTo>
                    <a:pt x="27" y="30"/>
                    <a:pt x="27" y="30"/>
                    <a:pt x="27" y="30"/>
                  </a:cubicBezTo>
                  <a:cubicBezTo>
                    <a:pt x="32" y="24"/>
                    <a:pt x="40" y="24"/>
                    <a:pt x="46" y="30"/>
                  </a:cubicBezTo>
                  <a:cubicBezTo>
                    <a:pt x="82" y="66"/>
                    <a:pt x="82" y="66"/>
                    <a:pt x="82" y="66"/>
                  </a:cubicBezTo>
                  <a:cubicBezTo>
                    <a:pt x="87" y="71"/>
                    <a:pt x="87" y="80"/>
                    <a:pt x="82" y="85"/>
                  </a:cubicBezTo>
                  <a:cubicBezTo>
                    <a:pt x="76" y="91"/>
                    <a:pt x="76" y="91"/>
                    <a:pt x="76" y="91"/>
                  </a:cubicBezTo>
                  <a:cubicBezTo>
                    <a:pt x="71" y="96"/>
                    <a:pt x="62" y="96"/>
                    <a:pt x="57" y="91"/>
                  </a:cubicBezTo>
                  <a:cubicBezTo>
                    <a:pt x="41" y="75"/>
                    <a:pt x="41" y="75"/>
                    <a:pt x="41" y="75"/>
                  </a:cubicBezTo>
                  <a:cubicBezTo>
                    <a:pt x="33" y="79"/>
                    <a:pt x="25" y="81"/>
                    <a:pt x="16" y="81"/>
                  </a:cubicBezTo>
                  <a:cubicBezTo>
                    <a:pt x="41" y="106"/>
                    <a:pt x="41" y="106"/>
                    <a:pt x="41" y="106"/>
                  </a:cubicBezTo>
                  <a:cubicBezTo>
                    <a:pt x="55" y="120"/>
                    <a:pt x="78" y="120"/>
                    <a:pt x="92" y="106"/>
                  </a:cubicBezTo>
                  <a:cubicBezTo>
                    <a:pt x="97" y="101"/>
                    <a:pt x="97" y="101"/>
                    <a:pt x="97" y="101"/>
                  </a:cubicBezTo>
                  <a:cubicBezTo>
                    <a:pt x="111" y="87"/>
                    <a:pt x="111" y="64"/>
                    <a:pt x="97" y="50"/>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3" name="Freeform 129"/>
            <p:cNvSpPr/>
            <p:nvPr/>
          </p:nvSpPr>
          <p:spPr>
            <a:xfrm>
              <a:off x="6694275" y="3078866"/>
              <a:ext cx="236142" cy="217850"/>
            </a:xfrm>
            <a:custGeom>
              <a:avLst/>
              <a:gdLst>
                <a:gd name="T0" fmla="*/ 59036 w 120"/>
                <a:gd name="T1" fmla="*/ 68691 h 111"/>
                <a:gd name="T2" fmla="*/ 68875 w 120"/>
                <a:gd name="T3" fmla="*/ 58878 h 111"/>
                <a:gd name="T4" fmla="*/ 108232 w 120"/>
                <a:gd name="T5" fmla="*/ 58878 h 111"/>
                <a:gd name="T6" fmla="*/ 179074 w 120"/>
                <a:gd name="T7" fmla="*/ 129532 h 111"/>
                <a:gd name="T8" fmla="*/ 179074 w 120"/>
                <a:gd name="T9" fmla="*/ 166822 h 111"/>
                <a:gd name="T10" fmla="*/ 157428 w 120"/>
                <a:gd name="T11" fmla="*/ 186448 h 111"/>
                <a:gd name="T12" fmla="*/ 157428 w 120"/>
                <a:gd name="T13" fmla="*/ 188411 h 111"/>
                <a:gd name="T14" fmla="*/ 186946 w 120"/>
                <a:gd name="T15" fmla="*/ 217850 h 111"/>
                <a:gd name="T16" fmla="*/ 188914 w 120"/>
                <a:gd name="T17" fmla="*/ 217850 h 111"/>
                <a:gd name="T18" fmla="*/ 208592 w 120"/>
                <a:gd name="T19" fmla="*/ 196261 h 111"/>
                <a:gd name="T20" fmla="*/ 208592 w 120"/>
                <a:gd name="T21" fmla="*/ 98131 h 111"/>
                <a:gd name="T22" fmla="*/ 137750 w 120"/>
                <a:gd name="T23" fmla="*/ 27477 h 111"/>
                <a:gd name="T24" fmla="*/ 39357 w 120"/>
                <a:gd name="T25" fmla="*/ 27477 h 111"/>
                <a:gd name="T26" fmla="*/ 27550 w 120"/>
                <a:gd name="T27" fmla="*/ 39252 h 111"/>
                <a:gd name="T28" fmla="*/ 27550 w 120"/>
                <a:gd name="T29" fmla="*/ 137383 h 111"/>
                <a:gd name="T30" fmla="*/ 76746 w 120"/>
                <a:gd name="T31" fmla="*/ 186448 h 111"/>
                <a:gd name="T32" fmla="*/ 90521 w 120"/>
                <a:gd name="T33" fmla="*/ 139345 h 111"/>
                <a:gd name="T34" fmla="*/ 59036 w 120"/>
                <a:gd name="T35" fmla="*/ 107944 h 111"/>
                <a:gd name="T36" fmla="*/ 59036 w 120"/>
                <a:gd name="T37" fmla="*/ 68691 h 1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0" h="111">
                  <a:moveTo>
                    <a:pt x="30" y="35"/>
                  </a:moveTo>
                  <a:cubicBezTo>
                    <a:pt x="35" y="30"/>
                    <a:pt x="35" y="30"/>
                    <a:pt x="35" y="30"/>
                  </a:cubicBezTo>
                  <a:cubicBezTo>
                    <a:pt x="41" y="24"/>
                    <a:pt x="49" y="24"/>
                    <a:pt x="55" y="30"/>
                  </a:cubicBezTo>
                  <a:cubicBezTo>
                    <a:pt x="91" y="66"/>
                    <a:pt x="91" y="66"/>
                    <a:pt x="91" y="66"/>
                  </a:cubicBezTo>
                  <a:cubicBezTo>
                    <a:pt x="96" y="71"/>
                    <a:pt x="96" y="80"/>
                    <a:pt x="91" y="85"/>
                  </a:cubicBezTo>
                  <a:cubicBezTo>
                    <a:pt x="80" y="95"/>
                    <a:pt x="80" y="95"/>
                    <a:pt x="80" y="95"/>
                  </a:cubicBezTo>
                  <a:cubicBezTo>
                    <a:pt x="80" y="96"/>
                    <a:pt x="80" y="96"/>
                    <a:pt x="80" y="96"/>
                  </a:cubicBezTo>
                  <a:cubicBezTo>
                    <a:pt x="95" y="111"/>
                    <a:pt x="95" y="111"/>
                    <a:pt x="95" y="111"/>
                  </a:cubicBezTo>
                  <a:cubicBezTo>
                    <a:pt x="96" y="111"/>
                    <a:pt x="96" y="111"/>
                    <a:pt x="96" y="111"/>
                  </a:cubicBezTo>
                  <a:cubicBezTo>
                    <a:pt x="106" y="100"/>
                    <a:pt x="106" y="100"/>
                    <a:pt x="106" y="100"/>
                  </a:cubicBezTo>
                  <a:cubicBezTo>
                    <a:pt x="120" y="87"/>
                    <a:pt x="120" y="64"/>
                    <a:pt x="106" y="50"/>
                  </a:cubicBezTo>
                  <a:cubicBezTo>
                    <a:pt x="70" y="14"/>
                    <a:pt x="70" y="14"/>
                    <a:pt x="70" y="14"/>
                  </a:cubicBezTo>
                  <a:cubicBezTo>
                    <a:pt x="56" y="0"/>
                    <a:pt x="34" y="0"/>
                    <a:pt x="20" y="14"/>
                  </a:cubicBezTo>
                  <a:cubicBezTo>
                    <a:pt x="14" y="20"/>
                    <a:pt x="14" y="20"/>
                    <a:pt x="14" y="20"/>
                  </a:cubicBezTo>
                  <a:cubicBezTo>
                    <a:pt x="0" y="34"/>
                    <a:pt x="0" y="56"/>
                    <a:pt x="14" y="70"/>
                  </a:cubicBezTo>
                  <a:cubicBezTo>
                    <a:pt x="39" y="95"/>
                    <a:pt x="39" y="95"/>
                    <a:pt x="39" y="95"/>
                  </a:cubicBezTo>
                  <a:cubicBezTo>
                    <a:pt x="39" y="87"/>
                    <a:pt x="41" y="78"/>
                    <a:pt x="46" y="71"/>
                  </a:cubicBezTo>
                  <a:cubicBezTo>
                    <a:pt x="30" y="55"/>
                    <a:pt x="30" y="55"/>
                    <a:pt x="30" y="55"/>
                  </a:cubicBezTo>
                  <a:cubicBezTo>
                    <a:pt x="24" y="49"/>
                    <a:pt x="24" y="41"/>
                    <a:pt x="30" y="35"/>
                  </a:cubicBez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4" name="Freeform 130"/>
            <p:cNvSpPr/>
            <p:nvPr/>
          </p:nvSpPr>
          <p:spPr>
            <a:xfrm>
              <a:off x="6784907" y="3198600"/>
              <a:ext cx="220344" cy="222007"/>
            </a:xfrm>
            <a:custGeom>
              <a:avLst/>
              <a:gdLst>
                <a:gd name="T0" fmla="*/ 220344 w 112"/>
                <a:gd name="T1" fmla="*/ 172890 h 113"/>
                <a:gd name="T2" fmla="*/ 188866 w 112"/>
                <a:gd name="T3" fmla="*/ 141456 h 113"/>
                <a:gd name="T4" fmla="*/ 167225 w 112"/>
                <a:gd name="T5" fmla="*/ 163067 h 113"/>
                <a:gd name="T6" fmla="*/ 129846 w 112"/>
                <a:gd name="T7" fmla="*/ 163067 h 113"/>
                <a:gd name="T8" fmla="*/ 59021 w 112"/>
                <a:gd name="T9" fmla="*/ 92339 h 113"/>
                <a:gd name="T10" fmla="*/ 59021 w 112"/>
                <a:gd name="T11" fmla="*/ 55011 h 113"/>
                <a:gd name="T12" fmla="*/ 82629 w 112"/>
                <a:gd name="T13" fmla="*/ 29470 h 113"/>
                <a:gd name="T14" fmla="*/ 53119 w 112"/>
                <a:gd name="T15" fmla="*/ 0 h 113"/>
                <a:gd name="T16" fmla="*/ 27543 w 112"/>
                <a:gd name="T17" fmla="*/ 23576 h 113"/>
                <a:gd name="T18" fmla="*/ 27543 w 112"/>
                <a:gd name="T19" fmla="*/ 123774 h 113"/>
                <a:gd name="T20" fmla="*/ 98368 w 112"/>
                <a:gd name="T21" fmla="*/ 194502 h 113"/>
                <a:gd name="T22" fmla="*/ 198703 w 112"/>
                <a:gd name="T23" fmla="*/ 194502 h 113"/>
                <a:gd name="T24" fmla="*/ 220344 w 112"/>
                <a:gd name="T25" fmla="*/ 172890 h 1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2" h="113">
                  <a:moveTo>
                    <a:pt x="112" y="88"/>
                  </a:moveTo>
                  <a:cubicBezTo>
                    <a:pt x="96" y="72"/>
                    <a:pt x="96" y="72"/>
                    <a:pt x="96" y="72"/>
                  </a:cubicBezTo>
                  <a:cubicBezTo>
                    <a:pt x="85" y="83"/>
                    <a:pt x="85" y="83"/>
                    <a:pt x="85" y="83"/>
                  </a:cubicBezTo>
                  <a:cubicBezTo>
                    <a:pt x="80" y="88"/>
                    <a:pt x="71" y="88"/>
                    <a:pt x="66" y="83"/>
                  </a:cubicBezTo>
                  <a:cubicBezTo>
                    <a:pt x="30" y="47"/>
                    <a:pt x="30" y="47"/>
                    <a:pt x="30" y="47"/>
                  </a:cubicBezTo>
                  <a:cubicBezTo>
                    <a:pt x="25" y="42"/>
                    <a:pt x="25" y="33"/>
                    <a:pt x="30" y="28"/>
                  </a:cubicBezTo>
                  <a:cubicBezTo>
                    <a:pt x="42" y="15"/>
                    <a:pt x="42" y="15"/>
                    <a:pt x="42" y="15"/>
                  </a:cubicBezTo>
                  <a:cubicBezTo>
                    <a:pt x="27" y="0"/>
                    <a:pt x="27" y="0"/>
                    <a:pt x="27" y="0"/>
                  </a:cubicBezTo>
                  <a:cubicBezTo>
                    <a:pt x="14" y="12"/>
                    <a:pt x="14" y="12"/>
                    <a:pt x="14" y="12"/>
                  </a:cubicBezTo>
                  <a:cubicBezTo>
                    <a:pt x="0" y="26"/>
                    <a:pt x="0" y="49"/>
                    <a:pt x="14" y="63"/>
                  </a:cubicBezTo>
                  <a:cubicBezTo>
                    <a:pt x="50" y="99"/>
                    <a:pt x="50" y="99"/>
                    <a:pt x="50" y="99"/>
                  </a:cubicBezTo>
                  <a:cubicBezTo>
                    <a:pt x="64" y="113"/>
                    <a:pt x="87" y="113"/>
                    <a:pt x="101" y="99"/>
                  </a:cubicBezTo>
                  <a:lnTo>
                    <a:pt x="112" y="88"/>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5" name="Group 96"/>
          <p:cNvGrpSpPr/>
          <p:nvPr/>
        </p:nvGrpSpPr>
        <p:grpSpPr>
          <a:xfrm>
            <a:off x="4107209" y="5763663"/>
            <a:ext cx="504235" cy="420569"/>
            <a:chOff x="6329253" y="5728815"/>
            <a:chExt cx="560422" cy="467296"/>
          </a:xfrm>
        </p:grpSpPr>
        <p:sp>
          <p:nvSpPr>
            <p:cNvPr id="91250" name="Freeform 134"/>
            <p:cNvSpPr/>
            <p:nvPr/>
          </p:nvSpPr>
          <p:spPr>
            <a:xfrm>
              <a:off x="6329253" y="5728815"/>
              <a:ext cx="560422" cy="442351"/>
            </a:xfrm>
            <a:custGeom>
              <a:avLst/>
              <a:gdLst>
                <a:gd name="T0" fmla="*/ 0 w 674"/>
                <a:gd name="T1" fmla="*/ 275222 h 532"/>
                <a:gd name="T2" fmla="*/ 560422 w 674"/>
                <a:gd name="T3" fmla="*/ 0 h 532"/>
                <a:gd name="T4" fmla="*/ 271065 w 674"/>
                <a:gd name="T5" fmla="*/ 442351 h 532"/>
                <a:gd name="T6" fmla="*/ 194568 w 674"/>
                <a:gd name="T7" fmla="*/ 294346 h 532"/>
                <a:gd name="T8" fmla="*/ 523005 w 674"/>
                <a:gd name="T9" fmla="*/ 29102 h 532"/>
                <a:gd name="T10" fmla="*/ 178770 w 674"/>
                <a:gd name="T11" fmla="*/ 279380 h 532"/>
                <a:gd name="T12" fmla="*/ 0 w 674"/>
                <a:gd name="T13" fmla="*/ 275222 h 5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4" h="532">
                  <a:moveTo>
                    <a:pt x="0" y="331"/>
                  </a:moveTo>
                  <a:lnTo>
                    <a:pt x="674" y="0"/>
                  </a:lnTo>
                  <a:lnTo>
                    <a:pt x="326" y="532"/>
                  </a:lnTo>
                  <a:lnTo>
                    <a:pt x="234" y="354"/>
                  </a:lnTo>
                  <a:lnTo>
                    <a:pt x="629" y="35"/>
                  </a:lnTo>
                  <a:lnTo>
                    <a:pt x="215" y="336"/>
                  </a:lnTo>
                  <a:lnTo>
                    <a:pt x="0" y="331"/>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sp>
          <p:nvSpPr>
            <p:cNvPr id="91251" name="Freeform 135"/>
            <p:cNvSpPr/>
            <p:nvPr/>
          </p:nvSpPr>
          <p:spPr>
            <a:xfrm>
              <a:off x="6499707" y="6038960"/>
              <a:ext cx="57373" cy="157151"/>
            </a:xfrm>
            <a:custGeom>
              <a:avLst/>
              <a:gdLst>
                <a:gd name="T0" fmla="*/ 0 w 29"/>
                <a:gd name="T1" fmla="*/ 3929 h 80"/>
                <a:gd name="T2" fmla="*/ 35611 w 29"/>
                <a:gd name="T3" fmla="*/ 149293 h 80"/>
                <a:gd name="T4" fmla="*/ 57373 w 29"/>
                <a:gd name="T5" fmla="*/ 66789 h 80"/>
                <a:gd name="T6" fmla="*/ 19784 w 29"/>
                <a:gd name="T7" fmla="*/ 0 h 80"/>
                <a:gd name="T8" fmla="*/ 0 w 29"/>
                <a:gd name="T9" fmla="*/ 3929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80">
                  <a:moveTo>
                    <a:pt x="0" y="2"/>
                  </a:moveTo>
                  <a:cubicBezTo>
                    <a:pt x="0" y="2"/>
                    <a:pt x="18" y="80"/>
                    <a:pt x="18" y="76"/>
                  </a:cubicBezTo>
                  <a:cubicBezTo>
                    <a:pt x="18" y="71"/>
                    <a:pt x="29" y="34"/>
                    <a:pt x="29" y="34"/>
                  </a:cubicBezTo>
                  <a:cubicBezTo>
                    <a:pt x="10" y="0"/>
                    <a:pt x="10" y="0"/>
                    <a:pt x="10" y="0"/>
                  </a:cubicBezTo>
                  <a:lnTo>
                    <a:pt x="0" y="2"/>
                  </a:lnTo>
                  <a:close/>
                </a:path>
              </a:pathLst>
            </a:custGeom>
            <a:solidFill>
              <a:srgbClr val="FFFFFF"/>
            </a:solidFill>
            <a:ln w="9525">
              <a:noFill/>
              <a:round/>
            </a:ln>
          </p:spPr>
          <p:txBody>
            <a:bodyPr/>
            <a:lstStyle/>
            <a:p>
              <a:pPr defTabSz="1218565"/>
              <a:endParaRPr lang="zh-CN" altLang="en-US" sz="2400">
                <a:solidFill>
                  <a:prstClr val="black"/>
                </a:solidFill>
                <a:latin typeface="思源黑体 CN Medium"/>
                <a:ea typeface="思源黑体 CN Medium"/>
                <a:cs typeface="思源黑体 CN Medium"/>
                <a:sym typeface="思源黑体 CN Medium"/>
              </a:endParaRPr>
            </a:p>
          </p:txBody>
        </p:sp>
      </p:grpSp>
      <p:grpSp>
        <p:nvGrpSpPr>
          <p:cNvPr id="18" name="Group 118"/>
          <p:cNvGrpSpPr/>
          <p:nvPr/>
        </p:nvGrpSpPr>
        <p:grpSpPr>
          <a:xfrm>
            <a:off x="4524877" y="2065912"/>
            <a:ext cx="2923272" cy="3679886"/>
            <a:chOff x="529156" y="2061639"/>
            <a:chExt cx="2924257" cy="3679754"/>
          </a:xfrm>
        </p:grpSpPr>
        <p:grpSp>
          <p:nvGrpSpPr>
            <p:cNvPr id="19" name="Group 119"/>
            <p:cNvGrpSpPr/>
            <p:nvPr/>
          </p:nvGrpSpPr>
          <p:grpSpPr>
            <a:xfrm>
              <a:off x="529156" y="2532239"/>
              <a:ext cx="2924257" cy="3209154"/>
              <a:chOff x="529156" y="2532239"/>
              <a:chExt cx="2924257" cy="3209154"/>
            </a:xfrm>
          </p:grpSpPr>
          <p:sp>
            <p:nvSpPr>
              <p:cNvPr id="122" name="Rectangle 121"/>
              <p:cNvSpPr/>
              <p:nvPr/>
            </p:nvSpPr>
            <p:spPr>
              <a:xfrm>
                <a:off x="529156" y="2532239"/>
                <a:ext cx="2924257" cy="2066851"/>
              </a:xfrm>
              <a:prstGeom prst="rect">
                <a:avLst/>
              </a:prstGeom>
            </p:spPr>
            <p:txBody>
              <a:bodyPr>
                <a:spAutoFit/>
              </a:bodyPr>
              <a:lstStyle/>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r>
                  <a:rPr lang="zh-CN" altLang="en-US" sz="133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a:p>
                <a:pPr defTabSz="1216660">
                  <a:spcBef>
                    <a:spcPct val="20000"/>
                  </a:spcBef>
                  <a:defRPr/>
                </a:pPr>
                <a:endParaRPr lang="en-US" altLang="zh-CN" sz="1335">
                  <a:solidFill>
                    <a:prstClr val="black">
                      <a:lumMod val="50000"/>
                      <a:lumOff val="50000"/>
                    </a:prstClr>
                  </a:solidFill>
                  <a:latin typeface="思源黑体 CN Medium"/>
                  <a:ea typeface="思源黑体 CN Medium"/>
                  <a:cs typeface="思源黑体 CN Medium"/>
                  <a:sym typeface="思源黑体 CN Medium"/>
                </a:endParaRPr>
              </a:p>
            </p:txBody>
          </p:sp>
          <p:sp>
            <p:nvSpPr>
              <p:cNvPr id="123" name="TextBox 122"/>
              <p:cNvSpPr txBox="1"/>
              <p:nvPr/>
            </p:nvSpPr>
            <p:spPr>
              <a:xfrm>
                <a:off x="1370289" y="5096256"/>
                <a:ext cx="1763762" cy="645137"/>
              </a:xfrm>
              <a:prstGeom prst="rect">
                <a:avLst/>
              </a:prstGeom>
              <a:noFill/>
            </p:spPr>
            <p:txBody>
              <a:bodyPr>
                <a:spAutoFit/>
              </a:bodyPr>
              <a:lstStyle/>
              <a:p>
                <a:pPr defTabSz="1216660">
                  <a:spcBef>
                    <a:spcPct val="20000"/>
                  </a:spcBef>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124" name="TextBox 123"/>
              <p:cNvSpPr txBox="1"/>
              <p:nvPr/>
            </p:nvSpPr>
            <p:spPr>
              <a:xfrm>
                <a:off x="535506" y="5154993"/>
                <a:ext cx="697465" cy="501632"/>
              </a:xfrm>
              <a:prstGeom prst="rect">
                <a:avLst/>
              </a:prstGeom>
              <a:noFill/>
            </p:spPr>
            <p:txBody>
              <a:bodyPr wrap="none">
                <a:spAutoFit/>
              </a:bodyPr>
              <a:lstStyle/>
              <a:p>
                <a:pPr defTabSz="1218565">
                  <a:defRPr/>
                </a:pPr>
                <a:r>
                  <a:rPr lang="id-ID" sz="2665" b="1">
                    <a:solidFill>
                      <a:prstClr val="black">
                        <a:lumMod val="65000"/>
                        <a:lumOff val="35000"/>
                      </a:prstClr>
                    </a:solidFill>
                    <a:latin typeface="思源黑体 CN Medium"/>
                    <a:ea typeface="思源黑体 CN Medium"/>
                    <a:cs typeface="思源黑体 CN Medium"/>
                    <a:sym typeface="思源黑体 CN Medium"/>
                  </a:rPr>
                  <a:t>6x%</a:t>
                </a:r>
              </a:p>
            </p:txBody>
          </p:sp>
        </p:grpSp>
        <p:sp>
          <p:nvSpPr>
            <p:cNvPr id="121" name="TextBox 120"/>
            <p:cNvSpPr txBox="1"/>
            <p:nvPr/>
          </p:nvSpPr>
          <p:spPr>
            <a:xfrm>
              <a:off x="553378" y="2061639"/>
              <a:ext cx="1814171" cy="420355"/>
            </a:xfrm>
            <a:prstGeom prst="rect">
              <a:avLst/>
            </a:prstGeom>
            <a:noFill/>
          </p:spPr>
          <p:txBody>
            <a:bodyPr wrap="none">
              <a:spAutoFit/>
            </a:bodyPr>
            <a:lstStyle/>
            <a:p>
              <a:pPr algn="ctr" defTabSz="1218565"/>
              <a:r>
                <a:rPr lang="zh-CN" altLang="en-US" sz="2135">
                  <a:solidFill>
                    <a:prstClr val="black">
                      <a:lumMod val="65000"/>
                      <a:lumOff val="35000"/>
                    </a:prstClr>
                  </a:solidFill>
                  <a:latin typeface="思源黑体 CN Medium"/>
                  <a:ea typeface="思源黑体 CN Medium"/>
                  <a:cs typeface="思源黑体 CN Medium"/>
                  <a:sym typeface="思源黑体 CN Medium"/>
                </a:rPr>
                <a:t>单击编辑标题</a:t>
              </a:r>
            </a:p>
          </p:txBody>
        </p:sp>
      </p:grpSp>
      <p:grpSp>
        <p:nvGrpSpPr>
          <p:cNvPr id="20" name="Group 124"/>
          <p:cNvGrpSpPr/>
          <p:nvPr/>
        </p:nvGrpSpPr>
        <p:grpSpPr>
          <a:xfrm>
            <a:off x="7844901" y="2219325"/>
            <a:ext cx="2658244" cy="3779839"/>
            <a:chOff x="8375770" y="2401463"/>
            <a:chExt cx="2659477" cy="3780430"/>
          </a:xfrm>
        </p:grpSpPr>
        <p:sp>
          <p:nvSpPr>
            <p:cNvPr id="126" name="Freeform 125"/>
            <p:cNvSpPr>
              <a:spLocks noEditPoints="1"/>
            </p:cNvSpPr>
            <p:nvPr/>
          </p:nvSpPr>
          <p:spPr>
            <a:xfrm>
              <a:off x="8375770" y="2476088"/>
              <a:ext cx="558887" cy="536659"/>
            </a:xfrm>
            <a:custGeom>
              <a:avLst/>
              <a:gdLst>
                <a:gd name="T0" fmla="*/ 175 w 296"/>
                <a:gd name="T1" fmla="*/ 126 h 284"/>
                <a:gd name="T2" fmla="*/ 263 w 296"/>
                <a:gd name="T3" fmla="*/ 42 h 284"/>
                <a:gd name="T4" fmla="*/ 268 w 296"/>
                <a:gd name="T5" fmla="*/ 15 h 284"/>
                <a:gd name="T6" fmla="*/ 241 w 296"/>
                <a:gd name="T7" fmla="*/ 22 h 284"/>
                <a:gd name="T8" fmla="*/ 164 w 296"/>
                <a:gd name="T9" fmla="*/ 116 h 284"/>
                <a:gd name="T10" fmla="*/ 141 w 296"/>
                <a:gd name="T11" fmla="*/ 95 h 284"/>
                <a:gd name="T12" fmla="*/ 91 w 296"/>
                <a:gd name="T13" fmla="*/ 12 h 284"/>
                <a:gd name="T14" fmla="*/ 42 w 296"/>
                <a:gd name="T15" fmla="*/ 4 h 284"/>
                <a:gd name="T16" fmla="*/ 42 w 296"/>
                <a:gd name="T17" fmla="*/ 14 h 284"/>
                <a:gd name="T18" fmla="*/ 76 w 296"/>
                <a:gd name="T19" fmla="*/ 45 h 284"/>
                <a:gd name="T20" fmla="*/ 62 w 296"/>
                <a:gd name="T21" fmla="*/ 78 h 284"/>
                <a:gd name="T22" fmla="*/ 22 w 296"/>
                <a:gd name="T23" fmla="*/ 46 h 284"/>
                <a:gd name="T24" fmla="*/ 12 w 296"/>
                <a:gd name="T25" fmla="*/ 36 h 284"/>
                <a:gd name="T26" fmla="*/ 7 w 296"/>
                <a:gd name="T27" fmla="*/ 39 h 284"/>
                <a:gd name="T28" fmla="*/ 56 w 296"/>
                <a:gd name="T29" fmla="*/ 126 h 284"/>
                <a:gd name="T30" fmla="*/ 100 w 296"/>
                <a:gd name="T31" fmla="*/ 136 h 284"/>
                <a:gd name="T32" fmla="*/ 33 w 296"/>
                <a:gd name="T33" fmla="*/ 224 h 284"/>
                <a:gd name="T34" fmla="*/ 29 w 296"/>
                <a:gd name="T35" fmla="*/ 272 h 284"/>
                <a:gd name="T36" fmla="*/ 149 w 296"/>
                <a:gd name="T37" fmla="*/ 186 h 284"/>
                <a:gd name="T38" fmla="*/ 266 w 296"/>
                <a:gd name="T39" fmla="*/ 284 h 284"/>
                <a:gd name="T40" fmla="*/ 284 w 296"/>
                <a:gd name="T41" fmla="*/ 277 h 284"/>
                <a:gd name="T42" fmla="*/ 103 w 296"/>
                <a:gd name="T43" fmla="*/ 123 h 284"/>
                <a:gd name="T44" fmla="*/ 86 w 296"/>
                <a:gd name="T45" fmla="*/ 127 h 284"/>
                <a:gd name="T46" fmla="*/ 25 w 296"/>
                <a:gd name="T47" fmla="*/ 80 h 284"/>
                <a:gd name="T48" fmla="*/ 41 w 296"/>
                <a:gd name="T49" fmla="*/ 80 h 284"/>
                <a:gd name="T50" fmla="*/ 84 w 296"/>
                <a:gd name="T51" fmla="*/ 80 h 284"/>
                <a:gd name="T52" fmla="*/ 58 w 296"/>
                <a:gd name="T53" fmla="*/ 11 h 284"/>
                <a:gd name="T54" fmla="*/ 122 w 296"/>
                <a:gd name="T55" fmla="*/ 59 h 284"/>
                <a:gd name="T56" fmla="*/ 128 w 296"/>
                <a:gd name="T57" fmla="*/ 100 h 284"/>
                <a:gd name="T58" fmla="*/ 144 w 296"/>
                <a:gd name="T59" fmla="*/ 112 h 284"/>
                <a:gd name="T60" fmla="*/ 152 w 296"/>
                <a:gd name="T61" fmla="*/ 129 h 284"/>
                <a:gd name="T62" fmla="*/ 108 w 296"/>
                <a:gd name="T63" fmla="*/ 127 h 284"/>
                <a:gd name="T64" fmla="*/ 103 w 296"/>
                <a:gd name="T65" fmla="*/ 123 h 284"/>
                <a:gd name="T66" fmla="*/ 36 w 296"/>
                <a:gd name="T67" fmla="*/ 264 h 284"/>
                <a:gd name="T68" fmla="*/ 42 w 296"/>
                <a:gd name="T69" fmla="*/ 232 h 284"/>
                <a:gd name="T70" fmla="*/ 150 w 296"/>
                <a:gd name="T71" fmla="*/ 141 h 284"/>
                <a:gd name="T72" fmla="*/ 145 w 296"/>
                <a:gd name="T73" fmla="*/ 173 h 284"/>
                <a:gd name="T74" fmla="*/ 276 w 296"/>
                <a:gd name="T75" fmla="*/ 269 h 284"/>
                <a:gd name="T76" fmla="*/ 241 w 296"/>
                <a:gd name="T77" fmla="*/ 261 h 284"/>
                <a:gd name="T78" fmla="*/ 162 w 296"/>
                <a:gd name="T79" fmla="*/ 139 h 284"/>
                <a:gd name="T80" fmla="*/ 268 w 296"/>
                <a:gd name="T81" fmla="*/ 23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6" h="284">
                  <a:moveTo>
                    <a:pt x="276" y="226"/>
                  </a:moveTo>
                  <a:cubicBezTo>
                    <a:pt x="175" y="126"/>
                    <a:pt x="175" y="126"/>
                    <a:pt x="175" y="126"/>
                  </a:cubicBezTo>
                  <a:cubicBezTo>
                    <a:pt x="246" y="49"/>
                    <a:pt x="246" y="49"/>
                    <a:pt x="246" y="49"/>
                  </a:cubicBezTo>
                  <a:cubicBezTo>
                    <a:pt x="252" y="49"/>
                    <a:pt x="258" y="47"/>
                    <a:pt x="263" y="42"/>
                  </a:cubicBezTo>
                  <a:cubicBezTo>
                    <a:pt x="271" y="34"/>
                    <a:pt x="271" y="34"/>
                    <a:pt x="271" y="34"/>
                  </a:cubicBezTo>
                  <a:cubicBezTo>
                    <a:pt x="278" y="26"/>
                    <a:pt x="274" y="20"/>
                    <a:pt x="268" y="15"/>
                  </a:cubicBezTo>
                  <a:cubicBezTo>
                    <a:pt x="262" y="9"/>
                    <a:pt x="256" y="6"/>
                    <a:pt x="249" y="13"/>
                  </a:cubicBezTo>
                  <a:cubicBezTo>
                    <a:pt x="241" y="22"/>
                    <a:pt x="241" y="22"/>
                    <a:pt x="241" y="22"/>
                  </a:cubicBezTo>
                  <a:cubicBezTo>
                    <a:pt x="237" y="27"/>
                    <a:pt x="235" y="33"/>
                    <a:pt x="236" y="39"/>
                  </a:cubicBezTo>
                  <a:cubicBezTo>
                    <a:pt x="164" y="116"/>
                    <a:pt x="164" y="116"/>
                    <a:pt x="164" y="116"/>
                  </a:cubicBezTo>
                  <a:cubicBezTo>
                    <a:pt x="152" y="104"/>
                    <a:pt x="152" y="104"/>
                    <a:pt x="152" y="104"/>
                  </a:cubicBezTo>
                  <a:cubicBezTo>
                    <a:pt x="149" y="100"/>
                    <a:pt x="145" y="97"/>
                    <a:pt x="141" y="95"/>
                  </a:cubicBezTo>
                  <a:cubicBezTo>
                    <a:pt x="146" y="80"/>
                    <a:pt x="142" y="62"/>
                    <a:pt x="130" y="51"/>
                  </a:cubicBezTo>
                  <a:cubicBezTo>
                    <a:pt x="91" y="12"/>
                    <a:pt x="91" y="12"/>
                    <a:pt x="91" y="12"/>
                  </a:cubicBezTo>
                  <a:cubicBezTo>
                    <a:pt x="83" y="4"/>
                    <a:pt x="72" y="0"/>
                    <a:pt x="60" y="0"/>
                  </a:cubicBezTo>
                  <a:cubicBezTo>
                    <a:pt x="54" y="0"/>
                    <a:pt x="48" y="1"/>
                    <a:pt x="42" y="4"/>
                  </a:cubicBezTo>
                  <a:cubicBezTo>
                    <a:pt x="40" y="4"/>
                    <a:pt x="39" y="7"/>
                    <a:pt x="39" y="9"/>
                  </a:cubicBezTo>
                  <a:cubicBezTo>
                    <a:pt x="39" y="11"/>
                    <a:pt x="40" y="13"/>
                    <a:pt x="42" y="14"/>
                  </a:cubicBezTo>
                  <a:cubicBezTo>
                    <a:pt x="45" y="15"/>
                    <a:pt x="47" y="16"/>
                    <a:pt x="49" y="18"/>
                  </a:cubicBezTo>
                  <a:cubicBezTo>
                    <a:pt x="76" y="45"/>
                    <a:pt x="76" y="45"/>
                    <a:pt x="76" y="45"/>
                  </a:cubicBezTo>
                  <a:cubicBezTo>
                    <a:pt x="83" y="52"/>
                    <a:pt x="84" y="64"/>
                    <a:pt x="76" y="72"/>
                  </a:cubicBezTo>
                  <a:cubicBezTo>
                    <a:pt x="72" y="76"/>
                    <a:pt x="68" y="78"/>
                    <a:pt x="62" y="78"/>
                  </a:cubicBezTo>
                  <a:cubicBezTo>
                    <a:pt x="57" y="78"/>
                    <a:pt x="53" y="76"/>
                    <a:pt x="49" y="72"/>
                  </a:cubicBezTo>
                  <a:cubicBezTo>
                    <a:pt x="22" y="46"/>
                    <a:pt x="22" y="46"/>
                    <a:pt x="22" y="46"/>
                  </a:cubicBezTo>
                  <a:cubicBezTo>
                    <a:pt x="20" y="44"/>
                    <a:pt x="19" y="42"/>
                    <a:pt x="18" y="39"/>
                  </a:cubicBezTo>
                  <a:cubicBezTo>
                    <a:pt x="17" y="37"/>
                    <a:pt x="15" y="36"/>
                    <a:pt x="12" y="36"/>
                  </a:cubicBezTo>
                  <a:cubicBezTo>
                    <a:pt x="12" y="36"/>
                    <a:pt x="12" y="36"/>
                    <a:pt x="12" y="36"/>
                  </a:cubicBezTo>
                  <a:cubicBezTo>
                    <a:pt x="10" y="36"/>
                    <a:pt x="8" y="37"/>
                    <a:pt x="7" y="39"/>
                  </a:cubicBezTo>
                  <a:cubicBezTo>
                    <a:pt x="0" y="56"/>
                    <a:pt x="4" y="75"/>
                    <a:pt x="17" y="88"/>
                  </a:cubicBezTo>
                  <a:cubicBezTo>
                    <a:pt x="56" y="126"/>
                    <a:pt x="56" y="126"/>
                    <a:pt x="56" y="126"/>
                  </a:cubicBezTo>
                  <a:cubicBezTo>
                    <a:pt x="64" y="134"/>
                    <a:pt x="75" y="139"/>
                    <a:pt x="86" y="139"/>
                  </a:cubicBezTo>
                  <a:cubicBezTo>
                    <a:pt x="91" y="139"/>
                    <a:pt x="96" y="138"/>
                    <a:pt x="100" y="136"/>
                  </a:cubicBezTo>
                  <a:cubicBezTo>
                    <a:pt x="102" y="139"/>
                    <a:pt x="104" y="142"/>
                    <a:pt x="107" y="145"/>
                  </a:cubicBezTo>
                  <a:cubicBezTo>
                    <a:pt x="33" y="224"/>
                    <a:pt x="33" y="224"/>
                    <a:pt x="33" y="224"/>
                  </a:cubicBezTo>
                  <a:cubicBezTo>
                    <a:pt x="19" y="239"/>
                    <a:pt x="17" y="261"/>
                    <a:pt x="28" y="272"/>
                  </a:cubicBezTo>
                  <a:cubicBezTo>
                    <a:pt x="29" y="272"/>
                    <a:pt x="29" y="272"/>
                    <a:pt x="29" y="272"/>
                  </a:cubicBezTo>
                  <a:cubicBezTo>
                    <a:pt x="40" y="283"/>
                    <a:pt x="62" y="279"/>
                    <a:pt x="76" y="264"/>
                  </a:cubicBezTo>
                  <a:cubicBezTo>
                    <a:pt x="149" y="186"/>
                    <a:pt x="149" y="186"/>
                    <a:pt x="149" y="186"/>
                  </a:cubicBezTo>
                  <a:cubicBezTo>
                    <a:pt x="233" y="269"/>
                    <a:pt x="233" y="269"/>
                    <a:pt x="233" y="269"/>
                  </a:cubicBezTo>
                  <a:cubicBezTo>
                    <a:pt x="243" y="279"/>
                    <a:pt x="255" y="284"/>
                    <a:pt x="266" y="284"/>
                  </a:cubicBezTo>
                  <a:cubicBezTo>
                    <a:pt x="266" y="284"/>
                    <a:pt x="266" y="284"/>
                    <a:pt x="266" y="284"/>
                  </a:cubicBezTo>
                  <a:cubicBezTo>
                    <a:pt x="273" y="284"/>
                    <a:pt x="280" y="281"/>
                    <a:pt x="284" y="277"/>
                  </a:cubicBezTo>
                  <a:cubicBezTo>
                    <a:pt x="296" y="264"/>
                    <a:pt x="293" y="242"/>
                    <a:pt x="276" y="226"/>
                  </a:cubicBezTo>
                  <a:close/>
                  <a:moveTo>
                    <a:pt x="103" y="123"/>
                  </a:moveTo>
                  <a:cubicBezTo>
                    <a:pt x="102" y="123"/>
                    <a:pt x="101" y="123"/>
                    <a:pt x="101" y="124"/>
                  </a:cubicBezTo>
                  <a:cubicBezTo>
                    <a:pt x="96" y="126"/>
                    <a:pt x="91" y="127"/>
                    <a:pt x="86" y="127"/>
                  </a:cubicBezTo>
                  <a:cubicBezTo>
                    <a:pt x="78" y="127"/>
                    <a:pt x="70" y="124"/>
                    <a:pt x="64" y="118"/>
                  </a:cubicBezTo>
                  <a:cubicBezTo>
                    <a:pt x="25" y="80"/>
                    <a:pt x="25" y="80"/>
                    <a:pt x="25" y="80"/>
                  </a:cubicBezTo>
                  <a:cubicBezTo>
                    <a:pt x="18" y="73"/>
                    <a:pt x="15" y="64"/>
                    <a:pt x="15" y="55"/>
                  </a:cubicBezTo>
                  <a:cubicBezTo>
                    <a:pt x="41" y="80"/>
                    <a:pt x="41" y="80"/>
                    <a:pt x="41" y="80"/>
                  </a:cubicBezTo>
                  <a:cubicBezTo>
                    <a:pt x="47" y="86"/>
                    <a:pt x="54" y="89"/>
                    <a:pt x="62" y="89"/>
                  </a:cubicBezTo>
                  <a:cubicBezTo>
                    <a:pt x="71" y="89"/>
                    <a:pt x="78" y="86"/>
                    <a:pt x="84" y="80"/>
                  </a:cubicBezTo>
                  <a:cubicBezTo>
                    <a:pt x="96" y="68"/>
                    <a:pt x="96" y="49"/>
                    <a:pt x="84" y="37"/>
                  </a:cubicBezTo>
                  <a:cubicBezTo>
                    <a:pt x="58" y="11"/>
                    <a:pt x="58" y="11"/>
                    <a:pt x="58" y="11"/>
                  </a:cubicBezTo>
                  <a:cubicBezTo>
                    <a:pt x="67" y="11"/>
                    <a:pt x="76" y="14"/>
                    <a:pt x="83" y="21"/>
                  </a:cubicBezTo>
                  <a:cubicBezTo>
                    <a:pt x="122" y="59"/>
                    <a:pt x="122" y="59"/>
                    <a:pt x="122" y="59"/>
                  </a:cubicBezTo>
                  <a:cubicBezTo>
                    <a:pt x="131" y="68"/>
                    <a:pt x="134" y="83"/>
                    <a:pt x="128" y="96"/>
                  </a:cubicBezTo>
                  <a:cubicBezTo>
                    <a:pt x="128" y="97"/>
                    <a:pt x="128" y="99"/>
                    <a:pt x="128" y="100"/>
                  </a:cubicBezTo>
                  <a:cubicBezTo>
                    <a:pt x="129" y="101"/>
                    <a:pt x="130" y="103"/>
                    <a:pt x="131" y="103"/>
                  </a:cubicBezTo>
                  <a:cubicBezTo>
                    <a:pt x="136" y="105"/>
                    <a:pt x="140" y="108"/>
                    <a:pt x="144" y="112"/>
                  </a:cubicBezTo>
                  <a:cubicBezTo>
                    <a:pt x="156" y="124"/>
                    <a:pt x="156" y="124"/>
                    <a:pt x="156" y="124"/>
                  </a:cubicBezTo>
                  <a:cubicBezTo>
                    <a:pt x="152" y="129"/>
                    <a:pt x="152" y="129"/>
                    <a:pt x="152" y="129"/>
                  </a:cubicBezTo>
                  <a:cubicBezTo>
                    <a:pt x="141" y="124"/>
                    <a:pt x="127" y="127"/>
                    <a:pt x="115" y="137"/>
                  </a:cubicBezTo>
                  <a:cubicBezTo>
                    <a:pt x="112" y="134"/>
                    <a:pt x="110" y="130"/>
                    <a:pt x="108" y="127"/>
                  </a:cubicBezTo>
                  <a:cubicBezTo>
                    <a:pt x="108" y="125"/>
                    <a:pt x="107" y="124"/>
                    <a:pt x="105" y="124"/>
                  </a:cubicBezTo>
                  <a:cubicBezTo>
                    <a:pt x="104" y="123"/>
                    <a:pt x="104" y="123"/>
                    <a:pt x="103" y="123"/>
                  </a:cubicBezTo>
                  <a:close/>
                  <a:moveTo>
                    <a:pt x="68" y="256"/>
                  </a:moveTo>
                  <a:cubicBezTo>
                    <a:pt x="58" y="267"/>
                    <a:pt x="43" y="270"/>
                    <a:pt x="36" y="264"/>
                  </a:cubicBezTo>
                  <a:cubicBezTo>
                    <a:pt x="36" y="263"/>
                    <a:pt x="36" y="263"/>
                    <a:pt x="36" y="263"/>
                  </a:cubicBezTo>
                  <a:cubicBezTo>
                    <a:pt x="29" y="257"/>
                    <a:pt x="32" y="242"/>
                    <a:pt x="42" y="232"/>
                  </a:cubicBezTo>
                  <a:cubicBezTo>
                    <a:pt x="119" y="149"/>
                    <a:pt x="119" y="149"/>
                    <a:pt x="119" y="149"/>
                  </a:cubicBezTo>
                  <a:cubicBezTo>
                    <a:pt x="128" y="138"/>
                    <a:pt x="143" y="135"/>
                    <a:pt x="150" y="141"/>
                  </a:cubicBezTo>
                  <a:cubicBezTo>
                    <a:pt x="150" y="142"/>
                    <a:pt x="150" y="142"/>
                    <a:pt x="150" y="142"/>
                  </a:cubicBezTo>
                  <a:cubicBezTo>
                    <a:pt x="157" y="148"/>
                    <a:pt x="155" y="163"/>
                    <a:pt x="145" y="173"/>
                  </a:cubicBezTo>
                  <a:lnTo>
                    <a:pt x="68" y="256"/>
                  </a:lnTo>
                  <a:close/>
                  <a:moveTo>
                    <a:pt x="276" y="269"/>
                  </a:moveTo>
                  <a:cubicBezTo>
                    <a:pt x="273" y="272"/>
                    <a:pt x="269" y="273"/>
                    <a:pt x="266" y="273"/>
                  </a:cubicBezTo>
                  <a:cubicBezTo>
                    <a:pt x="258" y="273"/>
                    <a:pt x="249" y="268"/>
                    <a:pt x="241" y="261"/>
                  </a:cubicBezTo>
                  <a:cubicBezTo>
                    <a:pt x="156" y="178"/>
                    <a:pt x="156" y="178"/>
                    <a:pt x="156" y="178"/>
                  </a:cubicBezTo>
                  <a:cubicBezTo>
                    <a:pt x="166" y="165"/>
                    <a:pt x="168" y="150"/>
                    <a:pt x="162" y="139"/>
                  </a:cubicBezTo>
                  <a:cubicBezTo>
                    <a:pt x="167" y="134"/>
                    <a:pt x="167" y="134"/>
                    <a:pt x="167" y="134"/>
                  </a:cubicBezTo>
                  <a:cubicBezTo>
                    <a:pt x="268" y="234"/>
                    <a:pt x="268" y="234"/>
                    <a:pt x="268" y="234"/>
                  </a:cubicBezTo>
                  <a:cubicBezTo>
                    <a:pt x="280" y="245"/>
                    <a:pt x="284" y="261"/>
                    <a:pt x="276" y="269"/>
                  </a:cubicBezTo>
                  <a:close/>
                </a:path>
              </a:pathLst>
            </a:custGeom>
            <a:solidFill>
              <a:schemeClr val="accent3"/>
            </a:solidFill>
            <a:ln>
              <a:noFill/>
            </a:ln>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nvGrpSpPr>
            <p:cNvPr id="21" name="Group 126"/>
            <p:cNvGrpSpPr/>
            <p:nvPr/>
          </p:nvGrpSpPr>
          <p:grpSpPr>
            <a:xfrm>
              <a:off x="8383125" y="3429478"/>
              <a:ext cx="568325" cy="530225"/>
              <a:chOff x="4775200" y="5180013"/>
              <a:chExt cx="568325" cy="530225"/>
            </a:xfrm>
            <a:solidFill>
              <a:schemeClr val="accent2"/>
            </a:solidFill>
          </p:grpSpPr>
          <p:sp>
            <p:nvSpPr>
              <p:cNvPr id="136" name="Freeform 61"/>
              <p:cNvSpPr>
                <a:spLocks noEditPoints="1"/>
              </p:cNvSpPr>
              <p:nvPr/>
            </p:nvSpPr>
            <p:spPr>
              <a:xfrm>
                <a:off x="4775200" y="5180013"/>
                <a:ext cx="568325" cy="530225"/>
              </a:xfrm>
              <a:custGeom>
                <a:avLst/>
                <a:gdLst>
                  <a:gd name="T0" fmla="*/ 215 w 301"/>
                  <a:gd name="T1" fmla="*/ 0 h 281"/>
                  <a:gd name="T2" fmla="*/ 129 w 301"/>
                  <a:gd name="T3" fmla="*/ 86 h 281"/>
                  <a:gd name="T4" fmla="*/ 134 w 301"/>
                  <a:gd name="T5" fmla="*/ 115 h 281"/>
                  <a:gd name="T6" fmla="*/ 1 w 301"/>
                  <a:gd name="T7" fmla="*/ 248 h 281"/>
                  <a:gd name="T8" fmla="*/ 0 w 301"/>
                  <a:gd name="T9" fmla="*/ 252 h 281"/>
                  <a:gd name="T10" fmla="*/ 1 w 301"/>
                  <a:gd name="T11" fmla="*/ 275 h 281"/>
                  <a:gd name="T12" fmla="*/ 7 w 301"/>
                  <a:gd name="T13" fmla="*/ 281 h 281"/>
                  <a:gd name="T14" fmla="*/ 7 w 301"/>
                  <a:gd name="T15" fmla="*/ 281 h 281"/>
                  <a:gd name="T16" fmla="*/ 55 w 301"/>
                  <a:gd name="T17" fmla="*/ 279 h 281"/>
                  <a:gd name="T18" fmla="*/ 60 w 301"/>
                  <a:gd name="T19" fmla="*/ 275 h 281"/>
                  <a:gd name="T20" fmla="*/ 66 w 301"/>
                  <a:gd name="T21" fmla="*/ 255 h 281"/>
                  <a:gd name="T22" fmla="*/ 87 w 301"/>
                  <a:gd name="T23" fmla="*/ 250 h 281"/>
                  <a:gd name="T24" fmla="*/ 92 w 301"/>
                  <a:gd name="T25" fmla="*/ 246 h 281"/>
                  <a:gd name="T26" fmla="*/ 95 w 301"/>
                  <a:gd name="T27" fmla="*/ 227 h 281"/>
                  <a:gd name="T28" fmla="*/ 115 w 301"/>
                  <a:gd name="T29" fmla="*/ 222 h 281"/>
                  <a:gd name="T30" fmla="*/ 120 w 301"/>
                  <a:gd name="T31" fmla="*/ 217 h 281"/>
                  <a:gd name="T32" fmla="*/ 121 w 301"/>
                  <a:gd name="T33" fmla="*/ 196 h 281"/>
                  <a:gd name="T34" fmla="*/ 137 w 301"/>
                  <a:gd name="T35" fmla="*/ 195 h 281"/>
                  <a:gd name="T36" fmla="*/ 142 w 301"/>
                  <a:gd name="T37" fmla="*/ 190 h 281"/>
                  <a:gd name="T38" fmla="*/ 147 w 301"/>
                  <a:gd name="T39" fmla="*/ 170 h 281"/>
                  <a:gd name="T40" fmla="*/ 149 w 301"/>
                  <a:gd name="T41" fmla="*/ 170 h 281"/>
                  <a:gd name="T42" fmla="*/ 174 w 301"/>
                  <a:gd name="T43" fmla="*/ 162 h 281"/>
                  <a:gd name="T44" fmla="*/ 215 w 301"/>
                  <a:gd name="T45" fmla="*/ 172 h 281"/>
                  <a:gd name="T46" fmla="*/ 301 w 301"/>
                  <a:gd name="T47" fmla="*/ 86 h 281"/>
                  <a:gd name="T48" fmla="*/ 215 w 301"/>
                  <a:gd name="T49" fmla="*/ 0 h 281"/>
                  <a:gd name="T50" fmla="*/ 215 w 301"/>
                  <a:gd name="T51" fmla="*/ 160 h 281"/>
                  <a:gd name="T52" fmla="*/ 177 w 301"/>
                  <a:gd name="T53" fmla="*/ 150 h 281"/>
                  <a:gd name="T54" fmla="*/ 171 w 301"/>
                  <a:gd name="T55" fmla="*/ 150 h 281"/>
                  <a:gd name="T56" fmla="*/ 149 w 301"/>
                  <a:gd name="T57" fmla="*/ 158 h 281"/>
                  <a:gd name="T58" fmla="*/ 144 w 301"/>
                  <a:gd name="T59" fmla="*/ 158 h 281"/>
                  <a:gd name="T60" fmla="*/ 144 w 301"/>
                  <a:gd name="T61" fmla="*/ 158 h 281"/>
                  <a:gd name="T62" fmla="*/ 140 w 301"/>
                  <a:gd name="T63" fmla="*/ 158 h 281"/>
                  <a:gd name="T64" fmla="*/ 137 w 301"/>
                  <a:gd name="T65" fmla="*/ 162 h 281"/>
                  <a:gd name="T66" fmla="*/ 132 w 301"/>
                  <a:gd name="T67" fmla="*/ 184 h 281"/>
                  <a:gd name="T68" fmla="*/ 115 w 301"/>
                  <a:gd name="T69" fmla="*/ 186 h 281"/>
                  <a:gd name="T70" fmla="*/ 110 w 301"/>
                  <a:gd name="T71" fmla="*/ 191 h 281"/>
                  <a:gd name="T72" fmla="*/ 108 w 301"/>
                  <a:gd name="T73" fmla="*/ 212 h 281"/>
                  <a:gd name="T74" fmla="*/ 89 w 301"/>
                  <a:gd name="T75" fmla="*/ 217 h 281"/>
                  <a:gd name="T76" fmla="*/ 85 w 301"/>
                  <a:gd name="T77" fmla="*/ 221 h 281"/>
                  <a:gd name="T78" fmla="*/ 81 w 301"/>
                  <a:gd name="T79" fmla="*/ 240 h 281"/>
                  <a:gd name="T80" fmla="*/ 60 w 301"/>
                  <a:gd name="T81" fmla="*/ 244 h 281"/>
                  <a:gd name="T82" fmla="*/ 55 w 301"/>
                  <a:gd name="T83" fmla="*/ 248 h 281"/>
                  <a:gd name="T84" fmla="*/ 50 w 301"/>
                  <a:gd name="T85" fmla="*/ 268 h 281"/>
                  <a:gd name="T86" fmla="*/ 12 w 301"/>
                  <a:gd name="T87" fmla="*/ 269 h 281"/>
                  <a:gd name="T88" fmla="*/ 11 w 301"/>
                  <a:gd name="T89" fmla="*/ 254 h 281"/>
                  <a:gd name="T90" fmla="*/ 145 w 301"/>
                  <a:gd name="T91" fmla="*/ 120 h 281"/>
                  <a:gd name="T92" fmla="*/ 146 w 301"/>
                  <a:gd name="T93" fmla="*/ 114 h 281"/>
                  <a:gd name="T94" fmla="*/ 141 w 301"/>
                  <a:gd name="T95" fmla="*/ 86 h 281"/>
                  <a:gd name="T96" fmla="*/ 215 w 301"/>
                  <a:gd name="T97" fmla="*/ 12 h 281"/>
                  <a:gd name="T98" fmla="*/ 289 w 301"/>
                  <a:gd name="T99" fmla="*/ 86 h 281"/>
                  <a:gd name="T100" fmla="*/ 215 w 301"/>
                  <a:gd name="T101" fmla="*/ 16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1" h="281">
                    <a:moveTo>
                      <a:pt x="215" y="0"/>
                    </a:moveTo>
                    <a:cubicBezTo>
                      <a:pt x="168" y="0"/>
                      <a:pt x="129" y="39"/>
                      <a:pt x="129" y="86"/>
                    </a:cubicBezTo>
                    <a:cubicBezTo>
                      <a:pt x="129" y="96"/>
                      <a:pt x="131" y="106"/>
                      <a:pt x="134" y="115"/>
                    </a:cubicBezTo>
                    <a:cubicBezTo>
                      <a:pt x="1" y="248"/>
                      <a:pt x="1" y="248"/>
                      <a:pt x="1" y="248"/>
                    </a:cubicBezTo>
                    <a:cubicBezTo>
                      <a:pt x="0" y="249"/>
                      <a:pt x="0" y="250"/>
                      <a:pt x="0" y="252"/>
                    </a:cubicBezTo>
                    <a:cubicBezTo>
                      <a:pt x="1" y="275"/>
                      <a:pt x="1" y="275"/>
                      <a:pt x="1" y="275"/>
                    </a:cubicBezTo>
                    <a:cubicBezTo>
                      <a:pt x="1" y="278"/>
                      <a:pt x="4" y="281"/>
                      <a:pt x="7" y="281"/>
                    </a:cubicBezTo>
                    <a:cubicBezTo>
                      <a:pt x="7" y="281"/>
                      <a:pt x="7" y="281"/>
                      <a:pt x="7" y="281"/>
                    </a:cubicBezTo>
                    <a:cubicBezTo>
                      <a:pt x="55" y="279"/>
                      <a:pt x="55" y="279"/>
                      <a:pt x="55" y="279"/>
                    </a:cubicBezTo>
                    <a:cubicBezTo>
                      <a:pt x="57" y="279"/>
                      <a:pt x="59" y="277"/>
                      <a:pt x="60" y="275"/>
                    </a:cubicBezTo>
                    <a:cubicBezTo>
                      <a:pt x="66" y="255"/>
                      <a:pt x="66" y="255"/>
                      <a:pt x="66" y="255"/>
                    </a:cubicBezTo>
                    <a:cubicBezTo>
                      <a:pt x="87" y="250"/>
                      <a:pt x="87" y="250"/>
                      <a:pt x="87" y="250"/>
                    </a:cubicBezTo>
                    <a:cubicBezTo>
                      <a:pt x="90" y="250"/>
                      <a:pt x="91" y="248"/>
                      <a:pt x="92" y="246"/>
                    </a:cubicBezTo>
                    <a:cubicBezTo>
                      <a:pt x="95" y="227"/>
                      <a:pt x="95" y="227"/>
                      <a:pt x="95" y="227"/>
                    </a:cubicBezTo>
                    <a:cubicBezTo>
                      <a:pt x="115" y="222"/>
                      <a:pt x="115" y="222"/>
                      <a:pt x="115" y="222"/>
                    </a:cubicBezTo>
                    <a:cubicBezTo>
                      <a:pt x="118" y="221"/>
                      <a:pt x="119" y="219"/>
                      <a:pt x="120" y="217"/>
                    </a:cubicBezTo>
                    <a:cubicBezTo>
                      <a:pt x="121" y="196"/>
                      <a:pt x="121" y="196"/>
                      <a:pt x="121" y="196"/>
                    </a:cubicBezTo>
                    <a:cubicBezTo>
                      <a:pt x="137" y="195"/>
                      <a:pt x="137" y="195"/>
                      <a:pt x="137" y="195"/>
                    </a:cubicBezTo>
                    <a:cubicBezTo>
                      <a:pt x="140" y="194"/>
                      <a:pt x="142" y="192"/>
                      <a:pt x="142" y="190"/>
                    </a:cubicBezTo>
                    <a:cubicBezTo>
                      <a:pt x="147" y="170"/>
                      <a:pt x="147" y="170"/>
                      <a:pt x="147" y="170"/>
                    </a:cubicBezTo>
                    <a:cubicBezTo>
                      <a:pt x="147" y="170"/>
                      <a:pt x="148" y="170"/>
                      <a:pt x="149" y="170"/>
                    </a:cubicBezTo>
                    <a:cubicBezTo>
                      <a:pt x="155" y="170"/>
                      <a:pt x="164" y="168"/>
                      <a:pt x="174" y="162"/>
                    </a:cubicBezTo>
                    <a:cubicBezTo>
                      <a:pt x="187" y="168"/>
                      <a:pt x="201" y="172"/>
                      <a:pt x="215" y="172"/>
                    </a:cubicBezTo>
                    <a:cubicBezTo>
                      <a:pt x="262" y="172"/>
                      <a:pt x="301" y="133"/>
                      <a:pt x="301" y="86"/>
                    </a:cubicBezTo>
                    <a:cubicBezTo>
                      <a:pt x="301" y="39"/>
                      <a:pt x="262" y="0"/>
                      <a:pt x="215" y="0"/>
                    </a:cubicBezTo>
                    <a:close/>
                    <a:moveTo>
                      <a:pt x="215" y="160"/>
                    </a:moveTo>
                    <a:cubicBezTo>
                      <a:pt x="202" y="160"/>
                      <a:pt x="188" y="157"/>
                      <a:pt x="177" y="150"/>
                    </a:cubicBezTo>
                    <a:cubicBezTo>
                      <a:pt x="175" y="149"/>
                      <a:pt x="173" y="149"/>
                      <a:pt x="171" y="150"/>
                    </a:cubicBezTo>
                    <a:cubicBezTo>
                      <a:pt x="161" y="157"/>
                      <a:pt x="154" y="158"/>
                      <a:pt x="149" y="158"/>
                    </a:cubicBezTo>
                    <a:cubicBezTo>
                      <a:pt x="146" y="158"/>
                      <a:pt x="144" y="158"/>
                      <a:pt x="144" y="158"/>
                    </a:cubicBezTo>
                    <a:cubicBezTo>
                      <a:pt x="144" y="158"/>
                      <a:pt x="144" y="158"/>
                      <a:pt x="144" y="158"/>
                    </a:cubicBezTo>
                    <a:cubicBezTo>
                      <a:pt x="143" y="157"/>
                      <a:pt x="141" y="157"/>
                      <a:pt x="140" y="158"/>
                    </a:cubicBezTo>
                    <a:cubicBezTo>
                      <a:pt x="138" y="158"/>
                      <a:pt x="137" y="160"/>
                      <a:pt x="137" y="162"/>
                    </a:cubicBezTo>
                    <a:cubicBezTo>
                      <a:pt x="132" y="184"/>
                      <a:pt x="132" y="184"/>
                      <a:pt x="132" y="184"/>
                    </a:cubicBezTo>
                    <a:cubicBezTo>
                      <a:pt x="115" y="186"/>
                      <a:pt x="115" y="186"/>
                      <a:pt x="115" y="186"/>
                    </a:cubicBezTo>
                    <a:cubicBezTo>
                      <a:pt x="112" y="186"/>
                      <a:pt x="110" y="188"/>
                      <a:pt x="110" y="191"/>
                    </a:cubicBezTo>
                    <a:cubicBezTo>
                      <a:pt x="108" y="212"/>
                      <a:pt x="108" y="212"/>
                      <a:pt x="108" y="212"/>
                    </a:cubicBezTo>
                    <a:cubicBezTo>
                      <a:pt x="89" y="217"/>
                      <a:pt x="89" y="217"/>
                      <a:pt x="89" y="217"/>
                    </a:cubicBezTo>
                    <a:cubicBezTo>
                      <a:pt x="87" y="217"/>
                      <a:pt x="85" y="219"/>
                      <a:pt x="85" y="221"/>
                    </a:cubicBezTo>
                    <a:cubicBezTo>
                      <a:pt x="81" y="240"/>
                      <a:pt x="81" y="240"/>
                      <a:pt x="81" y="240"/>
                    </a:cubicBezTo>
                    <a:cubicBezTo>
                      <a:pt x="60" y="244"/>
                      <a:pt x="60" y="244"/>
                      <a:pt x="60" y="244"/>
                    </a:cubicBezTo>
                    <a:cubicBezTo>
                      <a:pt x="58" y="244"/>
                      <a:pt x="56" y="246"/>
                      <a:pt x="55" y="248"/>
                    </a:cubicBezTo>
                    <a:cubicBezTo>
                      <a:pt x="50" y="268"/>
                      <a:pt x="50" y="268"/>
                      <a:pt x="50" y="268"/>
                    </a:cubicBezTo>
                    <a:cubicBezTo>
                      <a:pt x="12" y="269"/>
                      <a:pt x="12" y="269"/>
                      <a:pt x="12" y="269"/>
                    </a:cubicBezTo>
                    <a:cubicBezTo>
                      <a:pt x="11" y="254"/>
                      <a:pt x="11" y="254"/>
                      <a:pt x="11" y="254"/>
                    </a:cubicBezTo>
                    <a:cubicBezTo>
                      <a:pt x="145" y="120"/>
                      <a:pt x="145" y="120"/>
                      <a:pt x="145" y="120"/>
                    </a:cubicBezTo>
                    <a:cubicBezTo>
                      <a:pt x="147" y="119"/>
                      <a:pt x="147" y="116"/>
                      <a:pt x="146" y="114"/>
                    </a:cubicBezTo>
                    <a:cubicBezTo>
                      <a:pt x="142" y="105"/>
                      <a:pt x="141" y="96"/>
                      <a:pt x="141" y="86"/>
                    </a:cubicBezTo>
                    <a:cubicBezTo>
                      <a:pt x="141" y="45"/>
                      <a:pt x="174" y="12"/>
                      <a:pt x="215" y="12"/>
                    </a:cubicBezTo>
                    <a:cubicBezTo>
                      <a:pt x="256" y="12"/>
                      <a:pt x="289" y="45"/>
                      <a:pt x="289" y="86"/>
                    </a:cubicBezTo>
                    <a:cubicBezTo>
                      <a:pt x="289" y="127"/>
                      <a:pt x="256" y="160"/>
                      <a:pt x="215" y="16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sp>
            <p:nvSpPr>
              <p:cNvPr id="137" name="Freeform 62"/>
              <p:cNvSpPr>
                <a:spLocks noEditPoints="1"/>
              </p:cNvSpPr>
              <p:nvPr/>
            </p:nvSpPr>
            <p:spPr>
              <a:xfrm>
                <a:off x="5119688" y="5253038"/>
                <a:ext cx="96838" cy="98425"/>
              </a:xfrm>
              <a:custGeom>
                <a:avLst/>
                <a:gdLst>
                  <a:gd name="T0" fmla="*/ 26 w 52"/>
                  <a:gd name="T1" fmla="*/ 0 h 52"/>
                  <a:gd name="T2" fmla="*/ 0 w 52"/>
                  <a:gd name="T3" fmla="*/ 26 h 52"/>
                  <a:gd name="T4" fmla="*/ 26 w 52"/>
                  <a:gd name="T5" fmla="*/ 52 h 52"/>
                  <a:gd name="T6" fmla="*/ 52 w 52"/>
                  <a:gd name="T7" fmla="*/ 26 h 52"/>
                  <a:gd name="T8" fmla="*/ 26 w 52"/>
                  <a:gd name="T9" fmla="*/ 0 h 52"/>
                  <a:gd name="T10" fmla="*/ 26 w 52"/>
                  <a:gd name="T11" fmla="*/ 42 h 52"/>
                  <a:gd name="T12" fmla="*/ 10 w 52"/>
                  <a:gd name="T13" fmla="*/ 26 h 52"/>
                  <a:gd name="T14" fmla="*/ 26 w 52"/>
                  <a:gd name="T15" fmla="*/ 10 h 52"/>
                  <a:gd name="T16" fmla="*/ 42 w 52"/>
                  <a:gd name="T17" fmla="*/ 26 h 52"/>
                  <a:gd name="T18" fmla="*/ 26 w 52"/>
                  <a:gd name="T19" fmla="*/ 4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2">
                    <a:moveTo>
                      <a:pt x="26" y="0"/>
                    </a:moveTo>
                    <a:cubicBezTo>
                      <a:pt x="12" y="0"/>
                      <a:pt x="0" y="11"/>
                      <a:pt x="0" y="26"/>
                    </a:cubicBezTo>
                    <a:cubicBezTo>
                      <a:pt x="0" y="40"/>
                      <a:pt x="12" y="52"/>
                      <a:pt x="26" y="52"/>
                    </a:cubicBezTo>
                    <a:cubicBezTo>
                      <a:pt x="40" y="52"/>
                      <a:pt x="52" y="40"/>
                      <a:pt x="52" y="26"/>
                    </a:cubicBezTo>
                    <a:cubicBezTo>
                      <a:pt x="52" y="11"/>
                      <a:pt x="40" y="0"/>
                      <a:pt x="26" y="0"/>
                    </a:cubicBezTo>
                    <a:close/>
                    <a:moveTo>
                      <a:pt x="26" y="42"/>
                    </a:moveTo>
                    <a:cubicBezTo>
                      <a:pt x="17" y="42"/>
                      <a:pt x="10" y="34"/>
                      <a:pt x="10" y="26"/>
                    </a:cubicBezTo>
                    <a:cubicBezTo>
                      <a:pt x="10" y="17"/>
                      <a:pt x="17" y="10"/>
                      <a:pt x="26" y="10"/>
                    </a:cubicBezTo>
                    <a:cubicBezTo>
                      <a:pt x="35" y="10"/>
                      <a:pt x="42" y="17"/>
                      <a:pt x="42" y="26"/>
                    </a:cubicBezTo>
                    <a:cubicBezTo>
                      <a:pt x="42" y="34"/>
                      <a:pt x="35" y="42"/>
                      <a:pt x="26" y="4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sp>
          <p:nvSpPr>
            <p:cNvPr id="128" name="Freeform 159"/>
            <p:cNvSpPr>
              <a:spLocks noEditPoints="1"/>
            </p:cNvSpPr>
            <p:nvPr/>
          </p:nvSpPr>
          <p:spPr>
            <a:xfrm>
              <a:off x="8410700" y="4416317"/>
              <a:ext cx="535071" cy="571590"/>
            </a:xfrm>
            <a:custGeom>
              <a:avLst/>
              <a:gdLst>
                <a:gd name="T0" fmla="*/ 196 w 283"/>
                <a:gd name="T1" fmla="*/ 190 h 303"/>
                <a:gd name="T2" fmla="*/ 240 w 283"/>
                <a:gd name="T3" fmla="*/ 123 h 303"/>
                <a:gd name="T4" fmla="*/ 184 w 283"/>
                <a:gd name="T5" fmla="*/ 16 h 303"/>
                <a:gd name="T6" fmla="*/ 69 w 283"/>
                <a:gd name="T7" fmla="*/ 63 h 303"/>
                <a:gd name="T8" fmla="*/ 83 w 283"/>
                <a:gd name="T9" fmla="*/ 109 h 303"/>
                <a:gd name="T10" fmla="*/ 87 w 283"/>
                <a:gd name="T11" fmla="*/ 190 h 303"/>
                <a:gd name="T12" fmla="*/ 0 w 283"/>
                <a:gd name="T13" fmla="*/ 192 h 303"/>
                <a:gd name="T14" fmla="*/ 98 w 283"/>
                <a:gd name="T15" fmla="*/ 303 h 303"/>
                <a:gd name="T16" fmla="*/ 283 w 283"/>
                <a:gd name="T17" fmla="*/ 198 h 303"/>
                <a:gd name="T18" fmla="*/ 196 w 283"/>
                <a:gd name="T19" fmla="*/ 192 h 303"/>
                <a:gd name="T20" fmla="*/ 234 w 283"/>
                <a:gd name="T21" fmla="*/ 99 h 303"/>
                <a:gd name="T22" fmla="*/ 96 w 283"/>
                <a:gd name="T23" fmla="*/ 45 h 303"/>
                <a:gd name="T24" fmla="*/ 91 w 283"/>
                <a:gd name="T25" fmla="*/ 100 h 303"/>
                <a:gd name="T26" fmla="*/ 119 w 283"/>
                <a:gd name="T27" fmla="*/ 54 h 303"/>
                <a:gd name="T28" fmla="*/ 216 w 283"/>
                <a:gd name="T29" fmla="*/ 91 h 303"/>
                <a:gd name="T30" fmla="*/ 188 w 283"/>
                <a:gd name="T31" fmla="*/ 137 h 303"/>
                <a:gd name="T32" fmla="*/ 149 w 283"/>
                <a:gd name="T33" fmla="*/ 88 h 303"/>
                <a:gd name="T34" fmla="*/ 142 w 283"/>
                <a:gd name="T35" fmla="*/ 87 h 303"/>
                <a:gd name="T36" fmla="*/ 141 w 283"/>
                <a:gd name="T37" fmla="*/ 87 h 303"/>
                <a:gd name="T38" fmla="*/ 91 w 283"/>
                <a:gd name="T39" fmla="*/ 100 h 303"/>
                <a:gd name="T40" fmla="*/ 184 w 283"/>
                <a:gd name="T41" fmla="*/ 192 h 303"/>
                <a:gd name="T42" fmla="*/ 164 w 283"/>
                <a:gd name="T43" fmla="*/ 115 h 303"/>
                <a:gd name="T44" fmla="*/ 163 w 283"/>
                <a:gd name="T45" fmla="*/ 192 h 303"/>
                <a:gd name="T46" fmla="*/ 126 w 283"/>
                <a:gd name="T47" fmla="*/ 166 h 303"/>
                <a:gd name="T48" fmla="*/ 144 w 283"/>
                <a:gd name="T49" fmla="*/ 99 h 303"/>
                <a:gd name="T50" fmla="*/ 162 w 283"/>
                <a:gd name="T51" fmla="*/ 166 h 303"/>
                <a:gd name="T52" fmla="*/ 128 w 283"/>
                <a:gd name="T53" fmla="*/ 104 h 303"/>
                <a:gd name="T54" fmla="*/ 99 w 283"/>
                <a:gd name="T55" fmla="*/ 192 h 303"/>
                <a:gd name="T56" fmla="*/ 128 w 283"/>
                <a:gd name="T57" fmla="*/ 104 h 303"/>
                <a:gd name="T58" fmla="*/ 98 w 283"/>
                <a:gd name="T59" fmla="*/ 292 h 303"/>
                <a:gd name="T60" fmla="*/ 168 w 283"/>
                <a:gd name="T61" fmla="*/ 204 h 303"/>
                <a:gd name="T62" fmla="*/ 169 w 283"/>
                <a:gd name="T63" fmla="*/ 204 h 303"/>
                <a:gd name="T64" fmla="*/ 271 w 283"/>
                <a:gd name="T65" fmla="*/ 204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303">
                  <a:moveTo>
                    <a:pt x="196" y="192"/>
                  </a:moveTo>
                  <a:cubicBezTo>
                    <a:pt x="196" y="192"/>
                    <a:pt x="196" y="191"/>
                    <a:pt x="196" y="190"/>
                  </a:cubicBezTo>
                  <a:cubicBezTo>
                    <a:pt x="196" y="176"/>
                    <a:pt x="194" y="162"/>
                    <a:pt x="190" y="148"/>
                  </a:cubicBezTo>
                  <a:cubicBezTo>
                    <a:pt x="217" y="148"/>
                    <a:pt x="235" y="138"/>
                    <a:pt x="240" y="123"/>
                  </a:cubicBezTo>
                  <a:cubicBezTo>
                    <a:pt x="241" y="120"/>
                    <a:pt x="241" y="116"/>
                    <a:pt x="241" y="112"/>
                  </a:cubicBezTo>
                  <a:cubicBezTo>
                    <a:pt x="250" y="42"/>
                    <a:pt x="184" y="16"/>
                    <a:pt x="184" y="16"/>
                  </a:cubicBezTo>
                  <a:cubicBezTo>
                    <a:pt x="100" y="0"/>
                    <a:pt x="69" y="63"/>
                    <a:pt x="69" y="63"/>
                  </a:cubicBezTo>
                  <a:cubicBezTo>
                    <a:pt x="69" y="63"/>
                    <a:pt x="69" y="63"/>
                    <a:pt x="69" y="63"/>
                  </a:cubicBezTo>
                  <a:cubicBezTo>
                    <a:pt x="69" y="64"/>
                    <a:pt x="68" y="66"/>
                    <a:pt x="67" y="67"/>
                  </a:cubicBezTo>
                  <a:cubicBezTo>
                    <a:pt x="63" y="80"/>
                    <a:pt x="69" y="95"/>
                    <a:pt x="83" y="109"/>
                  </a:cubicBezTo>
                  <a:cubicBezTo>
                    <a:pt x="89" y="113"/>
                    <a:pt x="95" y="118"/>
                    <a:pt x="101" y="122"/>
                  </a:cubicBezTo>
                  <a:cubicBezTo>
                    <a:pt x="92" y="142"/>
                    <a:pt x="87" y="167"/>
                    <a:pt x="87" y="190"/>
                  </a:cubicBezTo>
                  <a:cubicBezTo>
                    <a:pt x="87" y="191"/>
                    <a:pt x="87" y="192"/>
                    <a:pt x="87" y="192"/>
                  </a:cubicBezTo>
                  <a:cubicBezTo>
                    <a:pt x="0" y="192"/>
                    <a:pt x="0" y="192"/>
                    <a:pt x="0" y="192"/>
                  </a:cubicBezTo>
                  <a:cubicBezTo>
                    <a:pt x="0" y="198"/>
                    <a:pt x="0" y="198"/>
                    <a:pt x="0" y="198"/>
                  </a:cubicBezTo>
                  <a:cubicBezTo>
                    <a:pt x="4" y="257"/>
                    <a:pt x="47" y="303"/>
                    <a:pt x="98" y="303"/>
                  </a:cubicBezTo>
                  <a:cubicBezTo>
                    <a:pt x="185" y="303"/>
                    <a:pt x="185" y="303"/>
                    <a:pt x="185" y="303"/>
                  </a:cubicBezTo>
                  <a:cubicBezTo>
                    <a:pt x="236" y="303"/>
                    <a:pt x="279" y="257"/>
                    <a:pt x="283" y="198"/>
                  </a:cubicBezTo>
                  <a:cubicBezTo>
                    <a:pt x="283" y="192"/>
                    <a:pt x="283" y="192"/>
                    <a:pt x="283" y="192"/>
                  </a:cubicBezTo>
                  <a:lnTo>
                    <a:pt x="196" y="192"/>
                  </a:lnTo>
                  <a:close/>
                  <a:moveTo>
                    <a:pt x="182" y="27"/>
                  </a:moveTo>
                  <a:cubicBezTo>
                    <a:pt x="207" y="38"/>
                    <a:pt x="231" y="64"/>
                    <a:pt x="234" y="99"/>
                  </a:cubicBezTo>
                  <a:cubicBezTo>
                    <a:pt x="224" y="77"/>
                    <a:pt x="195" y="60"/>
                    <a:pt x="173" y="53"/>
                  </a:cubicBezTo>
                  <a:cubicBezTo>
                    <a:pt x="157" y="48"/>
                    <a:pt x="118" y="40"/>
                    <a:pt x="96" y="45"/>
                  </a:cubicBezTo>
                  <a:cubicBezTo>
                    <a:pt x="93" y="46"/>
                    <a:pt x="130" y="13"/>
                    <a:pt x="182" y="27"/>
                  </a:cubicBezTo>
                  <a:close/>
                  <a:moveTo>
                    <a:pt x="91" y="100"/>
                  </a:moveTo>
                  <a:cubicBezTo>
                    <a:pt x="80" y="90"/>
                    <a:pt x="76" y="79"/>
                    <a:pt x="78" y="71"/>
                  </a:cubicBezTo>
                  <a:cubicBezTo>
                    <a:pt x="82" y="61"/>
                    <a:pt x="97" y="54"/>
                    <a:pt x="119" y="54"/>
                  </a:cubicBezTo>
                  <a:cubicBezTo>
                    <a:pt x="133" y="54"/>
                    <a:pt x="149" y="57"/>
                    <a:pt x="164" y="62"/>
                  </a:cubicBezTo>
                  <a:cubicBezTo>
                    <a:pt x="185" y="69"/>
                    <a:pt x="203" y="79"/>
                    <a:pt x="216" y="91"/>
                  </a:cubicBezTo>
                  <a:cubicBezTo>
                    <a:pt x="227" y="101"/>
                    <a:pt x="231" y="112"/>
                    <a:pt x="229" y="120"/>
                  </a:cubicBezTo>
                  <a:cubicBezTo>
                    <a:pt x="225" y="130"/>
                    <a:pt x="210" y="137"/>
                    <a:pt x="188" y="137"/>
                  </a:cubicBezTo>
                  <a:cubicBezTo>
                    <a:pt x="188" y="137"/>
                    <a:pt x="187" y="137"/>
                    <a:pt x="187" y="137"/>
                  </a:cubicBezTo>
                  <a:cubicBezTo>
                    <a:pt x="179" y="112"/>
                    <a:pt x="165" y="92"/>
                    <a:pt x="149" y="88"/>
                  </a:cubicBezTo>
                  <a:cubicBezTo>
                    <a:pt x="148" y="88"/>
                    <a:pt x="148" y="87"/>
                    <a:pt x="148" y="87"/>
                  </a:cubicBezTo>
                  <a:cubicBezTo>
                    <a:pt x="146" y="87"/>
                    <a:pt x="144" y="87"/>
                    <a:pt x="142" y="87"/>
                  </a:cubicBezTo>
                  <a:cubicBezTo>
                    <a:pt x="142" y="87"/>
                    <a:pt x="142" y="87"/>
                    <a:pt x="142" y="87"/>
                  </a:cubicBezTo>
                  <a:cubicBezTo>
                    <a:pt x="142" y="87"/>
                    <a:pt x="141" y="87"/>
                    <a:pt x="141" y="87"/>
                  </a:cubicBezTo>
                  <a:cubicBezTo>
                    <a:pt x="128" y="87"/>
                    <a:pt x="116" y="97"/>
                    <a:pt x="107" y="112"/>
                  </a:cubicBezTo>
                  <a:cubicBezTo>
                    <a:pt x="101" y="108"/>
                    <a:pt x="96" y="104"/>
                    <a:pt x="91" y="100"/>
                  </a:cubicBezTo>
                  <a:close/>
                  <a:moveTo>
                    <a:pt x="184" y="190"/>
                  </a:moveTo>
                  <a:cubicBezTo>
                    <a:pt x="184" y="191"/>
                    <a:pt x="184" y="192"/>
                    <a:pt x="184" y="192"/>
                  </a:cubicBezTo>
                  <a:cubicBezTo>
                    <a:pt x="175" y="192"/>
                    <a:pt x="175" y="192"/>
                    <a:pt x="175" y="192"/>
                  </a:cubicBezTo>
                  <a:cubicBezTo>
                    <a:pt x="175" y="155"/>
                    <a:pt x="170" y="131"/>
                    <a:pt x="164" y="115"/>
                  </a:cubicBezTo>
                  <a:cubicBezTo>
                    <a:pt x="176" y="132"/>
                    <a:pt x="184" y="161"/>
                    <a:pt x="184" y="190"/>
                  </a:cubicBezTo>
                  <a:close/>
                  <a:moveTo>
                    <a:pt x="163" y="192"/>
                  </a:moveTo>
                  <a:cubicBezTo>
                    <a:pt x="125" y="192"/>
                    <a:pt x="125" y="192"/>
                    <a:pt x="125" y="192"/>
                  </a:cubicBezTo>
                  <a:cubicBezTo>
                    <a:pt x="125" y="182"/>
                    <a:pt x="125" y="174"/>
                    <a:pt x="126" y="166"/>
                  </a:cubicBezTo>
                  <a:cubicBezTo>
                    <a:pt x="138" y="111"/>
                    <a:pt x="138" y="111"/>
                    <a:pt x="138" y="111"/>
                  </a:cubicBezTo>
                  <a:cubicBezTo>
                    <a:pt x="140" y="105"/>
                    <a:pt x="142" y="101"/>
                    <a:pt x="144" y="99"/>
                  </a:cubicBezTo>
                  <a:cubicBezTo>
                    <a:pt x="145" y="101"/>
                    <a:pt x="148" y="105"/>
                    <a:pt x="150" y="111"/>
                  </a:cubicBezTo>
                  <a:cubicBezTo>
                    <a:pt x="162" y="166"/>
                    <a:pt x="162" y="166"/>
                    <a:pt x="162" y="166"/>
                  </a:cubicBezTo>
                  <a:cubicBezTo>
                    <a:pt x="163" y="174"/>
                    <a:pt x="163" y="183"/>
                    <a:pt x="163" y="192"/>
                  </a:cubicBezTo>
                  <a:close/>
                  <a:moveTo>
                    <a:pt x="128" y="104"/>
                  </a:moveTo>
                  <a:cubicBezTo>
                    <a:pt x="121" y="119"/>
                    <a:pt x="113" y="146"/>
                    <a:pt x="113" y="192"/>
                  </a:cubicBezTo>
                  <a:cubicBezTo>
                    <a:pt x="99" y="192"/>
                    <a:pt x="99" y="192"/>
                    <a:pt x="99" y="192"/>
                  </a:cubicBezTo>
                  <a:cubicBezTo>
                    <a:pt x="99" y="192"/>
                    <a:pt x="99" y="191"/>
                    <a:pt x="99" y="190"/>
                  </a:cubicBezTo>
                  <a:cubicBezTo>
                    <a:pt x="99" y="154"/>
                    <a:pt x="112" y="118"/>
                    <a:pt x="128" y="104"/>
                  </a:cubicBezTo>
                  <a:close/>
                  <a:moveTo>
                    <a:pt x="185" y="292"/>
                  </a:moveTo>
                  <a:cubicBezTo>
                    <a:pt x="98" y="292"/>
                    <a:pt x="98" y="292"/>
                    <a:pt x="98" y="292"/>
                  </a:cubicBezTo>
                  <a:cubicBezTo>
                    <a:pt x="54" y="292"/>
                    <a:pt x="18" y="254"/>
                    <a:pt x="12" y="204"/>
                  </a:cubicBezTo>
                  <a:cubicBezTo>
                    <a:pt x="168" y="204"/>
                    <a:pt x="168" y="204"/>
                    <a:pt x="168" y="204"/>
                  </a:cubicBezTo>
                  <a:cubicBezTo>
                    <a:pt x="169" y="204"/>
                    <a:pt x="169" y="204"/>
                    <a:pt x="169" y="204"/>
                  </a:cubicBezTo>
                  <a:cubicBezTo>
                    <a:pt x="169" y="204"/>
                    <a:pt x="169" y="204"/>
                    <a:pt x="169" y="204"/>
                  </a:cubicBezTo>
                  <a:cubicBezTo>
                    <a:pt x="169" y="204"/>
                    <a:pt x="170" y="204"/>
                    <a:pt x="170" y="204"/>
                  </a:cubicBezTo>
                  <a:cubicBezTo>
                    <a:pt x="271" y="204"/>
                    <a:pt x="271" y="204"/>
                    <a:pt x="271" y="204"/>
                  </a:cubicBezTo>
                  <a:cubicBezTo>
                    <a:pt x="265" y="254"/>
                    <a:pt x="229" y="292"/>
                    <a:pt x="185" y="292"/>
                  </a:cubicBezTo>
                  <a:close/>
                </a:path>
              </a:pathLst>
            </a:custGeom>
            <a:solidFill>
              <a:schemeClr val="accent3"/>
            </a:solidFill>
            <a:ln>
              <a:noFill/>
            </a:ln>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nvGrpSpPr>
            <p:cNvPr id="22" name="Group 128"/>
            <p:cNvGrpSpPr/>
            <p:nvPr/>
          </p:nvGrpSpPr>
          <p:grpSpPr>
            <a:xfrm>
              <a:off x="8469909" y="5308748"/>
              <a:ext cx="415925" cy="666750"/>
              <a:chOff x="8031163" y="1177925"/>
              <a:chExt cx="415925" cy="666750"/>
            </a:xfrm>
          </p:grpSpPr>
          <p:sp>
            <p:nvSpPr>
              <p:cNvPr id="134" name="Freeform 193"/>
              <p:cNvSpPr/>
              <p:nvPr/>
            </p:nvSpPr>
            <p:spPr>
              <a:xfrm>
                <a:off x="8030702" y="1708116"/>
                <a:ext cx="115905" cy="136546"/>
              </a:xfrm>
              <a:custGeom>
                <a:avLst/>
                <a:gdLst>
                  <a:gd name="T0" fmla="*/ 35 w 62"/>
                  <a:gd name="T1" fmla="*/ 0 h 72"/>
                  <a:gd name="T2" fmla="*/ 26 w 62"/>
                  <a:gd name="T3" fmla="*/ 16 h 72"/>
                  <a:gd name="T4" fmla="*/ 20 w 62"/>
                  <a:gd name="T5" fmla="*/ 63 h 72"/>
                  <a:gd name="T6" fmla="*/ 52 w 62"/>
                  <a:gd name="T7" fmla="*/ 61 h 72"/>
                  <a:gd name="T8" fmla="*/ 44 w 62"/>
                  <a:gd name="T9" fmla="*/ 17 h 72"/>
                  <a:gd name="T10" fmla="*/ 35 w 62"/>
                  <a:gd name="T11" fmla="*/ 0 h 72"/>
                </a:gdLst>
                <a:ahLst/>
                <a:cxnLst>
                  <a:cxn ang="0">
                    <a:pos x="T0" y="T1"/>
                  </a:cxn>
                  <a:cxn ang="0">
                    <a:pos x="T2" y="T3"/>
                  </a:cxn>
                  <a:cxn ang="0">
                    <a:pos x="T4" y="T5"/>
                  </a:cxn>
                  <a:cxn ang="0">
                    <a:pos x="T6" y="T7"/>
                  </a:cxn>
                  <a:cxn ang="0">
                    <a:pos x="T8" y="T9"/>
                  </a:cxn>
                  <a:cxn ang="0">
                    <a:pos x="T10" y="T11"/>
                  </a:cxn>
                </a:cxnLst>
                <a:rect l="0" t="0" r="r" b="b"/>
                <a:pathLst>
                  <a:path w="62" h="72">
                    <a:moveTo>
                      <a:pt x="35" y="0"/>
                    </a:moveTo>
                    <a:cubicBezTo>
                      <a:pt x="35" y="0"/>
                      <a:pt x="31" y="10"/>
                      <a:pt x="26" y="16"/>
                    </a:cubicBezTo>
                    <a:cubicBezTo>
                      <a:pt x="21" y="22"/>
                      <a:pt x="0" y="45"/>
                      <a:pt x="20" y="63"/>
                    </a:cubicBezTo>
                    <a:cubicBezTo>
                      <a:pt x="30" y="72"/>
                      <a:pt x="45" y="71"/>
                      <a:pt x="52" y="61"/>
                    </a:cubicBezTo>
                    <a:cubicBezTo>
                      <a:pt x="60" y="52"/>
                      <a:pt x="62" y="36"/>
                      <a:pt x="44" y="17"/>
                    </a:cubicBezTo>
                    <a:cubicBezTo>
                      <a:pt x="38" y="10"/>
                      <a:pt x="35" y="0"/>
                      <a:pt x="3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sp>
            <p:nvSpPr>
              <p:cNvPr id="135" name="Freeform 194"/>
              <p:cNvSpPr>
                <a:spLocks noEditPoints="1"/>
              </p:cNvSpPr>
              <p:nvPr/>
            </p:nvSpPr>
            <p:spPr>
              <a:xfrm>
                <a:off x="8030702" y="1177808"/>
                <a:ext cx="415990" cy="503316"/>
              </a:xfrm>
              <a:custGeom>
                <a:avLst/>
                <a:gdLst>
                  <a:gd name="T0" fmla="*/ 206 w 220"/>
                  <a:gd name="T1" fmla="*/ 86 h 266"/>
                  <a:gd name="T2" fmla="*/ 158 w 220"/>
                  <a:gd name="T3" fmla="*/ 86 h 266"/>
                  <a:gd name="T4" fmla="*/ 126 w 220"/>
                  <a:gd name="T5" fmla="*/ 55 h 266"/>
                  <a:gd name="T6" fmla="*/ 126 w 220"/>
                  <a:gd name="T7" fmla="*/ 49 h 266"/>
                  <a:gd name="T8" fmla="*/ 137 w 220"/>
                  <a:gd name="T9" fmla="*/ 49 h 266"/>
                  <a:gd name="T10" fmla="*/ 156 w 220"/>
                  <a:gd name="T11" fmla="*/ 30 h 266"/>
                  <a:gd name="T12" fmla="*/ 137 w 220"/>
                  <a:gd name="T13" fmla="*/ 11 h 266"/>
                  <a:gd name="T14" fmla="*/ 125 w 220"/>
                  <a:gd name="T15" fmla="*/ 11 h 266"/>
                  <a:gd name="T16" fmla="*/ 109 w 220"/>
                  <a:gd name="T17" fmla="*/ 0 h 266"/>
                  <a:gd name="T18" fmla="*/ 93 w 220"/>
                  <a:gd name="T19" fmla="*/ 11 h 266"/>
                  <a:gd name="T20" fmla="*/ 81 w 220"/>
                  <a:gd name="T21" fmla="*/ 11 h 266"/>
                  <a:gd name="T22" fmla="*/ 62 w 220"/>
                  <a:gd name="T23" fmla="*/ 30 h 266"/>
                  <a:gd name="T24" fmla="*/ 81 w 220"/>
                  <a:gd name="T25" fmla="*/ 49 h 266"/>
                  <a:gd name="T26" fmla="*/ 92 w 220"/>
                  <a:gd name="T27" fmla="*/ 49 h 266"/>
                  <a:gd name="T28" fmla="*/ 92 w 220"/>
                  <a:gd name="T29" fmla="*/ 55 h 266"/>
                  <a:gd name="T30" fmla="*/ 58 w 220"/>
                  <a:gd name="T31" fmla="*/ 92 h 266"/>
                  <a:gd name="T32" fmla="*/ 0 w 220"/>
                  <a:gd name="T33" fmla="*/ 160 h 266"/>
                  <a:gd name="T34" fmla="*/ 0 w 220"/>
                  <a:gd name="T35" fmla="*/ 167 h 266"/>
                  <a:gd name="T36" fmla="*/ 0 w 220"/>
                  <a:gd name="T37" fmla="*/ 246 h 266"/>
                  <a:gd name="T38" fmla="*/ 20 w 220"/>
                  <a:gd name="T39" fmla="*/ 266 h 266"/>
                  <a:gd name="T40" fmla="*/ 50 w 220"/>
                  <a:gd name="T41" fmla="*/ 266 h 266"/>
                  <a:gd name="T42" fmla="*/ 70 w 220"/>
                  <a:gd name="T43" fmla="*/ 246 h 266"/>
                  <a:gd name="T44" fmla="*/ 70 w 220"/>
                  <a:gd name="T45" fmla="*/ 190 h 266"/>
                  <a:gd name="T46" fmla="*/ 70 w 220"/>
                  <a:gd name="T47" fmla="*/ 189 h 266"/>
                  <a:gd name="T48" fmla="*/ 102 w 220"/>
                  <a:gd name="T49" fmla="*/ 177 h 266"/>
                  <a:gd name="T50" fmla="*/ 206 w 220"/>
                  <a:gd name="T51" fmla="*/ 177 h 266"/>
                  <a:gd name="T52" fmla="*/ 220 w 220"/>
                  <a:gd name="T53" fmla="*/ 157 h 266"/>
                  <a:gd name="T54" fmla="*/ 220 w 220"/>
                  <a:gd name="T55" fmla="*/ 105 h 266"/>
                  <a:gd name="T56" fmla="*/ 206 w 220"/>
                  <a:gd name="T57" fmla="*/ 86 h 266"/>
                  <a:gd name="T58" fmla="*/ 82 w 220"/>
                  <a:gd name="T59" fmla="*/ 39 h 266"/>
                  <a:gd name="T60" fmla="*/ 72 w 220"/>
                  <a:gd name="T61" fmla="*/ 30 h 266"/>
                  <a:gd name="T62" fmla="*/ 82 w 220"/>
                  <a:gd name="T63" fmla="*/ 20 h 266"/>
                  <a:gd name="T64" fmla="*/ 136 w 220"/>
                  <a:gd name="T65" fmla="*/ 20 h 266"/>
                  <a:gd name="T66" fmla="*/ 146 w 220"/>
                  <a:gd name="T67" fmla="*/ 30 h 266"/>
                  <a:gd name="T68" fmla="*/ 136 w 220"/>
                  <a:gd name="T69" fmla="*/ 39 h 266"/>
                  <a:gd name="T70" fmla="*/ 82 w 220"/>
                  <a:gd name="T71" fmla="*/ 39 h 266"/>
                  <a:gd name="T72" fmla="*/ 100 w 220"/>
                  <a:gd name="T73" fmla="*/ 67 h 266"/>
                  <a:gd name="T74" fmla="*/ 106 w 220"/>
                  <a:gd name="T75" fmla="*/ 65 h 266"/>
                  <a:gd name="T76" fmla="*/ 106 w 220"/>
                  <a:gd name="T77" fmla="*/ 49 h 266"/>
                  <a:gd name="T78" fmla="*/ 113 w 220"/>
                  <a:gd name="T79" fmla="*/ 49 h 266"/>
                  <a:gd name="T80" fmla="*/ 113 w 220"/>
                  <a:gd name="T81" fmla="*/ 65 h 266"/>
                  <a:gd name="T82" fmla="*/ 118 w 220"/>
                  <a:gd name="T83" fmla="*/ 67 h 266"/>
                  <a:gd name="T84" fmla="*/ 146 w 220"/>
                  <a:gd name="T85" fmla="*/ 92 h 266"/>
                  <a:gd name="T86" fmla="*/ 108 w 220"/>
                  <a:gd name="T87" fmla="*/ 96 h 266"/>
                  <a:gd name="T88" fmla="*/ 72 w 220"/>
                  <a:gd name="T89" fmla="*/ 93 h 266"/>
                  <a:gd name="T90" fmla="*/ 100 w 220"/>
                  <a:gd name="T91" fmla="*/ 67 h 266"/>
                  <a:gd name="T92" fmla="*/ 206 w 220"/>
                  <a:gd name="T93" fmla="*/ 157 h 266"/>
                  <a:gd name="T94" fmla="*/ 205 w 220"/>
                  <a:gd name="T95" fmla="*/ 163 h 266"/>
                  <a:gd name="T96" fmla="*/ 102 w 220"/>
                  <a:gd name="T97" fmla="*/ 163 h 266"/>
                  <a:gd name="T98" fmla="*/ 57 w 220"/>
                  <a:gd name="T99" fmla="*/ 182 h 266"/>
                  <a:gd name="T100" fmla="*/ 56 w 220"/>
                  <a:gd name="T101" fmla="*/ 183 h 266"/>
                  <a:gd name="T102" fmla="*/ 56 w 220"/>
                  <a:gd name="T103" fmla="*/ 246 h 266"/>
                  <a:gd name="T104" fmla="*/ 50 w 220"/>
                  <a:gd name="T105" fmla="*/ 253 h 266"/>
                  <a:gd name="T106" fmla="*/ 20 w 220"/>
                  <a:gd name="T107" fmla="*/ 253 h 266"/>
                  <a:gd name="T108" fmla="*/ 14 w 220"/>
                  <a:gd name="T109" fmla="*/ 246 h 266"/>
                  <a:gd name="T110" fmla="*/ 14 w 220"/>
                  <a:gd name="T111" fmla="*/ 160 h 266"/>
                  <a:gd name="T112" fmla="*/ 66 w 220"/>
                  <a:gd name="T113" fmla="*/ 104 h 266"/>
                  <a:gd name="T114" fmla="*/ 67 w 220"/>
                  <a:gd name="T115" fmla="*/ 103 h 266"/>
                  <a:gd name="T116" fmla="*/ 110 w 220"/>
                  <a:gd name="T117" fmla="*/ 108 h 266"/>
                  <a:gd name="T118" fmla="*/ 159 w 220"/>
                  <a:gd name="T119" fmla="*/ 99 h 266"/>
                  <a:gd name="T120" fmla="*/ 205 w 220"/>
                  <a:gd name="T121" fmla="*/ 99 h 266"/>
                  <a:gd name="T122" fmla="*/ 206 w 220"/>
                  <a:gd name="T123" fmla="*/ 105 h 266"/>
                  <a:gd name="T124" fmla="*/ 206 w 220"/>
                  <a:gd name="T12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0" h="266">
                    <a:moveTo>
                      <a:pt x="206" y="86"/>
                    </a:moveTo>
                    <a:cubicBezTo>
                      <a:pt x="158" y="86"/>
                      <a:pt x="158" y="86"/>
                      <a:pt x="158" y="86"/>
                    </a:cubicBezTo>
                    <a:cubicBezTo>
                      <a:pt x="153" y="71"/>
                      <a:pt x="141" y="60"/>
                      <a:pt x="126" y="55"/>
                    </a:cubicBezTo>
                    <a:cubicBezTo>
                      <a:pt x="126" y="49"/>
                      <a:pt x="126" y="49"/>
                      <a:pt x="126" y="49"/>
                    </a:cubicBezTo>
                    <a:cubicBezTo>
                      <a:pt x="137" y="49"/>
                      <a:pt x="137" y="49"/>
                      <a:pt x="137" y="49"/>
                    </a:cubicBezTo>
                    <a:cubicBezTo>
                      <a:pt x="148" y="49"/>
                      <a:pt x="156" y="41"/>
                      <a:pt x="156" y="30"/>
                    </a:cubicBezTo>
                    <a:cubicBezTo>
                      <a:pt x="156" y="20"/>
                      <a:pt x="148" y="11"/>
                      <a:pt x="137" y="11"/>
                    </a:cubicBezTo>
                    <a:cubicBezTo>
                      <a:pt x="125" y="11"/>
                      <a:pt x="125" y="11"/>
                      <a:pt x="125" y="11"/>
                    </a:cubicBezTo>
                    <a:cubicBezTo>
                      <a:pt x="123" y="5"/>
                      <a:pt x="116" y="0"/>
                      <a:pt x="109" y="0"/>
                    </a:cubicBezTo>
                    <a:cubicBezTo>
                      <a:pt x="102" y="0"/>
                      <a:pt x="96" y="5"/>
                      <a:pt x="93" y="11"/>
                    </a:cubicBezTo>
                    <a:cubicBezTo>
                      <a:pt x="81" y="11"/>
                      <a:pt x="81" y="11"/>
                      <a:pt x="81" y="11"/>
                    </a:cubicBezTo>
                    <a:cubicBezTo>
                      <a:pt x="71" y="11"/>
                      <a:pt x="62" y="20"/>
                      <a:pt x="62" y="30"/>
                    </a:cubicBezTo>
                    <a:cubicBezTo>
                      <a:pt x="62" y="41"/>
                      <a:pt x="71" y="49"/>
                      <a:pt x="81" y="49"/>
                    </a:cubicBezTo>
                    <a:cubicBezTo>
                      <a:pt x="92" y="49"/>
                      <a:pt x="92" y="49"/>
                      <a:pt x="92" y="49"/>
                    </a:cubicBezTo>
                    <a:cubicBezTo>
                      <a:pt x="92" y="55"/>
                      <a:pt x="92" y="55"/>
                      <a:pt x="92" y="55"/>
                    </a:cubicBezTo>
                    <a:cubicBezTo>
                      <a:pt x="75" y="61"/>
                      <a:pt x="63" y="74"/>
                      <a:pt x="58" y="92"/>
                    </a:cubicBezTo>
                    <a:cubicBezTo>
                      <a:pt x="32" y="99"/>
                      <a:pt x="1" y="117"/>
                      <a:pt x="0" y="160"/>
                    </a:cubicBezTo>
                    <a:cubicBezTo>
                      <a:pt x="0" y="162"/>
                      <a:pt x="0" y="165"/>
                      <a:pt x="0" y="167"/>
                    </a:cubicBezTo>
                    <a:cubicBezTo>
                      <a:pt x="0" y="246"/>
                      <a:pt x="0" y="246"/>
                      <a:pt x="0" y="246"/>
                    </a:cubicBezTo>
                    <a:cubicBezTo>
                      <a:pt x="0" y="257"/>
                      <a:pt x="9" y="266"/>
                      <a:pt x="20" y="266"/>
                    </a:cubicBezTo>
                    <a:cubicBezTo>
                      <a:pt x="50" y="266"/>
                      <a:pt x="50" y="266"/>
                      <a:pt x="50" y="266"/>
                    </a:cubicBezTo>
                    <a:cubicBezTo>
                      <a:pt x="61" y="266"/>
                      <a:pt x="70" y="257"/>
                      <a:pt x="70" y="246"/>
                    </a:cubicBezTo>
                    <a:cubicBezTo>
                      <a:pt x="70" y="190"/>
                      <a:pt x="70" y="190"/>
                      <a:pt x="70" y="190"/>
                    </a:cubicBezTo>
                    <a:cubicBezTo>
                      <a:pt x="70" y="189"/>
                      <a:pt x="70" y="189"/>
                      <a:pt x="70" y="189"/>
                    </a:cubicBezTo>
                    <a:cubicBezTo>
                      <a:pt x="71" y="189"/>
                      <a:pt x="81" y="177"/>
                      <a:pt x="102" y="177"/>
                    </a:cubicBezTo>
                    <a:cubicBezTo>
                      <a:pt x="206" y="177"/>
                      <a:pt x="206" y="177"/>
                      <a:pt x="206" y="177"/>
                    </a:cubicBezTo>
                    <a:cubicBezTo>
                      <a:pt x="214" y="177"/>
                      <a:pt x="220" y="168"/>
                      <a:pt x="220" y="157"/>
                    </a:cubicBezTo>
                    <a:cubicBezTo>
                      <a:pt x="220" y="105"/>
                      <a:pt x="220" y="105"/>
                      <a:pt x="220" y="105"/>
                    </a:cubicBezTo>
                    <a:cubicBezTo>
                      <a:pt x="220" y="94"/>
                      <a:pt x="214" y="86"/>
                      <a:pt x="206" y="86"/>
                    </a:cubicBezTo>
                    <a:close/>
                    <a:moveTo>
                      <a:pt x="82" y="39"/>
                    </a:moveTo>
                    <a:cubicBezTo>
                      <a:pt x="77" y="39"/>
                      <a:pt x="72" y="35"/>
                      <a:pt x="72" y="30"/>
                    </a:cubicBezTo>
                    <a:cubicBezTo>
                      <a:pt x="72" y="24"/>
                      <a:pt x="77" y="20"/>
                      <a:pt x="82" y="20"/>
                    </a:cubicBezTo>
                    <a:cubicBezTo>
                      <a:pt x="136" y="20"/>
                      <a:pt x="136" y="20"/>
                      <a:pt x="136" y="20"/>
                    </a:cubicBezTo>
                    <a:cubicBezTo>
                      <a:pt x="142" y="20"/>
                      <a:pt x="146" y="24"/>
                      <a:pt x="146" y="30"/>
                    </a:cubicBezTo>
                    <a:cubicBezTo>
                      <a:pt x="146" y="35"/>
                      <a:pt x="142" y="39"/>
                      <a:pt x="136" y="39"/>
                    </a:cubicBezTo>
                    <a:lnTo>
                      <a:pt x="82" y="39"/>
                    </a:lnTo>
                    <a:close/>
                    <a:moveTo>
                      <a:pt x="100" y="67"/>
                    </a:moveTo>
                    <a:cubicBezTo>
                      <a:pt x="106" y="65"/>
                      <a:pt x="106" y="65"/>
                      <a:pt x="106" y="65"/>
                    </a:cubicBezTo>
                    <a:cubicBezTo>
                      <a:pt x="106" y="49"/>
                      <a:pt x="106" y="49"/>
                      <a:pt x="106" y="49"/>
                    </a:cubicBezTo>
                    <a:cubicBezTo>
                      <a:pt x="113" y="49"/>
                      <a:pt x="113" y="49"/>
                      <a:pt x="113" y="49"/>
                    </a:cubicBezTo>
                    <a:cubicBezTo>
                      <a:pt x="113" y="65"/>
                      <a:pt x="113" y="65"/>
                      <a:pt x="113" y="65"/>
                    </a:cubicBezTo>
                    <a:cubicBezTo>
                      <a:pt x="118" y="67"/>
                      <a:pt x="118" y="67"/>
                      <a:pt x="118" y="67"/>
                    </a:cubicBezTo>
                    <a:cubicBezTo>
                      <a:pt x="131" y="70"/>
                      <a:pt x="141" y="79"/>
                      <a:pt x="146" y="92"/>
                    </a:cubicBezTo>
                    <a:cubicBezTo>
                      <a:pt x="134" y="95"/>
                      <a:pt x="122" y="96"/>
                      <a:pt x="108" y="96"/>
                    </a:cubicBezTo>
                    <a:cubicBezTo>
                      <a:pt x="92" y="96"/>
                      <a:pt x="79" y="94"/>
                      <a:pt x="72" y="93"/>
                    </a:cubicBezTo>
                    <a:cubicBezTo>
                      <a:pt x="76" y="80"/>
                      <a:pt x="87" y="70"/>
                      <a:pt x="100" y="67"/>
                    </a:cubicBezTo>
                    <a:close/>
                    <a:moveTo>
                      <a:pt x="206" y="157"/>
                    </a:moveTo>
                    <a:cubicBezTo>
                      <a:pt x="206" y="160"/>
                      <a:pt x="205" y="162"/>
                      <a:pt x="205" y="163"/>
                    </a:cubicBezTo>
                    <a:cubicBezTo>
                      <a:pt x="102" y="163"/>
                      <a:pt x="102" y="163"/>
                      <a:pt x="102" y="163"/>
                    </a:cubicBezTo>
                    <a:cubicBezTo>
                      <a:pt x="73" y="163"/>
                      <a:pt x="58" y="181"/>
                      <a:pt x="57" y="182"/>
                    </a:cubicBezTo>
                    <a:cubicBezTo>
                      <a:pt x="56" y="183"/>
                      <a:pt x="56" y="183"/>
                      <a:pt x="56" y="183"/>
                    </a:cubicBezTo>
                    <a:cubicBezTo>
                      <a:pt x="56" y="246"/>
                      <a:pt x="56" y="246"/>
                      <a:pt x="56" y="246"/>
                    </a:cubicBezTo>
                    <a:cubicBezTo>
                      <a:pt x="56" y="250"/>
                      <a:pt x="54" y="253"/>
                      <a:pt x="50" y="253"/>
                    </a:cubicBezTo>
                    <a:cubicBezTo>
                      <a:pt x="20" y="253"/>
                      <a:pt x="20" y="253"/>
                      <a:pt x="20" y="253"/>
                    </a:cubicBezTo>
                    <a:cubicBezTo>
                      <a:pt x="17" y="253"/>
                      <a:pt x="14" y="250"/>
                      <a:pt x="14" y="246"/>
                    </a:cubicBezTo>
                    <a:cubicBezTo>
                      <a:pt x="14" y="217"/>
                      <a:pt x="14" y="162"/>
                      <a:pt x="14" y="160"/>
                    </a:cubicBezTo>
                    <a:cubicBezTo>
                      <a:pt x="15" y="131"/>
                      <a:pt x="32" y="112"/>
                      <a:pt x="66" y="104"/>
                    </a:cubicBezTo>
                    <a:cubicBezTo>
                      <a:pt x="67" y="103"/>
                      <a:pt x="67" y="103"/>
                      <a:pt x="67" y="103"/>
                    </a:cubicBezTo>
                    <a:cubicBezTo>
                      <a:pt x="82" y="106"/>
                      <a:pt x="97" y="108"/>
                      <a:pt x="110" y="108"/>
                    </a:cubicBezTo>
                    <a:cubicBezTo>
                      <a:pt x="138" y="108"/>
                      <a:pt x="155" y="101"/>
                      <a:pt x="159" y="99"/>
                    </a:cubicBezTo>
                    <a:cubicBezTo>
                      <a:pt x="205" y="99"/>
                      <a:pt x="205" y="99"/>
                      <a:pt x="205" y="99"/>
                    </a:cubicBezTo>
                    <a:cubicBezTo>
                      <a:pt x="205" y="100"/>
                      <a:pt x="206" y="102"/>
                      <a:pt x="206" y="105"/>
                    </a:cubicBezTo>
                    <a:lnTo>
                      <a:pt x="206" y="157"/>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white">
                      <a:lumMod val="75000"/>
                    </a:prstClr>
                  </a:solidFill>
                  <a:latin typeface="思源黑体 CN Medium"/>
                  <a:ea typeface="思源黑体 CN Medium"/>
                  <a:cs typeface="思源黑体 CN Medium"/>
                  <a:sym typeface="思源黑体 CN Medium"/>
                </a:endParaRPr>
              </a:p>
            </p:txBody>
          </p:sp>
        </p:grpSp>
        <p:sp>
          <p:nvSpPr>
            <p:cNvPr id="130" name="Content Placeholder 2"/>
            <p:cNvSpPr txBox="1"/>
            <p:nvPr/>
          </p:nvSpPr>
          <p:spPr>
            <a:xfrm>
              <a:off x="9083905" y="2401463"/>
              <a:ext cx="1932289" cy="849446"/>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1" name="Content Placeholder 2"/>
            <p:cNvSpPr txBox="1"/>
            <p:nvPr/>
          </p:nvSpPr>
          <p:spPr>
            <a:xfrm>
              <a:off x="9083905" y="3393806"/>
              <a:ext cx="1932289" cy="849445"/>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2" name="Content Placeholder 2"/>
            <p:cNvSpPr txBox="1"/>
            <p:nvPr/>
          </p:nvSpPr>
          <p:spPr>
            <a:xfrm>
              <a:off x="9082318" y="4384562"/>
              <a:ext cx="1932288" cy="847858"/>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133" name="Content Placeholder 2"/>
            <p:cNvSpPr txBox="1"/>
            <p:nvPr/>
          </p:nvSpPr>
          <p:spPr>
            <a:xfrm>
              <a:off x="9102958" y="5332447"/>
              <a:ext cx="1932289" cy="849446"/>
            </a:xfrm>
            <a:prstGeom prst="rect">
              <a:avLst/>
            </a:prstGeom>
          </p:spPr>
          <p:txBody>
            <a:bodyPr/>
            <a:lstStyle/>
            <a:p>
              <a:pPr defTabSz="1218565">
                <a:spcBef>
                  <a:spcPct val="20000"/>
                </a:spcBef>
              </a:pPr>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8157528" y="3155953"/>
            <a:ext cx="2548739" cy="287339"/>
          </a:xfrm>
          <a:custGeom>
            <a:avLst/>
            <a:gdLst>
              <a:gd name="connsiteX0" fmla="*/ 0 w 1600200"/>
              <a:gd name="connsiteY0" fmla="*/ 552450 h 552450"/>
              <a:gd name="connsiteX1" fmla="*/ 171450 w 1600200"/>
              <a:gd name="connsiteY1" fmla="*/ 0 h 552450"/>
              <a:gd name="connsiteX2" fmla="*/ 1600200 w 1600200"/>
              <a:gd name="connsiteY2" fmla="*/ 0 h 552450"/>
            </a:gdLst>
            <a:ahLst/>
            <a:cxnLst>
              <a:cxn ang="0">
                <a:pos x="connsiteX0" y="connsiteY0"/>
              </a:cxn>
              <a:cxn ang="0">
                <a:pos x="connsiteX1" y="connsiteY1"/>
              </a:cxn>
              <a:cxn ang="0">
                <a:pos x="connsiteX2" y="connsiteY2"/>
              </a:cxn>
            </a:cxnLst>
            <a:rect l="l" t="t" r="r" b="b"/>
            <a:pathLst>
              <a:path w="1600200" h="552450">
                <a:moveTo>
                  <a:pt x="0" y="552450"/>
                </a:moveTo>
                <a:lnTo>
                  <a:pt x="171450" y="0"/>
                </a:lnTo>
                <a:lnTo>
                  <a:pt x="16002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7" name="任意多边形 6"/>
          <p:cNvSpPr/>
          <p:nvPr/>
        </p:nvSpPr>
        <p:spPr>
          <a:xfrm flipH="1">
            <a:off x="1912645" y="3465518"/>
            <a:ext cx="2550326" cy="285750"/>
          </a:xfrm>
          <a:custGeom>
            <a:avLst/>
            <a:gdLst>
              <a:gd name="connsiteX0" fmla="*/ 0 w 1600200"/>
              <a:gd name="connsiteY0" fmla="*/ 552450 h 552450"/>
              <a:gd name="connsiteX1" fmla="*/ 171450 w 1600200"/>
              <a:gd name="connsiteY1" fmla="*/ 0 h 552450"/>
              <a:gd name="connsiteX2" fmla="*/ 1600200 w 1600200"/>
              <a:gd name="connsiteY2" fmla="*/ 0 h 552450"/>
            </a:gdLst>
            <a:ahLst/>
            <a:cxnLst>
              <a:cxn ang="0">
                <a:pos x="connsiteX0" y="connsiteY0"/>
              </a:cxn>
              <a:cxn ang="0">
                <a:pos x="connsiteX1" y="connsiteY1"/>
              </a:cxn>
              <a:cxn ang="0">
                <a:pos x="connsiteX2" y="connsiteY2"/>
              </a:cxn>
            </a:cxnLst>
            <a:rect l="l" t="t" r="r" b="b"/>
            <a:pathLst>
              <a:path w="1600200" h="552450">
                <a:moveTo>
                  <a:pt x="0" y="552450"/>
                </a:moveTo>
                <a:lnTo>
                  <a:pt x="171450" y="0"/>
                </a:lnTo>
                <a:lnTo>
                  <a:pt x="16002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8" name="任意多边形 7"/>
          <p:cNvSpPr/>
          <p:nvPr/>
        </p:nvSpPr>
        <p:spPr>
          <a:xfrm>
            <a:off x="6270540" y="2455863"/>
            <a:ext cx="672892" cy="1001712"/>
          </a:xfrm>
          <a:custGeom>
            <a:avLst/>
            <a:gdLst>
              <a:gd name="connsiteX0" fmla="*/ 0 w 647700"/>
              <a:gd name="connsiteY0" fmla="*/ 965200 h 965200"/>
              <a:gd name="connsiteX1" fmla="*/ 152400 w 647700"/>
              <a:gd name="connsiteY1" fmla="*/ 508000 h 965200"/>
              <a:gd name="connsiteX2" fmla="*/ 647700 w 647700"/>
              <a:gd name="connsiteY2" fmla="*/ 0 h 965200"/>
              <a:gd name="connsiteX0dup0" fmla="*/ 0 w 647700"/>
              <a:gd name="connsiteY0dup0" fmla="*/ 965200 h 965200"/>
              <a:gd name="connsiteX1dup0" fmla="*/ 101600 w 647700"/>
              <a:gd name="connsiteY1dup0" fmla="*/ 520700 h 965200"/>
              <a:gd name="connsiteX2dup0" fmla="*/ 647700 w 647700"/>
              <a:gd name="connsiteY2dup0" fmla="*/ 0 h 965200"/>
            </a:gdLst>
            <a:ahLst/>
            <a:cxnLst>
              <a:cxn ang="0">
                <a:pos x="connsiteX0dup0" y="connsiteY0dup0"/>
              </a:cxn>
              <a:cxn ang="0">
                <a:pos x="connsiteX1dup0" y="connsiteY1dup0"/>
              </a:cxn>
              <a:cxn ang="0">
                <a:pos x="connsiteX2dup0" y="connsiteY2dup0"/>
              </a:cxn>
            </a:cxnLst>
            <a:rect l="l" t="t" r="r" b="b"/>
            <a:pathLst>
              <a:path w="647700" h="965200">
                <a:moveTo>
                  <a:pt x="0" y="965200"/>
                </a:moveTo>
                <a:lnTo>
                  <a:pt x="101600" y="520700"/>
                </a:lnTo>
                <a:lnTo>
                  <a:pt x="6477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sp>
        <p:nvSpPr>
          <p:cNvPr id="9" name="任意多边形 8"/>
          <p:cNvSpPr/>
          <p:nvPr/>
        </p:nvSpPr>
        <p:spPr>
          <a:xfrm flipH="1">
            <a:off x="4558157" y="2449513"/>
            <a:ext cx="672892" cy="1001712"/>
          </a:xfrm>
          <a:custGeom>
            <a:avLst/>
            <a:gdLst>
              <a:gd name="connsiteX0" fmla="*/ 0 w 647700"/>
              <a:gd name="connsiteY0" fmla="*/ 965200 h 965200"/>
              <a:gd name="connsiteX1" fmla="*/ 152400 w 647700"/>
              <a:gd name="connsiteY1" fmla="*/ 508000 h 965200"/>
              <a:gd name="connsiteX2" fmla="*/ 647700 w 647700"/>
              <a:gd name="connsiteY2" fmla="*/ 0 h 965200"/>
              <a:gd name="connsiteX0dup0" fmla="*/ 0 w 647700"/>
              <a:gd name="connsiteY0dup0" fmla="*/ 965200 h 965200"/>
              <a:gd name="connsiteX1dup0" fmla="*/ 101600 w 647700"/>
              <a:gd name="connsiteY1dup0" fmla="*/ 520700 h 965200"/>
              <a:gd name="connsiteX2dup0" fmla="*/ 647700 w 647700"/>
              <a:gd name="connsiteY2dup0" fmla="*/ 0 h 965200"/>
            </a:gdLst>
            <a:ahLst/>
            <a:cxnLst>
              <a:cxn ang="0">
                <a:pos x="connsiteX0dup0" y="connsiteY0dup0"/>
              </a:cxn>
              <a:cxn ang="0">
                <a:pos x="connsiteX1dup0" y="connsiteY1dup0"/>
              </a:cxn>
              <a:cxn ang="0">
                <a:pos x="connsiteX2dup0" y="connsiteY2dup0"/>
              </a:cxn>
            </a:cxnLst>
            <a:rect l="l" t="t" r="r" b="b"/>
            <a:pathLst>
              <a:path w="647700" h="965200">
                <a:moveTo>
                  <a:pt x="0" y="965200"/>
                </a:moveTo>
                <a:lnTo>
                  <a:pt x="101600" y="520700"/>
                </a:lnTo>
                <a:lnTo>
                  <a:pt x="647700" y="0"/>
                </a:lnTo>
              </a:path>
            </a:pathLst>
          </a:custGeom>
          <a:noFill/>
          <a:ln w="12700" cap="flat" cmpd="sng" algn="ctr">
            <a:solidFill>
              <a:schemeClr val="bg1">
                <a:lumMod val="60000"/>
                <a:lumOff val="40000"/>
              </a:schemeClr>
            </a:solidFill>
            <a:prstDash val="solid"/>
            <a:headEnd type="oval" w="med" len="med"/>
            <a:tailEnd type="stealth" w="med" len="me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000000"/>
              </a:solidFill>
              <a:latin typeface="思源黑体 CN Medium"/>
              <a:ea typeface="思源黑体 CN Medium"/>
              <a:cs typeface="思源黑体 CN Medium"/>
              <a:sym typeface="思源黑体 CN Medium"/>
            </a:endParaRPr>
          </a:p>
        </p:txBody>
      </p:sp>
      <p:grpSp>
        <p:nvGrpSpPr>
          <p:cNvPr id="31" name="组合 35"/>
          <p:cNvGrpSpPr/>
          <p:nvPr/>
        </p:nvGrpSpPr>
        <p:grpSpPr>
          <a:xfrm>
            <a:off x="3888438" y="3238502"/>
            <a:ext cx="1028383" cy="1041400"/>
            <a:chOff x="3137297" y="2428875"/>
            <a:chExt cx="771525" cy="781050"/>
          </a:xfrm>
        </p:grpSpPr>
        <p:sp>
          <p:nvSpPr>
            <p:cNvPr id="5" name="Freeform 19"/>
            <p:cNvSpPr/>
            <p:nvPr/>
          </p:nvSpPr>
          <p:spPr>
            <a:xfrm>
              <a:off x="3137297" y="2428875"/>
              <a:ext cx="771525" cy="781050"/>
            </a:xfrm>
            <a:custGeom>
              <a:avLst/>
              <a:gdLst>
                <a:gd name="T0" fmla="*/ 15 w 101"/>
                <a:gd name="T1" fmla="*/ 31 h 102"/>
                <a:gd name="T2" fmla="*/ 21 w 101"/>
                <a:gd name="T3" fmla="*/ 5 h 102"/>
                <a:gd name="T4" fmla="*/ 26 w 101"/>
                <a:gd name="T5" fmla="*/ 1 h 102"/>
                <a:gd name="T6" fmla="*/ 32 w 101"/>
                <a:gd name="T7" fmla="*/ 2 h 102"/>
                <a:gd name="T8" fmla="*/ 95 w 101"/>
                <a:gd name="T9" fmla="*/ 41 h 102"/>
                <a:gd name="T10" fmla="*/ 101 w 101"/>
                <a:gd name="T11" fmla="*/ 51 h 102"/>
                <a:gd name="T12" fmla="*/ 94 w 101"/>
                <a:gd name="T13" fmla="*/ 63 h 102"/>
                <a:gd name="T14" fmla="*/ 6 w 101"/>
                <a:gd name="T15" fmla="*/ 102 h 102"/>
                <a:gd name="T16" fmla="*/ 2 w 101"/>
                <a:gd name="T17" fmla="*/ 101 h 102"/>
                <a:gd name="T18" fmla="*/ 0 w 101"/>
                <a:gd name="T19" fmla="*/ 97 h 102"/>
                <a:gd name="T20" fmla="*/ 5 w 101"/>
                <a:gd name="T21" fmla="*/ 77 h 102"/>
                <a:gd name="T22" fmla="*/ 15 w 101"/>
                <a:gd name="T23" fmla="*/ 3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1" h="102">
                  <a:moveTo>
                    <a:pt x="15" y="31"/>
                  </a:moveTo>
                  <a:cubicBezTo>
                    <a:pt x="21" y="5"/>
                    <a:pt x="21" y="5"/>
                    <a:pt x="21" y="5"/>
                  </a:cubicBezTo>
                  <a:cubicBezTo>
                    <a:pt x="21" y="5"/>
                    <a:pt x="22" y="2"/>
                    <a:pt x="26" y="1"/>
                  </a:cubicBezTo>
                  <a:cubicBezTo>
                    <a:pt x="29" y="0"/>
                    <a:pt x="32" y="2"/>
                    <a:pt x="32" y="2"/>
                  </a:cubicBezTo>
                  <a:cubicBezTo>
                    <a:pt x="95" y="41"/>
                    <a:pt x="95" y="41"/>
                    <a:pt x="95" y="41"/>
                  </a:cubicBezTo>
                  <a:cubicBezTo>
                    <a:pt x="95" y="41"/>
                    <a:pt x="101" y="46"/>
                    <a:pt x="101" y="51"/>
                  </a:cubicBezTo>
                  <a:cubicBezTo>
                    <a:pt x="101" y="60"/>
                    <a:pt x="94" y="63"/>
                    <a:pt x="94" y="63"/>
                  </a:cubicBezTo>
                  <a:cubicBezTo>
                    <a:pt x="6" y="102"/>
                    <a:pt x="6" y="102"/>
                    <a:pt x="6" y="102"/>
                  </a:cubicBezTo>
                  <a:cubicBezTo>
                    <a:pt x="6" y="102"/>
                    <a:pt x="3" y="102"/>
                    <a:pt x="2" y="101"/>
                  </a:cubicBezTo>
                  <a:cubicBezTo>
                    <a:pt x="0" y="99"/>
                    <a:pt x="0" y="97"/>
                    <a:pt x="0" y="97"/>
                  </a:cubicBezTo>
                  <a:cubicBezTo>
                    <a:pt x="5" y="77"/>
                    <a:pt x="5" y="77"/>
                    <a:pt x="5" y="77"/>
                  </a:cubicBezTo>
                  <a:lnTo>
                    <a:pt x="15" y="31"/>
                  </a:lnTo>
                  <a:close/>
                </a:path>
              </a:pathLst>
            </a:custGeom>
            <a:solidFill>
              <a:schemeClr val="accent1"/>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0" name="Freeform 6"/>
            <p:cNvSpPr>
              <a:spLocks noChangeAspect="1" noEditPoints="1"/>
            </p:cNvSpPr>
            <p:nvPr/>
          </p:nvSpPr>
          <p:spPr>
            <a:xfrm>
              <a:off x="3469482" y="2717006"/>
              <a:ext cx="170260" cy="180975"/>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ysClr val="window" lastClr="FFFFFF"/>
            </a:solidFill>
            <a:ln>
              <a:noFill/>
            </a:ln>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en-US" sz="2000">
                <a:solidFill>
                  <a:prstClr val="black"/>
                </a:solidFill>
                <a:latin typeface="思源黑体 CN Medium"/>
                <a:ea typeface="思源黑体 CN Medium"/>
                <a:cs typeface="思源黑体 CN Medium"/>
                <a:sym typeface="思源黑体 CN Medium"/>
              </a:endParaRPr>
            </a:p>
          </p:txBody>
        </p:sp>
      </p:grpSp>
      <p:grpSp>
        <p:nvGrpSpPr>
          <p:cNvPr id="32" name="组合 39"/>
          <p:cNvGrpSpPr/>
          <p:nvPr/>
        </p:nvGrpSpPr>
        <p:grpSpPr>
          <a:xfrm>
            <a:off x="6527632" y="2754317"/>
            <a:ext cx="1937741" cy="1908175"/>
            <a:chOff x="5117306" y="2065735"/>
            <a:chExt cx="1453754" cy="1431131"/>
          </a:xfrm>
        </p:grpSpPr>
        <p:sp>
          <p:nvSpPr>
            <p:cNvPr id="2" name="Freeform 17"/>
            <p:cNvSpPr>
              <a:spLocks noChangeAspect="1"/>
            </p:cNvSpPr>
            <p:nvPr/>
          </p:nvSpPr>
          <p:spPr>
            <a:xfrm>
              <a:off x="5117306" y="2065735"/>
              <a:ext cx="1453754" cy="1431131"/>
            </a:xfrm>
            <a:custGeom>
              <a:avLst/>
              <a:gdLst>
                <a:gd name="T0" fmla="*/ 145 w 145"/>
                <a:gd name="T1" fmla="*/ 74 h 143"/>
                <a:gd name="T2" fmla="*/ 133 w 145"/>
                <a:gd name="T3" fmla="*/ 88 h 143"/>
                <a:gd name="T4" fmla="*/ 8 w 145"/>
                <a:gd name="T5" fmla="*/ 143 h 143"/>
                <a:gd name="T6" fmla="*/ 2 w 145"/>
                <a:gd name="T7" fmla="*/ 141 h 143"/>
                <a:gd name="T8" fmla="*/ 0 w 145"/>
                <a:gd name="T9" fmla="*/ 135 h 143"/>
                <a:gd name="T10" fmla="*/ 6 w 145"/>
                <a:gd name="T11" fmla="*/ 108 h 143"/>
                <a:gd name="T12" fmla="*/ 50 w 145"/>
                <a:gd name="T13" fmla="*/ 73 h 143"/>
                <a:gd name="T14" fmla="*/ 21 w 145"/>
                <a:gd name="T15" fmla="*/ 44 h 143"/>
                <a:gd name="T16" fmla="*/ 29 w 145"/>
                <a:gd name="T17" fmla="*/ 8 h 143"/>
                <a:gd name="T18" fmla="*/ 36 w 145"/>
                <a:gd name="T19" fmla="*/ 1 h 143"/>
                <a:gd name="T20" fmla="*/ 44 w 145"/>
                <a:gd name="T21" fmla="*/ 3 h 143"/>
                <a:gd name="T22" fmla="*/ 138 w 145"/>
                <a:gd name="T23" fmla="*/ 61 h 143"/>
                <a:gd name="T24" fmla="*/ 145 w 145"/>
                <a:gd name="T25" fmla="*/ 7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143">
                  <a:moveTo>
                    <a:pt x="145" y="74"/>
                  </a:moveTo>
                  <a:cubicBezTo>
                    <a:pt x="145" y="82"/>
                    <a:pt x="133" y="88"/>
                    <a:pt x="133" y="88"/>
                  </a:cubicBezTo>
                  <a:cubicBezTo>
                    <a:pt x="8" y="143"/>
                    <a:pt x="8" y="143"/>
                    <a:pt x="8" y="143"/>
                  </a:cubicBezTo>
                  <a:cubicBezTo>
                    <a:pt x="8" y="143"/>
                    <a:pt x="4" y="143"/>
                    <a:pt x="2" y="141"/>
                  </a:cubicBezTo>
                  <a:cubicBezTo>
                    <a:pt x="0" y="139"/>
                    <a:pt x="0" y="135"/>
                    <a:pt x="0" y="135"/>
                  </a:cubicBezTo>
                  <a:cubicBezTo>
                    <a:pt x="6" y="108"/>
                    <a:pt x="6" y="108"/>
                    <a:pt x="6" y="108"/>
                  </a:cubicBezTo>
                  <a:cubicBezTo>
                    <a:pt x="6" y="108"/>
                    <a:pt x="50" y="92"/>
                    <a:pt x="50" y="73"/>
                  </a:cubicBezTo>
                  <a:cubicBezTo>
                    <a:pt x="49" y="57"/>
                    <a:pt x="21" y="44"/>
                    <a:pt x="21" y="44"/>
                  </a:cubicBezTo>
                  <a:cubicBezTo>
                    <a:pt x="29" y="8"/>
                    <a:pt x="29" y="8"/>
                    <a:pt x="29" y="8"/>
                  </a:cubicBezTo>
                  <a:cubicBezTo>
                    <a:pt x="29" y="8"/>
                    <a:pt x="31" y="3"/>
                    <a:pt x="36" y="1"/>
                  </a:cubicBezTo>
                  <a:cubicBezTo>
                    <a:pt x="40" y="0"/>
                    <a:pt x="44" y="3"/>
                    <a:pt x="44" y="3"/>
                  </a:cubicBezTo>
                  <a:cubicBezTo>
                    <a:pt x="138" y="61"/>
                    <a:pt x="138" y="61"/>
                    <a:pt x="138" y="61"/>
                  </a:cubicBezTo>
                  <a:cubicBezTo>
                    <a:pt x="138" y="61"/>
                    <a:pt x="145" y="65"/>
                    <a:pt x="145" y="74"/>
                  </a:cubicBezTo>
                  <a:close/>
                </a:path>
              </a:pathLst>
            </a:custGeom>
            <a:solidFill>
              <a:schemeClr val="accent4"/>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1" name="Freeform 26"/>
            <p:cNvSpPr>
              <a:spLocks noChangeAspect="1"/>
            </p:cNvSpPr>
            <p:nvPr/>
          </p:nvSpPr>
          <p:spPr>
            <a:xfrm>
              <a:off x="5865019" y="2717007"/>
              <a:ext cx="182166" cy="18931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ysClr val="window" lastClr="FFFFFF"/>
            </a:solidFill>
            <a:ln>
              <a:noFill/>
            </a:ln>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en-US" sz="2000">
                <a:solidFill>
                  <a:prstClr val="black"/>
                </a:solidFill>
                <a:latin typeface="思源黑体 CN Medium"/>
                <a:ea typeface="思源黑体 CN Medium"/>
                <a:cs typeface="思源黑体 CN Medium"/>
                <a:sym typeface="思源黑体 CN Medium"/>
              </a:endParaRPr>
            </a:p>
          </p:txBody>
        </p:sp>
      </p:grpSp>
      <p:grpSp>
        <p:nvGrpSpPr>
          <p:cNvPr id="33" name="组合 37"/>
          <p:cNvGrpSpPr/>
          <p:nvPr/>
        </p:nvGrpSpPr>
        <p:grpSpPr>
          <a:xfrm>
            <a:off x="4610524" y="3113092"/>
            <a:ext cx="1295000" cy="1265237"/>
            <a:chOff x="3679031" y="2334816"/>
            <a:chExt cx="971550" cy="948928"/>
          </a:xfrm>
        </p:grpSpPr>
        <p:sp>
          <p:nvSpPr>
            <p:cNvPr id="4" name="Freeform 18"/>
            <p:cNvSpPr/>
            <p:nvPr/>
          </p:nvSpPr>
          <p:spPr>
            <a:xfrm>
              <a:off x="3679031" y="2334816"/>
              <a:ext cx="971550" cy="948928"/>
            </a:xfrm>
            <a:custGeom>
              <a:avLst/>
              <a:gdLst>
                <a:gd name="T0" fmla="*/ 127 w 127"/>
                <a:gd name="T1" fmla="*/ 64 h 124"/>
                <a:gd name="T2" fmla="*/ 117 w 127"/>
                <a:gd name="T3" fmla="*/ 76 h 124"/>
                <a:gd name="T4" fmla="*/ 8 w 127"/>
                <a:gd name="T5" fmla="*/ 124 h 124"/>
                <a:gd name="T6" fmla="*/ 2 w 127"/>
                <a:gd name="T7" fmla="*/ 123 h 124"/>
                <a:gd name="T8" fmla="*/ 1 w 127"/>
                <a:gd name="T9" fmla="*/ 118 h 124"/>
                <a:gd name="T10" fmla="*/ 6 w 127"/>
                <a:gd name="T11" fmla="*/ 94 h 124"/>
                <a:gd name="T12" fmla="*/ 39 w 127"/>
                <a:gd name="T13" fmla="*/ 62 h 124"/>
                <a:gd name="T14" fmla="*/ 19 w 127"/>
                <a:gd name="T15" fmla="*/ 38 h 124"/>
                <a:gd name="T16" fmla="*/ 26 w 127"/>
                <a:gd name="T17" fmla="*/ 6 h 124"/>
                <a:gd name="T18" fmla="*/ 32 w 127"/>
                <a:gd name="T19" fmla="*/ 1 h 124"/>
                <a:gd name="T20" fmla="*/ 39 w 127"/>
                <a:gd name="T21" fmla="*/ 2 h 124"/>
                <a:gd name="T22" fmla="*/ 121 w 127"/>
                <a:gd name="T23" fmla="*/ 52 h 124"/>
                <a:gd name="T24" fmla="*/ 127 w 127"/>
                <a:gd name="T25"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24">
                  <a:moveTo>
                    <a:pt x="127" y="64"/>
                  </a:moveTo>
                  <a:cubicBezTo>
                    <a:pt x="127" y="71"/>
                    <a:pt x="117" y="76"/>
                    <a:pt x="117" y="76"/>
                  </a:cubicBezTo>
                  <a:cubicBezTo>
                    <a:pt x="8" y="124"/>
                    <a:pt x="8" y="124"/>
                    <a:pt x="8" y="124"/>
                  </a:cubicBezTo>
                  <a:cubicBezTo>
                    <a:pt x="8" y="124"/>
                    <a:pt x="4" y="124"/>
                    <a:pt x="2" y="123"/>
                  </a:cubicBezTo>
                  <a:cubicBezTo>
                    <a:pt x="0" y="121"/>
                    <a:pt x="1" y="118"/>
                    <a:pt x="1" y="118"/>
                  </a:cubicBezTo>
                  <a:cubicBezTo>
                    <a:pt x="6" y="94"/>
                    <a:pt x="6" y="94"/>
                    <a:pt x="6" y="94"/>
                  </a:cubicBezTo>
                  <a:cubicBezTo>
                    <a:pt x="6" y="94"/>
                    <a:pt x="39" y="81"/>
                    <a:pt x="39" y="62"/>
                  </a:cubicBezTo>
                  <a:cubicBezTo>
                    <a:pt x="40" y="48"/>
                    <a:pt x="19" y="38"/>
                    <a:pt x="19" y="38"/>
                  </a:cubicBezTo>
                  <a:cubicBezTo>
                    <a:pt x="26" y="6"/>
                    <a:pt x="26" y="6"/>
                    <a:pt x="26" y="6"/>
                  </a:cubicBezTo>
                  <a:cubicBezTo>
                    <a:pt x="26" y="6"/>
                    <a:pt x="28" y="2"/>
                    <a:pt x="32" y="1"/>
                  </a:cubicBezTo>
                  <a:cubicBezTo>
                    <a:pt x="36" y="0"/>
                    <a:pt x="39" y="2"/>
                    <a:pt x="39" y="2"/>
                  </a:cubicBezTo>
                  <a:cubicBezTo>
                    <a:pt x="121" y="52"/>
                    <a:pt x="121" y="52"/>
                    <a:pt x="121" y="52"/>
                  </a:cubicBezTo>
                  <a:cubicBezTo>
                    <a:pt x="121" y="52"/>
                    <a:pt x="127" y="57"/>
                    <a:pt x="127" y="64"/>
                  </a:cubicBezTo>
                  <a:close/>
                </a:path>
              </a:pathLst>
            </a:custGeom>
            <a:solidFill>
              <a:schemeClr val="accent2"/>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2" name="Freeform 442"/>
            <p:cNvSpPr>
              <a:spLocks noEditPoints="1"/>
            </p:cNvSpPr>
            <p:nvPr/>
          </p:nvSpPr>
          <p:spPr>
            <a:xfrm>
              <a:off x="4106466" y="2730103"/>
              <a:ext cx="194072" cy="166688"/>
            </a:xfrm>
            <a:custGeom>
              <a:avLst/>
              <a:gdLst>
                <a:gd name="T0" fmla="*/ 278 w 288"/>
                <a:gd name="T1" fmla="*/ 0 h 246"/>
                <a:gd name="T2" fmla="*/ 52 w 288"/>
                <a:gd name="T3" fmla="*/ 0 h 246"/>
                <a:gd name="T4" fmla="*/ 42 w 288"/>
                <a:gd name="T5" fmla="*/ 10 h 246"/>
                <a:gd name="T6" fmla="*/ 42 w 288"/>
                <a:gd name="T7" fmla="*/ 43 h 246"/>
                <a:gd name="T8" fmla="*/ 10 w 288"/>
                <a:gd name="T9" fmla="*/ 43 h 246"/>
                <a:gd name="T10" fmla="*/ 0 w 288"/>
                <a:gd name="T11" fmla="*/ 53 h 246"/>
                <a:gd name="T12" fmla="*/ 0 w 288"/>
                <a:gd name="T13" fmla="*/ 219 h 246"/>
                <a:gd name="T14" fmla="*/ 27 w 288"/>
                <a:gd name="T15" fmla="*/ 246 h 246"/>
                <a:gd name="T16" fmla="*/ 52 w 288"/>
                <a:gd name="T17" fmla="*/ 246 h 246"/>
                <a:gd name="T18" fmla="*/ 241 w 288"/>
                <a:gd name="T19" fmla="*/ 246 h 246"/>
                <a:gd name="T20" fmla="*/ 278 w 288"/>
                <a:gd name="T21" fmla="*/ 246 h 246"/>
                <a:gd name="T22" fmla="*/ 288 w 288"/>
                <a:gd name="T23" fmla="*/ 236 h 246"/>
                <a:gd name="T24" fmla="*/ 288 w 288"/>
                <a:gd name="T25" fmla="*/ 10 h 246"/>
                <a:gd name="T26" fmla="*/ 278 w 288"/>
                <a:gd name="T27" fmla="*/ 0 h 246"/>
                <a:gd name="T28" fmla="*/ 271 w 288"/>
                <a:gd name="T29" fmla="*/ 229 h 246"/>
                <a:gd name="T30" fmla="*/ 241 w 288"/>
                <a:gd name="T31" fmla="*/ 229 h 246"/>
                <a:gd name="T32" fmla="*/ 52 w 288"/>
                <a:gd name="T33" fmla="*/ 229 h 246"/>
                <a:gd name="T34" fmla="*/ 27 w 288"/>
                <a:gd name="T35" fmla="*/ 229 h 246"/>
                <a:gd name="T36" fmla="*/ 17 w 288"/>
                <a:gd name="T37" fmla="*/ 219 h 246"/>
                <a:gd name="T38" fmla="*/ 17 w 288"/>
                <a:gd name="T39" fmla="*/ 60 h 246"/>
                <a:gd name="T40" fmla="*/ 42 w 288"/>
                <a:gd name="T41" fmla="*/ 60 h 246"/>
                <a:gd name="T42" fmla="*/ 42 w 288"/>
                <a:gd name="T43" fmla="*/ 214 h 246"/>
                <a:gd name="T44" fmla="*/ 59 w 288"/>
                <a:gd name="T45" fmla="*/ 214 h 246"/>
                <a:gd name="T46" fmla="*/ 59 w 288"/>
                <a:gd name="T47" fmla="*/ 60 h 246"/>
                <a:gd name="T48" fmla="*/ 59 w 288"/>
                <a:gd name="T49" fmla="*/ 60 h 246"/>
                <a:gd name="T50" fmla="*/ 59 w 288"/>
                <a:gd name="T51" fmla="*/ 43 h 246"/>
                <a:gd name="T52" fmla="*/ 59 w 288"/>
                <a:gd name="T53" fmla="*/ 17 h 246"/>
                <a:gd name="T54" fmla="*/ 271 w 288"/>
                <a:gd name="T55" fmla="*/ 17 h 246"/>
                <a:gd name="T56" fmla="*/ 271 w 288"/>
                <a:gd name="T57" fmla="*/ 22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246">
                  <a:moveTo>
                    <a:pt x="278" y="0"/>
                  </a:moveTo>
                  <a:cubicBezTo>
                    <a:pt x="52" y="0"/>
                    <a:pt x="52" y="0"/>
                    <a:pt x="52" y="0"/>
                  </a:cubicBezTo>
                  <a:cubicBezTo>
                    <a:pt x="44" y="0"/>
                    <a:pt x="42" y="2"/>
                    <a:pt x="42" y="10"/>
                  </a:cubicBezTo>
                  <a:cubicBezTo>
                    <a:pt x="42" y="43"/>
                    <a:pt x="42" y="43"/>
                    <a:pt x="42" y="43"/>
                  </a:cubicBezTo>
                  <a:cubicBezTo>
                    <a:pt x="10" y="43"/>
                    <a:pt x="10" y="43"/>
                    <a:pt x="10" y="43"/>
                  </a:cubicBezTo>
                  <a:cubicBezTo>
                    <a:pt x="2" y="43"/>
                    <a:pt x="0" y="45"/>
                    <a:pt x="0" y="53"/>
                  </a:cubicBezTo>
                  <a:cubicBezTo>
                    <a:pt x="0" y="219"/>
                    <a:pt x="0" y="219"/>
                    <a:pt x="0" y="219"/>
                  </a:cubicBezTo>
                  <a:cubicBezTo>
                    <a:pt x="0" y="231"/>
                    <a:pt x="14" y="246"/>
                    <a:pt x="27" y="246"/>
                  </a:cubicBezTo>
                  <a:cubicBezTo>
                    <a:pt x="52" y="246"/>
                    <a:pt x="52" y="246"/>
                    <a:pt x="52" y="246"/>
                  </a:cubicBezTo>
                  <a:cubicBezTo>
                    <a:pt x="241" y="246"/>
                    <a:pt x="241" y="246"/>
                    <a:pt x="241" y="246"/>
                  </a:cubicBezTo>
                  <a:cubicBezTo>
                    <a:pt x="278" y="246"/>
                    <a:pt x="278" y="246"/>
                    <a:pt x="278" y="246"/>
                  </a:cubicBezTo>
                  <a:cubicBezTo>
                    <a:pt x="286" y="246"/>
                    <a:pt x="288" y="244"/>
                    <a:pt x="288" y="236"/>
                  </a:cubicBezTo>
                  <a:cubicBezTo>
                    <a:pt x="288" y="10"/>
                    <a:pt x="288" y="10"/>
                    <a:pt x="288" y="10"/>
                  </a:cubicBezTo>
                  <a:cubicBezTo>
                    <a:pt x="288" y="2"/>
                    <a:pt x="286" y="0"/>
                    <a:pt x="278" y="0"/>
                  </a:cubicBezTo>
                  <a:close/>
                  <a:moveTo>
                    <a:pt x="271" y="229"/>
                  </a:moveTo>
                  <a:cubicBezTo>
                    <a:pt x="241" y="229"/>
                    <a:pt x="241" y="229"/>
                    <a:pt x="241" y="229"/>
                  </a:cubicBezTo>
                  <a:cubicBezTo>
                    <a:pt x="52" y="229"/>
                    <a:pt x="52" y="229"/>
                    <a:pt x="52" y="229"/>
                  </a:cubicBezTo>
                  <a:cubicBezTo>
                    <a:pt x="27" y="229"/>
                    <a:pt x="27" y="229"/>
                    <a:pt x="27" y="229"/>
                  </a:cubicBezTo>
                  <a:cubicBezTo>
                    <a:pt x="24" y="229"/>
                    <a:pt x="17" y="222"/>
                    <a:pt x="17" y="219"/>
                  </a:cubicBezTo>
                  <a:cubicBezTo>
                    <a:pt x="17" y="60"/>
                    <a:pt x="17" y="60"/>
                    <a:pt x="17" y="60"/>
                  </a:cubicBezTo>
                  <a:cubicBezTo>
                    <a:pt x="42" y="60"/>
                    <a:pt x="42" y="60"/>
                    <a:pt x="42" y="60"/>
                  </a:cubicBezTo>
                  <a:cubicBezTo>
                    <a:pt x="42" y="214"/>
                    <a:pt x="42" y="214"/>
                    <a:pt x="42" y="214"/>
                  </a:cubicBezTo>
                  <a:cubicBezTo>
                    <a:pt x="59" y="214"/>
                    <a:pt x="59" y="214"/>
                    <a:pt x="59" y="214"/>
                  </a:cubicBezTo>
                  <a:cubicBezTo>
                    <a:pt x="59" y="60"/>
                    <a:pt x="59" y="60"/>
                    <a:pt x="59" y="60"/>
                  </a:cubicBezTo>
                  <a:cubicBezTo>
                    <a:pt x="59" y="60"/>
                    <a:pt x="59" y="60"/>
                    <a:pt x="59" y="60"/>
                  </a:cubicBezTo>
                  <a:cubicBezTo>
                    <a:pt x="59" y="43"/>
                    <a:pt x="59" y="43"/>
                    <a:pt x="59" y="43"/>
                  </a:cubicBezTo>
                  <a:cubicBezTo>
                    <a:pt x="59" y="17"/>
                    <a:pt x="59" y="17"/>
                    <a:pt x="59" y="17"/>
                  </a:cubicBezTo>
                  <a:cubicBezTo>
                    <a:pt x="271" y="17"/>
                    <a:pt x="271" y="17"/>
                    <a:pt x="271" y="17"/>
                  </a:cubicBezTo>
                  <a:lnTo>
                    <a:pt x="271" y="229"/>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3" name="Rectangle 443"/>
            <p:cNvSpPr>
              <a:spLocks noChangeArrowheads="1"/>
            </p:cNvSpPr>
            <p:nvPr/>
          </p:nvSpPr>
          <p:spPr>
            <a:xfrm>
              <a:off x="4161235" y="2757488"/>
              <a:ext cx="51197" cy="51197"/>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4" name="Rectangle 444"/>
            <p:cNvSpPr>
              <a:spLocks noChangeArrowheads="1"/>
            </p:cNvSpPr>
            <p:nvPr/>
          </p:nvSpPr>
          <p:spPr>
            <a:xfrm>
              <a:off x="4229100" y="2764632"/>
              <a:ext cx="42863" cy="83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5" name="Rectangle 445"/>
            <p:cNvSpPr>
              <a:spLocks noChangeArrowheads="1"/>
            </p:cNvSpPr>
            <p:nvPr/>
          </p:nvSpPr>
          <p:spPr>
            <a:xfrm>
              <a:off x="4229100" y="2790825"/>
              <a:ext cx="42863" cy="8335"/>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6" name="Rectangle 446"/>
            <p:cNvSpPr>
              <a:spLocks noChangeArrowheads="1"/>
            </p:cNvSpPr>
            <p:nvPr/>
          </p:nvSpPr>
          <p:spPr>
            <a:xfrm>
              <a:off x="4161235" y="2826544"/>
              <a:ext cx="110728" cy="83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sp>
          <p:nvSpPr>
            <p:cNvPr id="17" name="Rectangle 447"/>
            <p:cNvSpPr>
              <a:spLocks noChangeArrowheads="1"/>
            </p:cNvSpPr>
            <p:nvPr/>
          </p:nvSpPr>
          <p:spPr>
            <a:xfrm>
              <a:off x="4161235" y="2853928"/>
              <a:ext cx="110728" cy="8334"/>
            </a:xfrm>
            <a:prstGeom prst="rect">
              <a:avLst/>
            </a:prstGeom>
            <a:solidFill>
              <a:srgbClr val="FCFCF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2400">
                <a:solidFill>
                  <a:srgbClr val="000000"/>
                </a:solidFill>
                <a:latin typeface="思源黑体 CN Medium"/>
                <a:ea typeface="思源黑体 CN Medium"/>
                <a:cs typeface="思源黑体 CN Medium"/>
                <a:sym typeface="思源黑体 CN Medium"/>
              </a:endParaRPr>
            </a:p>
          </p:txBody>
        </p:sp>
      </p:grpSp>
      <p:grpSp>
        <p:nvGrpSpPr>
          <p:cNvPr id="34" name="组合 38"/>
          <p:cNvGrpSpPr/>
          <p:nvPr/>
        </p:nvGrpSpPr>
        <p:grpSpPr>
          <a:xfrm>
            <a:off x="5529408" y="2994030"/>
            <a:ext cx="1480680" cy="1457325"/>
            <a:chOff x="4368404" y="2245519"/>
            <a:chExt cx="1110853" cy="1092994"/>
          </a:xfrm>
        </p:grpSpPr>
        <p:sp>
          <p:nvSpPr>
            <p:cNvPr id="3" name="Freeform 17"/>
            <p:cNvSpPr/>
            <p:nvPr/>
          </p:nvSpPr>
          <p:spPr>
            <a:xfrm>
              <a:off x="4368404" y="2245519"/>
              <a:ext cx="1110853" cy="1092994"/>
            </a:xfrm>
            <a:custGeom>
              <a:avLst/>
              <a:gdLst>
                <a:gd name="T0" fmla="*/ 145 w 145"/>
                <a:gd name="T1" fmla="*/ 74 h 143"/>
                <a:gd name="T2" fmla="*/ 133 w 145"/>
                <a:gd name="T3" fmla="*/ 88 h 143"/>
                <a:gd name="T4" fmla="*/ 8 w 145"/>
                <a:gd name="T5" fmla="*/ 143 h 143"/>
                <a:gd name="T6" fmla="*/ 2 w 145"/>
                <a:gd name="T7" fmla="*/ 141 h 143"/>
                <a:gd name="T8" fmla="*/ 0 w 145"/>
                <a:gd name="T9" fmla="*/ 135 h 143"/>
                <a:gd name="T10" fmla="*/ 6 w 145"/>
                <a:gd name="T11" fmla="*/ 108 h 143"/>
                <a:gd name="T12" fmla="*/ 50 w 145"/>
                <a:gd name="T13" fmla="*/ 73 h 143"/>
                <a:gd name="T14" fmla="*/ 21 w 145"/>
                <a:gd name="T15" fmla="*/ 44 h 143"/>
                <a:gd name="T16" fmla="*/ 29 w 145"/>
                <a:gd name="T17" fmla="*/ 8 h 143"/>
                <a:gd name="T18" fmla="*/ 36 w 145"/>
                <a:gd name="T19" fmla="*/ 1 h 143"/>
                <a:gd name="T20" fmla="*/ 44 w 145"/>
                <a:gd name="T21" fmla="*/ 3 h 143"/>
                <a:gd name="T22" fmla="*/ 138 w 145"/>
                <a:gd name="T23" fmla="*/ 61 h 143"/>
                <a:gd name="T24" fmla="*/ 145 w 145"/>
                <a:gd name="T25" fmla="*/ 7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5" h="143">
                  <a:moveTo>
                    <a:pt x="145" y="74"/>
                  </a:moveTo>
                  <a:cubicBezTo>
                    <a:pt x="145" y="82"/>
                    <a:pt x="133" y="88"/>
                    <a:pt x="133" y="88"/>
                  </a:cubicBezTo>
                  <a:cubicBezTo>
                    <a:pt x="8" y="143"/>
                    <a:pt x="8" y="143"/>
                    <a:pt x="8" y="143"/>
                  </a:cubicBezTo>
                  <a:cubicBezTo>
                    <a:pt x="8" y="143"/>
                    <a:pt x="4" y="143"/>
                    <a:pt x="2" y="141"/>
                  </a:cubicBezTo>
                  <a:cubicBezTo>
                    <a:pt x="0" y="139"/>
                    <a:pt x="0" y="135"/>
                    <a:pt x="0" y="135"/>
                  </a:cubicBezTo>
                  <a:cubicBezTo>
                    <a:pt x="6" y="108"/>
                    <a:pt x="6" y="108"/>
                    <a:pt x="6" y="108"/>
                  </a:cubicBezTo>
                  <a:cubicBezTo>
                    <a:pt x="6" y="108"/>
                    <a:pt x="50" y="92"/>
                    <a:pt x="50" y="73"/>
                  </a:cubicBezTo>
                  <a:cubicBezTo>
                    <a:pt x="49" y="57"/>
                    <a:pt x="21" y="44"/>
                    <a:pt x="21" y="44"/>
                  </a:cubicBezTo>
                  <a:cubicBezTo>
                    <a:pt x="29" y="8"/>
                    <a:pt x="29" y="8"/>
                    <a:pt x="29" y="8"/>
                  </a:cubicBezTo>
                  <a:cubicBezTo>
                    <a:pt x="29" y="8"/>
                    <a:pt x="31" y="3"/>
                    <a:pt x="36" y="1"/>
                  </a:cubicBezTo>
                  <a:cubicBezTo>
                    <a:pt x="40" y="0"/>
                    <a:pt x="44" y="3"/>
                    <a:pt x="44" y="3"/>
                  </a:cubicBezTo>
                  <a:cubicBezTo>
                    <a:pt x="138" y="61"/>
                    <a:pt x="138" y="61"/>
                    <a:pt x="138" y="61"/>
                  </a:cubicBezTo>
                  <a:cubicBezTo>
                    <a:pt x="138" y="61"/>
                    <a:pt x="145" y="65"/>
                    <a:pt x="145" y="74"/>
                  </a:cubicBezTo>
                  <a:close/>
                </a:path>
              </a:pathLst>
            </a:custGeom>
            <a:solidFill>
              <a:schemeClr val="accent3"/>
            </a:solidFill>
            <a:ln w="3175" cap="flat" cmpd="sng" algn="ctr">
              <a:noFill/>
              <a:prstDash val="solid"/>
            </a:ln>
            <a:effectLst/>
          </p:spPr>
          <p:txBody>
            <a:bodyPr lIns="91412" tIns="45706" rIns="91412" bIns="4570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defRPr/>
              </a:pPr>
              <a:endParaRPr lang="zh-CN" altLang="en-US" sz="1065">
                <a:solidFill>
                  <a:srgbClr val="FFFFFF"/>
                </a:solidFill>
                <a:latin typeface="思源黑体 CN Medium"/>
                <a:ea typeface="思源黑体 CN Medium"/>
                <a:cs typeface="思源黑体 CN Medium"/>
                <a:sym typeface="思源黑体 CN Medium"/>
              </a:endParaRPr>
            </a:p>
          </p:txBody>
        </p:sp>
        <p:sp>
          <p:nvSpPr>
            <p:cNvPr id="18" name="Oval 56"/>
            <p:cNvSpPr>
              <a:spLocks noChangeArrowheads="1"/>
            </p:cNvSpPr>
            <p:nvPr/>
          </p:nvSpPr>
          <p:spPr>
            <a:xfrm>
              <a:off x="4924425" y="2700338"/>
              <a:ext cx="226219" cy="226219"/>
            </a:xfrm>
            <a:prstGeom prst="ellipse">
              <a:avLst/>
            </a:pr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19" name="Freeform 57"/>
            <p:cNvSpPr/>
            <p:nvPr/>
          </p:nvSpPr>
          <p:spPr>
            <a:xfrm>
              <a:off x="4958954" y="2730104"/>
              <a:ext cx="116681" cy="105965"/>
            </a:xfrm>
            <a:custGeom>
              <a:avLst/>
              <a:gdLst>
                <a:gd name="T0" fmla="*/ 8 w 95"/>
                <a:gd name="T1" fmla="*/ 33 h 87"/>
                <a:gd name="T2" fmla="*/ 29 w 95"/>
                <a:gd name="T3" fmla="*/ 74 h 87"/>
                <a:gd name="T4" fmla="*/ 57 w 95"/>
                <a:gd name="T5" fmla="*/ 85 h 87"/>
                <a:gd name="T6" fmla="*/ 54 w 95"/>
                <a:gd name="T7" fmla="*/ 81 h 87"/>
                <a:gd name="T8" fmla="*/ 48 w 95"/>
                <a:gd name="T9" fmla="*/ 76 h 87"/>
                <a:gd name="T10" fmla="*/ 45 w 95"/>
                <a:gd name="T11" fmla="*/ 67 h 87"/>
                <a:gd name="T12" fmla="*/ 36 w 95"/>
                <a:gd name="T13" fmla="*/ 64 h 87"/>
                <a:gd name="T14" fmla="*/ 45 w 95"/>
                <a:gd name="T15" fmla="*/ 52 h 87"/>
                <a:gd name="T16" fmla="*/ 71 w 95"/>
                <a:gd name="T17" fmla="*/ 33 h 87"/>
                <a:gd name="T18" fmla="*/ 43 w 95"/>
                <a:gd name="T19" fmla="*/ 3 h 87"/>
                <a:gd name="T20" fmla="*/ 6 w 95"/>
                <a:gd name="T21" fmla="*/ 14 h 87"/>
                <a:gd name="T22" fmla="*/ 8 w 95"/>
                <a:gd name="T23" fmla="*/ 3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5" h="87">
                  <a:moveTo>
                    <a:pt x="8" y="33"/>
                  </a:moveTo>
                  <a:cubicBezTo>
                    <a:pt x="4" y="44"/>
                    <a:pt x="7" y="61"/>
                    <a:pt x="29" y="74"/>
                  </a:cubicBezTo>
                  <a:cubicBezTo>
                    <a:pt x="51" y="86"/>
                    <a:pt x="55" y="83"/>
                    <a:pt x="57" y="85"/>
                  </a:cubicBezTo>
                  <a:cubicBezTo>
                    <a:pt x="59" y="87"/>
                    <a:pt x="53" y="87"/>
                    <a:pt x="54" y="81"/>
                  </a:cubicBezTo>
                  <a:cubicBezTo>
                    <a:pt x="55" y="75"/>
                    <a:pt x="51" y="76"/>
                    <a:pt x="48" y="76"/>
                  </a:cubicBezTo>
                  <a:cubicBezTo>
                    <a:pt x="45" y="76"/>
                    <a:pt x="44" y="70"/>
                    <a:pt x="45" y="67"/>
                  </a:cubicBezTo>
                  <a:cubicBezTo>
                    <a:pt x="46" y="63"/>
                    <a:pt x="41" y="71"/>
                    <a:pt x="36" y="64"/>
                  </a:cubicBezTo>
                  <a:cubicBezTo>
                    <a:pt x="32" y="56"/>
                    <a:pt x="39" y="50"/>
                    <a:pt x="45" y="52"/>
                  </a:cubicBezTo>
                  <a:cubicBezTo>
                    <a:pt x="61" y="57"/>
                    <a:pt x="59" y="43"/>
                    <a:pt x="71" y="33"/>
                  </a:cubicBezTo>
                  <a:cubicBezTo>
                    <a:pt x="95" y="15"/>
                    <a:pt x="60" y="5"/>
                    <a:pt x="43" y="3"/>
                  </a:cubicBezTo>
                  <a:cubicBezTo>
                    <a:pt x="25" y="0"/>
                    <a:pt x="0" y="7"/>
                    <a:pt x="6" y="14"/>
                  </a:cubicBezTo>
                  <a:cubicBezTo>
                    <a:pt x="12" y="20"/>
                    <a:pt x="9" y="30"/>
                    <a:pt x="8" y="33"/>
                  </a:cubicBezTo>
                  <a:close/>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20" name="Freeform 58"/>
            <p:cNvSpPr/>
            <p:nvPr/>
          </p:nvSpPr>
          <p:spPr>
            <a:xfrm>
              <a:off x="5020866" y="2812257"/>
              <a:ext cx="89297" cy="103585"/>
            </a:xfrm>
            <a:custGeom>
              <a:avLst/>
              <a:gdLst>
                <a:gd name="T0" fmla="*/ 12 w 73"/>
                <a:gd name="T1" fmla="*/ 32 h 85"/>
                <a:gd name="T2" fmla="*/ 12 w 73"/>
                <a:gd name="T3" fmla="*/ 45 h 85"/>
                <a:gd name="T4" fmla="*/ 25 w 73"/>
                <a:gd name="T5" fmla="*/ 58 h 85"/>
                <a:gd name="T6" fmla="*/ 19 w 73"/>
                <a:gd name="T7" fmla="*/ 80 h 85"/>
                <a:gd name="T8" fmla="*/ 45 w 73"/>
                <a:gd name="T9" fmla="*/ 66 h 85"/>
                <a:gd name="T10" fmla="*/ 66 w 73"/>
                <a:gd name="T11" fmla="*/ 37 h 85"/>
                <a:gd name="T12" fmla="*/ 54 w 73"/>
                <a:gd name="T13" fmla="*/ 24 h 85"/>
                <a:gd name="T14" fmla="*/ 24 w 73"/>
                <a:gd name="T15" fmla="*/ 11 h 85"/>
                <a:gd name="T16" fmla="*/ 12 w 73"/>
                <a:gd name="T17" fmla="*/ 3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85">
                  <a:moveTo>
                    <a:pt x="12" y="32"/>
                  </a:moveTo>
                  <a:cubicBezTo>
                    <a:pt x="10" y="43"/>
                    <a:pt x="0" y="34"/>
                    <a:pt x="12" y="45"/>
                  </a:cubicBezTo>
                  <a:cubicBezTo>
                    <a:pt x="23" y="56"/>
                    <a:pt x="26" y="33"/>
                    <a:pt x="25" y="58"/>
                  </a:cubicBezTo>
                  <a:cubicBezTo>
                    <a:pt x="23" y="83"/>
                    <a:pt x="2" y="85"/>
                    <a:pt x="19" y="80"/>
                  </a:cubicBezTo>
                  <a:cubicBezTo>
                    <a:pt x="36" y="74"/>
                    <a:pt x="33" y="79"/>
                    <a:pt x="45" y="66"/>
                  </a:cubicBezTo>
                  <a:cubicBezTo>
                    <a:pt x="58" y="54"/>
                    <a:pt x="60" y="47"/>
                    <a:pt x="66" y="37"/>
                  </a:cubicBezTo>
                  <a:cubicBezTo>
                    <a:pt x="73" y="27"/>
                    <a:pt x="62" y="31"/>
                    <a:pt x="54" y="24"/>
                  </a:cubicBezTo>
                  <a:cubicBezTo>
                    <a:pt x="47" y="17"/>
                    <a:pt x="34" y="0"/>
                    <a:pt x="24" y="11"/>
                  </a:cubicBezTo>
                  <a:cubicBezTo>
                    <a:pt x="14" y="21"/>
                    <a:pt x="12" y="32"/>
                    <a:pt x="12" y="32"/>
                  </a:cubicBezTo>
                  <a:close/>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sp>
          <p:nvSpPr>
            <p:cNvPr id="21" name="Freeform 59"/>
            <p:cNvSpPr/>
            <p:nvPr/>
          </p:nvSpPr>
          <p:spPr>
            <a:xfrm>
              <a:off x="5068492" y="2706292"/>
              <a:ext cx="78581" cy="145256"/>
            </a:xfrm>
            <a:custGeom>
              <a:avLst/>
              <a:gdLst>
                <a:gd name="T0" fmla="*/ 0 w 63"/>
                <a:gd name="T1" fmla="*/ 0 h 119"/>
                <a:gd name="T2" fmla="*/ 11 w 63"/>
                <a:gd name="T3" fmla="*/ 30 h 119"/>
                <a:gd name="T4" fmla="*/ 46 w 63"/>
                <a:gd name="T5" fmla="*/ 54 h 119"/>
                <a:gd name="T6" fmla="*/ 54 w 63"/>
                <a:gd name="T7" fmla="*/ 81 h 119"/>
                <a:gd name="T8" fmla="*/ 52 w 63"/>
                <a:gd name="T9" fmla="*/ 111 h 119"/>
                <a:gd name="T10" fmla="*/ 63 w 63"/>
                <a:gd name="T11" fmla="*/ 113 h 119"/>
              </a:gdLst>
              <a:ahLst/>
              <a:cxnLst>
                <a:cxn ang="0">
                  <a:pos x="T0" y="T1"/>
                </a:cxn>
                <a:cxn ang="0">
                  <a:pos x="T2" y="T3"/>
                </a:cxn>
                <a:cxn ang="0">
                  <a:pos x="T4" y="T5"/>
                </a:cxn>
                <a:cxn ang="0">
                  <a:pos x="T6" y="T7"/>
                </a:cxn>
                <a:cxn ang="0">
                  <a:pos x="T8" y="T9"/>
                </a:cxn>
                <a:cxn ang="0">
                  <a:pos x="T10" y="T11"/>
                </a:cxn>
              </a:cxnLst>
              <a:rect l="0" t="0" r="r" b="b"/>
              <a:pathLst>
                <a:path w="63" h="119">
                  <a:moveTo>
                    <a:pt x="0" y="0"/>
                  </a:moveTo>
                  <a:cubicBezTo>
                    <a:pt x="0" y="6"/>
                    <a:pt x="3" y="22"/>
                    <a:pt x="11" y="30"/>
                  </a:cubicBezTo>
                  <a:cubicBezTo>
                    <a:pt x="19" y="37"/>
                    <a:pt x="45" y="44"/>
                    <a:pt x="46" y="54"/>
                  </a:cubicBezTo>
                  <a:cubicBezTo>
                    <a:pt x="47" y="64"/>
                    <a:pt x="58" y="71"/>
                    <a:pt x="54" y="81"/>
                  </a:cubicBezTo>
                  <a:cubicBezTo>
                    <a:pt x="50" y="90"/>
                    <a:pt x="42" y="103"/>
                    <a:pt x="52" y="111"/>
                  </a:cubicBezTo>
                  <a:cubicBezTo>
                    <a:pt x="61" y="119"/>
                    <a:pt x="63" y="113"/>
                    <a:pt x="63" y="113"/>
                  </a:cubicBezTo>
                </a:path>
              </a:pathLst>
            </a:custGeom>
            <a:noFill/>
            <a:ln w="30163"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80271" tIns="40136" rIns="80271" bIns="40136"/>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defRPr/>
              </a:pPr>
              <a:endParaRPr lang="zh-CN" altLang="en-US" sz="1600">
                <a:solidFill>
                  <a:prstClr val="black"/>
                </a:solidFill>
                <a:latin typeface="思源黑体 CN Medium"/>
                <a:ea typeface="思源黑体 CN Medium"/>
                <a:cs typeface="思源黑体 CN Medium"/>
                <a:sym typeface="思源黑体 CN Medium"/>
              </a:endParaRPr>
            </a:p>
          </p:txBody>
        </p:sp>
      </p:grpSp>
      <p:sp>
        <p:nvSpPr>
          <p:cNvPr id="22" name="TextBox 13"/>
          <p:cNvSpPr txBox="1"/>
          <p:nvPr/>
        </p:nvSpPr>
        <p:spPr>
          <a:xfrm>
            <a:off x="4045585" y="1776414"/>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3" name="TextBox 13"/>
          <p:cNvSpPr txBox="1"/>
          <p:nvPr/>
        </p:nvSpPr>
        <p:spPr>
          <a:xfrm>
            <a:off x="4050348" y="2149476"/>
            <a:ext cx="2071047"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4" name="TextBox 13"/>
          <p:cNvSpPr txBox="1"/>
          <p:nvPr/>
        </p:nvSpPr>
        <p:spPr>
          <a:xfrm>
            <a:off x="6684783" y="1776414"/>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5" name="TextBox 13"/>
          <p:cNvSpPr txBox="1"/>
          <p:nvPr/>
        </p:nvSpPr>
        <p:spPr>
          <a:xfrm>
            <a:off x="6689542" y="2149476"/>
            <a:ext cx="2071049"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6" name="TextBox 13"/>
          <p:cNvSpPr txBox="1"/>
          <p:nvPr/>
        </p:nvSpPr>
        <p:spPr>
          <a:xfrm>
            <a:off x="9167393" y="3395665"/>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7" name="TextBox 13"/>
          <p:cNvSpPr txBox="1"/>
          <p:nvPr/>
        </p:nvSpPr>
        <p:spPr>
          <a:xfrm>
            <a:off x="9172158" y="3768727"/>
            <a:ext cx="2071047"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28" name="TextBox 13"/>
          <p:cNvSpPr txBox="1"/>
          <p:nvPr/>
        </p:nvSpPr>
        <p:spPr>
          <a:xfrm>
            <a:off x="1330308" y="3598865"/>
            <a:ext cx="2174204" cy="28702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865" b="1">
                <a:solidFill>
                  <a:prstClr val="black">
                    <a:lumMod val="65000"/>
                    <a:lumOff val="35000"/>
                  </a:prstClr>
                </a:solidFill>
                <a:latin typeface="思源黑体 CN Medium"/>
                <a:ea typeface="思源黑体 CN Medium"/>
                <a:cs typeface="思源黑体 CN Medium"/>
                <a:sym typeface="思源黑体 CN Medium"/>
              </a:rPr>
              <a:t>标题</a:t>
            </a:r>
            <a:endParaRPr lang="en-US" sz="1865" b="1">
              <a:solidFill>
                <a:prstClr val="black">
                  <a:lumMod val="65000"/>
                  <a:lumOff val="35000"/>
                </a:prstClr>
              </a:solidFill>
              <a:latin typeface="思源黑体 CN Medium"/>
              <a:ea typeface="思源黑体 CN Medium"/>
              <a:cs typeface="思源黑体 CN Medium"/>
              <a:sym typeface="思源黑体 CN Medium"/>
            </a:endParaRPr>
          </a:p>
        </p:txBody>
      </p:sp>
      <p:sp>
        <p:nvSpPr>
          <p:cNvPr id="29" name="TextBox 13"/>
          <p:cNvSpPr txBox="1"/>
          <p:nvPr/>
        </p:nvSpPr>
        <p:spPr>
          <a:xfrm>
            <a:off x="1335068" y="3971927"/>
            <a:ext cx="2071049" cy="205740"/>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6660">
              <a:spcBef>
                <a:spcPct val="20000"/>
              </a:spcBef>
              <a:defRPr/>
            </a:pPr>
            <a:r>
              <a:rPr lang="zh-CN" altLang="en-US" sz="1335">
                <a:solidFill>
                  <a:prstClr val="black">
                    <a:lumMod val="65000"/>
                    <a:lumOff val="35000"/>
                  </a:prstClr>
                </a:solidFill>
                <a:latin typeface="思源黑体 CN Medium"/>
                <a:ea typeface="思源黑体 CN Medium"/>
                <a:cs typeface="思源黑体 CN Medium"/>
                <a:sym typeface="思源黑体 CN Medium"/>
              </a:rPr>
              <a:t>单击此处可编辑内容</a:t>
            </a:r>
            <a:endParaRPr lang="en-US" altLang="zh-CN" sz="1335">
              <a:solidFill>
                <a:prstClr val="black">
                  <a:lumMod val="65000"/>
                  <a:lumOff val="35000"/>
                </a:prstClr>
              </a:solidFill>
              <a:latin typeface="思源黑体 CN Medium"/>
              <a:ea typeface="思源黑体 CN Medium"/>
              <a:cs typeface="思源黑体 CN Medium"/>
              <a:sym typeface="思源黑体 CN Medium"/>
            </a:endParaRPr>
          </a:p>
        </p:txBody>
      </p:sp>
      <p:sp>
        <p:nvSpPr>
          <p:cNvPr id="30" name="矩形 29"/>
          <p:cNvSpPr/>
          <p:nvPr/>
        </p:nvSpPr>
        <p:spPr>
          <a:xfrm>
            <a:off x="1611111" y="5114928"/>
            <a:ext cx="9526822" cy="493395"/>
          </a:xfrm>
          <a:prstGeom prst="rect">
            <a:avLst/>
          </a:prstGeom>
          <a:noFill/>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8565">
              <a:lnSpc>
                <a:spcPct val="120000"/>
              </a:lnSpc>
              <a:defRPr/>
            </a:pPr>
            <a:r>
              <a:rPr lang="zh-CN" altLang="en-US" sz="1335" spc="100">
                <a:solidFill>
                  <a:prstClr val="black">
                    <a:lumMod val="65000"/>
                    <a:lumOff val="35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a:t>
            </a:r>
            <a:endParaRPr lang="en-US" altLang="zh-CN" sz="1335" spc="100">
              <a:solidFill>
                <a:prstClr val="black">
                  <a:lumMod val="65000"/>
                  <a:lumOff val="35000"/>
                </a:prstClr>
              </a:solidFill>
              <a:latin typeface="思源黑体 CN Medium"/>
              <a:ea typeface="思源黑体 CN Medium"/>
              <a:cs typeface="思源黑体 CN Medium"/>
              <a:sym typeface="思源黑体 CN Medium"/>
            </a:endParaRPr>
          </a:p>
          <a:p>
            <a:pPr defTabSz="1218565">
              <a:lnSpc>
                <a:spcPct val="120000"/>
              </a:lnSpc>
              <a:defRPr/>
            </a:pPr>
            <a:r>
              <a:rPr lang="zh-CN" altLang="en-US" sz="1335" spc="100">
                <a:solidFill>
                  <a:prstClr val="black">
                    <a:lumMod val="65000"/>
                    <a:lumOff val="35000"/>
                  </a:prstClr>
                </a:solidFill>
                <a:latin typeface="思源黑体 CN Medium"/>
                <a:ea typeface="思源黑体 CN Medium"/>
                <a:cs typeface="思源黑体 CN Medium"/>
                <a:sym typeface="思源黑体 CN Medium"/>
              </a:rPr>
              <a:t>请在这里输入你的内容请在这里输入你的内容请在这里输入你的内容请在这里输入你的内容请在这里输入你的内容请</a:t>
            </a:r>
            <a:endParaRPr lang="en-US" altLang="zh-CN" sz="1335" spc="100">
              <a:solidFill>
                <a:prstClr val="black">
                  <a:lumMod val="65000"/>
                  <a:lumOff val="3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2</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等腰三角形 38"/>
          <p:cNvSpPr/>
          <p:nvPr/>
        </p:nvSpPr>
        <p:spPr>
          <a:xfrm rot="5400000">
            <a:off x="-338755" y="2916956"/>
            <a:ext cx="1706033" cy="102409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2" name="任意多边形 1"/>
          <p:cNvSpPr/>
          <p:nvPr/>
        </p:nvSpPr>
        <p:spPr>
          <a:xfrm>
            <a:off x="1017847" y="3420533"/>
            <a:ext cx="11155012" cy="0"/>
          </a:xfrm>
          <a:custGeom>
            <a:avLst/>
            <a:gdLst>
              <a:gd name="connsiteX0" fmla="*/ 0 w 8369300"/>
              <a:gd name="connsiteY0" fmla="*/ 0 h 0"/>
              <a:gd name="connsiteX1" fmla="*/ 8369300 w 8369300"/>
              <a:gd name="connsiteY1" fmla="*/ 0 h 0"/>
            </a:gdLst>
            <a:ahLst/>
            <a:cxnLst>
              <a:cxn ang="0">
                <a:pos x="connsiteX0" y="connsiteY0"/>
              </a:cxn>
              <a:cxn ang="0">
                <a:pos x="connsiteX1" y="connsiteY1"/>
              </a:cxn>
            </a:cxnLst>
            <a:rect l="l" t="t" r="r" b="b"/>
            <a:pathLst>
              <a:path w="8369300">
                <a:moveTo>
                  <a:pt x="0" y="0"/>
                </a:moveTo>
                <a:lnTo>
                  <a:pt x="8369300" y="0"/>
                </a:lnTo>
              </a:path>
            </a:pathLst>
          </a:custGeom>
          <a:noFill/>
          <a:ln>
            <a:solidFill>
              <a:srgbClr val="D5D5D5"/>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nvGrpSpPr>
          <p:cNvPr id="5" name="组合 4"/>
          <p:cNvGrpSpPr/>
          <p:nvPr/>
        </p:nvGrpSpPr>
        <p:grpSpPr>
          <a:xfrm>
            <a:off x="2420690" y="3043767"/>
            <a:ext cx="734215" cy="736599"/>
            <a:chOff x="2307521" y="2283162"/>
            <a:chExt cx="551398" cy="551398"/>
          </a:xfrm>
        </p:grpSpPr>
        <p:sp>
          <p:nvSpPr>
            <p:cNvPr id="3" name="矩形 2"/>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 name="五角星 3"/>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42"/>
          <p:cNvGrpSpPr/>
          <p:nvPr/>
        </p:nvGrpSpPr>
        <p:grpSpPr>
          <a:xfrm>
            <a:off x="5380830" y="3043767"/>
            <a:ext cx="734217" cy="736599"/>
            <a:chOff x="2307521" y="2283162"/>
            <a:chExt cx="551398" cy="551398"/>
          </a:xfrm>
        </p:grpSpPr>
        <p:sp>
          <p:nvSpPr>
            <p:cNvPr id="44" name="矩形 43"/>
            <p:cNvSpPr/>
            <p:nvPr/>
          </p:nvSpPr>
          <p:spPr>
            <a:xfrm>
              <a:off x="2307521" y="2283162"/>
              <a:ext cx="551398" cy="551398"/>
            </a:xfrm>
            <a:prstGeom prst="rect">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5" name="五角星 44"/>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7" name="组合 55"/>
          <p:cNvGrpSpPr/>
          <p:nvPr/>
        </p:nvGrpSpPr>
        <p:grpSpPr>
          <a:xfrm>
            <a:off x="8474272" y="3043767"/>
            <a:ext cx="736331" cy="736599"/>
            <a:chOff x="2307521" y="2283162"/>
            <a:chExt cx="551398" cy="551398"/>
          </a:xfrm>
        </p:grpSpPr>
        <p:sp>
          <p:nvSpPr>
            <p:cNvPr id="57" name="矩形 56"/>
            <p:cNvSpPr/>
            <p:nvPr/>
          </p:nvSpPr>
          <p:spPr>
            <a:xfrm>
              <a:off x="2307521" y="2283162"/>
              <a:ext cx="551398" cy="551398"/>
            </a:xfrm>
            <a:prstGeom prst="rect">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8" name="五角星 57"/>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8" name="组合 7"/>
          <p:cNvGrpSpPr/>
          <p:nvPr/>
        </p:nvGrpSpPr>
        <p:grpSpPr>
          <a:xfrm>
            <a:off x="1046437" y="1652488"/>
            <a:ext cx="3094597" cy="1119632"/>
            <a:chOff x="4267635" y="880115"/>
            <a:chExt cx="2320294" cy="839844"/>
          </a:xfrm>
        </p:grpSpPr>
        <p:sp>
          <p:nvSpPr>
            <p:cNvPr id="31"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33" name="任意多边形 32"/>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4"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9" name="组合 7"/>
          <p:cNvGrpSpPr/>
          <p:nvPr/>
        </p:nvGrpSpPr>
        <p:grpSpPr>
          <a:xfrm>
            <a:off x="4837239" y="4122223"/>
            <a:ext cx="3094597" cy="1119632"/>
            <a:chOff x="4267635" y="880115"/>
            <a:chExt cx="2320294" cy="839844"/>
          </a:xfrm>
        </p:grpSpPr>
        <p:sp>
          <p:nvSpPr>
            <p:cNvPr id="36"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37" name="任意多边形 36"/>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38"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10" name="组合 7"/>
          <p:cNvGrpSpPr/>
          <p:nvPr/>
        </p:nvGrpSpPr>
        <p:grpSpPr>
          <a:xfrm>
            <a:off x="7551209" y="1626215"/>
            <a:ext cx="3094597" cy="1119632"/>
            <a:chOff x="4267635" y="880115"/>
            <a:chExt cx="2320294" cy="839844"/>
          </a:xfrm>
        </p:grpSpPr>
        <p:sp>
          <p:nvSpPr>
            <p:cNvPr id="41" name="文本框 66"/>
            <p:cNvSpPr txBox="1">
              <a:spLocks noChangeArrowheads="1"/>
            </p:cNvSpPr>
            <p:nvPr/>
          </p:nvSpPr>
          <p:spPr>
            <a:xfrm>
              <a:off x="4267635" y="1374629"/>
              <a:ext cx="2320294" cy="345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42" name="任意多边形 41"/>
            <p:cNvSpPr/>
            <p:nvPr/>
          </p:nvSpPr>
          <p:spPr>
            <a:xfrm>
              <a:off x="4354766" y="1286573"/>
              <a:ext cx="287153"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3" name="文本框 66"/>
            <p:cNvSpPr txBox="1">
              <a:spLocks noChangeArrowheads="1"/>
            </p:cNvSpPr>
            <p:nvPr/>
          </p:nvSpPr>
          <p:spPr>
            <a:xfrm>
              <a:off x="4273628" y="880115"/>
              <a:ext cx="1030315" cy="222917"/>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spTree>
  </p:cSld>
  <p:clrMapOvr>
    <a:masterClrMapping/>
  </p:clrMapOvr>
  <p:transition spd="med" advClick="0" advTm="0">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7947411" y="2544233"/>
            <a:ext cx="1751963" cy="1752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3" name="椭圆 62"/>
          <p:cNvSpPr/>
          <p:nvPr/>
        </p:nvSpPr>
        <p:spPr>
          <a:xfrm>
            <a:off x="7367655" y="1964267"/>
            <a:ext cx="2911476" cy="291253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64" name="椭圆 63"/>
          <p:cNvSpPr/>
          <p:nvPr/>
        </p:nvSpPr>
        <p:spPr>
          <a:xfrm>
            <a:off x="6172173" y="778933"/>
            <a:ext cx="5283397" cy="528531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29" name="任意多边形 28"/>
          <p:cNvSpPr/>
          <p:nvPr/>
        </p:nvSpPr>
        <p:spPr>
          <a:xfrm flipV="1">
            <a:off x="-8365" y="3359154"/>
            <a:ext cx="8901581" cy="61382"/>
          </a:xfrm>
          <a:custGeom>
            <a:avLst/>
            <a:gdLst>
              <a:gd name="connsiteX0" fmla="*/ 0 w 8369300"/>
              <a:gd name="connsiteY0" fmla="*/ 0 h 0"/>
              <a:gd name="connsiteX1" fmla="*/ 8369300 w 8369300"/>
              <a:gd name="connsiteY1" fmla="*/ 0 h 0"/>
            </a:gdLst>
            <a:ahLst/>
            <a:cxnLst>
              <a:cxn ang="0">
                <a:pos x="connsiteX0" y="connsiteY0"/>
              </a:cxn>
              <a:cxn ang="0">
                <a:pos x="connsiteX1" y="connsiteY1"/>
              </a:cxn>
            </a:cxnLst>
            <a:rect l="l" t="t" r="r" b="b"/>
            <a:pathLst>
              <a:path w="8369300">
                <a:moveTo>
                  <a:pt x="0" y="0"/>
                </a:moveTo>
                <a:lnTo>
                  <a:pt x="8369300" y="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nvGrpSpPr>
          <p:cNvPr id="3" name="组合 29"/>
          <p:cNvGrpSpPr/>
          <p:nvPr/>
        </p:nvGrpSpPr>
        <p:grpSpPr>
          <a:xfrm>
            <a:off x="1394477" y="3043767"/>
            <a:ext cx="734217" cy="736599"/>
            <a:chOff x="2307521" y="2283162"/>
            <a:chExt cx="551398" cy="551398"/>
          </a:xfrm>
        </p:grpSpPr>
        <p:sp>
          <p:nvSpPr>
            <p:cNvPr id="31" name="矩形 30"/>
            <p:cNvSpPr/>
            <p:nvPr/>
          </p:nvSpPr>
          <p:spPr>
            <a:xfrm>
              <a:off x="2307521" y="2283162"/>
              <a:ext cx="551398" cy="551398"/>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1" name="五角星 40"/>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4" name="组合 41"/>
          <p:cNvGrpSpPr/>
          <p:nvPr/>
        </p:nvGrpSpPr>
        <p:grpSpPr>
          <a:xfrm>
            <a:off x="4411747" y="3043767"/>
            <a:ext cx="736331" cy="736599"/>
            <a:chOff x="2307521" y="2283162"/>
            <a:chExt cx="551398" cy="551398"/>
          </a:xfrm>
        </p:grpSpPr>
        <p:sp>
          <p:nvSpPr>
            <p:cNvPr id="43" name="矩形 42"/>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4" name="五角星 43"/>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5" name="组合 7"/>
          <p:cNvGrpSpPr/>
          <p:nvPr/>
        </p:nvGrpSpPr>
        <p:grpSpPr>
          <a:xfrm>
            <a:off x="1390252" y="1348152"/>
            <a:ext cx="3753595" cy="1675003"/>
            <a:chOff x="2989865" y="602136"/>
            <a:chExt cx="2814868" cy="1256433"/>
          </a:xfrm>
        </p:grpSpPr>
        <p:sp>
          <p:nvSpPr>
            <p:cNvPr id="26645" name="文本框 66"/>
            <p:cNvSpPr txBox="1">
              <a:spLocks noChangeArrowheads="1"/>
            </p:cNvSpPr>
            <p:nvPr/>
          </p:nvSpPr>
          <p:spPr>
            <a:xfrm>
              <a:off x="2989865" y="1374629"/>
              <a:ext cx="2814868" cy="48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6646" name="文本框 13"/>
            <p:cNvSpPr txBox="1">
              <a:spLocks noChangeArrowheads="1"/>
            </p:cNvSpPr>
            <p:nvPr/>
          </p:nvSpPr>
          <p:spPr>
            <a:xfrm>
              <a:off x="2992420" y="602136"/>
              <a:ext cx="1117152" cy="23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r>
                <a:rPr lang="zh-CN" altLang="en-US" sz="1465">
                  <a:solidFill>
                    <a:prstClr val="white">
                      <a:lumMod val="65000"/>
                    </a:prstClr>
                  </a:solidFill>
                  <a:latin typeface="思源黑体 CN Medium"/>
                  <a:ea typeface="思源黑体 CN Medium"/>
                  <a:cs typeface="思源黑体 CN Medium"/>
                  <a:sym typeface="思源黑体 CN Medium"/>
                </a:rPr>
                <a:t>请替换文字内容</a:t>
              </a:r>
            </a:p>
          </p:txBody>
        </p:sp>
        <p:sp>
          <p:nvSpPr>
            <p:cNvPr id="48" name="文本框 66"/>
            <p:cNvSpPr txBox="1">
              <a:spLocks noChangeArrowheads="1"/>
            </p:cNvSpPr>
            <p:nvPr/>
          </p:nvSpPr>
          <p:spPr>
            <a:xfrm>
              <a:off x="3000354" y="880114"/>
              <a:ext cx="1957159" cy="237683"/>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defRPr/>
              </a:pPr>
              <a:r>
                <a:rPr lang="en-US" altLang="zh-CN" sz="1465">
                  <a:solidFill>
                    <a:prstClr val="white">
                      <a:lumMod val="65000"/>
                    </a:prstClr>
                  </a:solidFill>
                  <a:latin typeface="思源黑体 CN Medium"/>
                  <a:ea typeface="思源黑体 CN Medium"/>
                  <a:cs typeface="思源黑体 CN Medium"/>
                  <a:sym typeface="思源黑体 CN Medium"/>
                </a:rPr>
                <a:t>PLEASE ADD YOUR TITLE HERE</a:t>
              </a:r>
              <a:endParaRPr lang="zh-CN" altLang="en-US" sz="1465">
                <a:solidFill>
                  <a:prstClr val="white">
                    <a:lumMod val="65000"/>
                  </a:prstClr>
                </a:solidFill>
                <a:latin typeface="思源黑体 CN Medium"/>
                <a:ea typeface="思源黑体 CN Medium"/>
                <a:cs typeface="思源黑体 CN Medium"/>
                <a:sym typeface="思源黑体 CN Medium"/>
              </a:endParaRPr>
            </a:p>
          </p:txBody>
        </p:sp>
        <p:sp>
          <p:nvSpPr>
            <p:cNvPr id="49" name="任意多边形 48"/>
            <p:cNvSpPr/>
            <p:nvPr/>
          </p:nvSpPr>
          <p:spPr>
            <a:xfrm>
              <a:off x="3078717" y="1286572"/>
              <a:ext cx="287200"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7"/>
          <p:cNvGrpSpPr/>
          <p:nvPr/>
        </p:nvGrpSpPr>
        <p:grpSpPr>
          <a:xfrm>
            <a:off x="3099898" y="4069110"/>
            <a:ext cx="3753595" cy="1668484"/>
            <a:chOff x="2989865" y="607026"/>
            <a:chExt cx="2814868" cy="1251542"/>
          </a:xfrm>
        </p:grpSpPr>
        <p:sp>
          <p:nvSpPr>
            <p:cNvPr id="26641" name="文本框 66"/>
            <p:cNvSpPr txBox="1">
              <a:spLocks noChangeArrowheads="1"/>
            </p:cNvSpPr>
            <p:nvPr/>
          </p:nvSpPr>
          <p:spPr>
            <a:xfrm>
              <a:off x="2989865" y="1374629"/>
              <a:ext cx="2814868" cy="48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请在这里输入你的内容请在这里输入你的内容请，请在这里输入你的内容请在这里输入你的内容请。请在这里输入你的内容请在这里输入你的内容请，请在这里输入你的内容请在这里输入你的内容请。</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6642" name="文本框 13"/>
            <p:cNvSpPr txBox="1">
              <a:spLocks noChangeArrowheads="1"/>
            </p:cNvSpPr>
            <p:nvPr/>
          </p:nvSpPr>
          <p:spPr>
            <a:xfrm>
              <a:off x="2990709" y="607026"/>
              <a:ext cx="1117152" cy="23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defTabSz="1218565"/>
              <a:r>
                <a:rPr lang="zh-CN" altLang="en-US" sz="1465">
                  <a:solidFill>
                    <a:prstClr val="white">
                      <a:lumMod val="65000"/>
                    </a:prstClr>
                  </a:solidFill>
                  <a:latin typeface="思源黑体 CN Medium"/>
                  <a:ea typeface="思源黑体 CN Medium"/>
                  <a:cs typeface="思源黑体 CN Medium"/>
                  <a:sym typeface="思源黑体 CN Medium"/>
                </a:rPr>
                <a:t>请替换文字内容</a:t>
              </a:r>
            </a:p>
          </p:txBody>
        </p:sp>
        <p:sp>
          <p:nvSpPr>
            <p:cNvPr id="53" name="文本框 66"/>
            <p:cNvSpPr txBox="1">
              <a:spLocks noChangeArrowheads="1"/>
            </p:cNvSpPr>
            <p:nvPr/>
          </p:nvSpPr>
          <p:spPr>
            <a:xfrm>
              <a:off x="2989865" y="880115"/>
              <a:ext cx="1957159" cy="237683"/>
            </a:xfrm>
            <a:prstGeom prst="rect">
              <a:avLst/>
            </a:prstGeom>
            <a:noFill/>
            <a:ln>
              <a:noFill/>
            </a:ln>
          </p:spPr>
          <p:txBody>
            <a:bodyPr wrap="none">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defTabSz="1218565">
                <a:defRPr/>
              </a:pPr>
              <a:r>
                <a:rPr lang="en-US" altLang="zh-CN" sz="1465">
                  <a:solidFill>
                    <a:prstClr val="white">
                      <a:lumMod val="65000"/>
                    </a:prstClr>
                  </a:solidFill>
                  <a:latin typeface="思源黑体 CN Medium"/>
                  <a:ea typeface="思源黑体 CN Medium"/>
                  <a:cs typeface="思源黑体 CN Medium"/>
                  <a:sym typeface="思源黑体 CN Medium"/>
                </a:rPr>
                <a:t>PLEASE ADD YOUR TITLE HERE</a:t>
              </a:r>
              <a:endParaRPr lang="zh-CN" altLang="en-US" sz="1465">
                <a:solidFill>
                  <a:prstClr val="white">
                    <a:lumMod val="65000"/>
                  </a:prstClr>
                </a:solidFill>
                <a:latin typeface="思源黑体 CN Medium"/>
                <a:ea typeface="思源黑体 CN Medium"/>
                <a:cs typeface="思源黑体 CN Medium"/>
                <a:sym typeface="思源黑体 CN Medium"/>
              </a:endParaRPr>
            </a:p>
          </p:txBody>
        </p:sp>
        <p:sp>
          <p:nvSpPr>
            <p:cNvPr id="54" name="任意多边形 53"/>
            <p:cNvSpPr/>
            <p:nvPr/>
          </p:nvSpPr>
          <p:spPr>
            <a:xfrm>
              <a:off x="3078717" y="1286573"/>
              <a:ext cx="287199" cy="0"/>
            </a:xfrm>
            <a:custGeom>
              <a:avLst/>
              <a:gdLst>
                <a:gd name="connsiteX0" fmla="*/ 0 w 504825"/>
                <a:gd name="connsiteY0" fmla="*/ 0 h 0"/>
                <a:gd name="connsiteX1" fmla="*/ 504825 w 504825"/>
                <a:gd name="connsiteY1" fmla="*/ 0 h 0"/>
              </a:gdLst>
              <a:ahLst/>
              <a:cxnLst>
                <a:cxn ang="0">
                  <a:pos x="connsiteX0" y="connsiteY0"/>
                </a:cxn>
                <a:cxn ang="0">
                  <a:pos x="connsiteX1" y="connsiteY1"/>
                </a:cxn>
              </a:cxnLst>
              <a:rect l="l" t="t" r="r" b="b"/>
              <a:pathLst>
                <a:path w="504825">
                  <a:moveTo>
                    <a:pt x="0" y="0"/>
                  </a:moveTo>
                  <a:lnTo>
                    <a:pt x="504825" y="0"/>
                  </a:lnTo>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7" name="组合 54"/>
          <p:cNvGrpSpPr/>
          <p:nvPr/>
        </p:nvGrpSpPr>
        <p:grpSpPr>
          <a:xfrm>
            <a:off x="8455229" y="3043767"/>
            <a:ext cx="736331" cy="736599"/>
            <a:chOff x="2307521" y="2283162"/>
            <a:chExt cx="551398" cy="551398"/>
          </a:xfrm>
        </p:grpSpPr>
        <p:sp>
          <p:nvSpPr>
            <p:cNvPr id="56" name="矩形 55"/>
            <p:cNvSpPr/>
            <p:nvPr/>
          </p:nvSpPr>
          <p:spPr>
            <a:xfrm>
              <a:off x="2307521" y="2283162"/>
              <a:ext cx="551398" cy="551398"/>
            </a:xfrm>
            <a:prstGeom prst="rect">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57" name="五角星 56"/>
            <p:cNvSpPr/>
            <p:nvPr/>
          </p:nvSpPr>
          <p:spPr>
            <a:xfrm>
              <a:off x="2456462" y="2427350"/>
              <a:ext cx="253516"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grpSp>
      <p:sp>
        <p:nvSpPr>
          <p:cNvPr id="65" name="十字形 64"/>
          <p:cNvSpPr/>
          <p:nvPr/>
        </p:nvSpPr>
        <p:spPr>
          <a:xfrm>
            <a:off x="8148421" y="4561418"/>
            <a:ext cx="368166" cy="368300"/>
          </a:xfrm>
          <a:prstGeom prst="plus">
            <a:avLst>
              <a:gd name="adj" fmla="val 413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6683" tIns="43341" rIns="86683" bIns="43341" anchor="ctr"/>
          <a:lstStyle/>
          <a:p>
            <a:pPr algn="ctr" defTabSz="1218565" eaLnBrk="0" hangingPunct="0">
              <a:defRPr/>
            </a:pPr>
            <a:endParaRPr lang="zh-CN" altLang="en-US" sz="2400">
              <a:solidFill>
                <a:prstClr val="white"/>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3</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1701570" y="2317750"/>
            <a:ext cx="1773162" cy="2900363"/>
            <a:chOff x="6678612" y="1308100"/>
            <a:chExt cx="549275" cy="779463"/>
          </a:xfrm>
        </p:grpSpPr>
        <p:sp>
          <p:nvSpPr>
            <p:cNvPr id="8" name="Freeform 7"/>
            <p:cNvSpPr>
              <a:spLocks noEditPoints="1"/>
            </p:cNvSpPr>
            <p:nvPr/>
          </p:nvSpPr>
          <p:spPr>
            <a:xfrm>
              <a:off x="6678612" y="1308100"/>
              <a:ext cx="549275" cy="779463"/>
            </a:xfrm>
            <a:custGeom>
              <a:avLst/>
              <a:gdLst>
                <a:gd name="T0" fmla="*/ 243 w 284"/>
                <a:gd name="T1" fmla="*/ 155 h 403"/>
                <a:gd name="T2" fmla="*/ 268 w 284"/>
                <a:gd name="T3" fmla="*/ 108 h 403"/>
                <a:gd name="T4" fmla="*/ 268 w 284"/>
                <a:gd name="T5" fmla="*/ 47 h 403"/>
                <a:gd name="T6" fmla="*/ 277 w 284"/>
                <a:gd name="T7" fmla="*/ 47 h 403"/>
                <a:gd name="T8" fmla="*/ 284 w 284"/>
                <a:gd name="T9" fmla="*/ 40 h 403"/>
                <a:gd name="T10" fmla="*/ 284 w 284"/>
                <a:gd name="T11" fmla="*/ 7 h 403"/>
                <a:gd name="T12" fmla="*/ 277 w 284"/>
                <a:gd name="T13" fmla="*/ 0 h 403"/>
                <a:gd name="T14" fmla="*/ 7 w 284"/>
                <a:gd name="T15" fmla="*/ 0 h 403"/>
                <a:gd name="T16" fmla="*/ 0 w 284"/>
                <a:gd name="T17" fmla="*/ 7 h 403"/>
                <a:gd name="T18" fmla="*/ 0 w 284"/>
                <a:gd name="T19" fmla="*/ 40 h 403"/>
                <a:gd name="T20" fmla="*/ 7 w 284"/>
                <a:gd name="T21" fmla="*/ 47 h 403"/>
                <a:gd name="T22" fmla="*/ 15 w 284"/>
                <a:gd name="T23" fmla="*/ 47 h 403"/>
                <a:gd name="T24" fmla="*/ 15 w 284"/>
                <a:gd name="T25" fmla="*/ 109 h 403"/>
                <a:gd name="T26" fmla="*/ 40 w 284"/>
                <a:gd name="T27" fmla="*/ 155 h 403"/>
                <a:gd name="T28" fmla="*/ 109 w 284"/>
                <a:gd name="T29" fmla="*/ 197 h 403"/>
                <a:gd name="T30" fmla="*/ 109 w 284"/>
                <a:gd name="T31" fmla="*/ 215 h 403"/>
                <a:gd name="T32" fmla="*/ 40 w 284"/>
                <a:gd name="T33" fmla="*/ 257 h 403"/>
                <a:gd name="T34" fmla="*/ 15 w 284"/>
                <a:gd name="T35" fmla="*/ 304 h 403"/>
                <a:gd name="T36" fmla="*/ 15 w 284"/>
                <a:gd name="T37" fmla="*/ 357 h 403"/>
                <a:gd name="T38" fmla="*/ 7 w 284"/>
                <a:gd name="T39" fmla="*/ 357 h 403"/>
                <a:gd name="T40" fmla="*/ 0 w 284"/>
                <a:gd name="T41" fmla="*/ 364 h 403"/>
                <a:gd name="T42" fmla="*/ 0 w 284"/>
                <a:gd name="T43" fmla="*/ 397 h 403"/>
                <a:gd name="T44" fmla="*/ 7 w 284"/>
                <a:gd name="T45" fmla="*/ 403 h 403"/>
                <a:gd name="T46" fmla="*/ 277 w 284"/>
                <a:gd name="T47" fmla="*/ 403 h 403"/>
                <a:gd name="T48" fmla="*/ 284 w 284"/>
                <a:gd name="T49" fmla="*/ 397 h 403"/>
                <a:gd name="T50" fmla="*/ 284 w 284"/>
                <a:gd name="T51" fmla="*/ 364 h 403"/>
                <a:gd name="T52" fmla="*/ 277 w 284"/>
                <a:gd name="T53" fmla="*/ 357 h 403"/>
                <a:gd name="T54" fmla="*/ 268 w 284"/>
                <a:gd name="T55" fmla="*/ 357 h 403"/>
                <a:gd name="T56" fmla="*/ 268 w 284"/>
                <a:gd name="T57" fmla="*/ 303 h 403"/>
                <a:gd name="T58" fmla="*/ 244 w 284"/>
                <a:gd name="T59" fmla="*/ 257 h 403"/>
                <a:gd name="T60" fmla="*/ 175 w 284"/>
                <a:gd name="T61" fmla="*/ 215 h 403"/>
                <a:gd name="T62" fmla="*/ 175 w 284"/>
                <a:gd name="T63" fmla="*/ 197 h 403"/>
                <a:gd name="T64" fmla="*/ 243 w 284"/>
                <a:gd name="T65" fmla="*/ 155 h 403"/>
                <a:gd name="T66" fmla="*/ 156 w 284"/>
                <a:gd name="T67" fmla="*/ 233 h 403"/>
                <a:gd name="T68" fmla="*/ 230 w 284"/>
                <a:gd name="T69" fmla="*/ 278 h 403"/>
                <a:gd name="T70" fmla="*/ 241 w 284"/>
                <a:gd name="T71" fmla="*/ 286 h 403"/>
                <a:gd name="T72" fmla="*/ 243 w 284"/>
                <a:gd name="T73" fmla="*/ 303 h 403"/>
                <a:gd name="T74" fmla="*/ 243 w 284"/>
                <a:gd name="T75" fmla="*/ 357 h 403"/>
                <a:gd name="T76" fmla="*/ 40 w 284"/>
                <a:gd name="T77" fmla="*/ 357 h 403"/>
                <a:gd name="T78" fmla="*/ 40 w 284"/>
                <a:gd name="T79" fmla="*/ 304 h 403"/>
                <a:gd name="T80" fmla="*/ 55 w 284"/>
                <a:gd name="T81" fmla="*/ 277 h 403"/>
                <a:gd name="T82" fmla="*/ 128 w 284"/>
                <a:gd name="T83" fmla="*/ 233 h 403"/>
                <a:gd name="T84" fmla="*/ 134 w 284"/>
                <a:gd name="T85" fmla="*/ 222 h 403"/>
                <a:gd name="T86" fmla="*/ 134 w 284"/>
                <a:gd name="T87" fmla="*/ 190 h 403"/>
                <a:gd name="T88" fmla="*/ 128 w 284"/>
                <a:gd name="T89" fmla="*/ 179 h 403"/>
                <a:gd name="T90" fmla="*/ 53 w 284"/>
                <a:gd name="T91" fmla="*/ 134 h 403"/>
                <a:gd name="T92" fmla="*/ 53 w 284"/>
                <a:gd name="T93" fmla="*/ 134 h 403"/>
                <a:gd name="T94" fmla="*/ 43 w 284"/>
                <a:gd name="T95" fmla="*/ 126 h 403"/>
                <a:gd name="T96" fmla="*/ 40 w 284"/>
                <a:gd name="T97" fmla="*/ 109 h 403"/>
                <a:gd name="T98" fmla="*/ 40 w 284"/>
                <a:gd name="T99" fmla="*/ 47 h 403"/>
                <a:gd name="T100" fmla="*/ 243 w 284"/>
                <a:gd name="T101" fmla="*/ 47 h 403"/>
                <a:gd name="T102" fmla="*/ 243 w 284"/>
                <a:gd name="T103" fmla="*/ 108 h 403"/>
                <a:gd name="T104" fmla="*/ 229 w 284"/>
                <a:gd name="T105" fmla="*/ 135 h 403"/>
                <a:gd name="T106" fmla="*/ 156 w 284"/>
                <a:gd name="T107" fmla="*/ 179 h 403"/>
                <a:gd name="T108" fmla="*/ 150 w 284"/>
                <a:gd name="T109" fmla="*/ 190 h 403"/>
                <a:gd name="T110" fmla="*/ 150 w 284"/>
                <a:gd name="T111" fmla="*/ 222 h 403"/>
                <a:gd name="T112" fmla="*/ 156 w 284"/>
                <a:gd name="T113"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403">
                  <a:moveTo>
                    <a:pt x="243" y="155"/>
                  </a:moveTo>
                  <a:cubicBezTo>
                    <a:pt x="251" y="150"/>
                    <a:pt x="268" y="138"/>
                    <a:pt x="268" y="108"/>
                  </a:cubicBezTo>
                  <a:cubicBezTo>
                    <a:pt x="268" y="47"/>
                    <a:pt x="268" y="47"/>
                    <a:pt x="268" y="47"/>
                  </a:cubicBezTo>
                  <a:cubicBezTo>
                    <a:pt x="277" y="47"/>
                    <a:pt x="277" y="47"/>
                    <a:pt x="277" y="47"/>
                  </a:cubicBezTo>
                  <a:cubicBezTo>
                    <a:pt x="281" y="47"/>
                    <a:pt x="284" y="44"/>
                    <a:pt x="284" y="40"/>
                  </a:cubicBezTo>
                  <a:cubicBezTo>
                    <a:pt x="284" y="7"/>
                    <a:pt x="284" y="7"/>
                    <a:pt x="284" y="7"/>
                  </a:cubicBezTo>
                  <a:cubicBezTo>
                    <a:pt x="284" y="3"/>
                    <a:pt x="281" y="0"/>
                    <a:pt x="277" y="0"/>
                  </a:cubicBezTo>
                  <a:cubicBezTo>
                    <a:pt x="7" y="0"/>
                    <a:pt x="7" y="0"/>
                    <a:pt x="7" y="0"/>
                  </a:cubicBezTo>
                  <a:cubicBezTo>
                    <a:pt x="3" y="0"/>
                    <a:pt x="0" y="3"/>
                    <a:pt x="0" y="7"/>
                  </a:cubicBezTo>
                  <a:cubicBezTo>
                    <a:pt x="0" y="40"/>
                    <a:pt x="0" y="40"/>
                    <a:pt x="0" y="40"/>
                  </a:cubicBezTo>
                  <a:cubicBezTo>
                    <a:pt x="0" y="44"/>
                    <a:pt x="3" y="47"/>
                    <a:pt x="7" y="47"/>
                  </a:cubicBezTo>
                  <a:cubicBezTo>
                    <a:pt x="15" y="47"/>
                    <a:pt x="15" y="47"/>
                    <a:pt x="15" y="47"/>
                  </a:cubicBezTo>
                  <a:cubicBezTo>
                    <a:pt x="15" y="109"/>
                    <a:pt x="15" y="109"/>
                    <a:pt x="15" y="109"/>
                  </a:cubicBezTo>
                  <a:cubicBezTo>
                    <a:pt x="15" y="139"/>
                    <a:pt x="24" y="146"/>
                    <a:pt x="40" y="155"/>
                  </a:cubicBezTo>
                  <a:cubicBezTo>
                    <a:pt x="109" y="197"/>
                    <a:pt x="109" y="197"/>
                    <a:pt x="109" y="197"/>
                  </a:cubicBezTo>
                  <a:cubicBezTo>
                    <a:pt x="109" y="215"/>
                    <a:pt x="109" y="215"/>
                    <a:pt x="109" y="215"/>
                  </a:cubicBezTo>
                  <a:cubicBezTo>
                    <a:pt x="92" y="225"/>
                    <a:pt x="46" y="253"/>
                    <a:pt x="40" y="257"/>
                  </a:cubicBezTo>
                  <a:cubicBezTo>
                    <a:pt x="33" y="262"/>
                    <a:pt x="15" y="274"/>
                    <a:pt x="15" y="304"/>
                  </a:cubicBezTo>
                  <a:cubicBezTo>
                    <a:pt x="15" y="357"/>
                    <a:pt x="15" y="357"/>
                    <a:pt x="15" y="357"/>
                  </a:cubicBezTo>
                  <a:cubicBezTo>
                    <a:pt x="7" y="357"/>
                    <a:pt x="7" y="357"/>
                    <a:pt x="7" y="357"/>
                  </a:cubicBezTo>
                  <a:cubicBezTo>
                    <a:pt x="3" y="357"/>
                    <a:pt x="0" y="360"/>
                    <a:pt x="0" y="364"/>
                  </a:cubicBezTo>
                  <a:cubicBezTo>
                    <a:pt x="0" y="397"/>
                    <a:pt x="0" y="397"/>
                    <a:pt x="0" y="397"/>
                  </a:cubicBezTo>
                  <a:cubicBezTo>
                    <a:pt x="0" y="400"/>
                    <a:pt x="3" y="403"/>
                    <a:pt x="7" y="403"/>
                  </a:cubicBezTo>
                  <a:cubicBezTo>
                    <a:pt x="277" y="403"/>
                    <a:pt x="277" y="403"/>
                    <a:pt x="277" y="403"/>
                  </a:cubicBezTo>
                  <a:cubicBezTo>
                    <a:pt x="281" y="403"/>
                    <a:pt x="284" y="400"/>
                    <a:pt x="284" y="397"/>
                  </a:cubicBezTo>
                  <a:cubicBezTo>
                    <a:pt x="284" y="364"/>
                    <a:pt x="284" y="364"/>
                    <a:pt x="284" y="364"/>
                  </a:cubicBezTo>
                  <a:cubicBezTo>
                    <a:pt x="284" y="360"/>
                    <a:pt x="281" y="357"/>
                    <a:pt x="277" y="357"/>
                  </a:cubicBezTo>
                  <a:cubicBezTo>
                    <a:pt x="268" y="357"/>
                    <a:pt x="268" y="357"/>
                    <a:pt x="268" y="357"/>
                  </a:cubicBezTo>
                  <a:cubicBezTo>
                    <a:pt x="268" y="303"/>
                    <a:pt x="268" y="303"/>
                    <a:pt x="268" y="303"/>
                  </a:cubicBezTo>
                  <a:cubicBezTo>
                    <a:pt x="268" y="274"/>
                    <a:pt x="259" y="267"/>
                    <a:pt x="244" y="257"/>
                  </a:cubicBezTo>
                  <a:cubicBezTo>
                    <a:pt x="175" y="215"/>
                    <a:pt x="175" y="215"/>
                    <a:pt x="175" y="215"/>
                  </a:cubicBezTo>
                  <a:cubicBezTo>
                    <a:pt x="175" y="197"/>
                    <a:pt x="175" y="197"/>
                    <a:pt x="175" y="197"/>
                  </a:cubicBezTo>
                  <a:cubicBezTo>
                    <a:pt x="192" y="187"/>
                    <a:pt x="237" y="159"/>
                    <a:pt x="243" y="155"/>
                  </a:cubicBezTo>
                  <a:close/>
                  <a:moveTo>
                    <a:pt x="156" y="233"/>
                  </a:moveTo>
                  <a:cubicBezTo>
                    <a:pt x="230" y="278"/>
                    <a:pt x="230" y="278"/>
                    <a:pt x="230" y="278"/>
                  </a:cubicBezTo>
                  <a:cubicBezTo>
                    <a:pt x="236" y="282"/>
                    <a:pt x="239" y="284"/>
                    <a:pt x="241" y="286"/>
                  </a:cubicBezTo>
                  <a:cubicBezTo>
                    <a:pt x="242" y="289"/>
                    <a:pt x="243" y="294"/>
                    <a:pt x="243" y="303"/>
                  </a:cubicBezTo>
                  <a:cubicBezTo>
                    <a:pt x="243" y="357"/>
                    <a:pt x="243" y="357"/>
                    <a:pt x="243" y="357"/>
                  </a:cubicBezTo>
                  <a:cubicBezTo>
                    <a:pt x="40" y="357"/>
                    <a:pt x="40" y="357"/>
                    <a:pt x="40" y="357"/>
                  </a:cubicBezTo>
                  <a:cubicBezTo>
                    <a:pt x="40" y="304"/>
                    <a:pt x="40" y="304"/>
                    <a:pt x="40" y="304"/>
                  </a:cubicBezTo>
                  <a:cubicBezTo>
                    <a:pt x="40" y="287"/>
                    <a:pt x="49" y="282"/>
                    <a:pt x="55" y="277"/>
                  </a:cubicBezTo>
                  <a:cubicBezTo>
                    <a:pt x="59" y="274"/>
                    <a:pt x="101" y="249"/>
                    <a:pt x="128" y="233"/>
                  </a:cubicBezTo>
                  <a:cubicBezTo>
                    <a:pt x="132" y="231"/>
                    <a:pt x="134" y="226"/>
                    <a:pt x="134" y="222"/>
                  </a:cubicBezTo>
                  <a:cubicBezTo>
                    <a:pt x="134" y="190"/>
                    <a:pt x="134" y="190"/>
                    <a:pt x="134" y="190"/>
                  </a:cubicBezTo>
                  <a:cubicBezTo>
                    <a:pt x="134" y="186"/>
                    <a:pt x="132" y="182"/>
                    <a:pt x="128" y="179"/>
                  </a:cubicBezTo>
                  <a:cubicBezTo>
                    <a:pt x="53" y="134"/>
                    <a:pt x="53" y="134"/>
                    <a:pt x="53" y="134"/>
                  </a:cubicBezTo>
                  <a:cubicBezTo>
                    <a:pt x="53" y="134"/>
                    <a:pt x="53" y="134"/>
                    <a:pt x="53" y="134"/>
                  </a:cubicBezTo>
                  <a:cubicBezTo>
                    <a:pt x="47" y="130"/>
                    <a:pt x="44" y="128"/>
                    <a:pt x="43" y="126"/>
                  </a:cubicBezTo>
                  <a:cubicBezTo>
                    <a:pt x="41" y="123"/>
                    <a:pt x="40" y="118"/>
                    <a:pt x="40" y="109"/>
                  </a:cubicBezTo>
                  <a:cubicBezTo>
                    <a:pt x="40" y="47"/>
                    <a:pt x="40" y="47"/>
                    <a:pt x="40" y="47"/>
                  </a:cubicBezTo>
                  <a:cubicBezTo>
                    <a:pt x="243" y="47"/>
                    <a:pt x="243" y="47"/>
                    <a:pt x="243" y="47"/>
                  </a:cubicBezTo>
                  <a:cubicBezTo>
                    <a:pt x="243" y="108"/>
                    <a:pt x="243" y="108"/>
                    <a:pt x="243" y="108"/>
                  </a:cubicBezTo>
                  <a:cubicBezTo>
                    <a:pt x="243" y="125"/>
                    <a:pt x="235" y="131"/>
                    <a:pt x="229" y="135"/>
                  </a:cubicBezTo>
                  <a:cubicBezTo>
                    <a:pt x="224" y="138"/>
                    <a:pt x="183" y="163"/>
                    <a:pt x="156" y="179"/>
                  </a:cubicBezTo>
                  <a:cubicBezTo>
                    <a:pt x="152" y="182"/>
                    <a:pt x="150" y="186"/>
                    <a:pt x="150" y="190"/>
                  </a:cubicBezTo>
                  <a:cubicBezTo>
                    <a:pt x="150" y="222"/>
                    <a:pt x="150" y="222"/>
                    <a:pt x="150" y="222"/>
                  </a:cubicBezTo>
                  <a:cubicBezTo>
                    <a:pt x="150" y="226"/>
                    <a:pt x="152" y="231"/>
                    <a:pt x="156" y="233"/>
                  </a:cubicBez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9" name="Freeform 8"/>
            <p:cNvSpPr/>
            <p:nvPr/>
          </p:nvSpPr>
          <p:spPr>
            <a:xfrm>
              <a:off x="6807244" y="1554269"/>
              <a:ext cx="309383" cy="93433"/>
            </a:xfrm>
            <a:custGeom>
              <a:avLst/>
              <a:gdLst>
                <a:gd name="T0" fmla="*/ 155 w 160"/>
                <a:gd name="T1" fmla="*/ 5 h 49"/>
                <a:gd name="T2" fmla="*/ 153 w 160"/>
                <a:gd name="T3" fmla="*/ 2 h 49"/>
                <a:gd name="T4" fmla="*/ 76 w 160"/>
                <a:gd name="T5" fmla="*/ 23 h 49"/>
                <a:gd name="T6" fmla="*/ 4 w 160"/>
                <a:gd name="T7" fmla="*/ 5 h 49"/>
                <a:gd name="T8" fmla="*/ 5 w 160"/>
                <a:gd name="T9" fmla="*/ 11 h 49"/>
                <a:gd name="T10" fmla="*/ 66 w 160"/>
                <a:gd name="T11" fmla="*/ 46 h 49"/>
                <a:gd name="T12" fmla="*/ 84 w 160"/>
                <a:gd name="T13" fmla="*/ 46 h 49"/>
                <a:gd name="T14" fmla="*/ 155 w 160"/>
                <a:gd name="T15" fmla="*/ 5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49">
                  <a:moveTo>
                    <a:pt x="155" y="5"/>
                  </a:moveTo>
                  <a:cubicBezTo>
                    <a:pt x="155" y="5"/>
                    <a:pt x="160" y="1"/>
                    <a:pt x="153" y="2"/>
                  </a:cubicBezTo>
                  <a:cubicBezTo>
                    <a:pt x="137" y="5"/>
                    <a:pt x="110" y="21"/>
                    <a:pt x="76" y="23"/>
                  </a:cubicBezTo>
                  <a:cubicBezTo>
                    <a:pt x="41" y="26"/>
                    <a:pt x="25" y="0"/>
                    <a:pt x="4" y="5"/>
                  </a:cubicBezTo>
                  <a:cubicBezTo>
                    <a:pt x="0" y="6"/>
                    <a:pt x="0" y="8"/>
                    <a:pt x="5" y="11"/>
                  </a:cubicBezTo>
                  <a:cubicBezTo>
                    <a:pt x="10" y="15"/>
                    <a:pt x="59" y="42"/>
                    <a:pt x="66" y="46"/>
                  </a:cubicBezTo>
                  <a:cubicBezTo>
                    <a:pt x="73" y="49"/>
                    <a:pt x="77" y="49"/>
                    <a:pt x="84" y="46"/>
                  </a:cubicBezTo>
                  <a:cubicBezTo>
                    <a:pt x="94" y="41"/>
                    <a:pt x="155" y="5"/>
                    <a:pt x="155" y="5"/>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10" name="Freeform 9"/>
            <p:cNvSpPr/>
            <p:nvPr/>
          </p:nvSpPr>
          <p:spPr>
            <a:xfrm>
              <a:off x="6800960" y="1903257"/>
              <a:ext cx="307905" cy="78074"/>
            </a:xfrm>
            <a:custGeom>
              <a:avLst/>
              <a:gdLst>
                <a:gd name="T0" fmla="*/ 9 w 160"/>
                <a:gd name="T1" fmla="*/ 31 h 40"/>
                <a:gd name="T2" fmla="*/ 13 w 160"/>
                <a:gd name="T3" fmla="*/ 40 h 40"/>
                <a:gd name="T4" fmla="*/ 146 w 160"/>
                <a:gd name="T5" fmla="*/ 40 h 40"/>
                <a:gd name="T6" fmla="*/ 148 w 160"/>
                <a:gd name="T7" fmla="*/ 29 h 40"/>
                <a:gd name="T8" fmla="*/ 80 w 160"/>
                <a:gd name="T9" fmla="*/ 0 h 40"/>
                <a:gd name="T10" fmla="*/ 9 w 160"/>
                <a:gd name="T11" fmla="*/ 31 h 40"/>
              </a:gdLst>
              <a:ahLst/>
              <a:cxnLst>
                <a:cxn ang="0">
                  <a:pos x="T0" y="T1"/>
                </a:cxn>
                <a:cxn ang="0">
                  <a:pos x="T2" y="T3"/>
                </a:cxn>
                <a:cxn ang="0">
                  <a:pos x="T4" y="T5"/>
                </a:cxn>
                <a:cxn ang="0">
                  <a:pos x="T6" y="T7"/>
                </a:cxn>
                <a:cxn ang="0">
                  <a:pos x="T8" y="T9"/>
                </a:cxn>
                <a:cxn ang="0">
                  <a:pos x="T10" y="T11"/>
                </a:cxn>
              </a:cxnLst>
              <a:rect l="0" t="0" r="r" b="b"/>
              <a:pathLst>
                <a:path w="160" h="40">
                  <a:moveTo>
                    <a:pt x="9" y="31"/>
                  </a:moveTo>
                  <a:cubicBezTo>
                    <a:pt x="3" y="36"/>
                    <a:pt x="0" y="40"/>
                    <a:pt x="13" y="40"/>
                  </a:cubicBezTo>
                  <a:cubicBezTo>
                    <a:pt x="24" y="40"/>
                    <a:pt x="132" y="40"/>
                    <a:pt x="146" y="40"/>
                  </a:cubicBezTo>
                  <a:cubicBezTo>
                    <a:pt x="160" y="40"/>
                    <a:pt x="154" y="36"/>
                    <a:pt x="148" y="29"/>
                  </a:cubicBezTo>
                  <a:cubicBezTo>
                    <a:pt x="136" y="18"/>
                    <a:pt x="112" y="0"/>
                    <a:pt x="80" y="0"/>
                  </a:cubicBezTo>
                  <a:cubicBezTo>
                    <a:pt x="47" y="0"/>
                    <a:pt x="22" y="19"/>
                    <a:pt x="9" y="31"/>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11" name="Oval 10"/>
            <p:cNvSpPr>
              <a:spLocks noChangeArrowheads="1"/>
            </p:cNvSpPr>
            <p:nvPr/>
          </p:nvSpPr>
          <p:spPr>
            <a:xfrm>
              <a:off x="6945487" y="1669887"/>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2" name="Oval 11"/>
            <p:cNvSpPr>
              <a:spLocks noChangeArrowheads="1"/>
            </p:cNvSpPr>
            <p:nvPr/>
          </p:nvSpPr>
          <p:spPr>
            <a:xfrm>
              <a:off x="6945487" y="1701885"/>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3" name="Oval 12"/>
            <p:cNvSpPr>
              <a:spLocks noChangeArrowheads="1"/>
            </p:cNvSpPr>
            <p:nvPr/>
          </p:nvSpPr>
          <p:spPr>
            <a:xfrm>
              <a:off x="6945487" y="1736869"/>
              <a:ext cx="12568" cy="15785"/>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4" name="Oval 13"/>
            <p:cNvSpPr>
              <a:spLocks noChangeArrowheads="1"/>
            </p:cNvSpPr>
            <p:nvPr/>
          </p:nvSpPr>
          <p:spPr>
            <a:xfrm>
              <a:off x="6945487" y="1770146"/>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5" name="Oval 14"/>
            <p:cNvSpPr>
              <a:spLocks noChangeArrowheads="1"/>
            </p:cNvSpPr>
            <p:nvPr/>
          </p:nvSpPr>
          <p:spPr>
            <a:xfrm>
              <a:off x="6945487" y="1803424"/>
              <a:ext cx="12568" cy="17492"/>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6" name="Oval 15"/>
            <p:cNvSpPr>
              <a:spLocks noChangeArrowheads="1"/>
            </p:cNvSpPr>
            <p:nvPr/>
          </p:nvSpPr>
          <p:spPr>
            <a:xfrm>
              <a:off x="6945487" y="1838408"/>
              <a:ext cx="12568" cy="1407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sp>
          <p:nvSpPr>
            <p:cNvPr id="17" name="Oval 16"/>
            <p:cNvSpPr>
              <a:spLocks noChangeArrowheads="1"/>
            </p:cNvSpPr>
            <p:nvPr/>
          </p:nvSpPr>
          <p:spPr>
            <a:xfrm>
              <a:off x="6945487" y="1869979"/>
              <a:ext cx="12568" cy="15785"/>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endParaRPr lang="zh-CN" altLang="zh-CN" sz="2400">
                <a:solidFill>
                  <a:prstClr val="black"/>
                </a:solidFill>
                <a:latin typeface="思源黑体 CN Medium"/>
                <a:ea typeface="思源黑体 CN Medium"/>
                <a:cs typeface="思源黑体 CN Medium"/>
                <a:sym typeface="思源黑体 CN Medium"/>
              </a:endParaRPr>
            </a:p>
          </p:txBody>
        </p:sp>
      </p:grpSp>
      <p:sp>
        <p:nvSpPr>
          <p:cNvPr id="28" name="Content Placeholder 2"/>
          <p:cNvSpPr txBox="1"/>
          <p:nvPr/>
        </p:nvSpPr>
        <p:spPr>
          <a:xfrm>
            <a:off x="1621111" y="1921878"/>
            <a:ext cx="1931392"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sp>
        <p:nvSpPr>
          <p:cNvPr id="29" name="Content Placeholder 2"/>
          <p:cNvSpPr txBox="1"/>
          <p:nvPr/>
        </p:nvSpPr>
        <p:spPr>
          <a:xfrm>
            <a:off x="8608239" y="1893304"/>
            <a:ext cx="1931392"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sp>
        <p:nvSpPr>
          <p:cNvPr id="30" name="Content Placeholder 2"/>
          <p:cNvSpPr txBox="1"/>
          <p:nvPr/>
        </p:nvSpPr>
        <p:spPr>
          <a:xfrm>
            <a:off x="5048574" y="1921878"/>
            <a:ext cx="1931391" cy="430359"/>
          </a:xfrm>
          <a:prstGeom prst="rect">
            <a:avLst/>
          </a:prstGeom>
        </p:spPr>
        <p:txBody>
          <a:bodyPr lIns="91424" tIns="45713" rIns="91424" bIns="45713"/>
          <a:lstStyle/>
          <a:p>
            <a:pPr algn="ctr" defTabSz="1218565"/>
            <a:r>
              <a:rPr lang="zh-CN" altLang="en-US" sz="1465">
                <a:solidFill>
                  <a:prstClr val="black">
                    <a:lumMod val="65000"/>
                    <a:lumOff val="35000"/>
                  </a:prstClr>
                </a:solidFill>
                <a:latin typeface="思源黑体 CN Medium"/>
                <a:ea typeface="思源黑体 CN Medium"/>
                <a:cs typeface="思源黑体 CN Medium"/>
                <a:sym typeface="思源黑体 CN Medium"/>
              </a:rPr>
              <a:t>单击编辑标题</a:t>
            </a:r>
          </a:p>
        </p:txBody>
      </p:sp>
      <p:grpSp>
        <p:nvGrpSpPr>
          <p:cNvPr id="3" name="组合 41"/>
          <p:cNvGrpSpPr/>
          <p:nvPr/>
        </p:nvGrpSpPr>
        <p:grpSpPr>
          <a:xfrm>
            <a:off x="5152851" y="2317181"/>
            <a:ext cx="1773932" cy="2900829"/>
            <a:chOff x="3864420" y="1738422"/>
            <a:chExt cx="1770039" cy="2176293"/>
          </a:xfrm>
        </p:grpSpPr>
        <p:grpSp>
          <p:nvGrpSpPr>
            <p:cNvPr id="4" name="Group 18"/>
            <p:cNvGrpSpPr/>
            <p:nvPr/>
          </p:nvGrpSpPr>
          <p:grpSpPr>
            <a:xfrm>
              <a:off x="3864420" y="1738422"/>
              <a:ext cx="1770039" cy="2176293"/>
              <a:chOff x="7424737" y="1308100"/>
              <a:chExt cx="549275" cy="779463"/>
            </a:xfrm>
            <a:solidFill>
              <a:schemeClr val="accent2"/>
            </a:solidFill>
          </p:grpSpPr>
          <p:sp>
            <p:nvSpPr>
              <p:cNvPr id="20" name="Freeform 19"/>
              <p:cNvSpPr>
                <a:spLocks noEditPoints="1"/>
              </p:cNvSpPr>
              <p:nvPr/>
            </p:nvSpPr>
            <p:spPr>
              <a:xfrm>
                <a:off x="7424737" y="1308100"/>
                <a:ext cx="549275" cy="779463"/>
              </a:xfrm>
              <a:custGeom>
                <a:avLst/>
                <a:gdLst>
                  <a:gd name="T0" fmla="*/ 243 w 284"/>
                  <a:gd name="T1" fmla="*/ 155 h 403"/>
                  <a:gd name="T2" fmla="*/ 268 w 284"/>
                  <a:gd name="T3" fmla="*/ 108 h 403"/>
                  <a:gd name="T4" fmla="*/ 268 w 284"/>
                  <a:gd name="T5" fmla="*/ 47 h 403"/>
                  <a:gd name="T6" fmla="*/ 277 w 284"/>
                  <a:gd name="T7" fmla="*/ 47 h 403"/>
                  <a:gd name="T8" fmla="*/ 284 w 284"/>
                  <a:gd name="T9" fmla="*/ 40 h 403"/>
                  <a:gd name="T10" fmla="*/ 284 w 284"/>
                  <a:gd name="T11" fmla="*/ 7 h 403"/>
                  <a:gd name="T12" fmla="*/ 277 w 284"/>
                  <a:gd name="T13" fmla="*/ 0 h 403"/>
                  <a:gd name="T14" fmla="*/ 7 w 284"/>
                  <a:gd name="T15" fmla="*/ 0 h 403"/>
                  <a:gd name="T16" fmla="*/ 0 w 284"/>
                  <a:gd name="T17" fmla="*/ 7 h 403"/>
                  <a:gd name="T18" fmla="*/ 0 w 284"/>
                  <a:gd name="T19" fmla="*/ 40 h 403"/>
                  <a:gd name="T20" fmla="*/ 7 w 284"/>
                  <a:gd name="T21" fmla="*/ 47 h 403"/>
                  <a:gd name="T22" fmla="*/ 16 w 284"/>
                  <a:gd name="T23" fmla="*/ 47 h 403"/>
                  <a:gd name="T24" fmla="*/ 16 w 284"/>
                  <a:gd name="T25" fmla="*/ 109 h 403"/>
                  <a:gd name="T26" fmla="*/ 40 w 284"/>
                  <a:gd name="T27" fmla="*/ 155 h 403"/>
                  <a:gd name="T28" fmla="*/ 109 w 284"/>
                  <a:gd name="T29" fmla="*/ 197 h 403"/>
                  <a:gd name="T30" fmla="*/ 109 w 284"/>
                  <a:gd name="T31" fmla="*/ 215 h 403"/>
                  <a:gd name="T32" fmla="*/ 41 w 284"/>
                  <a:gd name="T33" fmla="*/ 257 h 403"/>
                  <a:gd name="T34" fmla="*/ 16 w 284"/>
                  <a:gd name="T35" fmla="*/ 304 h 403"/>
                  <a:gd name="T36" fmla="*/ 16 w 284"/>
                  <a:gd name="T37" fmla="*/ 357 h 403"/>
                  <a:gd name="T38" fmla="*/ 7 w 284"/>
                  <a:gd name="T39" fmla="*/ 357 h 403"/>
                  <a:gd name="T40" fmla="*/ 0 w 284"/>
                  <a:gd name="T41" fmla="*/ 364 h 403"/>
                  <a:gd name="T42" fmla="*/ 0 w 284"/>
                  <a:gd name="T43" fmla="*/ 397 h 403"/>
                  <a:gd name="T44" fmla="*/ 7 w 284"/>
                  <a:gd name="T45" fmla="*/ 403 h 403"/>
                  <a:gd name="T46" fmla="*/ 277 w 284"/>
                  <a:gd name="T47" fmla="*/ 403 h 403"/>
                  <a:gd name="T48" fmla="*/ 284 w 284"/>
                  <a:gd name="T49" fmla="*/ 397 h 403"/>
                  <a:gd name="T50" fmla="*/ 284 w 284"/>
                  <a:gd name="T51" fmla="*/ 364 h 403"/>
                  <a:gd name="T52" fmla="*/ 277 w 284"/>
                  <a:gd name="T53" fmla="*/ 357 h 403"/>
                  <a:gd name="T54" fmla="*/ 268 w 284"/>
                  <a:gd name="T55" fmla="*/ 357 h 403"/>
                  <a:gd name="T56" fmla="*/ 268 w 284"/>
                  <a:gd name="T57" fmla="*/ 303 h 403"/>
                  <a:gd name="T58" fmla="*/ 244 w 284"/>
                  <a:gd name="T59" fmla="*/ 257 h 403"/>
                  <a:gd name="T60" fmla="*/ 175 w 284"/>
                  <a:gd name="T61" fmla="*/ 215 h 403"/>
                  <a:gd name="T62" fmla="*/ 175 w 284"/>
                  <a:gd name="T63" fmla="*/ 197 h 403"/>
                  <a:gd name="T64" fmla="*/ 243 w 284"/>
                  <a:gd name="T65" fmla="*/ 155 h 403"/>
                  <a:gd name="T66" fmla="*/ 156 w 284"/>
                  <a:gd name="T67" fmla="*/ 233 h 403"/>
                  <a:gd name="T68" fmla="*/ 231 w 284"/>
                  <a:gd name="T69" fmla="*/ 278 h 403"/>
                  <a:gd name="T70" fmla="*/ 241 w 284"/>
                  <a:gd name="T71" fmla="*/ 286 h 403"/>
                  <a:gd name="T72" fmla="*/ 243 w 284"/>
                  <a:gd name="T73" fmla="*/ 303 h 403"/>
                  <a:gd name="T74" fmla="*/ 243 w 284"/>
                  <a:gd name="T75" fmla="*/ 357 h 403"/>
                  <a:gd name="T76" fmla="*/ 41 w 284"/>
                  <a:gd name="T77" fmla="*/ 357 h 403"/>
                  <a:gd name="T78" fmla="*/ 41 w 284"/>
                  <a:gd name="T79" fmla="*/ 304 h 403"/>
                  <a:gd name="T80" fmla="*/ 55 w 284"/>
                  <a:gd name="T81" fmla="*/ 277 h 403"/>
                  <a:gd name="T82" fmla="*/ 128 w 284"/>
                  <a:gd name="T83" fmla="*/ 233 h 403"/>
                  <a:gd name="T84" fmla="*/ 134 w 284"/>
                  <a:gd name="T85" fmla="*/ 222 h 403"/>
                  <a:gd name="T86" fmla="*/ 134 w 284"/>
                  <a:gd name="T87" fmla="*/ 190 h 403"/>
                  <a:gd name="T88" fmla="*/ 128 w 284"/>
                  <a:gd name="T89" fmla="*/ 179 h 403"/>
                  <a:gd name="T90" fmla="*/ 53 w 284"/>
                  <a:gd name="T91" fmla="*/ 134 h 403"/>
                  <a:gd name="T92" fmla="*/ 43 w 284"/>
                  <a:gd name="T93" fmla="*/ 126 h 403"/>
                  <a:gd name="T94" fmla="*/ 41 w 284"/>
                  <a:gd name="T95" fmla="*/ 109 h 403"/>
                  <a:gd name="T96" fmla="*/ 41 w 284"/>
                  <a:gd name="T97" fmla="*/ 47 h 403"/>
                  <a:gd name="T98" fmla="*/ 243 w 284"/>
                  <a:gd name="T99" fmla="*/ 47 h 403"/>
                  <a:gd name="T100" fmla="*/ 243 w 284"/>
                  <a:gd name="T101" fmla="*/ 108 h 403"/>
                  <a:gd name="T102" fmla="*/ 229 w 284"/>
                  <a:gd name="T103" fmla="*/ 135 h 403"/>
                  <a:gd name="T104" fmla="*/ 156 w 284"/>
                  <a:gd name="T105" fmla="*/ 179 h 403"/>
                  <a:gd name="T106" fmla="*/ 150 w 284"/>
                  <a:gd name="T107" fmla="*/ 190 h 403"/>
                  <a:gd name="T108" fmla="*/ 150 w 284"/>
                  <a:gd name="T109" fmla="*/ 222 h 403"/>
                  <a:gd name="T110" fmla="*/ 156 w 284"/>
                  <a:gd name="T111"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4" h="403">
                    <a:moveTo>
                      <a:pt x="243" y="155"/>
                    </a:moveTo>
                    <a:cubicBezTo>
                      <a:pt x="251" y="150"/>
                      <a:pt x="268" y="138"/>
                      <a:pt x="268" y="108"/>
                    </a:cubicBezTo>
                    <a:cubicBezTo>
                      <a:pt x="268" y="47"/>
                      <a:pt x="268" y="47"/>
                      <a:pt x="268" y="47"/>
                    </a:cubicBezTo>
                    <a:cubicBezTo>
                      <a:pt x="277" y="47"/>
                      <a:pt x="277" y="47"/>
                      <a:pt x="277" y="47"/>
                    </a:cubicBezTo>
                    <a:cubicBezTo>
                      <a:pt x="281" y="47"/>
                      <a:pt x="284" y="44"/>
                      <a:pt x="284" y="40"/>
                    </a:cubicBezTo>
                    <a:cubicBezTo>
                      <a:pt x="284" y="7"/>
                      <a:pt x="284" y="7"/>
                      <a:pt x="284" y="7"/>
                    </a:cubicBezTo>
                    <a:cubicBezTo>
                      <a:pt x="284" y="3"/>
                      <a:pt x="281" y="0"/>
                      <a:pt x="277" y="0"/>
                    </a:cubicBezTo>
                    <a:cubicBezTo>
                      <a:pt x="7" y="0"/>
                      <a:pt x="7" y="0"/>
                      <a:pt x="7" y="0"/>
                    </a:cubicBezTo>
                    <a:cubicBezTo>
                      <a:pt x="3" y="0"/>
                      <a:pt x="0" y="3"/>
                      <a:pt x="0" y="7"/>
                    </a:cubicBezTo>
                    <a:cubicBezTo>
                      <a:pt x="0" y="40"/>
                      <a:pt x="0" y="40"/>
                      <a:pt x="0" y="40"/>
                    </a:cubicBezTo>
                    <a:cubicBezTo>
                      <a:pt x="0" y="44"/>
                      <a:pt x="3" y="47"/>
                      <a:pt x="7" y="47"/>
                    </a:cubicBezTo>
                    <a:cubicBezTo>
                      <a:pt x="16" y="47"/>
                      <a:pt x="16" y="47"/>
                      <a:pt x="16" y="47"/>
                    </a:cubicBezTo>
                    <a:cubicBezTo>
                      <a:pt x="16" y="109"/>
                      <a:pt x="16" y="109"/>
                      <a:pt x="16" y="109"/>
                    </a:cubicBezTo>
                    <a:cubicBezTo>
                      <a:pt x="16" y="139"/>
                      <a:pt x="24" y="146"/>
                      <a:pt x="40" y="155"/>
                    </a:cubicBezTo>
                    <a:cubicBezTo>
                      <a:pt x="109" y="197"/>
                      <a:pt x="109" y="197"/>
                      <a:pt x="109" y="197"/>
                    </a:cubicBezTo>
                    <a:cubicBezTo>
                      <a:pt x="109" y="215"/>
                      <a:pt x="109" y="215"/>
                      <a:pt x="109" y="215"/>
                    </a:cubicBezTo>
                    <a:cubicBezTo>
                      <a:pt x="92" y="225"/>
                      <a:pt x="47" y="253"/>
                      <a:pt x="41" y="257"/>
                    </a:cubicBezTo>
                    <a:cubicBezTo>
                      <a:pt x="33" y="262"/>
                      <a:pt x="16" y="274"/>
                      <a:pt x="16" y="304"/>
                    </a:cubicBezTo>
                    <a:cubicBezTo>
                      <a:pt x="16" y="357"/>
                      <a:pt x="16" y="357"/>
                      <a:pt x="16" y="357"/>
                    </a:cubicBezTo>
                    <a:cubicBezTo>
                      <a:pt x="7" y="357"/>
                      <a:pt x="7" y="357"/>
                      <a:pt x="7" y="357"/>
                    </a:cubicBezTo>
                    <a:cubicBezTo>
                      <a:pt x="3" y="357"/>
                      <a:pt x="0" y="360"/>
                      <a:pt x="0" y="364"/>
                    </a:cubicBezTo>
                    <a:cubicBezTo>
                      <a:pt x="0" y="397"/>
                      <a:pt x="0" y="397"/>
                      <a:pt x="0" y="397"/>
                    </a:cubicBezTo>
                    <a:cubicBezTo>
                      <a:pt x="0" y="400"/>
                      <a:pt x="3" y="403"/>
                      <a:pt x="7" y="403"/>
                    </a:cubicBezTo>
                    <a:cubicBezTo>
                      <a:pt x="277" y="403"/>
                      <a:pt x="277" y="403"/>
                      <a:pt x="277" y="403"/>
                    </a:cubicBezTo>
                    <a:cubicBezTo>
                      <a:pt x="281" y="403"/>
                      <a:pt x="284" y="400"/>
                      <a:pt x="284" y="397"/>
                    </a:cubicBezTo>
                    <a:cubicBezTo>
                      <a:pt x="284" y="364"/>
                      <a:pt x="284" y="364"/>
                      <a:pt x="284" y="364"/>
                    </a:cubicBezTo>
                    <a:cubicBezTo>
                      <a:pt x="284" y="360"/>
                      <a:pt x="281" y="357"/>
                      <a:pt x="277" y="357"/>
                    </a:cubicBezTo>
                    <a:cubicBezTo>
                      <a:pt x="268" y="357"/>
                      <a:pt x="268" y="357"/>
                      <a:pt x="268" y="357"/>
                    </a:cubicBezTo>
                    <a:cubicBezTo>
                      <a:pt x="268" y="303"/>
                      <a:pt x="268" y="303"/>
                      <a:pt x="268" y="303"/>
                    </a:cubicBezTo>
                    <a:cubicBezTo>
                      <a:pt x="268" y="274"/>
                      <a:pt x="260" y="267"/>
                      <a:pt x="244" y="257"/>
                    </a:cubicBezTo>
                    <a:cubicBezTo>
                      <a:pt x="175" y="215"/>
                      <a:pt x="175" y="215"/>
                      <a:pt x="175" y="215"/>
                    </a:cubicBezTo>
                    <a:cubicBezTo>
                      <a:pt x="175" y="197"/>
                      <a:pt x="175" y="197"/>
                      <a:pt x="175" y="197"/>
                    </a:cubicBezTo>
                    <a:cubicBezTo>
                      <a:pt x="192" y="187"/>
                      <a:pt x="237" y="159"/>
                      <a:pt x="243" y="155"/>
                    </a:cubicBezTo>
                    <a:close/>
                    <a:moveTo>
                      <a:pt x="156" y="233"/>
                    </a:moveTo>
                    <a:cubicBezTo>
                      <a:pt x="231" y="278"/>
                      <a:pt x="231" y="278"/>
                      <a:pt x="231" y="278"/>
                    </a:cubicBezTo>
                    <a:cubicBezTo>
                      <a:pt x="236" y="282"/>
                      <a:pt x="239" y="284"/>
                      <a:pt x="241" y="286"/>
                    </a:cubicBezTo>
                    <a:cubicBezTo>
                      <a:pt x="243" y="289"/>
                      <a:pt x="243" y="294"/>
                      <a:pt x="243" y="303"/>
                    </a:cubicBezTo>
                    <a:cubicBezTo>
                      <a:pt x="243" y="357"/>
                      <a:pt x="243" y="357"/>
                      <a:pt x="243" y="357"/>
                    </a:cubicBezTo>
                    <a:cubicBezTo>
                      <a:pt x="41" y="357"/>
                      <a:pt x="41" y="357"/>
                      <a:pt x="41" y="357"/>
                    </a:cubicBezTo>
                    <a:cubicBezTo>
                      <a:pt x="41" y="304"/>
                      <a:pt x="41" y="304"/>
                      <a:pt x="41" y="304"/>
                    </a:cubicBezTo>
                    <a:cubicBezTo>
                      <a:pt x="41" y="287"/>
                      <a:pt x="49" y="282"/>
                      <a:pt x="55" y="277"/>
                    </a:cubicBezTo>
                    <a:cubicBezTo>
                      <a:pt x="60" y="274"/>
                      <a:pt x="101" y="249"/>
                      <a:pt x="128" y="233"/>
                    </a:cubicBezTo>
                    <a:cubicBezTo>
                      <a:pt x="132" y="231"/>
                      <a:pt x="134" y="226"/>
                      <a:pt x="134" y="222"/>
                    </a:cubicBezTo>
                    <a:cubicBezTo>
                      <a:pt x="134" y="190"/>
                      <a:pt x="134" y="190"/>
                      <a:pt x="134" y="190"/>
                    </a:cubicBezTo>
                    <a:cubicBezTo>
                      <a:pt x="134" y="186"/>
                      <a:pt x="132" y="182"/>
                      <a:pt x="128" y="179"/>
                    </a:cubicBezTo>
                    <a:cubicBezTo>
                      <a:pt x="53" y="134"/>
                      <a:pt x="53" y="134"/>
                      <a:pt x="53" y="134"/>
                    </a:cubicBezTo>
                    <a:cubicBezTo>
                      <a:pt x="48" y="130"/>
                      <a:pt x="45" y="128"/>
                      <a:pt x="43" y="126"/>
                    </a:cubicBezTo>
                    <a:cubicBezTo>
                      <a:pt x="41" y="123"/>
                      <a:pt x="41" y="118"/>
                      <a:pt x="41" y="109"/>
                    </a:cubicBezTo>
                    <a:cubicBezTo>
                      <a:pt x="41" y="47"/>
                      <a:pt x="41" y="47"/>
                      <a:pt x="41" y="47"/>
                    </a:cubicBezTo>
                    <a:cubicBezTo>
                      <a:pt x="243" y="47"/>
                      <a:pt x="243" y="47"/>
                      <a:pt x="243" y="47"/>
                    </a:cubicBezTo>
                    <a:cubicBezTo>
                      <a:pt x="243" y="108"/>
                      <a:pt x="243" y="108"/>
                      <a:pt x="243" y="108"/>
                    </a:cubicBezTo>
                    <a:cubicBezTo>
                      <a:pt x="243" y="125"/>
                      <a:pt x="235" y="131"/>
                      <a:pt x="229" y="135"/>
                    </a:cubicBezTo>
                    <a:cubicBezTo>
                      <a:pt x="224" y="138"/>
                      <a:pt x="183" y="163"/>
                      <a:pt x="156" y="179"/>
                    </a:cubicBezTo>
                    <a:cubicBezTo>
                      <a:pt x="152" y="182"/>
                      <a:pt x="150" y="186"/>
                      <a:pt x="150" y="190"/>
                    </a:cubicBezTo>
                    <a:cubicBezTo>
                      <a:pt x="150" y="222"/>
                      <a:pt x="150" y="222"/>
                      <a:pt x="150" y="222"/>
                    </a:cubicBezTo>
                    <a:cubicBezTo>
                      <a:pt x="150" y="226"/>
                      <a:pt x="152" y="231"/>
                      <a:pt x="156" y="233"/>
                    </a:cubicBez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21" name="Freeform 20"/>
              <p:cNvSpPr/>
              <p:nvPr/>
            </p:nvSpPr>
            <p:spPr>
              <a:xfrm>
                <a:off x="7521575" y="1826068"/>
                <a:ext cx="355600" cy="155131"/>
              </a:xfrm>
              <a:custGeom>
                <a:avLst/>
                <a:gdLst>
                  <a:gd name="T0" fmla="*/ 3 w 184"/>
                  <a:gd name="T1" fmla="*/ 52 h 93"/>
                  <a:gd name="T2" fmla="*/ 0 w 184"/>
                  <a:gd name="T3" fmla="*/ 57 h 93"/>
                  <a:gd name="T4" fmla="*/ 0 w 184"/>
                  <a:gd name="T5" fmla="*/ 89 h 93"/>
                  <a:gd name="T6" fmla="*/ 3 w 184"/>
                  <a:gd name="T7" fmla="*/ 92 h 93"/>
                  <a:gd name="T8" fmla="*/ 92 w 184"/>
                  <a:gd name="T9" fmla="*/ 93 h 93"/>
                  <a:gd name="T10" fmla="*/ 180 w 184"/>
                  <a:gd name="T11" fmla="*/ 92 h 93"/>
                  <a:gd name="T12" fmla="*/ 183 w 184"/>
                  <a:gd name="T13" fmla="*/ 89 h 93"/>
                  <a:gd name="T14" fmla="*/ 183 w 184"/>
                  <a:gd name="T15" fmla="*/ 57 h 93"/>
                  <a:gd name="T16" fmla="*/ 181 w 184"/>
                  <a:gd name="T17" fmla="*/ 52 h 93"/>
                  <a:gd name="T18" fmla="*/ 92 w 184"/>
                  <a:gd name="T19" fmla="*/ 0 h 93"/>
                  <a:gd name="T20" fmla="*/ 3 w 184"/>
                  <a:gd name="T21" fmla="*/ 5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93">
                    <a:moveTo>
                      <a:pt x="3" y="52"/>
                    </a:moveTo>
                    <a:cubicBezTo>
                      <a:pt x="1" y="53"/>
                      <a:pt x="0" y="54"/>
                      <a:pt x="0" y="57"/>
                    </a:cubicBezTo>
                    <a:cubicBezTo>
                      <a:pt x="0" y="60"/>
                      <a:pt x="0" y="89"/>
                      <a:pt x="0" y="89"/>
                    </a:cubicBezTo>
                    <a:cubicBezTo>
                      <a:pt x="0" y="89"/>
                      <a:pt x="0" y="92"/>
                      <a:pt x="3" y="92"/>
                    </a:cubicBezTo>
                    <a:cubicBezTo>
                      <a:pt x="5" y="92"/>
                      <a:pt x="48" y="93"/>
                      <a:pt x="92" y="93"/>
                    </a:cubicBezTo>
                    <a:cubicBezTo>
                      <a:pt x="136" y="93"/>
                      <a:pt x="179" y="92"/>
                      <a:pt x="180" y="92"/>
                    </a:cubicBezTo>
                    <a:cubicBezTo>
                      <a:pt x="184" y="92"/>
                      <a:pt x="183" y="89"/>
                      <a:pt x="183" y="89"/>
                    </a:cubicBezTo>
                    <a:cubicBezTo>
                      <a:pt x="183" y="89"/>
                      <a:pt x="183" y="60"/>
                      <a:pt x="183" y="57"/>
                    </a:cubicBezTo>
                    <a:cubicBezTo>
                      <a:pt x="183" y="54"/>
                      <a:pt x="183" y="53"/>
                      <a:pt x="181" y="52"/>
                    </a:cubicBezTo>
                    <a:cubicBezTo>
                      <a:pt x="169" y="43"/>
                      <a:pt x="115" y="0"/>
                      <a:pt x="92" y="0"/>
                    </a:cubicBezTo>
                    <a:cubicBezTo>
                      <a:pt x="68" y="0"/>
                      <a:pt x="15" y="43"/>
                      <a:pt x="3" y="5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sp>
          <p:nvSpPr>
            <p:cNvPr id="31" name="Freeform 30"/>
            <p:cNvSpPr/>
            <p:nvPr/>
          </p:nvSpPr>
          <p:spPr>
            <a:xfrm>
              <a:off x="4250532" y="2351020"/>
              <a:ext cx="997744" cy="260828"/>
            </a:xfrm>
            <a:custGeom>
              <a:avLst/>
              <a:gdLst>
                <a:gd name="T0" fmla="*/ 155 w 160"/>
                <a:gd name="T1" fmla="*/ 5 h 49"/>
                <a:gd name="T2" fmla="*/ 153 w 160"/>
                <a:gd name="T3" fmla="*/ 2 h 49"/>
                <a:gd name="T4" fmla="*/ 76 w 160"/>
                <a:gd name="T5" fmla="*/ 23 h 49"/>
                <a:gd name="T6" fmla="*/ 4 w 160"/>
                <a:gd name="T7" fmla="*/ 5 h 49"/>
                <a:gd name="T8" fmla="*/ 5 w 160"/>
                <a:gd name="T9" fmla="*/ 11 h 49"/>
                <a:gd name="T10" fmla="*/ 66 w 160"/>
                <a:gd name="T11" fmla="*/ 46 h 49"/>
                <a:gd name="T12" fmla="*/ 84 w 160"/>
                <a:gd name="T13" fmla="*/ 46 h 49"/>
                <a:gd name="T14" fmla="*/ 155 w 160"/>
                <a:gd name="T15" fmla="*/ 5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49">
                  <a:moveTo>
                    <a:pt x="155" y="5"/>
                  </a:moveTo>
                  <a:cubicBezTo>
                    <a:pt x="155" y="5"/>
                    <a:pt x="160" y="1"/>
                    <a:pt x="153" y="2"/>
                  </a:cubicBezTo>
                  <a:cubicBezTo>
                    <a:pt x="137" y="5"/>
                    <a:pt x="110" y="21"/>
                    <a:pt x="76" y="23"/>
                  </a:cubicBezTo>
                  <a:cubicBezTo>
                    <a:pt x="41" y="26"/>
                    <a:pt x="25" y="0"/>
                    <a:pt x="4" y="5"/>
                  </a:cubicBezTo>
                  <a:cubicBezTo>
                    <a:pt x="0" y="6"/>
                    <a:pt x="0" y="8"/>
                    <a:pt x="5" y="11"/>
                  </a:cubicBezTo>
                  <a:cubicBezTo>
                    <a:pt x="10" y="15"/>
                    <a:pt x="59" y="42"/>
                    <a:pt x="66" y="46"/>
                  </a:cubicBezTo>
                  <a:cubicBezTo>
                    <a:pt x="73" y="49"/>
                    <a:pt x="77" y="49"/>
                    <a:pt x="84" y="46"/>
                  </a:cubicBezTo>
                  <a:cubicBezTo>
                    <a:pt x="94" y="41"/>
                    <a:pt x="155" y="5"/>
                    <a:pt x="155" y="5"/>
                  </a:cubicBezTo>
                  <a:close/>
                </a:path>
              </a:pathLst>
            </a:custGeom>
            <a:solidFill>
              <a:schemeClr val="accent3"/>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grpSp>
        <p:nvGrpSpPr>
          <p:cNvPr id="7" name="组合 42"/>
          <p:cNvGrpSpPr/>
          <p:nvPr/>
        </p:nvGrpSpPr>
        <p:grpSpPr>
          <a:xfrm>
            <a:off x="8741548" y="2317750"/>
            <a:ext cx="1769580" cy="2900363"/>
            <a:chOff x="6556773" y="1738849"/>
            <a:chExt cx="1765696" cy="2175944"/>
          </a:xfrm>
        </p:grpSpPr>
        <p:sp>
          <p:nvSpPr>
            <p:cNvPr id="18" name="Freeform 17"/>
            <p:cNvSpPr>
              <a:spLocks noEditPoints="1"/>
            </p:cNvSpPr>
            <p:nvPr/>
          </p:nvSpPr>
          <p:spPr>
            <a:xfrm>
              <a:off x="6556773" y="1738849"/>
              <a:ext cx="1765696" cy="2175944"/>
            </a:xfrm>
            <a:custGeom>
              <a:avLst/>
              <a:gdLst>
                <a:gd name="T0" fmla="*/ 243 w 283"/>
                <a:gd name="T1" fmla="*/ 155 h 403"/>
                <a:gd name="T2" fmla="*/ 268 w 283"/>
                <a:gd name="T3" fmla="*/ 108 h 403"/>
                <a:gd name="T4" fmla="*/ 268 w 283"/>
                <a:gd name="T5" fmla="*/ 47 h 403"/>
                <a:gd name="T6" fmla="*/ 276 w 283"/>
                <a:gd name="T7" fmla="*/ 47 h 403"/>
                <a:gd name="T8" fmla="*/ 283 w 283"/>
                <a:gd name="T9" fmla="*/ 40 h 403"/>
                <a:gd name="T10" fmla="*/ 283 w 283"/>
                <a:gd name="T11" fmla="*/ 7 h 403"/>
                <a:gd name="T12" fmla="*/ 276 w 283"/>
                <a:gd name="T13" fmla="*/ 0 h 403"/>
                <a:gd name="T14" fmla="*/ 7 w 283"/>
                <a:gd name="T15" fmla="*/ 0 h 403"/>
                <a:gd name="T16" fmla="*/ 0 w 283"/>
                <a:gd name="T17" fmla="*/ 7 h 403"/>
                <a:gd name="T18" fmla="*/ 0 w 283"/>
                <a:gd name="T19" fmla="*/ 40 h 403"/>
                <a:gd name="T20" fmla="*/ 7 w 283"/>
                <a:gd name="T21" fmla="*/ 47 h 403"/>
                <a:gd name="T22" fmla="*/ 15 w 283"/>
                <a:gd name="T23" fmla="*/ 47 h 403"/>
                <a:gd name="T24" fmla="*/ 15 w 283"/>
                <a:gd name="T25" fmla="*/ 109 h 403"/>
                <a:gd name="T26" fmla="*/ 40 w 283"/>
                <a:gd name="T27" fmla="*/ 155 h 403"/>
                <a:gd name="T28" fmla="*/ 109 w 283"/>
                <a:gd name="T29" fmla="*/ 197 h 403"/>
                <a:gd name="T30" fmla="*/ 109 w 283"/>
                <a:gd name="T31" fmla="*/ 215 h 403"/>
                <a:gd name="T32" fmla="*/ 40 w 283"/>
                <a:gd name="T33" fmla="*/ 257 h 403"/>
                <a:gd name="T34" fmla="*/ 15 w 283"/>
                <a:gd name="T35" fmla="*/ 304 h 403"/>
                <a:gd name="T36" fmla="*/ 15 w 283"/>
                <a:gd name="T37" fmla="*/ 357 h 403"/>
                <a:gd name="T38" fmla="*/ 7 w 283"/>
                <a:gd name="T39" fmla="*/ 357 h 403"/>
                <a:gd name="T40" fmla="*/ 0 w 283"/>
                <a:gd name="T41" fmla="*/ 364 h 403"/>
                <a:gd name="T42" fmla="*/ 0 w 283"/>
                <a:gd name="T43" fmla="*/ 397 h 403"/>
                <a:gd name="T44" fmla="*/ 7 w 283"/>
                <a:gd name="T45" fmla="*/ 403 h 403"/>
                <a:gd name="T46" fmla="*/ 276 w 283"/>
                <a:gd name="T47" fmla="*/ 403 h 403"/>
                <a:gd name="T48" fmla="*/ 283 w 283"/>
                <a:gd name="T49" fmla="*/ 397 h 403"/>
                <a:gd name="T50" fmla="*/ 283 w 283"/>
                <a:gd name="T51" fmla="*/ 364 h 403"/>
                <a:gd name="T52" fmla="*/ 276 w 283"/>
                <a:gd name="T53" fmla="*/ 357 h 403"/>
                <a:gd name="T54" fmla="*/ 268 w 283"/>
                <a:gd name="T55" fmla="*/ 357 h 403"/>
                <a:gd name="T56" fmla="*/ 268 w 283"/>
                <a:gd name="T57" fmla="*/ 303 h 403"/>
                <a:gd name="T58" fmla="*/ 243 w 283"/>
                <a:gd name="T59" fmla="*/ 257 h 403"/>
                <a:gd name="T60" fmla="*/ 174 w 283"/>
                <a:gd name="T61" fmla="*/ 215 h 403"/>
                <a:gd name="T62" fmla="*/ 174 w 283"/>
                <a:gd name="T63" fmla="*/ 197 h 403"/>
                <a:gd name="T64" fmla="*/ 243 w 283"/>
                <a:gd name="T65" fmla="*/ 155 h 403"/>
                <a:gd name="T66" fmla="*/ 155 w 283"/>
                <a:gd name="T67" fmla="*/ 233 h 403"/>
                <a:gd name="T68" fmla="*/ 230 w 283"/>
                <a:gd name="T69" fmla="*/ 278 h 403"/>
                <a:gd name="T70" fmla="*/ 240 w 283"/>
                <a:gd name="T71" fmla="*/ 286 h 403"/>
                <a:gd name="T72" fmla="*/ 243 w 283"/>
                <a:gd name="T73" fmla="*/ 303 h 403"/>
                <a:gd name="T74" fmla="*/ 243 w 283"/>
                <a:gd name="T75" fmla="*/ 357 h 403"/>
                <a:gd name="T76" fmla="*/ 40 w 283"/>
                <a:gd name="T77" fmla="*/ 357 h 403"/>
                <a:gd name="T78" fmla="*/ 40 w 283"/>
                <a:gd name="T79" fmla="*/ 304 h 403"/>
                <a:gd name="T80" fmla="*/ 54 w 283"/>
                <a:gd name="T81" fmla="*/ 277 h 403"/>
                <a:gd name="T82" fmla="*/ 128 w 283"/>
                <a:gd name="T83" fmla="*/ 233 h 403"/>
                <a:gd name="T84" fmla="*/ 134 w 283"/>
                <a:gd name="T85" fmla="*/ 222 h 403"/>
                <a:gd name="T86" fmla="*/ 134 w 283"/>
                <a:gd name="T87" fmla="*/ 190 h 403"/>
                <a:gd name="T88" fmla="*/ 128 w 283"/>
                <a:gd name="T89" fmla="*/ 179 h 403"/>
                <a:gd name="T90" fmla="*/ 53 w 283"/>
                <a:gd name="T91" fmla="*/ 134 h 403"/>
                <a:gd name="T92" fmla="*/ 43 w 283"/>
                <a:gd name="T93" fmla="*/ 126 h 403"/>
                <a:gd name="T94" fmla="*/ 40 w 283"/>
                <a:gd name="T95" fmla="*/ 109 h 403"/>
                <a:gd name="T96" fmla="*/ 40 w 283"/>
                <a:gd name="T97" fmla="*/ 47 h 403"/>
                <a:gd name="T98" fmla="*/ 243 w 283"/>
                <a:gd name="T99" fmla="*/ 47 h 403"/>
                <a:gd name="T100" fmla="*/ 243 w 283"/>
                <a:gd name="T101" fmla="*/ 108 h 403"/>
                <a:gd name="T102" fmla="*/ 229 w 283"/>
                <a:gd name="T103" fmla="*/ 135 h 403"/>
                <a:gd name="T104" fmla="*/ 155 w 283"/>
                <a:gd name="T105" fmla="*/ 179 h 403"/>
                <a:gd name="T106" fmla="*/ 149 w 283"/>
                <a:gd name="T107" fmla="*/ 190 h 403"/>
                <a:gd name="T108" fmla="*/ 149 w 283"/>
                <a:gd name="T109" fmla="*/ 222 h 403"/>
                <a:gd name="T110" fmla="*/ 155 w 283"/>
                <a:gd name="T111" fmla="*/ 23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403">
                  <a:moveTo>
                    <a:pt x="243" y="155"/>
                  </a:moveTo>
                  <a:cubicBezTo>
                    <a:pt x="250" y="150"/>
                    <a:pt x="268" y="138"/>
                    <a:pt x="268" y="108"/>
                  </a:cubicBezTo>
                  <a:cubicBezTo>
                    <a:pt x="268" y="47"/>
                    <a:pt x="268" y="47"/>
                    <a:pt x="268" y="47"/>
                  </a:cubicBezTo>
                  <a:cubicBezTo>
                    <a:pt x="276" y="47"/>
                    <a:pt x="276" y="47"/>
                    <a:pt x="276" y="47"/>
                  </a:cubicBezTo>
                  <a:cubicBezTo>
                    <a:pt x="280" y="47"/>
                    <a:pt x="283" y="44"/>
                    <a:pt x="283" y="40"/>
                  </a:cubicBezTo>
                  <a:cubicBezTo>
                    <a:pt x="283" y="7"/>
                    <a:pt x="283" y="7"/>
                    <a:pt x="283" y="7"/>
                  </a:cubicBezTo>
                  <a:cubicBezTo>
                    <a:pt x="283" y="3"/>
                    <a:pt x="280" y="0"/>
                    <a:pt x="276" y="0"/>
                  </a:cubicBezTo>
                  <a:cubicBezTo>
                    <a:pt x="7" y="0"/>
                    <a:pt x="7" y="0"/>
                    <a:pt x="7" y="0"/>
                  </a:cubicBezTo>
                  <a:cubicBezTo>
                    <a:pt x="3" y="0"/>
                    <a:pt x="0" y="3"/>
                    <a:pt x="0" y="7"/>
                  </a:cubicBezTo>
                  <a:cubicBezTo>
                    <a:pt x="0" y="40"/>
                    <a:pt x="0" y="40"/>
                    <a:pt x="0" y="40"/>
                  </a:cubicBezTo>
                  <a:cubicBezTo>
                    <a:pt x="0" y="44"/>
                    <a:pt x="3" y="47"/>
                    <a:pt x="7" y="47"/>
                  </a:cubicBezTo>
                  <a:cubicBezTo>
                    <a:pt x="15" y="47"/>
                    <a:pt x="15" y="47"/>
                    <a:pt x="15" y="47"/>
                  </a:cubicBezTo>
                  <a:cubicBezTo>
                    <a:pt x="15" y="109"/>
                    <a:pt x="15" y="109"/>
                    <a:pt x="15" y="109"/>
                  </a:cubicBezTo>
                  <a:cubicBezTo>
                    <a:pt x="15" y="139"/>
                    <a:pt x="24" y="146"/>
                    <a:pt x="40" y="155"/>
                  </a:cubicBezTo>
                  <a:cubicBezTo>
                    <a:pt x="109" y="197"/>
                    <a:pt x="109" y="197"/>
                    <a:pt x="109" y="197"/>
                  </a:cubicBezTo>
                  <a:cubicBezTo>
                    <a:pt x="109" y="215"/>
                    <a:pt x="109" y="215"/>
                    <a:pt x="109" y="215"/>
                  </a:cubicBezTo>
                  <a:cubicBezTo>
                    <a:pt x="91" y="225"/>
                    <a:pt x="46" y="253"/>
                    <a:pt x="40" y="257"/>
                  </a:cubicBezTo>
                  <a:cubicBezTo>
                    <a:pt x="33" y="262"/>
                    <a:pt x="15" y="274"/>
                    <a:pt x="15" y="304"/>
                  </a:cubicBezTo>
                  <a:cubicBezTo>
                    <a:pt x="15" y="357"/>
                    <a:pt x="15" y="357"/>
                    <a:pt x="15" y="357"/>
                  </a:cubicBezTo>
                  <a:cubicBezTo>
                    <a:pt x="7" y="357"/>
                    <a:pt x="7" y="357"/>
                    <a:pt x="7" y="357"/>
                  </a:cubicBezTo>
                  <a:cubicBezTo>
                    <a:pt x="3" y="357"/>
                    <a:pt x="0" y="360"/>
                    <a:pt x="0" y="364"/>
                  </a:cubicBezTo>
                  <a:cubicBezTo>
                    <a:pt x="0" y="397"/>
                    <a:pt x="0" y="397"/>
                    <a:pt x="0" y="397"/>
                  </a:cubicBezTo>
                  <a:cubicBezTo>
                    <a:pt x="0" y="400"/>
                    <a:pt x="3" y="403"/>
                    <a:pt x="7" y="403"/>
                  </a:cubicBezTo>
                  <a:cubicBezTo>
                    <a:pt x="276" y="403"/>
                    <a:pt x="276" y="403"/>
                    <a:pt x="276" y="403"/>
                  </a:cubicBezTo>
                  <a:cubicBezTo>
                    <a:pt x="280" y="403"/>
                    <a:pt x="283" y="400"/>
                    <a:pt x="283" y="397"/>
                  </a:cubicBezTo>
                  <a:cubicBezTo>
                    <a:pt x="283" y="364"/>
                    <a:pt x="283" y="364"/>
                    <a:pt x="283" y="364"/>
                  </a:cubicBezTo>
                  <a:cubicBezTo>
                    <a:pt x="283" y="360"/>
                    <a:pt x="280" y="357"/>
                    <a:pt x="276" y="357"/>
                  </a:cubicBezTo>
                  <a:cubicBezTo>
                    <a:pt x="268" y="357"/>
                    <a:pt x="268" y="357"/>
                    <a:pt x="268" y="357"/>
                  </a:cubicBezTo>
                  <a:cubicBezTo>
                    <a:pt x="268" y="303"/>
                    <a:pt x="268" y="303"/>
                    <a:pt x="268" y="303"/>
                  </a:cubicBezTo>
                  <a:cubicBezTo>
                    <a:pt x="268" y="274"/>
                    <a:pt x="259" y="267"/>
                    <a:pt x="243" y="257"/>
                  </a:cubicBezTo>
                  <a:cubicBezTo>
                    <a:pt x="174" y="215"/>
                    <a:pt x="174" y="215"/>
                    <a:pt x="174" y="215"/>
                  </a:cubicBezTo>
                  <a:cubicBezTo>
                    <a:pt x="174" y="197"/>
                    <a:pt x="174" y="197"/>
                    <a:pt x="174" y="197"/>
                  </a:cubicBezTo>
                  <a:cubicBezTo>
                    <a:pt x="192" y="187"/>
                    <a:pt x="237" y="159"/>
                    <a:pt x="243" y="155"/>
                  </a:cubicBezTo>
                  <a:close/>
                  <a:moveTo>
                    <a:pt x="155" y="233"/>
                  </a:moveTo>
                  <a:cubicBezTo>
                    <a:pt x="230" y="278"/>
                    <a:pt x="230" y="278"/>
                    <a:pt x="230" y="278"/>
                  </a:cubicBezTo>
                  <a:cubicBezTo>
                    <a:pt x="236" y="282"/>
                    <a:pt x="239" y="284"/>
                    <a:pt x="240" y="286"/>
                  </a:cubicBezTo>
                  <a:cubicBezTo>
                    <a:pt x="242" y="289"/>
                    <a:pt x="243" y="294"/>
                    <a:pt x="243" y="303"/>
                  </a:cubicBezTo>
                  <a:cubicBezTo>
                    <a:pt x="243" y="357"/>
                    <a:pt x="243" y="357"/>
                    <a:pt x="243" y="357"/>
                  </a:cubicBezTo>
                  <a:cubicBezTo>
                    <a:pt x="40" y="357"/>
                    <a:pt x="40" y="357"/>
                    <a:pt x="40" y="357"/>
                  </a:cubicBezTo>
                  <a:cubicBezTo>
                    <a:pt x="40" y="304"/>
                    <a:pt x="40" y="304"/>
                    <a:pt x="40" y="304"/>
                  </a:cubicBezTo>
                  <a:cubicBezTo>
                    <a:pt x="40" y="287"/>
                    <a:pt x="48" y="282"/>
                    <a:pt x="54" y="277"/>
                  </a:cubicBezTo>
                  <a:cubicBezTo>
                    <a:pt x="59" y="274"/>
                    <a:pt x="101" y="249"/>
                    <a:pt x="128" y="233"/>
                  </a:cubicBezTo>
                  <a:cubicBezTo>
                    <a:pt x="131" y="231"/>
                    <a:pt x="134" y="226"/>
                    <a:pt x="134" y="222"/>
                  </a:cubicBezTo>
                  <a:cubicBezTo>
                    <a:pt x="134" y="190"/>
                    <a:pt x="134" y="190"/>
                    <a:pt x="134" y="190"/>
                  </a:cubicBezTo>
                  <a:cubicBezTo>
                    <a:pt x="134" y="186"/>
                    <a:pt x="131" y="182"/>
                    <a:pt x="128" y="179"/>
                  </a:cubicBezTo>
                  <a:cubicBezTo>
                    <a:pt x="53" y="134"/>
                    <a:pt x="53" y="134"/>
                    <a:pt x="53" y="134"/>
                  </a:cubicBezTo>
                  <a:cubicBezTo>
                    <a:pt x="47" y="130"/>
                    <a:pt x="44" y="128"/>
                    <a:pt x="43" y="126"/>
                  </a:cubicBezTo>
                  <a:cubicBezTo>
                    <a:pt x="41" y="123"/>
                    <a:pt x="40" y="118"/>
                    <a:pt x="40" y="109"/>
                  </a:cubicBezTo>
                  <a:cubicBezTo>
                    <a:pt x="40" y="47"/>
                    <a:pt x="40" y="47"/>
                    <a:pt x="40" y="47"/>
                  </a:cubicBezTo>
                  <a:cubicBezTo>
                    <a:pt x="243" y="47"/>
                    <a:pt x="243" y="47"/>
                    <a:pt x="243" y="47"/>
                  </a:cubicBezTo>
                  <a:cubicBezTo>
                    <a:pt x="243" y="108"/>
                    <a:pt x="243" y="108"/>
                    <a:pt x="243" y="108"/>
                  </a:cubicBezTo>
                  <a:cubicBezTo>
                    <a:pt x="243" y="125"/>
                    <a:pt x="235" y="131"/>
                    <a:pt x="229" y="135"/>
                  </a:cubicBezTo>
                  <a:cubicBezTo>
                    <a:pt x="224" y="138"/>
                    <a:pt x="182" y="163"/>
                    <a:pt x="155" y="179"/>
                  </a:cubicBezTo>
                  <a:cubicBezTo>
                    <a:pt x="152" y="182"/>
                    <a:pt x="149" y="186"/>
                    <a:pt x="149" y="190"/>
                  </a:cubicBezTo>
                  <a:cubicBezTo>
                    <a:pt x="149" y="222"/>
                    <a:pt x="149" y="222"/>
                    <a:pt x="149" y="222"/>
                  </a:cubicBezTo>
                  <a:cubicBezTo>
                    <a:pt x="149" y="226"/>
                    <a:pt x="152" y="231"/>
                    <a:pt x="155" y="233"/>
                  </a:cubicBezTo>
                  <a:close/>
                </a:path>
              </a:pathLst>
            </a:custGeom>
            <a:solidFill>
              <a:schemeClr val="bg2">
                <a:lumMod val="75000"/>
              </a:schemeClr>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sp>
          <p:nvSpPr>
            <p:cNvPr id="32" name="Freeform 31"/>
            <p:cNvSpPr/>
            <p:nvPr/>
          </p:nvSpPr>
          <p:spPr>
            <a:xfrm>
              <a:off x="6866335" y="3106110"/>
              <a:ext cx="1146572" cy="504981"/>
            </a:xfrm>
            <a:custGeom>
              <a:avLst/>
              <a:gdLst>
                <a:gd name="T0" fmla="*/ 3 w 184"/>
                <a:gd name="T1" fmla="*/ 52 h 93"/>
                <a:gd name="T2" fmla="*/ 0 w 184"/>
                <a:gd name="T3" fmla="*/ 57 h 93"/>
                <a:gd name="T4" fmla="*/ 0 w 184"/>
                <a:gd name="T5" fmla="*/ 89 h 93"/>
                <a:gd name="T6" fmla="*/ 3 w 184"/>
                <a:gd name="T7" fmla="*/ 92 h 93"/>
                <a:gd name="T8" fmla="*/ 92 w 184"/>
                <a:gd name="T9" fmla="*/ 93 h 93"/>
                <a:gd name="T10" fmla="*/ 180 w 184"/>
                <a:gd name="T11" fmla="*/ 92 h 93"/>
                <a:gd name="T12" fmla="*/ 183 w 184"/>
                <a:gd name="T13" fmla="*/ 89 h 93"/>
                <a:gd name="T14" fmla="*/ 183 w 184"/>
                <a:gd name="T15" fmla="*/ 57 h 93"/>
                <a:gd name="T16" fmla="*/ 181 w 184"/>
                <a:gd name="T17" fmla="*/ 52 h 93"/>
                <a:gd name="T18" fmla="*/ 92 w 184"/>
                <a:gd name="T19" fmla="*/ 0 h 93"/>
                <a:gd name="T20" fmla="*/ 3 w 184"/>
                <a:gd name="T21" fmla="*/ 5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4" h="93">
                  <a:moveTo>
                    <a:pt x="3" y="52"/>
                  </a:moveTo>
                  <a:cubicBezTo>
                    <a:pt x="1" y="53"/>
                    <a:pt x="0" y="54"/>
                    <a:pt x="0" y="57"/>
                  </a:cubicBezTo>
                  <a:cubicBezTo>
                    <a:pt x="0" y="60"/>
                    <a:pt x="0" y="89"/>
                    <a:pt x="0" y="89"/>
                  </a:cubicBezTo>
                  <a:cubicBezTo>
                    <a:pt x="0" y="89"/>
                    <a:pt x="0" y="92"/>
                    <a:pt x="3" y="92"/>
                  </a:cubicBezTo>
                  <a:cubicBezTo>
                    <a:pt x="5" y="92"/>
                    <a:pt x="48" y="93"/>
                    <a:pt x="92" y="93"/>
                  </a:cubicBezTo>
                  <a:cubicBezTo>
                    <a:pt x="136" y="93"/>
                    <a:pt x="179" y="92"/>
                    <a:pt x="180" y="92"/>
                  </a:cubicBezTo>
                  <a:cubicBezTo>
                    <a:pt x="184" y="92"/>
                    <a:pt x="183" y="89"/>
                    <a:pt x="183" y="89"/>
                  </a:cubicBezTo>
                  <a:cubicBezTo>
                    <a:pt x="183" y="89"/>
                    <a:pt x="183" y="60"/>
                    <a:pt x="183" y="57"/>
                  </a:cubicBezTo>
                  <a:cubicBezTo>
                    <a:pt x="183" y="54"/>
                    <a:pt x="183" y="53"/>
                    <a:pt x="181" y="52"/>
                  </a:cubicBezTo>
                  <a:cubicBezTo>
                    <a:pt x="169" y="43"/>
                    <a:pt x="115" y="0"/>
                    <a:pt x="92" y="0"/>
                  </a:cubicBezTo>
                  <a:cubicBezTo>
                    <a:pt x="68" y="0"/>
                    <a:pt x="15" y="43"/>
                    <a:pt x="3" y="52"/>
                  </a:cubicBezTo>
                  <a:close/>
                </a:path>
              </a:pathLst>
            </a:custGeom>
            <a:solidFill>
              <a:schemeClr val="accent2"/>
            </a:solidFill>
            <a:ln>
              <a:noFill/>
            </a:ln>
          </p:spPr>
          <p:txBody>
            <a:bodyPr lIns="91424" tIns="45713" rIns="91424" bIns="45713"/>
            <a:lstStyle/>
            <a:p>
              <a:pPr defTabSz="1218565">
                <a:defRPr/>
              </a:pPr>
              <a:endParaRPr lang="en-US" sz="2400">
                <a:solidFill>
                  <a:prstClr val="black"/>
                </a:solidFill>
                <a:latin typeface="思源黑体 CN Medium"/>
                <a:ea typeface="思源黑体 CN Medium"/>
                <a:cs typeface="思源黑体 CN Medium"/>
                <a:sym typeface="思源黑体 CN Medium"/>
              </a:endParaRPr>
            </a:p>
          </p:txBody>
        </p:sp>
      </p:grpSp>
      <p:grpSp>
        <p:nvGrpSpPr>
          <p:cNvPr id="19" name="Group 32"/>
          <p:cNvGrpSpPr/>
          <p:nvPr/>
        </p:nvGrpSpPr>
        <p:grpSpPr>
          <a:xfrm>
            <a:off x="625081" y="5418143"/>
            <a:ext cx="2801073" cy="583565"/>
            <a:chOff x="904932" y="5632364"/>
            <a:chExt cx="2802428" cy="583568"/>
          </a:xfrm>
        </p:grpSpPr>
        <p:sp>
          <p:nvSpPr>
            <p:cNvPr id="34" name="TextBox 33"/>
            <p:cNvSpPr txBox="1"/>
            <p:nvPr/>
          </p:nvSpPr>
          <p:spPr>
            <a:xfrm>
              <a:off x="1943339" y="5632364"/>
              <a:ext cx="1764021"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35" name="TextBox 34"/>
            <p:cNvSpPr txBox="1"/>
            <p:nvPr/>
          </p:nvSpPr>
          <p:spPr>
            <a:xfrm>
              <a:off x="904932" y="5691105"/>
              <a:ext cx="697567" cy="501653"/>
            </a:xfrm>
            <a:prstGeom prst="rect">
              <a:avLst/>
            </a:prstGeom>
            <a:noFill/>
          </p:spPr>
          <p:txBody>
            <a:bodyPr wrap="none">
              <a:spAutoFit/>
            </a:bodyPr>
            <a:lstStyle/>
            <a:p>
              <a:pPr defTabSz="1218565">
                <a:defRPr/>
              </a:pPr>
              <a:r>
                <a:rPr lang="id-ID" sz="2665" b="1">
                  <a:solidFill>
                    <a:prstClr val="black">
                      <a:lumMod val="65000"/>
                      <a:lumOff val="35000"/>
                    </a:prstClr>
                  </a:solidFill>
                  <a:latin typeface="思源黑体 CN Medium"/>
                  <a:ea typeface="思源黑体 CN Medium"/>
                  <a:cs typeface="思源黑体 CN Medium"/>
                  <a:sym typeface="思源黑体 CN Medium"/>
                </a:rPr>
                <a:t>6x%</a:t>
              </a:r>
            </a:p>
          </p:txBody>
        </p:sp>
      </p:grpSp>
      <p:grpSp>
        <p:nvGrpSpPr>
          <p:cNvPr id="22" name="Group 35"/>
          <p:cNvGrpSpPr/>
          <p:nvPr/>
        </p:nvGrpSpPr>
        <p:grpSpPr>
          <a:xfrm>
            <a:off x="4191093" y="5418143"/>
            <a:ext cx="2802660" cy="583565"/>
            <a:chOff x="4472885" y="5632364"/>
            <a:chExt cx="2802428" cy="583568"/>
          </a:xfrm>
        </p:grpSpPr>
        <p:sp>
          <p:nvSpPr>
            <p:cNvPr id="37" name="TextBox 36"/>
            <p:cNvSpPr txBox="1"/>
            <p:nvPr/>
          </p:nvSpPr>
          <p:spPr>
            <a:xfrm>
              <a:off x="5510704" y="5632364"/>
              <a:ext cx="1764609"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38" name="TextBox 37"/>
            <p:cNvSpPr txBox="1"/>
            <p:nvPr/>
          </p:nvSpPr>
          <p:spPr>
            <a:xfrm>
              <a:off x="4472885" y="5691105"/>
              <a:ext cx="697172" cy="501653"/>
            </a:xfrm>
            <a:prstGeom prst="rect">
              <a:avLst/>
            </a:prstGeom>
            <a:noFill/>
          </p:spPr>
          <p:txBody>
            <a:bodyPr wrap="none">
              <a:spAutoFit/>
            </a:bodyPr>
            <a:lstStyle/>
            <a:p>
              <a:pPr defTabSz="1218565">
                <a:defRPr/>
              </a:pPr>
              <a:r>
                <a:rPr lang="id-ID" sz="2665" b="1">
                  <a:solidFill>
                    <a:srgbClr val="585251"/>
                  </a:solidFill>
                  <a:latin typeface="思源黑体 CN Medium"/>
                  <a:ea typeface="思源黑体 CN Medium"/>
                  <a:cs typeface="思源黑体 CN Medium"/>
                  <a:sym typeface="思源黑体 CN Medium"/>
                </a:rPr>
                <a:t>75%</a:t>
              </a:r>
            </a:p>
          </p:txBody>
        </p:sp>
      </p:grpSp>
      <p:grpSp>
        <p:nvGrpSpPr>
          <p:cNvPr id="23" name="Group 38"/>
          <p:cNvGrpSpPr/>
          <p:nvPr/>
        </p:nvGrpSpPr>
        <p:grpSpPr>
          <a:xfrm>
            <a:off x="7758690" y="5418143"/>
            <a:ext cx="2801073" cy="583565"/>
            <a:chOff x="8040838" y="5632364"/>
            <a:chExt cx="2802428" cy="583568"/>
          </a:xfrm>
        </p:grpSpPr>
        <p:sp>
          <p:nvSpPr>
            <p:cNvPr id="40" name="TextBox 39"/>
            <p:cNvSpPr txBox="1"/>
            <p:nvPr/>
          </p:nvSpPr>
          <p:spPr>
            <a:xfrm>
              <a:off x="9079245" y="5632364"/>
              <a:ext cx="1764021" cy="583568"/>
            </a:xfrm>
            <a:prstGeom prst="rect">
              <a:avLst/>
            </a:prstGeom>
            <a:noFill/>
          </p:spPr>
          <p:txBody>
            <a:bodyPr>
              <a:spAutoFit/>
            </a:bodyPr>
            <a:lstStyle/>
            <a:p>
              <a:pPr defTabSz="1216660">
                <a:spcBef>
                  <a:spcPct val="20000"/>
                </a:spcBef>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请在这里输入你的内容请在这里输入你的内容请在这里输入你的内容</a:t>
              </a:r>
              <a:endParaRPr lang="en-US" altLang="zh-CN" sz="1065">
                <a:solidFill>
                  <a:prstClr val="black">
                    <a:lumMod val="50000"/>
                    <a:lumOff val="50000"/>
                  </a:prstClr>
                </a:solidFill>
                <a:latin typeface="思源黑体 CN Medium"/>
                <a:ea typeface="思源黑体 CN Medium"/>
                <a:cs typeface="思源黑体 CN Medium"/>
                <a:sym typeface="思源黑体 CN Medium"/>
              </a:endParaRPr>
            </a:p>
          </p:txBody>
        </p:sp>
        <p:sp>
          <p:nvSpPr>
            <p:cNvPr id="41" name="TextBox 40"/>
            <p:cNvSpPr txBox="1"/>
            <p:nvPr/>
          </p:nvSpPr>
          <p:spPr>
            <a:xfrm>
              <a:off x="8040838" y="5691105"/>
              <a:ext cx="697567" cy="501653"/>
            </a:xfrm>
            <a:prstGeom prst="rect">
              <a:avLst/>
            </a:prstGeom>
            <a:noFill/>
          </p:spPr>
          <p:txBody>
            <a:bodyPr wrap="none">
              <a:spAutoFit/>
            </a:bodyPr>
            <a:lstStyle/>
            <a:p>
              <a:pPr defTabSz="1218565">
                <a:defRPr/>
              </a:pPr>
              <a:r>
                <a:rPr lang="id-ID" sz="2665" b="1">
                  <a:solidFill>
                    <a:srgbClr val="585251"/>
                  </a:solidFill>
                  <a:latin typeface="思源黑体 CN Medium"/>
                  <a:ea typeface="思源黑体 CN Medium"/>
                  <a:cs typeface="思源黑体 CN Medium"/>
                  <a:sym typeface="思源黑体 CN Medium"/>
                </a:rPr>
                <a:t>xx%</a:t>
              </a:r>
            </a:p>
          </p:txBody>
        </p:sp>
      </p:grpSp>
    </p:spTree>
  </p:cSld>
  <p:clrMapOvr>
    <a:masterClrMapping/>
  </p:clrMapOvr>
  <p:transition spd="med" advClick="0" advTm="0">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5374480" y="1107548"/>
            <a:ext cx="0" cy="5750452"/>
          </a:xfrm>
          <a:prstGeom prst="lin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grpSp>
        <p:nvGrpSpPr>
          <p:cNvPr id="2" name="组合 29"/>
          <p:cNvGrpSpPr/>
          <p:nvPr/>
        </p:nvGrpSpPr>
        <p:grpSpPr>
          <a:xfrm>
            <a:off x="5021126" y="1995163"/>
            <a:ext cx="734217" cy="736599"/>
            <a:chOff x="2307521" y="2283162"/>
            <a:chExt cx="551398" cy="551398"/>
          </a:xfrm>
        </p:grpSpPr>
        <p:sp>
          <p:nvSpPr>
            <p:cNvPr id="31" name="矩形 30"/>
            <p:cNvSpPr/>
            <p:nvPr/>
          </p:nvSpPr>
          <p:spPr>
            <a:xfrm>
              <a:off x="2307521" y="2283162"/>
              <a:ext cx="551398" cy="551398"/>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1" name="五角星 40"/>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3" name="组合 46"/>
          <p:cNvGrpSpPr/>
          <p:nvPr/>
        </p:nvGrpSpPr>
        <p:grpSpPr>
          <a:xfrm>
            <a:off x="5021126" y="4856897"/>
            <a:ext cx="734217" cy="736599"/>
            <a:chOff x="2307521" y="2283162"/>
            <a:chExt cx="551398" cy="551398"/>
          </a:xfrm>
        </p:grpSpPr>
        <p:sp>
          <p:nvSpPr>
            <p:cNvPr id="48" name="矩形 47"/>
            <p:cNvSpPr/>
            <p:nvPr/>
          </p:nvSpPr>
          <p:spPr>
            <a:xfrm>
              <a:off x="2307521" y="2283162"/>
              <a:ext cx="551398" cy="551398"/>
            </a:xfrm>
            <a:prstGeom prst="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sp>
          <p:nvSpPr>
            <p:cNvPr id="49" name="五角星 48"/>
            <p:cNvSpPr/>
            <p:nvPr/>
          </p:nvSpPr>
          <p:spPr>
            <a:xfrm>
              <a:off x="2456891" y="2427350"/>
              <a:ext cx="252658" cy="255100"/>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8565" eaLnBrk="0" hangingPunct="0">
                <a:lnSpc>
                  <a:spcPct val="150000"/>
                </a:lnSpc>
                <a:defRPr/>
              </a:pPr>
              <a:endParaRPr lang="zh-CN" altLang="en-US" sz="2400">
                <a:solidFill>
                  <a:prstClr val="white"/>
                </a:solidFill>
                <a:latin typeface="思源黑体 CN Medium"/>
                <a:ea typeface="思源黑体 CN Medium"/>
                <a:cs typeface="思源黑体 CN Medium"/>
                <a:sym typeface="思源黑体 CN Medium"/>
              </a:endParaRPr>
            </a:p>
          </p:txBody>
        </p:sp>
      </p:grpSp>
      <p:grpSp>
        <p:nvGrpSpPr>
          <p:cNvPr id="6" name="组合 7"/>
          <p:cNvGrpSpPr/>
          <p:nvPr/>
        </p:nvGrpSpPr>
        <p:grpSpPr>
          <a:xfrm>
            <a:off x="1581639" y="1977861"/>
            <a:ext cx="3094597" cy="848556"/>
            <a:chOff x="4267635" y="880115"/>
            <a:chExt cx="2320294" cy="636507"/>
          </a:xfrm>
        </p:grpSpPr>
        <p:sp>
          <p:nvSpPr>
            <p:cNvPr id="21" name="文本框 66"/>
            <p:cNvSpPr txBox="1">
              <a:spLocks noChangeArrowheads="1"/>
            </p:cNvSpPr>
            <p:nvPr/>
          </p:nvSpPr>
          <p:spPr>
            <a:xfrm>
              <a:off x="4267635" y="1101273"/>
              <a:ext cx="2320294" cy="4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添加相关标题，添加相关标题，添加相关标题，添加相关标题。添加相关标题，添加相关标题，添加相关标题，添加相关标题。添加相关标题，添加相关标题，添加相关标题，添加相关标题。</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2" name="文本框 66"/>
            <p:cNvSpPr txBox="1">
              <a:spLocks noChangeArrowheads="1"/>
            </p:cNvSpPr>
            <p:nvPr/>
          </p:nvSpPr>
          <p:spPr>
            <a:xfrm>
              <a:off x="5694736" y="880115"/>
              <a:ext cx="893193" cy="154327"/>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grpSp>
        <p:nvGrpSpPr>
          <p:cNvPr id="7" name="组合 7"/>
          <p:cNvGrpSpPr/>
          <p:nvPr/>
        </p:nvGrpSpPr>
        <p:grpSpPr>
          <a:xfrm>
            <a:off x="1581639" y="4563750"/>
            <a:ext cx="3094597" cy="910743"/>
            <a:chOff x="4267635" y="880115"/>
            <a:chExt cx="2320294" cy="683154"/>
          </a:xfrm>
        </p:grpSpPr>
        <p:sp>
          <p:nvSpPr>
            <p:cNvPr id="24" name="文本框 66"/>
            <p:cNvSpPr txBox="1">
              <a:spLocks noChangeArrowheads="1"/>
            </p:cNvSpPr>
            <p:nvPr/>
          </p:nvSpPr>
          <p:spPr>
            <a:xfrm>
              <a:off x="4267635" y="1147920"/>
              <a:ext cx="2320294" cy="4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300">
                  <a:solidFill>
                    <a:schemeClr val="tx1"/>
                  </a:solidFill>
                  <a:latin typeface="Calibri" panose="020F0502020204030204" pitchFamily="34" charset="0"/>
                  <a:ea typeface="宋体" panose="02010600030101010101" pitchFamily="2" charset="-122"/>
                </a:defRPr>
              </a:lvl1pPr>
              <a:lvl2pPr marL="742950" indent="-285750" eaLnBrk="0" hangingPunct="0">
                <a:defRPr sz="1300">
                  <a:solidFill>
                    <a:schemeClr val="tx1"/>
                  </a:solidFill>
                  <a:latin typeface="Calibri" panose="020F0502020204030204" pitchFamily="34" charset="0"/>
                  <a:ea typeface="宋体" panose="02010600030101010101" pitchFamily="2" charset="-122"/>
                </a:defRPr>
              </a:lvl2pPr>
              <a:lvl3pPr marL="1143000" indent="-228600" eaLnBrk="0" hangingPunct="0">
                <a:defRPr sz="1300">
                  <a:solidFill>
                    <a:schemeClr val="tx1"/>
                  </a:solidFill>
                  <a:latin typeface="Calibri" panose="020F0502020204030204" pitchFamily="34" charset="0"/>
                  <a:ea typeface="宋体" panose="02010600030101010101" pitchFamily="2" charset="-122"/>
                </a:defRPr>
              </a:lvl3pPr>
              <a:lvl4pPr marL="1600200" indent="-228600" eaLnBrk="0" hangingPunct="0">
                <a:defRPr sz="1300">
                  <a:solidFill>
                    <a:schemeClr val="tx1"/>
                  </a:solidFill>
                  <a:latin typeface="Calibri" panose="020F0502020204030204" pitchFamily="34" charset="0"/>
                  <a:ea typeface="宋体" panose="02010600030101010101" pitchFamily="2" charset="-122"/>
                </a:defRPr>
              </a:lvl4pPr>
              <a:lvl5pPr marL="2057400" indent="-228600" eaLnBrk="0" hangingPunct="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添加相关标题，添加相关标题，添加相关标题，添加相关标题。添加相关标题，添加相关标题，添加相关标题，添加相关标题。添加相关标题，添加相关标题，添加相关标题，添加相关标题。</a:t>
              </a:r>
              <a:endParaRPr lang="en-GB" altLang="zh-CN" sz="800">
                <a:solidFill>
                  <a:prstClr val="white">
                    <a:lumMod val="65000"/>
                  </a:prstClr>
                </a:solidFill>
                <a:latin typeface="思源黑体 CN Medium"/>
                <a:ea typeface="思源黑体 CN Medium"/>
                <a:cs typeface="思源黑体 CN Medium"/>
                <a:sym typeface="思源黑体 CN Medium"/>
              </a:endParaRPr>
            </a:p>
          </p:txBody>
        </p:sp>
        <p:sp>
          <p:nvSpPr>
            <p:cNvPr id="25" name="文本框 66"/>
            <p:cNvSpPr txBox="1">
              <a:spLocks noChangeArrowheads="1"/>
            </p:cNvSpPr>
            <p:nvPr/>
          </p:nvSpPr>
          <p:spPr>
            <a:xfrm>
              <a:off x="5694736" y="880115"/>
              <a:ext cx="893193" cy="154327"/>
            </a:xfrm>
            <a:prstGeom prst="rect">
              <a:avLst/>
            </a:prstGeom>
            <a:noFill/>
            <a:ln>
              <a:noFill/>
            </a:ln>
          </p:spPr>
          <p:txBody>
            <a:bodyPr wrap="none" lIns="0" tIns="0" rIns="0" bIns="0">
              <a:spAutoFit/>
            </a:bodyPr>
            <a:lstStyle>
              <a:defPPr>
                <a:defRPr lang="zh-CN"/>
              </a:defPPr>
              <a:lvl1pPr eaLnBrk="1" hangingPunct="1">
                <a:defRPr sz="4400">
                  <a:latin typeface="Simply City Light" panose="020B0303020202080204" pitchFamily="34" charset="0"/>
                  <a:ea typeface="SimSun-ExtB" panose="02010609060101010101" pitchFamily="49" charset="-122"/>
                  <a:cs typeface="Arial" panose="020B0604020202020204" pitchFamily="34" charset="0"/>
                </a:defRPr>
              </a:lvl1pPr>
              <a:lvl2pPr marL="742950" indent="-285750"/>
              <a:lvl3pPr marL="1143000" indent="-228600"/>
              <a:lvl4pPr marL="1600200" indent="-228600"/>
              <a:lvl5pPr marL="2057400" indent="-228600"/>
              <a:lvl6pPr marL="2514600" indent="-228600" defTabSz="685800" fontAlgn="base">
                <a:spcBef>
                  <a:spcPct val="0"/>
                </a:spcBef>
                <a:spcAft>
                  <a:spcPct val="0"/>
                </a:spcAft>
              </a:lvl6pPr>
              <a:lvl7pPr marL="2971800" indent="-228600" defTabSz="685800" fontAlgn="base">
                <a:spcBef>
                  <a:spcPct val="0"/>
                </a:spcBef>
                <a:spcAft>
                  <a:spcPct val="0"/>
                </a:spcAft>
              </a:lvl7pPr>
              <a:lvl8pPr marL="3429000" indent="-228600" defTabSz="685800" fontAlgn="base">
                <a:spcBef>
                  <a:spcPct val="0"/>
                </a:spcBef>
                <a:spcAft>
                  <a:spcPct val="0"/>
                </a:spcAft>
              </a:lvl8pPr>
              <a:lvl9pPr marL="3886200" indent="-228600" defTabSz="685800" fontAlgn="base">
                <a:spcBef>
                  <a:spcPct val="0"/>
                </a:spcBef>
                <a:spcAft>
                  <a:spcPct val="0"/>
                </a:spcAft>
              </a:lvl9pPr>
            </a:lstStyle>
            <a:p>
              <a:pPr algn="r" defTabSz="1218565"/>
              <a:r>
                <a:rPr lang="zh-CN" altLang="en-US" sz="1335">
                  <a:solidFill>
                    <a:prstClr val="white">
                      <a:lumMod val="65000"/>
                    </a:prstClr>
                  </a:solidFill>
                  <a:latin typeface="思源黑体 CN Medium"/>
                  <a:ea typeface="思源黑体 CN Medium"/>
                  <a:cs typeface="思源黑体 CN Medium"/>
                  <a:sym typeface="思源黑体 CN Medium"/>
                </a:rPr>
                <a:t>请替换文字内容</a:t>
              </a:r>
            </a:p>
          </p:txBody>
        </p:sp>
      </p:grpSp>
      <p:sp>
        <p:nvSpPr>
          <p:cNvPr id="18" name="TextBox 8"/>
          <p:cNvSpPr txBox="1"/>
          <p:nvPr/>
        </p:nvSpPr>
        <p:spPr>
          <a:xfrm>
            <a:off x="5000671" y="345872"/>
            <a:ext cx="2190661" cy="410210"/>
          </a:xfrm>
          <a:prstGeom prst="rect">
            <a:avLst/>
          </a:prstGeom>
          <a:noFill/>
        </p:spPr>
        <p:txBody>
          <a:bodyPr wrap="square" lIns="0" tIns="0" rIns="0" bIns="0" rtlCol="0" anchor="ctr">
            <a:spAutoFit/>
          </a:bodyPr>
          <a:lstStyle/>
          <a:p>
            <a:pPr algn="ctr" defTabSz="1218565"/>
            <a:r>
              <a:rPr lang="zh-CN" altLang="en-US" sz="2665">
                <a:solidFill>
                  <a:prstClr val="white">
                    <a:lumMod val="50000"/>
                  </a:prstClr>
                </a:solidFill>
                <a:latin typeface="思源黑体 CN Medium"/>
                <a:ea typeface="思源黑体 CN Medium"/>
                <a:cs typeface="思源黑体 CN Medium"/>
                <a:sym typeface="思源黑体 CN Medium"/>
              </a:rPr>
              <a:t>年度工作概述</a:t>
            </a:r>
            <a:endParaRPr lang="zh-CN" altLang="en-US" sz="3465">
              <a:solidFill>
                <a:prstClr val="white">
                  <a:lumMod val="50000"/>
                </a:prstClr>
              </a:solidFill>
              <a:latin typeface="思源黑体 CN Medium"/>
              <a:ea typeface="思源黑体 CN Medium"/>
              <a:cs typeface="思源黑体 CN Medium"/>
              <a:sym typeface="思源黑体 CN Medium"/>
            </a:endParaRPr>
          </a:p>
        </p:txBody>
      </p:sp>
      <p:sp>
        <p:nvSpPr>
          <p:cNvPr id="19" name="TextBox 8"/>
          <p:cNvSpPr txBox="1"/>
          <p:nvPr/>
        </p:nvSpPr>
        <p:spPr>
          <a:xfrm>
            <a:off x="5000671" y="779992"/>
            <a:ext cx="2190661" cy="163830"/>
          </a:xfrm>
          <a:prstGeom prst="rect">
            <a:avLst/>
          </a:prstGeom>
          <a:noFill/>
        </p:spPr>
        <p:txBody>
          <a:bodyPr wrap="square" lIns="0" tIns="0" rIns="0" bIns="0" rtlCol="0" anchor="ctr">
            <a:spAutoFit/>
          </a:bodyPr>
          <a:lstStyle/>
          <a:p>
            <a:pPr algn="ctr" defTabSz="1218565"/>
            <a:r>
              <a:rPr lang="en-US" altLang="zh-CN" sz="1065">
                <a:solidFill>
                  <a:prstClr val="white">
                    <a:lumMod val="50000"/>
                  </a:prstClr>
                </a:solidFill>
                <a:latin typeface="思源黑体 CN Medium"/>
                <a:ea typeface="思源黑体 CN Medium"/>
                <a:cs typeface="思源黑体 CN Medium"/>
                <a:sym typeface="思源黑体 CN Medium"/>
              </a:rPr>
              <a:t>CLICK TO ADD CAPTION TEXT</a:t>
            </a:r>
            <a:endParaRPr lang="zh-CN" altLang="en-US" sz="1335">
              <a:solidFill>
                <a:prstClr val="white">
                  <a:lumMod val="50000"/>
                </a:prstClr>
              </a:solidFill>
              <a:latin typeface="思源黑体 CN Medium"/>
              <a:ea typeface="思源黑体 CN Medium"/>
              <a:cs typeface="思源黑体 CN Medium"/>
              <a:sym typeface="思源黑体 CN Medium"/>
            </a:endParaRPr>
          </a:p>
        </p:txBody>
      </p:sp>
      <p:grpSp>
        <p:nvGrpSpPr>
          <p:cNvPr id="11" name="组合 10"/>
          <p:cNvGrpSpPr/>
          <p:nvPr/>
        </p:nvGrpSpPr>
        <p:grpSpPr>
          <a:xfrm>
            <a:off x="6064263" y="1673429"/>
            <a:ext cx="6125856" cy="4381501"/>
            <a:chOff x="4548190" y="1255459"/>
            <a:chExt cx="4595810" cy="3287140"/>
          </a:xfrm>
        </p:grpSpPr>
        <p:pic>
          <p:nvPicPr>
            <p:cNvPr id="27665" name="图片 1"/>
            <p:cNvPicPr>
              <a:picLocks noChangeAspect="1"/>
            </p:cNvPicPr>
            <p:nvPr/>
          </p:nvPicPr>
          <p:blipFill>
            <a:blip r:embed="rId3"/>
            <a:srcRect/>
            <a:stretch>
              <a:fillRect/>
            </a:stretch>
          </p:blipFill>
          <p:spPr>
            <a:xfrm>
              <a:off x="4548190" y="1255459"/>
              <a:ext cx="4595300" cy="328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p:nvPicPr>
          <p:blipFill>
            <a:blip r:embed="rId4"/>
            <a:srcRect/>
            <a:stretch>
              <a:fillRect/>
            </a:stretch>
          </p:blipFill>
          <p:spPr>
            <a:xfrm>
              <a:off x="5186469" y="1391031"/>
              <a:ext cx="3957531" cy="2639673"/>
            </a:xfrm>
            <a:prstGeom prst="rect">
              <a:avLst/>
            </a:prstGeom>
          </p:spPr>
        </p:pic>
      </p:grpSp>
    </p:spTree>
  </p:cSld>
  <p:clrMapOvr>
    <a:masterClrMapping/>
  </p:clrMapOvr>
  <p:transition spd="med" advClick="0" advTm="0">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12"/>
          <p:cNvSpPr txBox="1">
            <a:spLocks noChangeArrowheads="1"/>
          </p:cNvSpPr>
          <p:nvPr/>
        </p:nvSpPr>
        <p:spPr>
          <a:xfrm>
            <a:off x="3387033" y="4205396"/>
            <a:ext cx="5417934"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zh-CN" altLang="en-US" sz="3730" b="1" kern="100">
                <a:solidFill>
                  <a:prstClr val="black">
                    <a:lumMod val="50000"/>
                    <a:lumOff val="50000"/>
                  </a:prstClr>
                </a:solidFill>
                <a:latin typeface="思源黑体 CN Medium"/>
                <a:ea typeface="思源黑体 CN Medium"/>
                <a:cs typeface="思源黑体 CN Medium"/>
                <a:sym typeface="思源黑体 CN Medium"/>
              </a:rPr>
              <a:t>单击此处添加标题</a:t>
            </a:r>
            <a:endParaRPr lang="zh-CN" altLang="en-US" sz="3730" b="1">
              <a:solidFill>
                <a:srgbClr val="093B5C"/>
              </a:solidFill>
              <a:latin typeface="思源黑体 CN Medium"/>
              <a:ea typeface="思源黑体 CN Medium"/>
              <a:cs typeface="思源黑体 CN Medium"/>
              <a:sym typeface="思源黑体 CN Medium"/>
            </a:endParaRPr>
          </a:p>
        </p:txBody>
      </p:sp>
      <p:pic>
        <p:nvPicPr>
          <p:cNvPr id="8" name="Picture 2"/>
          <p:cNvPicPr>
            <a:picLocks noChangeAspect="1" noChangeArrowheads="1"/>
          </p:cNvPicPr>
          <p:nvPr/>
        </p:nvPicPr>
        <p:blipFill>
          <a:blip r:embed="rId3"/>
          <a:srcRect/>
          <a:stretch>
            <a:fillRect/>
          </a:stretch>
        </p:blipFill>
        <p:spPr>
          <a:xfrm>
            <a:off x="5457240" y="1701341"/>
            <a:ext cx="1277520" cy="227591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2"/>
          <p:cNvSpPr txBox="1">
            <a:spLocks noChangeArrowheads="1"/>
          </p:cNvSpPr>
          <p:nvPr/>
        </p:nvSpPr>
        <p:spPr>
          <a:xfrm>
            <a:off x="5304157" y="1859507"/>
            <a:ext cx="1583687" cy="99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defRPr sz="1300">
                <a:solidFill>
                  <a:schemeClr val="tx1"/>
                </a:solidFill>
                <a:latin typeface="方正正黑简体" pitchFamily="2" charset="-122"/>
                <a:ea typeface="方正正黑简体" pitchFamily="2" charset="-122"/>
              </a:defRPr>
            </a:lvl1pPr>
            <a:lvl2pPr marL="742950" indent="-285750">
              <a:defRPr sz="1300">
                <a:solidFill>
                  <a:schemeClr val="tx1"/>
                </a:solidFill>
                <a:latin typeface="方正正黑简体" pitchFamily="2" charset="-122"/>
                <a:ea typeface="方正正黑简体" pitchFamily="2" charset="-122"/>
              </a:defRPr>
            </a:lvl2pPr>
            <a:lvl3pPr marL="1143000" indent="-228600">
              <a:defRPr sz="1300">
                <a:solidFill>
                  <a:schemeClr val="tx1"/>
                </a:solidFill>
                <a:latin typeface="方正正黑简体" pitchFamily="2" charset="-122"/>
                <a:ea typeface="方正正黑简体" pitchFamily="2" charset="-122"/>
              </a:defRPr>
            </a:lvl3pPr>
            <a:lvl4pPr marL="1600200" indent="-228600">
              <a:defRPr sz="1300">
                <a:solidFill>
                  <a:schemeClr val="tx1"/>
                </a:solidFill>
                <a:latin typeface="方正正黑简体" pitchFamily="2" charset="-122"/>
                <a:ea typeface="方正正黑简体" pitchFamily="2" charset="-122"/>
              </a:defRPr>
            </a:lvl4pPr>
            <a:lvl5pPr marL="2057400" indent="-228600">
              <a:defRPr sz="1300">
                <a:solidFill>
                  <a:schemeClr val="tx1"/>
                </a:solidFill>
                <a:latin typeface="方正正黑简体" pitchFamily="2" charset="-122"/>
                <a:ea typeface="方正正黑简体" pitchFamily="2" charset="-122"/>
              </a:defRPr>
            </a:lvl5pPr>
            <a:lvl6pPr marL="25146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6pPr>
            <a:lvl7pPr marL="29718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7pPr>
            <a:lvl8pPr marL="34290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8pPr>
            <a:lvl9pPr marL="3886200" indent="-228600" defTabSz="685800" fontAlgn="base">
              <a:spcBef>
                <a:spcPct val="0"/>
              </a:spcBef>
              <a:spcAft>
                <a:spcPct val="0"/>
              </a:spcAft>
              <a:defRPr sz="1300">
                <a:solidFill>
                  <a:schemeClr val="tx1"/>
                </a:solidFill>
                <a:latin typeface="方正正黑简体" pitchFamily="2" charset="-122"/>
                <a:ea typeface="方正正黑简体" pitchFamily="2" charset="-122"/>
              </a:defRPr>
            </a:lvl9pPr>
          </a:lstStyle>
          <a:p>
            <a:pPr algn="ctr" defTabSz="1218565"/>
            <a:r>
              <a:rPr lang="en-US" altLang="zh-CN" sz="5865">
                <a:solidFill>
                  <a:prstClr val="black">
                    <a:lumMod val="95000"/>
                    <a:lumOff val="5000"/>
                  </a:prstClr>
                </a:solidFill>
                <a:latin typeface="思源黑体 CN Medium"/>
                <a:ea typeface="思源黑体 CN Medium"/>
                <a:cs typeface="思源黑体 CN Medium"/>
                <a:sym typeface="思源黑体 CN Medium"/>
              </a:rPr>
              <a:t>4</a:t>
            </a:r>
            <a:endParaRPr lang="zh-CN" altLang="en-US" sz="5865">
              <a:solidFill>
                <a:prstClr val="black">
                  <a:lumMod val="95000"/>
                  <a:lumOff val="5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10"/>
          <p:cNvGrpSpPr/>
          <p:nvPr/>
        </p:nvGrpSpPr>
        <p:grpSpPr>
          <a:xfrm>
            <a:off x="568328" y="1792842"/>
            <a:ext cx="1737080" cy="4134418"/>
            <a:chOff x="-487554" y="-15"/>
            <a:chExt cx="3475418" cy="8268832"/>
          </a:xfrm>
        </p:grpSpPr>
        <p:sp>
          <p:nvSpPr>
            <p:cNvPr id="2003" name="Shape 2003"/>
            <p:cNvSpPr/>
            <p:nvPr/>
          </p:nvSpPr>
          <p:spPr>
            <a:xfrm flipV="1">
              <a:off x="1449306" y="2818308"/>
              <a:ext cx="2" cy="3702985"/>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04" name="Shape 2004"/>
            <p:cNvSpPr/>
            <p:nvPr/>
          </p:nvSpPr>
          <p:spPr>
            <a:xfrm>
              <a:off x="518981" y="-15"/>
              <a:ext cx="1860633" cy="2767337"/>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1"/>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5" name="Shape 2005"/>
            <p:cNvSpPr/>
            <p:nvPr/>
          </p:nvSpPr>
          <p:spPr>
            <a:xfrm>
              <a:off x="895303" y="328849"/>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6" name="Shape 2006"/>
            <p:cNvSpPr/>
            <p:nvPr/>
          </p:nvSpPr>
          <p:spPr>
            <a:xfrm>
              <a:off x="1315248" y="2723469"/>
              <a:ext cx="268106" cy="2681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07" name="Shape 2007"/>
            <p:cNvSpPr/>
            <p:nvPr/>
          </p:nvSpPr>
          <p:spPr>
            <a:xfrm>
              <a:off x="-180109" y="6594072"/>
              <a:ext cx="2845830" cy="589280"/>
            </a:xfrm>
            <a:prstGeom prst="rect">
              <a:avLst/>
            </a:prstGeom>
            <a:noFill/>
            <a:ln w="12700" cap="flat">
              <a:noFill/>
              <a:miter lim="400000"/>
            </a:ln>
            <a:effectLst/>
          </p:spPr>
          <p:txBody>
            <a:bodyPr wrap="none" lIns="0" tIns="0" rIns="0" bIns="0" numCol="1" anchor="ctr">
              <a:spAutoFit/>
            </a:bodyPr>
            <a:lstStyle>
              <a:lvl1pPr>
                <a:defRPr sz="7500">
                  <a:solidFill>
                    <a:srgbClr val="4A5E6C"/>
                  </a:solidFill>
                  <a:latin typeface="FontAwesome"/>
                  <a:ea typeface="FontAwesome"/>
                  <a:cs typeface="FontAwesome"/>
                  <a:sym typeface="FontAwesome"/>
                </a:defRPr>
              </a:lvl1pPr>
            </a:lstStyle>
            <a:p>
              <a:pP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08" name="Shape 2008"/>
            <p:cNvSpPr/>
            <p:nvPr/>
          </p:nvSpPr>
          <p:spPr>
            <a:xfrm>
              <a:off x="-487554" y="7083908"/>
              <a:ext cx="3475418" cy="1184909"/>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09" name="Shape 2009"/>
            <p:cNvSpPr/>
            <p:nvPr/>
          </p:nvSpPr>
          <p:spPr>
            <a:xfrm>
              <a:off x="1315248" y="759053"/>
              <a:ext cx="268106" cy="26810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3" name="Group 2018"/>
          <p:cNvGrpSpPr/>
          <p:nvPr/>
        </p:nvGrpSpPr>
        <p:grpSpPr>
          <a:xfrm>
            <a:off x="2353390" y="2498027"/>
            <a:ext cx="1734057" cy="3456741"/>
            <a:chOff x="0" y="0"/>
            <a:chExt cx="3469372" cy="6913484"/>
          </a:xfrm>
        </p:grpSpPr>
        <p:sp>
          <p:nvSpPr>
            <p:cNvPr id="2011" name="Shape 2011"/>
            <p:cNvSpPr/>
            <p:nvPr/>
          </p:nvSpPr>
          <p:spPr>
            <a:xfrm>
              <a:off x="52533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2"/>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2" name="Shape 2012"/>
            <p:cNvSpPr/>
            <p:nvPr/>
          </p:nvSpPr>
          <p:spPr>
            <a:xfrm>
              <a:off x="90165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3" name="Shape 2013"/>
            <p:cNvSpPr/>
            <p:nvPr/>
          </p:nvSpPr>
          <p:spPr>
            <a:xfrm>
              <a:off x="1321606"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14" name="Shape 2014"/>
            <p:cNvSpPr/>
            <p:nvPr/>
          </p:nvSpPr>
          <p:spPr>
            <a:xfrm flipV="1">
              <a:off x="1455665"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15" name="Shape 2015"/>
            <p:cNvSpPr/>
            <p:nvPr/>
          </p:nvSpPr>
          <p:spPr>
            <a:xfrm>
              <a:off x="263980" y="5183719"/>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CD321B"/>
                  </a:solidFill>
                  <a:latin typeface="FontAwesome"/>
                  <a:ea typeface="FontAwesome"/>
                  <a:cs typeface="FontAwesome"/>
                  <a:sym typeface="FontAwesome"/>
                </a:defRPr>
              </a:lvl1pPr>
            </a:lstStyle>
            <a:p>
              <a:pPr defTabSz="43370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16" name="Shape 2016"/>
            <p:cNvSpPr/>
            <p:nvPr/>
          </p:nvSpPr>
          <p:spPr>
            <a:xfrm>
              <a:off x="0" y="5728574"/>
              <a:ext cx="3469372"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r>
                <a:rPr lang="en-US" altLang="zh-CN" sz="935">
                  <a:solidFill>
                    <a:prstClr val="white">
                      <a:lumMod val="65000"/>
                    </a:prstClr>
                  </a:solidFill>
                  <a:latin typeface="思源黑体 CN Medium"/>
                  <a:ea typeface="思源黑体 CN Medium"/>
                  <a:cs typeface="思源黑体 CN Medium"/>
                  <a:sym typeface="思源黑体 CN Medium"/>
                </a:rPr>
                <a:t>.</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17" name="Shape 2017"/>
            <p:cNvSpPr/>
            <p:nvPr/>
          </p:nvSpPr>
          <p:spPr>
            <a:xfrm>
              <a:off x="1321606"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4" name="Group 2026"/>
          <p:cNvGrpSpPr/>
          <p:nvPr/>
        </p:nvGrpSpPr>
        <p:grpSpPr>
          <a:xfrm>
            <a:off x="4176713" y="1792843"/>
            <a:ext cx="1734811" cy="4161925"/>
            <a:chOff x="0" y="0"/>
            <a:chExt cx="3470881" cy="8323848"/>
          </a:xfrm>
        </p:grpSpPr>
        <p:sp>
          <p:nvSpPr>
            <p:cNvPr id="2019" name="Shape 2019"/>
            <p:cNvSpPr/>
            <p:nvPr/>
          </p:nvSpPr>
          <p:spPr>
            <a:xfrm flipV="1">
              <a:off x="1455656" y="2825143"/>
              <a:ext cx="2" cy="3702986"/>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20" name="Shape 2020"/>
            <p:cNvSpPr/>
            <p:nvPr/>
          </p:nvSpPr>
          <p:spPr>
            <a:xfrm>
              <a:off x="531680" y="0"/>
              <a:ext cx="1860635"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3"/>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1" name="Shape 2021"/>
            <p:cNvSpPr/>
            <p:nvPr/>
          </p:nvSpPr>
          <p:spPr>
            <a:xfrm>
              <a:off x="90800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2" name="Shape 2022"/>
            <p:cNvSpPr/>
            <p:nvPr/>
          </p:nvSpPr>
          <p:spPr>
            <a:xfrm>
              <a:off x="1327931" y="2723483"/>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3" name="Shape 2023"/>
            <p:cNvSpPr/>
            <p:nvPr/>
          </p:nvSpPr>
          <p:spPr>
            <a:xfrm>
              <a:off x="32743" y="6594086"/>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FBBE48"/>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24" name="Shape 2024"/>
            <p:cNvSpPr/>
            <p:nvPr/>
          </p:nvSpPr>
          <p:spPr>
            <a:xfrm>
              <a:off x="0" y="7138938"/>
              <a:ext cx="347088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25" name="Shape 2025"/>
            <p:cNvSpPr/>
            <p:nvPr/>
          </p:nvSpPr>
          <p:spPr>
            <a:xfrm>
              <a:off x="1327964" y="759067"/>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5" name="Group 2034"/>
          <p:cNvGrpSpPr/>
          <p:nvPr/>
        </p:nvGrpSpPr>
        <p:grpSpPr>
          <a:xfrm>
            <a:off x="6000036" y="2498027"/>
            <a:ext cx="1831531" cy="3442908"/>
            <a:chOff x="-3" y="0"/>
            <a:chExt cx="3664391" cy="6885817"/>
          </a:xfrm>
        </p:grpSpPr>
        <p:sp>
          <p:nvSpPr>
            <p:cNvPr id="2027" name="Shape 2027"/>
            <p:cNvSpPr/>
            <p:nvPr/>
          </p:nvSpPr>
          <p:spPr>
            <a:xfrm>
              <a:off x="523115"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4"/>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8" name="Shape 2028"/>
            <p:cNvSpPr/>
            <p:nvPr/>
          </p:nvSpPr>
          <p:spPr>
            <a:xfrm>
              <a:off x="899437" y="328863"/>
              <a:ext cx="1107962"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29" name="Shape 2029"/>
            <p:cNvSpPr/>
            <p:nvPr/>
          </p:nvSpPr>
          <p:spPr>
            <a:xfrm>
              <a:off x="1319399"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0" name="Shape 2030"/>
            <p:cNvSpPr/>
            <p:nvPr/>
          </p:nvSpPr>
          <p:spPr>
            <a:xfrm>
              <a:off x="20071" y="5183723"/>
              <a:ext cx="2845832" cy="589280"/>
            </a:xfrm>
            <a:prstGeom prst="rect">
              <a:avLst/>
            </a:prstGeom>
            <a:noFill/>
            <a:ln w="12700" cap="flat">
              <a:noFill/>
              <a:miter lim="400000"/>
            </a:ln>
            <a:effectLst/>
          </p:spPr>
          <p:txBody>
            <a:bodyPr wrap="none" lIns="0" tIns="0" rIns="0" bIns="0" numCol="1" anchor="ctr">
              <a:spAutoFit/>
            </a:bodyPr>
            <a:lstStyle>
              <a:lvl1pPr>
                <a:defRPr sz="7500">
                  <a:solidFill>
                    <a:srgbClr val="809D2C"/>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31" name="Shape 2031"/>
            <p:cNvSpPr/>
            <p:nvPr/>
          </p:nvSpPr>
          <p:spPr>
            <a:xfrm flipV="1">
              <a:off x="1453458"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32" name="Shape 2032"/>
            <p:cNvSpPr/>
            <p:nvPr/>
          </p:nvSpPr>
          <p:spPr>
            <a:xfrm>
              <a:off x="-3" y="5700907"/>
              <a:ext cx="366439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33" name="Shape 2033"/>
            <p:cNvSpPr/>
            <p:nvPr/>
          </p:nvSpPr>
          <p:spPr>
            <a:xfrm>
              <a:off x="1324773"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6" name="Group 2042"/>
          <p:cNvGrpSpPr/>
          <p:nvPr/>
        </p:nvGrpSpPr>
        <p:grpSpPr>
          <a:xfrm>
            <a:off x="7967306" y="1792843"/>
            <a:ext cx="1784304" cy="4161925"/>
            <a:chOff x="-3" y="0"/>
            <a:chExt cx="3569901" cy="8323848"/>
          </a:xfrm>
        </p:grpSpPr>
        <p:sp>
          <p:nvSpPr>
            <p:cNvPr id="2035" name="Shape 2035"/>
            <p:cNvSpPr/>
            <p:nvPr/>
          </p:nvSpPr>
          <p:spPr>
            <a:xfrm flipV="1">
              <a:off x="1468347" y="2825143"/>
              <a:ext cx="2" cy="3702986"/>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36" name="Shape 2036"/>
            <p:cNvSpPr/>
            <p:nvPr/>
          </p:nvSpPr>
          <p:spPr>
            <a:xfrm>
              <a:off x="54438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5"/>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7" name="Shape 2037"/>
            <p:cNvSpPr/>
            <p:nvPr/>
          </p:nvSpPr>
          <p:spPr>
            <a:xfrm>
              <a:off x="920703"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8" name="Shape 2038"/>
            <p:cNvSpPr/>
            <p:nvPr/>
          </p:nvSpPr>
          <p:spPr>
            <a:xfrm>
              <a:off x="1340665" y="2723483"/>
              <a:ext cx="268106" cy="26810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39" name="Shape 2039"/>
            <p:cNvSpPr/>
            <p:nvPr/>
          </p:nvSpPr>
          <p:spPr>
            <a:xfrm>
              <a:off x="32743" y="6594086"/>
              <a:ext cx="2845831" cy="589280"/>
            </a:xfrm>
            <a:prstGeom prst="rect">
              <a:avLst/>
            </a:prstGeom>
            <a:noFill/>
            <a:ln w="12700" cap="flat">
              <a:noFill/>
              <a:miter lim="400000"/>
            </a:ln>
            <a:effectLst/>
          </p:spPr>
          <p:txBody>
            <a:bodyPr wrap="none" lIns="0" tIns="0" rIns="0" bIns="0" numCol="1" anchor="ctr">
              <a:spAutoFit/>
            </a:bodyPr>
            <a:lstStyle>
              <a:lvl1pPr>
                <a:defRPr sz="7500">
                  <a:solidFill>
                    <a:srgbClr val="3A9A87"/>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p>
          </p:txBody>
        </p:sp>
        <p:sp>
          <p:nvSpPr>
            <p:cNvPr id="2040" name="Shape 2040"/>
            <p:cNvSpPr/>
            <p:nvPr/>
          </p:nvSpPr>
          <p:spPr>
            <a:xfrm>
              <a:off x="-3" y="7138938"/>
              <a:ext cx="3569901"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41" name="Shape 2041"/>
            <p:cNvSpPr/>
            <p:nvPr/>
          </p:nvSpPr>
          <p:spPr>
            <a:xfrm>
              <a:off x="1334281" y="754485"/>
              <a:ext cx="268106" cy="26810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grpSp>
        <p:nvGrpSpPr>
          <p:cNvPr id="7" name="Group 2050"/>
          <p:cNvGrpSpPr/>
          <p:nvPr/>
        </p:nvGrpSpPr>
        <p:grpSpPr>
          <a:xfrm>
            <a:off x="9924857" y="2498027"/>
            <a:ext cx="1833042" cy="3429233"/>
            <a:chOff x="-3" y="0"/>
            <a:chExt cx="3667415" cy="6858464"/>
          </a:xfrm>
        </p:grpSpPr>
        <p:sp>
          <p:nvSpPr>
            <p:cNvPr id="2043" name="Shape 2043"/>
            <p:cNvSpPr/>
            <p:nvPr/>
          </p:nvSpPr>
          <p:spPr>
            <a:xfrm flipV="1">
              <a:off x="1442907" y="2990855"/>
              <a:ext cx="2" cy="2065071"/>
            </a:xfrm>
            <a:prstGeom prst="line">
              <a:avLst/>
            </a:prstGeom>
            <a:noFill/>
            <a:ln w="12700" cap="flat">
              <a:solidFill>
                <a:schemeClr val="bg1">
                  <a:lumMod val="65000"/>
                </a:schemeClr>
              </a:solidFill>
              <a:prstDash val="solid"/>
              <a:miter lim="400000"/>
            </a:ln>
            <a:effectLst/>
          </p:spPr>
          <p:txBody>
            <a:bodyPr wrap="square" lIns="32134" tIns="32134" rIns="32134" bIns="32134" numCol="1" anchor="t">
              <a:noAutofit/>
            </a:bodyPr>
            <a:lstStyle/>
            <a:p>
              <a:pPr defTabSz="228600">
                <a:defRPr sz="1200">
                  <a:latin typeface="Helvetica"/>
                  <a:ea typeface="Helvetica"/>
                  <a:cs typeface="Helvetica"/>
                  <a:sym typeface="Helvetica"/>
                </a:defRPr>
              </a:pPr>
              <a:endParaRPr sz="800">
                <a:solidFill>
                  <a:prstClr val="white">
                    <a:lumMod val="65000"/>
                  </a:prstClr>
                </a:solidFill>
                <a:latin typeface="思源黑体 CN Medium"/>
                <a:ea typeface="思源黑体 CN Medium"/>
                <a:cs typeface="思源黑体 CN Medium"/>
                <a:sym typeface="思源黑体 CN Medium"/>
              </a:endParaRPr>
            </a:p>
          </p:txBody>
        </p:sp>
        <p:sp>
          <p:nvSpPr>
            <p:cNvPr id="2044" name="Shape 2044"/>
            <p:cNvSpPr/>
            <p:nvPr/>
          </p:nvSpPr>
          <p:spPr>
            <a:xfrm>
              <a:off x="525331" y="0"/>
              <a:ext cx="1860634" cy="2767336"/>
            </a:xfrm>
            <a:custGeom>
              <a:avLst/>
              <a:gdLst/>
              <a:ahLst/>
              <a:cxnLst>
                <a:cxn ang="0">
                  <a:pos x="wd2" y="hd2"/>
                </a:cxn>
                <a:cxn ang="5400000">
                  <a:pos x="wd2" y="hd2"/>
                </a:cxn>
                <a:cxn ang="10800000">
                  <a:pos x="wd2" y="hd2"/>
                </a:cxn>
                <a:cxn ang="16200000">
                  <a:pos x="wd2" y="hd2"/>
                </a:cxn>
              </a:cxnLst>
              <a:rect l="0" t="0" r="r" b="b"/>
              <a:pathLst>
                <a:path w="15896" h="21205" extrusionOk="0">
                  <a:moveTo>
                    <a:pt x="2854" y="12646"/>
                  </a:moveTo>
                  <a:cubicBezTo>
                    <a:pt x="-3017" y="8196"/>
                    <a:pt x="814" y="-395"/>
                    <a:pt x="8487" y="14"/>
                  </a:cubicBezTo>
                  <a:cubicBezTo>
                    <a:pt x="15753" y="401"/>
                    <a:pt x="18583" y="8670"/>
                    <a:pt x="12811" y="12646"/>
                  </a:cubicBezTo>
                  <a:cubicBezTo>
                    <a:pt x="11676" y="13847"/>
                    <a:pt x="10699" y="15161"/>
                    <a:pt x="9899" y="16561"/>
                  </a:cubicBezTo>
                  <a:cubicBezTo>
                    <a:pt x="9059" y="18035"/>
                    <a:pt x="8420" y="19594"/>
                    <a:pt x="7997" y="21205"/>
                  </a:cubicBezTo>
                  <a:cubicBezTo>
                    <a:pt x="7500" y="19575"/>
                    <a:pt x="6791" y="18002"/>
                    <a:pt x="5884" y="16520"/>
                  </a:cubicBezTo>
                  <a:cubicBezTo>
                    <a:pt x="5036" y="15133"/>
                    <a:pt x="4019" y="13834"/>
                    <a:pt x="2854" y="12646"/>
                  </a:cubicBezTo>
                  <a:close/>
                </a:path>
              </a:pathLst>
            </a:custGeom>
            <a:solidFill>
              <a:schemeClr val="accent6"/>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5" name="Shape 2045"/>
            <p:cNvSpPr/>
            <p:nvPr/>
          </p:nvSpPr>
          <p:spPr>
            <a:xfrm>
              <a:off x="901654" y="328863"/>
              <a:ext cx="1107961" cy="1497578"/>
            </a:xfrm>
            <a:custGeom>
              <a:avLst/>
              <a:gdLst/>
              <a:ahLst/>
              <a:cxnLst>
                <a:cxn ang="0">
                  <a:pos x="wd2" y="hd2"/>
                </a:cxn>
                <a:cxn ang="5400000">
                  <a:pos x="wd2" y="hd2"/>
                </a:cxn>
                <a:cxn ang="10800000">
                  <a:pos x="wd2" y="hd2"/>
                </a:cxn>
                <a:cxn ang="16200000">
                  <a:pos x="wd2" y="hd2"/>
                </a:cxn>
              </a:cxnLst>
              <a:rect l="0" t="0" r="r" b="b"/>
              <a:pathLst>
                <a:path w="16006" h="21047" extrusionOk="0">
                  <a:moveTo>
                    <a:pt x="13128" y="13601"/>
                  </a:moveTo>
                  <a:cubicBezTo>
                    <a:pt x="18599" y="9205"/>
                    <a:pt x="15792" y="564"/>
                    <a:pt x="8717" y="26"/>
                  </a:cubicBezTo>
                  <a:cubicBezTo>
                    <a:pt x="1098" y="-553"/>
                    <a:pt x="-3001" y="8540"/>
                    <a:pt x="2598" y="13601"/>
                  </a:cubicBezTo>
                  <a:lnTo>
                    <a:pt x="8213" y="21047"/>
                  </a:lnTo>
                  <a:lnTo>
                    <a:pt x="13128" y="13601"/>
                  </a:lnTo>
                  <a:close/>
                </a:path>
              </a:pathLst>
            </a:custGeom>
            <a:solidFill>
              <a:schemeClr val="bg1">
                <a:lumMod val="9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6" name="Shape 2046"/>
            <p:cNvSpPr/>
            <p:nvPr/>
          </p:nvSpPr>
          <p:spPr>
            <a:xfrm>
              <a:off x="1321581" y="2747249"/>
              <a:ext cx="268106" cy="268107"/>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lumMod val="65000"/>
              </a:schemeClr>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sp>
          <p:nvSpPr>
            <p:cNvPr id="2047" name="Shape 2047"/>
            <p:cNvSpPr/>
            <p:nvPr/>
          </p:nvSpPr>
          <p:spPr>
            <a:xfrm>
              <a:off x="136382" y="5183721"/>
              <a:ext cx="2845833" cy="589280"/>
            </a:xfrm>
            <a:prstGeom prst="rect">
              <a:avLst/>
            </a:prstGeom>
            <a:noFill/>
            <a:ln w="12700" cap="flat">
              <a:noFill/>
              <a:miter lim="400000"/>
            </a:ln>
            <a:effectLst/>
          </p:spPr>
          <p:txBody>
            <a:bodyPr wrap="none" lIns="0" tIns="0" rIns="0" bIns="0" numCol="1" anchor="ctr">
              <a:spAutoFit/>
            </a:bodyPr>
            <a:lstStyle>
              <a:lvl1pPr>
                <a:defRPr sz="7500">
                  <a:solidFill>
                    <a:srgbClr val="694E7F"/>
                  </a:solidFill>
                  <a:latin typeface="FontAwesome"/>
                  <a:ea typeface="FontAwesome"/>
                  <a:cs typeface="FontAwesome"/>
                  <a:sym typeface="FontAwesome"/>
                </a:defRPr>
              </a:lvl1pPr>
            </a:lstStyle>
            <a:p>
              <a:pPr algn="ctr" defTabSz="1218565">
                <a:lnSpc>
                  <a:spcPct val="120000"/>
                </a:lnSpc>
                <a:defRPr sz="1800">
                  <a:solidFill>
                    <a:srgbClr val="000000"/>
                  </a:solidFill>
                </a:defRPr>
              </a:pPr>
              <a:r>
                <a:rPr lang="zh-CN" altLang="en-US" sz="1600">
                  <a:solidFill>
                    <a:prstClr val="black">
                      <a:lumMod val="75000"/>
                      <a:lumOff val="25000"/>
                    </a:prstClr>
                  </a:solidFill>
                  <a:latin typeface="思源黑体 CN Medium"/>
                  <a:ea typeface="思源黑体 CN Medium"/>
                  <a:cs typeface="思源黑体 CN Medium"/>
                  <a:sym typeface="思源黑体 CN Medium"/>
                </a:rPr>
                <a:t>请替换文字内容</a:t>
              </a:r>
              <a:endParaRPr sz="1600">
                <a:solidFill>
                  <a:prstClr val="black">
                    <a:lumMod val="75000"/>
                    <a:lumOff val="25000"/>
                  </a:prstClr>
                </a:solidFill>
                <a:latin typeface="思源黑体 CN Medium"/>
                <a:ea typeface="思源黑体 CN Medium"/>
                <a:cs typeface="思源黑体 CN Medium"/>
                <a:sym typeface="思源黑体 CN Medium"/>
              </a:endParaRPr>
            </a:p>
          </p:txBody>
        </p:sp>
        <p:sp>
          <p:nvSpPr>
            <p:cNvPr id="2048" name="Shape 2048"/>
            <p:cNvSpPr/>
            <p:nvPr/>
          </p:nvSpPr>
          <p:spPr>
            <a:xfrm>
              <a:off x="-3" y="5673554"/>
              <a:ext cx="3667415" cy="1184910"/>
            </a:xfrm>
            <a:prstGeom prst="rect">
              <a:avLst/>
            </a:prstGeom>
            <a:noFill/>
            <a:ln w="12700" cap="flat">
              <a:noFill/>
              <a:miter lim="400000"/>
            </a:ln>
            <a:effectLst/>
          </p:spPr>
          <p:txBody>
            <a:bodyPr wrap="square" lIns="0" tIns="0" rIns="0" bIns="0" numCol="1" anchor="ctr">
              <a:spAutoFit/>
            </a:bodyPr>
            <a:lstStyle>
              <a:lvl1pPr defTabSz="457200">
                <a:defRPr sz="1800">
                  <a:solidFill>
                    <a:srgbClr val="828589"/>
                  </a:solidFill>
                  <a:latin typeface="STIXGeneral-Bold"/>
                  <a:ea typeface="STIXGeneral-Bold"/>
                  <a:cs typeface="STIXGeneral-Bold"/>
                  <a:sym typeface="STIXGeneral-Bold"/>
                </a:defRPr>
              </a:lvl1pPr>
            </a:lstStyle>
            <a:p>
              <a:pPr algn="ctr" defTabSz="914400">
                <a:lnSpc>
                  <a:spcPct val="120000"/>
                </a:lnSpc>
                <a:defRPr/>
              </a:pP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065">
                  <a:solidFill>
                    <a:prstClr val="black">
                      <a:lumMod val="50000"/>
                      <a:lumOff val="50000"/>
                    </a:prstClr>
                  </a:solidFill>
                  <a:latin typeface="思源黑体 CN Medium"/>
                  <a:ea typeface="思源黑体 CN Medium"/>
                  <a:cs typeface="思源黑体 CN Medium"/>
                  <a:sym typeface="思源黑体 CN Medium"/>
                </a:rPr>
                <a:t>200,</a:t>
              </a:r>
              <a:r>
                <a:rPr lang="zh-CN" altLang="en-US" sz="1065">
                  <a:solidFill>
                    <a:prstClr val="black">
                      <a:lumMod val="50000"/>
                      <a:lumOff val="50000"/>
                    </a:prstClr>
                  </a:solidFill>
                  <a:latin typeface="思源黑体 CN Medium"/>
                  <a:ea typeface="思源黑体 CN Medium"/>
                  <a:cs typeface="思源黑体 CN Medium"/>
                  <a:sym typeface="思源黑体 CN Medium"/>
                </a:rPr>
                <a:t>添加适当的文字添</a:t>
              </a:r>
              <a:endParaRPr sz="935">
                <a:solidFill>
                  <a:prstClr val="white">
                    <a:lumMod val="65000"/>
                  </a:prstClr>
                </a:solidFill>
                <a:latin typeface="思源黑体 CN Medium"/>
                <a:ea typeface="思源黑体 CN Medium"/>
                <a:cs typeface="思源黑体 CN Medium"/>
                <a:sym typeface="思源黑体 CN Medium"/>
              </a:endParaRPr>
            </a:p>
          </p:txBody>
        </p:sp>
        <p:sp>
          <p:nvSpPr>
            <p:cNvPr id="2049" name="Shape 2049"/>
            <p:cNvSpPr/>
            <p:nvPr/>
          </p:nvSpPr>
          <p:spPr>
            <a:xfrm>
              <a:off x="1321598" y="812771"/>
              <a:ext cx="268106" cy="268106"/>
            </a:xfrm>
            <a:custGeom>
              <a:avLst/>
              <a:gdLst/>
              <a:ahLst/>
              <a:cxnLst>
                <a:cxn ang="0">
                  <a:pos x="wd2" y="hd2"/>
                </a:cxn>
                <a:cxn ang="5400000">
                  <a:pos x="wd2" y="hd2"/>
                </a:cxn>
                <a:cxn ang="10800000">
                  <a:pos x="wd2" y="hd2"/>
                </a:cxn>
                <a:cxn ang="16200000">
                  <a:pos x="wd2" y="hd2"/>
                </a:cxn>
              </a:cxnLst>
              <a:rect l="0" t="0" r="r" b="b"/>
              <a:pathLst>
                <a:path w="19678"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6"/>
            </a:solidFill>
            <a:ln w="12700" cap="flat">
              <a:noFill/>
              <a:miter lim="400000"/>
            </a:ln>
            <a:effectLst/>
          </p:spPr>
          <p:txBody>
            <a:bodyPr wrap="square" lIns="0" tIns="0" rIns="0" bIns="0" numCol="1" anchor="ctr">
              <a:noAutofit/>
            </a:bodyPr>
            <a:lstStyle/>
            <a:p>
              <a:pPr defTabSz="1218565">
                <a:lnSpc>
                  <a:spcPct val="120000"/>
                </a:lnSpc>
                <a:defRPr sz="3200"/>
              </a:pPr>
              <a:endParaRPr sz="3200">
                <a:solidFill>
                  <a:prstClr val="white">
                    <a:lumMod val="65000"/>
                  </a:prstClr>
                </a:solidFill>
                <a:latin typeface="思源黑体 CN Medium"/>
                <a:ea typeface="思源黑体 CN Medium"/>
                <a:cs typeface="思源黑体 CN Medium"/>
                <a:sym typeface="思源黑体 CN Medium"/>
              </a:endParaRPr>
            </a:p>
          </p:txBody>
        </p:sp>
      </p:grpSp>
    </p:spTree>
  </p:cSld>
  <p:clrMapOvr>
    <a:masterClrMapping/>
  </p:clrMapOvr>
  <p:transition spd="med" advClick="0" advTm="0">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p:cNvGrpSpPr/>
          <p:nvPr/>
        </p:nvGrpSpPr>
        <p:grpSpPr>
          <a:xfrm>
            <a:off x="1526470" y="2110783"/>
            <a:ext cx="9499772" cy="3619293"/>
            <a:chOff x="1526470" y="2110783"/>
            <a:chExt cx="9499772" cy="3619293"/>
          </a:xfrm>
        </p:grpSpPr>
        <p:sp>
          <p:nvSpPr>
            <p:cNvPr id="6" name="TextBox 54"/>
            <p:cNvSpPr txBox="1"/>
            <p:nvPr/>
          </p:nvSpPr>
          <p:spPr>
            <a:xfrm>
              <a:off x="5810563" y="2110783"/>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7" name="Freeform 5"/>
            <p:cNvSpPr/>
            <p:nvPr/>
          </p:nvSpPr>
          <p:spPr>
            <a:xfrm rot="5400000">
              <a:off x="1493703" y="2551115"/>
              <a:ext cx="3067840" cy="27651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ln>
          </p:spPr>
          <p:txBody>
            <a:bodyPr vert="horz" wrap="square" lIns="121792" tIns="60893" rIns="121792" bIns="60893" numCol="1" anchor="t" anchorCtr="0" compatLnSpc="1"/>
            <a:lstStyle/>
            <a:p>
              <a:pPr defTabSz="1217295">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9" name="TextBox 56"/>
            <p:cNvSpPr txBox="1"/>
            <p:nvPr/>
          </p:nvSpPr>
          <p:spPr>
            <a:xfrm>
              <a:off x="2328606" y="3343884"/>
              <a:ext cx="1398029" cy="1147445"/>
            </a:xfrm>
            <a:prstGeom prst="rect">
              <a:avLst/>
            </a:prstGeom>
            <a:noFill/>
          </p:spPr>
          <p:txBody>
            <a:bodyPr wrap="square" lIns="0" tIns="0" rIns="0" bIns="0" rtlCol="0">
              <a:spAutoFit/>
            </a:bodyPr>
            <a:lstStyle>
              <a:defPPr>
                <a:defRPr lang="zh-CN"/>
              </a:defPPr>
              <a:lvl1pPr>
                <a:defRPr sz="2200">
                  <a:solidFill>
                    <a:schemeClr val="bg1"/>
                  </a:solidFill>
                  <a:latin typeface="微软雅黑" panose="020B0503020204020204" charset="-122"/>
                  <a:ea typeface="微软雅黑" panose="020B0503020204020204" charset="-122"/>
                </a:defRPr>
              </a:lvl1pPr>
            </a:lstStyle>
            <a:p>
              <a:pPr algn="ctr" defTabSz="1217295">
                <a:defRPr/>
              </a:pPr>
              <a:r>
                <a:rPr lang="zh-CN" altLang="en-US" sz="3730">
                  <a:solidFill>
                    <a:sysClr val="window" lastClr="FFFFFF"/>
                  </a:solidFill>
                  <a:latin typeface="思源黑体 CN Medium"/>
                  <a:ea typeface="思源黑体 CN Medium"/>
                  <a:cs typeface="思源黑体 CN Medium"/>
                  <a:sym typeface="思源黑体 CN Medium"/>
                </a:rPr>
                <a:t>个人优势</a:t>
              </a:r>
            </a:p>
          </p:txBody>
        </p:sp>
        <p:sp>
          <p:nvSpPr>
            <p:cNvPr id="10" name="Freeform 5"/>
            <p:cNvSpPr/>
            <p:nvPr/>
          </p:nvSpPr>
          <p:spPr>
            <a:xfrm rot="5400000">
              <a:off x="1344727" y="2432540"/>
              <a:ext cx="3365784" cy="300229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bg1">
                  <a:lumMod val="75000"/>
                </a:schemeClr>
              </a:solidFill>
              <a:prstDash val="solid"/>
              <a:miter lim="800000"/>
            </a:ln>
          </p:spPr>
          <p:txBody>
            <a:bodyPr vert="horz" wrap="square" lIns="121792" tIns="60893" rIns="121792" bIns="60893" numCol="1" anchor="t" anchorCtr="0" compatLnSpc="1"/>
            <a:lstStyle/>
            <a:p>
              <a:pPr defTabSz="1217295">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1" name="椭圆 10"/>
            <p:cNvSpPr/>
            <p:nvPr/>
          </p:nvSpPr>
          <p:spPr>
            <a:xfrm>
              <a:off x="3603033" y="2292647"/>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1</a:t>
              </a:r>
              <a:endParaRPr lang="zh-CN" altLang="en-US" sz="2400" b="1">
                <a:solidFill>
                  <a:sysClr val="window" lastClr="FFFFFF"/>
                </a:solidFill>
                <a:latin typeface="思源黑体 CN Medium"/>
                <a:ea typeface="思源黑体 CN Medium"/>
                <a:cs typeface="思源黑体 CN Medium"/>
                <a:sym typeface="思源黑体 CN Medium"/>
              </a:endParaRPr>
            </a:p>
          </p:txBody>
        </p:sp>
        <p:sp>
          <p:nvSpPr>
            <p:cNvPr id="12" name="椭圆 11"/>
            <p:cNvSpPr/>
            <p:nvPr/>
          </p:nvSpPr>
          <p:spPr>
            <a:xfrm>
              <a:off x="4328937" y="3648484"/>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2</a:t>
              </a:r>
              <a:endParaRPr lang="zh-CN" altLang="en-US" sz="2400" b="1">
                <a:solidFill>
                  <a:sysClr val="window" lastClr="FFFFFF"/>
                </a:solidFill>
                <a:latin typeface="思源黑体 CN Medium"/>
                <a:ea typeface="思源黑体 CN Medium"/>
                <a:cs typeface="思源黑体 CN Medium"/>
                <a:sym typeface="思源黑体 CN Medium"/>
              </a:endParaRPr>
            </a:p>
          </p:txBody>
        </p:sp>
        <p:sp>
          <p:nvSpPr>
            <p:cNvPr id="13" name="椭圆 12"/>
            <p:cNvSpPr/>
            <p:nvPr/>
          </p:nvSpPr>
          <p:spPr>
            <a:xfrm>
              <a:off x="3603033" y="4996296"/>
              <a:ext cx="570243" cy="570419"/>
            </a:xfrm>
            <a:prstGeom prst="ellipse">
              <a:avLst/>
            </a:prstGeom>
            <a:solidFill>
              <a:schemeClr val="accent2"/>
            </a:solidFill>
            <a:ln w="25400" cap="flat" cmpd="sng" algn="ctr">
              <a:solidFill>
                <a:schemeClr val="bg1"/>
              </a:solidFill>
              <a:prstDash val="solid"/>
            </a:ln>
            <a:effectLst/>
          </p:spPr>
          <p:txBody>
            <a:bodyPr lIns="91346" tIns="45673" rIns="91346" bIns="45673" rtlCol="0" anchor="ctr"/>
            <a:lstStyle/>
            <a:p>
              <a:pPr algn="ctr" defTabSz="1217295">
                <a:defRPr/>
              </a:pPr>
              <a:r>
                <a:rPr lang="en-US" altLang="zh-CN" sz="2400" b="1">
                  <a:solidFill>
                    <a:sysClr val="window" lastClr="FFFFFF"/>
                  </a:solidFill>
                  <a:latin typeface="思源黑体 CN Medium"/>
                  <a:ea typeface="思源黑体 CN Medium"/>
                  <a:cs typeface="思源黑体 CN Medium"/>
                  <a:sym typeface="思源黑体 CN Medium"/>
                </a:rPr>
                <a:t>3</a:t>
              </a:r>
              <a:endParaRPr lang="zh-CN" altLang="en-US" sz="2400" b="1">
                <a:solidFill>
                  <a:sysClr val="window" lastClr="FFFFFF"/>
                </a:solidFill>
                <a:latin typeface="思源黑体 CN Medium"/>
                <a:ea typeface="思源黑体 CN Medium"/>
                <a:cs typeface="思源黑体 CN Medium"/>
                <a:sym typeface="思源黑体 CN Medium"/>
              </a:endParaRPr>
            </a:p>
          </p:txBody>
        </p:sp>
        <p:grpSp>
          <p:nvGrpSpPr>
            <p:cNvPr id="2" name="组合 13"/>
            <p:cNvGrpSpPr/>
            <p:nvPr/>
          </p:nvGrpSpPr>
          <p:grpSpPr>
            <a:xfrm>
              <a:off x="4173282" y="2341441"/>
              <a:ext cx="1401873" cy="472823"/>
              <a:chOff x="3513818" y="1963801"/>
              <a:chExt cx="1051729" cy="354618"/>
            </a:xfrm>
          </p:grpSpPr>
          <p:cxnSp>
            <p:nvCxnSpPr>
              <p:cNvPr id="15" name="直接连接符 14"/>
              <p:cNvCxnSpPr/>
              <p:nvPr/>
            </p:nvCxnSpPr>
            <p:spPr>
              <a:xfrm>
                <a:off x="3513818" y="2141110"/>
                <a:ext cx="1051729" cy="0"/>
              </a:xfrm>
              <a:prstGeom prst="line">
                <a:avLst/>
              </a:prstGeom>
              <a:noFill/>
              <a:ln w="9525" cap="flat" cmpd="sng" algn="ctr">
                <a:solidFill>
                  <a:srgbClr val="325F0B"/>
                </a:solidFill>
                <a:prstDash val="sysDot"/>
                <a:headEnd type="none" w="med" len="med"/>
                <a:tailEnd type="none" w="med" len="med"/>
              </a:ln>
              <a:effectLst/>
            </p:spPr>
          </p:cxnSp>
          <p:cxnSp>
            <p:nvCxnSpPr>
              <p:cNvPr id="16" name="直接连接符 15"/>
              <p:cNvCxnSpPr/>
              <p:nvPr/>
            </p:nvCxnSpPr>
            <p:spPr>
              <a:xfrm>
                <a:off x="4565547" y="1963801"/>
                <a:ext cx="0" cy="354618"/>
              </a:xfrm>
              <a:prstGeom prst="line">
                <a:avLst/>
              </a:prstGeom>
              <a:noFill/>
              <a:ln w="9525" cap="flat" cmpd="sng" algn="ctr">
                <a:solidFill>
                  <a:srgbClr val="325F0B"/>
                </a:solidFill>
                <a:prstDash val="sysDot"/>
                <a:headEnd type="none" w="med" len="med"/>
                <a:tailEnd type="none" w="med" len="med"/>
              </a:ln>
              <a:effectLst/>
            </p:spPr>
          </p:cxnSp>
        </p:grpSp>
        <p:sp>
          <p:nvSpPr>
            <p:cNvPr id="17" name="TextBox 64"/>
            <p:cNvSpPr txBox="1"/>
            <p:nvPr/>
          </p:nvSpPr>
          <p:spPr>
            <a:xfrm>
              <a:off x="6515130" y="3494972"/>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p>
          </p:txBody>
        </p:sp>
        <p:sp>
          <p:nvSpPr>
            <p:cNvPr id="18" name="TextBox 65"/>
            <p:cNvSpPr txBox="1"/>
            <p:nvPr/>
          </p:nvSpPr>
          <p:spPr>
            <a:xfrm>
              <a:off x="5840980" y="4899496"/>
              <a:ext cx="4511112" cy="830580"/>
            </a:xfrm>
            <a:prstGeom prst="rect">
              <a:avLst/>
            </a:prstGeom>
            <a:noFill/>
          </p:spPr>
          <p:txBody>
            <a:bodyPr wrap="square" lIns="0" tIns="0" rIns="0" bIns="0" rtlCol="0">
              <a:spAutoFit/>
            </a:bodyPr>
            <a:lstStyle>
              <a:defPPr>
                <a:defRPr lang="zh-CN"/>
              </a:defPPr>
              <a:lvl1pPr>
                <a:defRPr sz="1000">
                  <a:solidFill>
                    <a:schemeClr val="tx1">
                      <a:lumMod val="65000"/>
                      <a:lumOff val="35000"/>
                    </a:schemeClr>
                  </a:solidFill>
                  <a:latin typeface="微软雅黑" panose="020B0503020204020204" charset="-122"/>
                  <a:ea typeface="微软雅黑" panose="020B0503020204020204" charset="-122"/>
                </a:defRPr>
              </a:lvl1pPr>
            </a:lstStyle>
            <a:p>
              <a:pPr algn="just" defTabSz="912495">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p>
          </p:txBody>
        </p:sp>
        <p:grpSp>
          <p:nvGrpSpPr>
            <p:cNvPr id="3" name="组合 18"/>
            <p:cNvGrpSpPr/>
            <p:nvPr/>
          </p:nvGrpSpPr>
          <p:grpSpPr>
            <a:xfrm>
              <a:off x="4905284" y="3697277"/>
              <a:ext cx="1401873" cy="472823"/>
              <a:chOff x="3513818" y="1963801"/>
              <a:chExt cx="1051729" cy="354618"/>
            </a:xfrm>
          </p:grpSpPr>
          <p:cxnSp>
            <p:nvCxnSpPr>
              <p:cNvPr id="20" name="直接连接符 19"/>
              <p:cNvCxnSpPr/>
              <p:nvPr/>
            </p:nvCxnSpPr>
            <p:spPr>
              <a:xfrm>
                <a:off x="3513818" y="2141110"/>
                <a:ext cx="1051729" cy="0"/>
              </a:xfrm>
              <a:prstGeom prst="line">
                <a:avLst/>
              </a:prstGeom>
              <a:noFill/>
              <a:ln w="6350" cap="flat" cmpd="sng" algn="ctr">
                <a:solidFill>
                  <a:srgbClr val="325F0B"/>
                </a:solidFill>
                <a:prstDash val="sysDot"/>
                <a:headEnd type="none" w="med" len="med"/>
                <a:tailEnd type="none" w="med" len="med"/>
              </a:ln>
              <a:effectLst/>
            </p:spPr>
          </p:cxnSp>
          <p:cxnSp>
            <p:nvCxnSpPr>
              <p:cNvPr id="21" name="直接连接符 20"/>
              <p:cNvCxnSpPr/>
              <p:nvPr/>
            </p:nvCxnSpPr>
            <p:spPr>
              <a:xfrm>
                <a:off x="4565547" y="1963801"/>
                <a:ext cx="0" cy="354618"/>
              </a:xfrm>
              <a:prstGeom prst="line">
                <a:avLst/>
              </a:prstGeom>
              <a:noFill/>
              <a:ln w="6350" cap="flat" cmpd="sng" algn="ctr">
                <a:solidFill>
                  <a:srgbClr val="325F0B"/>
                </a:solidFill>
                <a:prstDash val="sysDot"/>
                <a:headEnd type="none" w="med" len="med"/>
                <a:tailEnd type="none" w="med" len="med"/>
              </a:ln>
              <a:effectLst/>
            </p:spPr>
          </p:cxnSp>
        </p:grpSp>
        <p:grpSp>
          <p:nvGrpSpPr>
            <p:cNvPr id="4" name="组合 21"/>
            <p:cNvGrpSpPr/>
            <p:nvPr/>
          </p:nvGrpSpPr>
          <p:grpSpPr>
            <a:xfrm>
              <a:off x="4173282" y="5045089"/>
              <a:ext cx="1401873" cy="472823"/>
              <a:chOff x="3513818" y="1963801"/>
              <a:chExt cx="1051729" cy="354618"/>
            </a:xfrm>
          </p:grpSpPr>
          <p:cxnSp>
            <p:nvCxnSpPr>
              <p:cNvPr id="23" name="直接连接符 22"/>
              <p:cNvCxnSpPr/>
              <p:nvPr/>
            </p:nvCxnSpPr>
            <p:spPr>
              <a:xfrm>
                <a:off x="3513818" y="2141110"/>
                <a:ext cx="1051729" cy="0"/>
              </a:xfrm>
              <a:prstGeom prst="line">
                <a:avLst/>
              </a:prstGeom>
              <a:noFill/>
              <a:ln w="9525" cap="flat" cmpd="sng" algn="ctr">
                <a:solidFill>
                  <a:srgbClr val="325F0B"/>
                </a:solidFill>
                <a:prstDash val="sysDot"/>
                <a:headEnd type="none" w="med" len="med"/>
                <a:tailEnd type="none" w="med" len="med"/>
              </a:ln>
              <a:effectLst/>
            </p:spPr>
          </p:cxnSp>
          <p:cxnSp>
            <p:nvCxnSpPr>
              <p:cNvPr id="24" name="直接连接符 23"/>
              <p:cNvCxnSpPr/>
              <p:nvPr/>
            </p:nvCxnSpPr>
            <p:spPr>
              <a:xfrm>
                <a:off x="4565547" y="1963801"/>
                <a:ext cx="0" cy="354618"/>
              </a:xfrm>
              <a:prstGeom prst="line">
                <a:avLst/>
              </a:prstGeom>
              <a:noFill/>
              <a:ln w="9525" cap="flat" cmpd="sng" algn="ctr">
                <a:solidFill>
                  <a:srgbClr val="325F0B"/>
                </a:solidFill>
                <a:prstDash val="sysDot"/>
                <a:headEnd type="none" w="med" len="med"/>
                <a:tailEnd type="none" w="med" len="med"/>
              </a:ln>
              <a:effectLst/>
            </p:spPr>
          </p:cxnSp>
        </p:grpSp>
      </p:grpSp>
    </p:spTree>
    <p:custDataLst>
      <p:tags r:id="rId1"/>
    </p:custDataLst>
  </p:cSld>
  <p:clrMapOvr>
    <a:masterClrMapping/>
  </p:clrMapOvr>
  <p:transition spd="med" advClick="0" advTm="0">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Oval 65"/>
          <p:cNvSpPr>
            <a:spLocks noChangeArrowheads="1"/>
          </p:cNvSpPr>
          <p:nvPr/>
        </p:nvSpPr>
        <p:spPr>
          <a:xfrm rot="10800000" flipV="1">
            <a:off x="1262768" y="2831052"/>
            <a:ext cx="1938523"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46" name="Oval 65"/>
          <p:cNvSpPr>
            <a:spLocks noChangeArrowheads="1"/>
          </p:cNvSpPr>
          <p:nvPr/>
        </p:nvSpPr>
        <p:spPr>
          <a:xfrm rot="10800000" flipV="1">
            <a:off x="1304240" y="6038114"/>
            <a:ext cx="1938522"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sp>
        <p:nvSpPr>
          <p:cNvPr id="147" name="Oval 65"/>
          <p:cNvSpPr>
            <a:spLocks noChangeArrowheads="1"/>
          </p:cNvSpPr>
          <p:nvPr/>
        </p:nvSpPr>
        <p:spPr>
          <a:xfrm rot="10800000" flipV="1">
            <a:off x="8914271" y="4408717"/>
            <a:ext cx="1938523" cy="184366"/>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tileRect/>
          </a:gradFill>
          <a:ln w="9525">
            <a:noFill/>
            <a:round/>
          </a:ln>
          <a:effectLst/>
        </p:spPr>
        <p:txBody>
          <a:bodyPr wrap="none" lIns="134335" tIns="67167" rIns="134335" bIns="67167" anchor="ctr"/>
          <a:lstStyle/>
          <a:p>
            <a:pPr defTabSz="913130">
              <a:defRPr/>
            </a:pPr>
            <a:endParaRPr lang="zh-CN" altLang="en-US" sz="2400">
              <a:solidFill>
                <a:sysClr val="windowText" lastClr="000000"/>
              </a:solidFill>
              <a:latin typeface="思源黑体 CN Medium"/>
              <a:ea typeface="思源黑体 CN Medium"/>
              <a:cs typeface="思源黑体 CN Medium"/>
              <a:sym typeface="思源黑体 CN Medium"/>
            </a:endParaRPr>
          </a:p>
        </p:txBody>
      </p:sp>
      <p:grpSp>
        <p:nvGrpSpPr>
          <p:cNvPr id="2" name="组合 147"/>
          <p:cNvGrpSpPr/>
          <p:nvPr/>
        </p:nvGrpSpPr>
        <p:grpSpPr>
          <a:xfrm>
            <a:off x="1617157" y="1489511"/>
            <a:ext cx="1253064" cy="1334512"/>
            <a:chOff x="611306" y="1203674"/>
            <a:chExt cx="1328332" cy="1414234"/>
          </a:xfrm>
          <a:solidFill>
            <a:srgbClr val="325F0B"/>
          </a:solidFill>
        </p:grpSpPr>
        <p:sp>
          <p:nvSpPr>
            <p:cNvPr id="149" name="菱形 148"/>
            <p:cNvSpPr/>
            <p:nvPr/>
          </p:nvSpPr>
          <p:spPr>
            <a:xfrm>
              <a:off x="723313" y="1289437"/>
              <a:ext cx="1104318" cy="1328471"/>
            </a:xfrm>
            <a:prstGeom prst="diamond">
              <a:avLst/>
            </a:prstGeom>
            <a:solidFill>
              <a:schemeClr val="accent1">
                <a:lumMod val="50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0" name="菱形 149"/>
            <p:cNvSpPr/>
            <p:nvPr/>
          </p:nvSpPr>
          <p:spPr>
            <a:xfrm>
              <a:off x="611306" y="1203674"/>
              <a:ext cx="1328332" cy="1326722"/>
            </a:xfrm>
            <a:prstGeom prst="diamond">
              <a:avLst/>
            </a:prstGeom>
            <a:solidFill>
              <a:schemeClr val="accent1"/>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A</a:t>
              </a:r>
              <a:endParaRPr lang="zh-CN" altLang="en-US" sz="4265">
                <a:solidFill>
                  <a:srgbClr val="FFFFFF"/>
                </a:solidFill>
                <a:latin typeface="思源黑体 CN Medium"/>
                <a:ea typeface="思源黑体 CN Medium"/>
                <a:cs typeface="思源黑体 CN Medium"/>
                <a:sym typeface="思源黑体 CN Medium"/>
              </a:endParaRPr>
            </a:p>
          </p:txBody>
        </p:sp>
      </p:grpSp>
      <p:grpSp>
        <p:nvGrpSpPr>
          <p:cNvPr id="3" name="组合 150"/>
          <p:cNvGrpSpPr/>
          <p:nvPr/>
        </p:nvGrpSpPr>
        <p:grpSpPr>
          <a:xfrm>
            <a:off x="1646970" y="4681401"/>
            <a:ext cx="1253064" cy="1354334"/>
            <a:chOff x="1951890" y="2794690"/>
            <a:chExt cx="1328332" cy="1435240"/>
          </a:xfrm>
          <a:solidFill>
            <a:srgbClr val="325F0B"/>
          </a:solidFill>
        </p:grpSpPr>
        <p:sp>
          <p:nvSpPr>
            <p:cNvPr id="152" name="菱形 151"/>
            <p:cNvSpPr/>
            <p:nvPr/>
          </p:nvSpPr>
          <p:spPr>
            <a:xfrm>
              <a:off x="2063897" y="2901458"/>
              <a:ext cx="1104318" cy="1328472"/>
            </a:xfrm>
            <a:prstGeom prst="diamond">
              <a:avLst/>
            </a:prstGeom>
            <a:solidFill>
              <a:schemeClr val="accent3">
                <a:lumMod val="50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3" name="菱形 152"/>
            <p:cNvSpPr/>
            <p:nvPr/>
          </p:nvSpPr>
          <p:spPr>
            <a:xfrm>
              <a:off x="1951890" y="2794690"/>
              <a:ext cx="1328332" cy="1328471"/>
            </a:xfrm>
            <a:prstGeom prst="diamond">
              <a:avLst/>
            </a:prstGeom>
            <a:solidFill>
              <a:schemeClr val="accent3"/>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C</a:t>
              </a:r>
              <a:endParaRPr lang="zh-CN" altLang="en-US" sz="4265">
                <a:solidFill>
                  <a:srgbClr val="FFFFFF"/>
                </a:solidFill>
                <a:latin typeface="思源黑体 CN Medium"/>
                <a:ea typeface="思源黑体 CN Medium"/>
                <a:cs typeface="思源黑体 CN Medium"/>
                <a:sym typeface="思源黑体 CN Medium"/>
              </a:endParaRPr>
            </a:p>
          </p:txBody>
        </p:sp>
      </p:grpSp>
      <p:grpSp>
        <p:nvGrpSpPr>
          <p:cNvPr id="4" name="组合 153"/>
          <p:cNvGrpSpPr/>
          <p:nvPr/>
        </p:nvGrpSpPr>
        <p:grpSpPr>
          <a:xfrm>
            <a:off x="9256999" y="3085456"/>
            <a:ext cx="1253067" cy="1334512"/>
            <a:chOff x="4056282" y="1203598"/>
            <a:chExt cx="1328333" cy="1414234"/>
          </a:xfrm>
          <a:solidFill>
            <a:srgbClr val="325F0B"/>
          </a:solidFill>
        </p:grpSpPr>
        <p:sp>
          <p:nvSpPr>
            <p:cNvPr id="155" name="菱形 154"/>
            <p:cNvSpPr/>
            <p:nvPr/>
          </p:nvSpPr>
          <p:spPr>
            <a:xfrm>
              <a:off x="4168289" y="1289361"/>
              <a:ext cx="1104319" cy="1328471"/>
            </a:xfrm>
            <a:prstGeom prst="diamond">
              <a:avLst/>
            </a:prstGeom>
            <a:solidFill>
              <a:schemeClr val="accent2">
                <a:lumMod val="75000"/>
              </a:schemeClr>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endParaRPr lang="zh-CN" altLang="en-US" sz="2665">
                <a:solidFill>
                  <a:srgbClr val="FFFFFF"/>
                </a:solidFill>
                <a:latin typeface="思源黑体 CN Medium"/>
                <a:ea typeface="思源黑体 CN Medium"/>
                <a:cs typeface="思源黑体 CN Medium"/>
                <a:sym typeface="思源黑体 CN Medium"/>
              </a:endParaRPr>
            </a:p>
          </p:txBody>
        </p:sp>
        <p:sp>
          <p:nvSpPr>
            <p:cNvPr id="156" name="菱形 155"/>
            <p:cNvSpPr/>
            <p:nvPr/>
          </p:nvSpPr>
          <p:spPr>
            <a:xfrm>
              <a:off x="4056282" y="1203598"/>
              <a:ext cx="1328333" cy="1326722"/>
            </a:xfrm>
            <a:prstGeom prst="diamond">
              <a:avLst/>
            </a:prstGeom>
            <a:solidFill>
              <a:schemeClr val="accent2"/>
            </a:solidFill>
            <a:ln w="12700" cmpd="sng">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913130">
                <a:defRPr/>
              </a:pPr>
              <a:r>
                <a:rPr lang="en-US" altLang="zh-CN" sz="4265">
                  <a:solidFill>
                    <a:srgbClr val="FFFFFF"/>
                  </a:solidFill>
                  <a:latin typeface="思源黑体 CN Medium"/>
                  <a:ea typeface="思源黑体 CN Medium"/>
                  <a:cs typeface="思源黑体 CN Medium"/>
                  <a:sym typeface="思源黑体 CN Medium"/>
                </a:rPr>
                <a:t>B</a:t>
              </a:r>
              <a:endParaRPr lang="zh-CN" altLang="en-US" sz="4265">
                <a:solidFill>
                  <a:srgbClr val="FFFFFF"/>
                </a:solidFill>
                <a:latin typeface="思源黑体 CN Medium"/>
                <a:ea typeface="思源黑体 CN Medium"/>
                <a:cs typeface="思源黑体 CN Medium"/>
                <a:sym typeface="思源黑体 CN Medium"/>
              </a:endParaRPr>
            </a:p>
          </p:txBody>
        </p:sp>
      </p:grpSp>
      <p:sp>
        <p:nvSpPr>
          <p:cNvPr id="157" name="文本框 17"/>
          <p:cNvSpPr txBox="1"/>
          <p:nvPr/>
        </p:nvSpPr>
        <p:spPr>
          <a:xfrm>
            <a:off x="2937958" y="1670499"/>
            <a:ext cx="5938388"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
        <p:nvSpPr>
          <p:cNvPr id="158" name="文本框 22"/>
          <p:cNvSpPr txBox="1"/>
          <p:nvPr/>
        </p:nvSpPr>
        <p:spPr>
          <a:xfrm>
            <a:off x="3078553" y="4967376"/>
            <a:ext cx="5657205"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
        <p:nvSpPr>
          <p:cNvPr id="159" name="文本框 23"/>
          <p:cNvSpPr txBox="1"/>
          <p:nvPr/>
        </p:nvSpPr>
        <p:spPr>
          <a:xfrm>
            <a:off x="2946586" y="3318939"/>
            <a:ext cx="5921128" cy="687070"/>
          </a:xfrm>
          <a:prstGeom prst="rect">
            <a:avLst/>
          </a:prstGeom>
          <a:noFill/>
        </p:spPr>
        <p:txBody>
          <a:bodyPr wrap="square" lIns="134335" tIns="67167" rIns="134335" bIns="67167">
            <a:spAutoFit/>
          </a:bodyPr>
          <a:lstStyle/>
          <a:p>
            <a:pPr algn="just" defTabSz="913130">
              <a:lnSpc>
                <a:spcPct val="150000"/>
              </a:lnSpc>
              <a:defRPr/>
            </a:pP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添加适当的文字，添加适当的文字添加适当的文字，一页的文字最好不要超过</a:t>
            </a:r>
            <a:r>
              <a:rPr lang="en-US" altLang="zh-CN" sz="1200">
                <a:solidFill>
                  <a:prstClr val="black">
                    <a:lumMod val="50000"/>
                    <a:lumOff val="50000"/>
                  </a:prstClr>
                </a:solidFill>
                <a:latin typeface="思源黑体 CN Medium"/>
                <a:ea typeface="思源黑体 CN Medium"/>
                <a:cs typeface="思源黑体 CN Medium"/>
                <a:sym typeface="思源黑体 CN Medium"/>
              </a:rPr>
              <a:t>200,</a:t>
            </a:r>
            <a:r>
              <a:rPr lang="zh-CN" altLang="en-US" sz="1200">
                <a:solidFill>
                  <a:prstClr val="black">
                    <a:lumMod val="50000"/>
                    <a:lumOff val="50000"/>
                  </a:prstClr>
                </a:solidFill>
                <a:latin typeface="思源黑体 CN Medium"/>
                <a:ea typeface="思源黑体 CN Medium"/>
                <a:cs typeface="思源黑体 CN Medium"/>
                <a:sym typeface="思源黑体 CN Medium"/>
              </a:rPr>
              <a:t>添加适当的文字</a:t>
            </a:r>
            <a:endParaRPr lang="en-US" altLang="zh-CN" sz="400">
              <a:solidFill>
                <a:prstClr val="black">
                  <a:lumMod val="50000"/>
                  <a:lumOff val="50000"/>
                </a:prstClr>
              </a:solidFill>
              <a:latin typeface="思源黑体 CN Medium"/>
              <a:ea typeface="思源黑体 CN Medium"/>
              <a:cs typeface="思源黑体 CN Medium"/>
              <a:sym typeface="思源黑体 CN Medium"/>
            </a:endParaRPr>
          </a:p>
        </p:txBody>
      </p:sp>
    </p:spTree>
    <p:custDataLst>
      <p:tags r:id="rId1"/>
    </p:custDataLst>
  </p:cSld>
  <p:clrMapOvr>
    <a:masterClrMapping/>
  </p:clrMapOvr>
  <p:transition spd="med" advClick="0" advTm="0">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8"/>
          <p:cNvSpPr txBox="1">
            <a:spLocks noChangeArrowheads="1"/>
          </p:cNvSpPr>
          <p:nvPr>
            <p:custDataLst>
              <p:tags r:id="rId1"/>
            </p:custDataLst>
          </p:nvPr>
        </p:nvSpPr>
        <p:spPr>
          <a:xfrm>
            <a:off x="1456862" y="5274700"/>
            <a:ext cx="4144743"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sp>
        <p:nvSpPr>
          <p:cNvPr id="5" name="PA_文本框 9"/>
          <p:cNvSpPr txBox="1">
            <a:spLocks noChangeArrowheads="1"/>
          </p:cNvSpPr>
          <p:nvPr>
            <p:custDataLst>
              <p:tags r:id="rId2"/>
            </p:custDataLst>
          </p:nvPr>
        </p:nvSpPr>
        <p:spPr>
          <a:xfrm>
            <a:off x="6516582" y="5274700"/>
            <a:ext cx="4090527"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defTabSz="1218565">
              <a:lnSpc>
                <a:spcPct val="150000"/>
              </a:lnSpc>
            </a:pPr>
            <a:r>
              <a:rPr lang="zh-CN" altLang="en-US" sz="800">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sp>
        <p:nvSpPr>
          <p:cNvPr id="6" name="PA_文本框 39"/>
          <p:cNvSpPr txBox="1"/>
          <p:nvPr>
            <p:custDataLst>
              <p:tags r:id="rId3"/>
            </p:custDataLst>
          </p:nvPr>
        </p:nvSpPr>
        <p:spPr>
          <a:xfrm>
            <a:off x="1279388" y="1598284"/>
            <a:ext cx="9700937" cy="617855"/>
          </a:xfrm>
          <a:prstGeom prst="rect">
            <a:avLst/>
          </a:prstGeom>
          <a:noFill/>
        </p:spPr>
        <p:txBody>
          <a:bodyPr wrap="square" lIns="0" tIns="0" rIns="0" bIns="0" rtlCol="0">
            <a:spAutoFit/>
          </a:bodyPr>
          <a:lstStyle/>
          <a:p>
            <a:pPr algn="just" defTabSz="1218565">
              <a:lnSpc>
                <a:spcPct val="150000"/>
              </a:lnSpc>
            </a:pPr>
            <a:r>
              <a:rPr lang="zh-CN" altLang="en-US" sz="1335">
                <a:solidFill>
                  <a:prstClr val="white">
                    <a:lumMod val="65000"/>
                  </a:prstClr>
                </a:solidFill>
                <a:latin typeface="思源黑体 CN Medium"/>
                <a:ea typeface="思源黑体 CN Medium"/>
                <a:cs typeface="思源黑体 CN Medium"/>
                <a:sym typeface="思源黑体 CN Medium"/>
              </a:rPr>
              <a:t>请替换文字内容，修改文字内容，也可以直接复制你的内容到此。请替换文字内容，修改文字内容，也可以直接复制你的内容到此。请替换文字内容，修改文字内容，也可以直接复制你的内容到此。请替换文字内容，修改文字内容，也可以直接复制你的内容到此。</a:t>
            </a:r>
          </a:p>
        </p:txBody>
      </p:sp>
      <p:pic>
        <p:nvPicPr>
          <p:cNvPr id="3" name="图片占位符 2"/>
          <p:cNvPicPr>
            <a:picLocks noGrp="1" noChangeAspect="1"/>
          </p:cNvPicPr>
          <p:nvPr>
            <p:ph type="pic" sz="quarter" idx="4294967295"/>
          </p:nvPr>
        </p:nvPicPr>
        <p:blipFill>
          <a:blip r:embed="rId6"/>
          <a:srcRect/>
          <a:stretch>
            <a:fillRect/>
          </a:stretch>
        </p:blipFill>
        <p:spPr>
          <a:xfrm>
            <a:off x="2448721" y="2277228"/>
            <a:ext cx="2063592" cy="2879431"/>
          </a:xfrm>
          <a:prstGeom prst="rect">
            <a:avLst/>
          </a:prstGeom>
        </p:spPr>
      </p:pic>
      <p:pic>
        <p:nvPicPr>
          <p:cNvPr id="11" name="图片占位符 2"/>
          <p:cNvPicPr>
            <a:picLocks noChangeAspect="1"/>
          </p:cNvPicPr>
          <p:nvPr/>
        </p:nvPicPr>
        <p:blipFill>
          <a:blip r:embed="rId6"/>
          <a:srcRect/>
          <a:stretch>
            <a:fillRect/>
          </a:stretch>
        </p:blipFill>
        <p:spPr>
          <a:xfrm>
            <a:off x="7103801" y="2277228"/>
            <a:ext cx="2063592" cy="2879431"/>
          </a:xfrm>
          <a:prstGeom prst="rect">
            <a:avLst/>
          </a:prstGeom>
        </p:spPr>
      </p:pic>
      <p:cxnSp>
        <p:nvCxnSpPr>
          <p:cNvPr id="14" name="直接连接符 13"/>
          <p:cNvCxnSpPr/>
          <p:nvPr/>
        </p:nvCxnSpPr>
        <p:spPr>
          <a:xfrm>
            <a:off x="5808057" y="2373208"/>
            <a:ext cx="0" cy="2735460"/>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219" y="261626"/>
            <a:ext cx="192006" cy="671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7" tIns="45709" rIns="91417" bIns="45709" rtlCol="0" anchor="ctr"/>
          <a:lstStyle/>
          <a:p>
            <a:pPr algn="ctr" defTabSz="914400"/>
            <a:endParaRPr lang="zh-CN" altLang="en-US" sz="1865">
              <a:solidFill>
                <a:srgbClr val="E7E6E6">
                  <a:lumMod val="50000"/>
                </a:srgbClr>
              </a:solidFill>
              <a:latin typeface="思源黑体 CN Medium"/>
              <a:ea typeface="思源黑体 CN Medium"/>
              <a:cs typeface="思源黑体 CN Medium"/>
              <a:sym typeface="思源黑体 CN Medium"/>
            </a:endParaRPr>
          </a:p>
        </p:txBody>
      </p:sp>
      <p:sp>
        <p:nvSpPr>
          <p:cNvPr id="16" name="文本框 37"/>
          <p:cNvSpPr txBox="1"/>
          <p:nvPr/>
        </p:nvSpPr>
        <p:spPr>
          <a:xfrm>
            <a:off x="290206" y="261626"/>
            <a:ext cx="2899410" cy="419100"/>
          </a:xfrm>
          <a:prstGeom prst="rect">
            <a:avLst/>
          </a:prstGeom>
          <a:noFill/>
        </p:spPr>
        <p:txBody>
          <a:bodyPr wrap="none" lIns="91417" tIns="45709" rIns="91417" bIns="45709" rtlCol="0">
            <a:spAutoFit/>
          </a:bodyPr>
          <a:lstStyle/>
          <a:p>
            <a:pPr defTabSz="914400"/>
            <a:r>
              <a:rPr lang="zh-CN" altLang="en-US" sz="2135">
                <a:solidFill>
                  <a:prstClr val="black">
                    <a:lumMod val="50000"/>
                    <a:lumOff val="50000"/>
                  </a:prstClr>
                </a:solidFill>
                <a:latin typeface="思源黑体 CN Medium"/>
                <a:ea typeface="思源黑体 CN Medium"/>
                <a:cs typeface="思源黑体 CN Medium"/>
                <a:sym typeface="思源黑体 CN Medium"/>
              </a:rPr>
              <a:t>点击添加相关标题文字</a:t>
            </a:r>
          </a:p>
        </p:txBody>
      </p:sp>
      <p:sp>
        <p:nvSpPr>
          <p:cNvPr id="17" name="文本框 38"/>
          <p:cNvSpPr txBox="1"/>
          <p:nvPr/>
        </p:nvSpPr>
        <p:spPr>
          <a:xfrm>
            <a:off x="355467" y="693540"/>
            <a:ext cx="2718189" cy="274320"/>
          </a:xfrm>
          <a:prstGeom prst="rect">
            <a:avLst/>
          </a:prstGeom>
          <a:noFill/>
        </p:spPr>
        <p:txBody>
          <a:bodyPr wrap="square" lIns="91417" tIns="45709" rIns="91417" bIns="45709" rtlCol="0">
            <a:spAutoFit/>
          </a:bodyPr>
          <a:lstStyle/>
          <a:p>
            <a:pPr algn="dist" defTabSz="914400"/>
            <a:r>
              <a:rPr lang="en-US" altLang="zh-CN" sz="1200">
                <a:solidFill>
                  <a:prstClr val="black">
                    <a:lumMod val="50000"/>
                    <a:lumOff val="50000"/>
                  </a:prstClr>
                </a:solidFill>
                <a:latin typeface="思源黑体 CN Medium"/>
                <a:ea typeface="思源黑体 CN Medium"/>
                <a:cs typeface="思源黑体 CN Medium"/>
                <a:sym typeface="思源黑体 CN Medium"/>
              </a:rPr>
              <a:t>ADD RELATED TITLE WORDS</a:t>
            </a:r>
            <a:endParaRPr lang="zh-CN" altLang="en-US"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744035" y="2887466"/>
            <a:ext cx="2444733" cy="0"/>
          </a:xfrm>
          <a:prstGeom prst="line">
            <a:avLst/>
          </a:prstGeom>
          <a:ln w="50800">
            <a:solidFill>
              <a:schemeClr val="accent1"/>
            </a:solidFill>
            <a:headEnd type="oval"/>
          </a:ln>
        </p:spPr>
        <p:style>
          <a:lnRef idx="1">
            <a:schemeClr val="accent1"/>
          </a:lnRef>
          <a:fillRef idx="0">
            <a:schemeClr val="accent1"/>
          </a:fillRef>
          <a:effectRef idx="0">
            <a:schemeClr val="accent1"/>
          </a:effectRef>
          <a:fontRef idx="minor">
            <a:schemeClr val="tx1"/>
          </a:fontRef>
        </p:style>
      </p:cxnSp>
      <p:sp>
        <p:nvSpPr>
          <p:cNvPr id="10" name="Arc 9"/>
          <p:cNvSpPr/>
          <p:nvPr/>
        </p:nvSpPr>
        <p:spPr>
          <a:xfrm>
            <a:off x="3188768" y="2702414"/>
            <a:ext cx="370000" cy="370114"/>
          </a:xfrm>
          <a:prstGeom prst="arc">
            <a:avLst>
              <a:gd name="adj1" fmla="val 1821037"/>
              <a:gd name="adj2" fmla="val 19752242"/>
            </a:avLst>
          </a:pr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cxnSp>
        <p:nvCxnSpPr>
          <p:cNvPr id="11" name="Straight Connector 10"/>
          <p:cNvCxnSpPr/>
          <p:nvPr/>
        </p:nvCxnSpPr>
        <p:spPr>
          <a:xfrm>
            <a:off x="3377566" y="2887466"/>
            <a:ext cx="2444733" cy="0"/>
          </a:xfrm>
          <a:prstGeom prst="line">
            <a:avLst/>
          </a:prstGeom>
          <a:ln w="508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011097" y="2887466"/>
            <a:ext cx="2444733" cy="0"/>
          </a:xfrm>
          <a:prstGeom prst="line">
            <a:avLst/>
          </a:prstGeom>
          <a:ln w="50800">
            <a:solidFill>
              <a:schemeClr val="accent3"/>
            </a:solidFill>
            <a:head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644627" y="2887466"/>
            <a:ext cx="2444733" cy="0"/>
          </a:xfrm>
          <a:prstGeom prst="line">
            <a:avLst/>
          </a:prstGeom>
          <a:ln w="50800">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7" name="Arc 16"/>
          <p:cNvSpPr/>
          <p:nvPr/>
        </p:nvSpPr>
        <p:spPr>
          <a:xfrm>
            <a:off x="5818501" y="2702414"/>
            <a:ext cx="370000" cy="370114"/>
          </a:xfrm>
          <a:prstGeom prst="arc">
            <a:avLst>
              <a:gd name="adj1" fmla="val 1821037"/>
              <a:gd name="adj2" fmla="val 19752242"/>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18" name="Arc 17"/>
          <p:cNvSpPr/>
          <p:nvPr/>
        </p:nvSpPr>
        <p:spPr>
          <a:xfrm>
            <a:off x="8448233" y="2702414"/>
            <a:ext cx="370000" cy="370114"/>
          </a:xfrm>
          <a:prstGeom prst="arc">
            <a:avLst>
              <a:gd name="adj1" fmla="val 1821037"/>
              <a:gd name="adj2" fmla="val 19752242"/>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19" name="Arc 18"/>
          <p:cNvSpPr/>
          <p:nvPr/>
        </p:nvSpPr>
        <p:spPr>
          <a:xfrm>
            <a:off x="11077968" y="2702414"/>
            <a:ext cx="370000" cy="370114"/>
          </a:xfrm>
          <a:prstGeom prst="arc">
            <a:avLst>
              <a:gd name="adj1" fmla="val 1821037"/>
              <a:gd name="adj2" fmla="val 19752242"/>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rtlCol="0" anchor="ctr"/>
          <a:lstStyle/>
          <a:p>
            <a:pPr algn="ctr" defTabSz="1218565"/>
            <a:endParaRPr lang="en-US" sz="2400">
              <a:solidFill>
                <a:prstClr val="white"/>
              </a:solidFill>
              <a:latin typeface="思源黑体 CN Medium"/>
              <a:ea typeface="思源黑体 CN Medium"/>
              <a:cs typeface="思源黑体 CN Medium"/>
              <a:sym typeface="思源黑体 CN Medium"/>
            </a:endParaRPr>
          </a:p>
        </p:txBody>
      </p:sp>
      <p:sp>
        <p:nvSpPr>
          <p:cNvPr id="21" name="TextBox 20"/>
          <p:cNvSpPr txBox="1"/>
          <p:nvPr/>
        </p:nvSpPr>
        <p:spPr>
          <a:xfrm>
            <a:off x="901055"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2017</a:t>
            </a:r>
          </a:p>
        </p:txBody>
      </p:sp>
      <p:sp>
        <p:nvSpPr>
          <p:cNvPr id="22" name="TextBox 21"/>
          <p:cNvSpPr txBox="1"/>
          <p:nvPr/>
        </p:nvSpPr>
        <p:spPr>
          <a:xfrm>
            <a:off x="901058" y="3201095"/>
            <a:ext cx="1917585" cy="890270"/>
          </a:xfrm>
          <a:prstGeom prst="rect">
            <a:avLst/>
          </a:prstGeom>
          <a:noFill/>
        </p:spPr>
        <p:txBody>
          <a:bodyPr wrap="square" lIns="91424" tIns="45713" rIns="91424" bIns="45713" rtlCol="0">
            <a:spAutoFit/>
          </a:bodyPr>
          <a:lstStyle/>
          <a:p>
            <a:pPr defTabSz="1218565"/>
            <a:r>
              <a:rPr lang="zh-CN" altLang="en-US" sz="1600">
                <a:solidFill>
                  <a:prstClr val="black">
                    <a:lumMod val="75000"/>
                    <a:lumOff val="25000"/>
                  </a:prstClr>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3" name="TextBox 22"/>
          <p:cNvSpPr txBox="1"/>
          <p:nvPr/>
        </p:nvSpPr>
        <p:spPr>
          <a:xfrm>
            <a:off x="3623351" y="2325609"/>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2016</a:t>
            </a:r>
          </a:p>
        </p:txBody>
      </p:sp>
      <p:sp>
        <p:nvSpPr>
          <p:cNvPr id="24" name="TextBox 23"/>
          <p:cNvSpPr txBox="1"/>
          <p:nvPr/>
        </p:nvSpPr>
        <p:spPr>
          <a:xfrm>
            <a:off x="3623353" y="3201486"/>
            <a:ext cx="1917585" cy="890270"/>
          </a:xfrm>
          <a:prstGeom prst="rect">
            <a:avLst/>
          </a:prstGeom>
          <a:noFill/>
        </p:spPr>
        <p:txBody>
          <a:bodyPr wrap="square" lIns="91424" tIns="45713" rIns="91424" bIns="45713" rtlCol="0">
            <a:spAutoFit/>
          </a:bodyPr>
          <a:lstStyle/>
          <a:p>
            <a:pPr defTabSz="1218565"/>
            <a:r>
              <a:rPr lang="zh-CN" altLang="en-US" sz="1600">
                <a:solidFill>
                  <a:srgbClr val="EEE895"/>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5" name="TextBox 24"/>
          <p:cNvSpPr txBox="1"/>
          <p:nvPr/>
        </p:nvSpPr>
        <p:spPr>
          <a:xfrm>
            <a:off x="6341205"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2015</a:t>
            </a:r>
          </a:p>
        </p:txBody>
      </p:sp>
      <p:sp>
        <p:nvSpPr>
          <p:cNvPr id="26" name="TextBox 25"/>
          <p:cNvSpPr txBox="1"/>
          <p:nvPr/>
        </p:nvSpPr>
        <p:spPr>
          <a:xfrm>
            <a:off x="6341209" y="3201095"/>
            <a:ext cx="1917585" cy="890270"/>
          </a:xfrm>
          <a:prstGeom prst="rect">
            <a:avLst/>
          </a:prstGeom>
          <a:noFill/>
        </p:spPr>
        <p:txBody>
          <a:bodyPr wrap="square" lIns="91424" tIns="45713" rIns="91424" bIns="45713" rtlCol="0">
            <a:spAutoFit/>
          </a:bodyPr>
          <a:lstStyle/>
          <a:p>
            <a:pPr defTabSz="1218565"/>
            <a:r>
              <a:rPr lang="zh-CN" altLang="en-US" sz="1600">
                <a:solidFill>
                  <a:prstClr val="black">
                    <a:lumMod val="75000"/>
                    <a:lumOff val="25000"/>
                  </a:prstClr>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
        <p:nvSpPr>
          <p:cNvPr id="27" name="TextBox 26"/>
          <p:cNvSpPr txBox="1"/>
          <p:nvPr/>
        </p:nvSpPr>
        <p:spPr>
          <a:xfrm>
            <a:off x="9007032" y="2325220"/>
            <a:ext cx="725170" cy="419100"/>
          </a:xfrm>
          <a:prstGeom prst="rect">
            <a:avLst/>
          </a:prstGeom>
          <a:noFill/>
        </p:spPr>
        <p:txBody>
          <a:bodyPr wrap="none" lIns="91424" tIns="45713" rIns="91424" bIns="45713" rtlCol="0">
            <a:spAutoFit/>
          </a:bodyPr>
          <a:lstStyle/>
          <a:p>
            <a:pPr defTabSz="1218565"/>
            <a:r>
              <a:rPr lang="en-US" sz="2135">
                <a:solidFill>
                  <a:prstClr val="black">
                    <a:lumMod val="50000"/>
                    <a:lumOff val="50000"/>
                  </a:prstClr>
                </a:solidFill>
                <a:latin typeface="思源黑体 CN Medium"/>
                <a:ea typeface="思源黑体 CN Medium"/>
                <a:cs typeface="思源黑体 CN Medium"/>
                <a:sym typeface="思源黑体 CN Medium"/>
              </a:rPr>
              <a:t>2014</a:t>
            </a:r>
          </a:p>
        </p:txBody>
      </p:sp>
      <p:sp>
        <p:nvSpPr>
          <p:cNvPr id="28" name="TextBox 27"/>
          <p:cNvSpPr txBox="1"/>
          <p:nvPr/>
        </p:nvSpPr>
        <p:spPr>
          <a:xfrm>
            <a:off x="9007034" y="3201095"/>
            <a:ext cx="1917585" cy="890270"/>
          </a:xfrm>
          <a:prstGeom prst="rect">
            <a:avLst/>
          </a:prstGeom>
          <a:noFill/>
        </p:spPr>
        <p:txBody>
          <a:bodyPr wrap="square" lIns="91424" tIns="45713" rIns="91424" bIns="45713" rtlCol="0">
            <a:spAutoFit/>
          </a:bodyPr>
          <a:lstStyle/>
          <a:p>
            <a:pPr defTabSz="1218565"/>
            <a:r>
              <a:rPr lang="zh-CN" altLang="en-US" sz="1600">
                <a:solidFill>
                  <a:srgbClr val="EEE895"/>
                </a:solidFill>
                <a:latin typeface="思源黑体 CN Medium"/>
                <a:ea typeface="思源黑体 CN Medium"/>
                <a:cs typeface="思源黑体 CN Medium"/>
                <a:sym typeface="思源黑体 CN Medium"/>
              </a:rPr>
              <a:t>添加标题</a:t>
            </a:r>
          </a:p>
          <a:p>
            <a:pPr defTabSz="1218565"/>
            <a:r>
              <a:rPr lang="zh-CN" altLang="en-US" sz="1200">
                <a:solidFill>
                  <a:prstClr val="black">
                    <a:lumMod val="50000"/>
                    <a:lumOff val="50000"/>
                  </a:prstClr>
                </a:solidFill>
                <a:latin typeface="思源黑体 CN Medium"/>
                <a:ea typeface="思源黑体 CN Medium"/>
                <a:cs typeface="思源黑体 CN Medium"/>
                <a:sym typeface="思源黑体 CN Medium"/>
              </a:rPr>
              <a:t>您的内容打在这里，或通过复制文本后在此选择粘贴，并选择只保留文字。</a:t>
            </a:r>
            <a:endParaRPr lang="en-US" sz="1200">
              <a:solidFill>
                <a:prstClr val="black">
                  <a:lumMod val="50000"/>
                  <a:lumOff val="50000"/>
                </a:prstClr>
              </a:solidFill>
              <a:latin typeface="思源黑体 CN Medium"/>
              <a:ea typeface="思源黑体 CN Medium"/>
              <a:cs typeface="思源黑体 CN Medium"/>
              <a:sym typeface="思源黑体 CN Medium"/>
            </a:endParaRPr>
          </a:p>
        </p:txBody>
      </p:sp>
    </p:spTree>
  </p:cSld>
  <p:clrMapOvr>
    <a:masterClrMapping/>
  </p:clrMapOvr>
  <p:transition spd="med" advClick="0" advTm="0">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_文本框 6"/>
          <p:cNvSpPr txBox="1"/>
          <p:nvPr>
            <p:custDataLst>
              <p:tags r:id="rId1"/>
            </p:custDataLst>
          </p:nvPr>
        </p:nvSpPr>
        <p:spPr>
          <a:xfrm>
            <a:off x="2636520" y="2884080"/>
            <a:ext cx="6918960" cy="977265"/>
          </a:xfrm>
          <a:prstGeom prst="rect">
            <a:avLst/>
          </a:prstGeom>
          <a:noFill/>
        </p:spPr>
        <p:txBody>
          <a:bodyPr wrap="none" rtlCol="0" anchor="ctr">
            <a:spAutoFit/>
          </a:bodyPr>
          <a:lstStyle/>
          <a:p>
            <a:pPr algn="ctr" defTabSz="1218565">
              <a:lnSpc>
                <a:spcPct val="120000"/>
              </a:lnSpc>
            </a:pPr>
            <a:r>
              <a:rPr lang="zh-CN" altLang="en-US" sz="4800" b="1">
                <a:solidFill>
                  <a:srgbClr val="585251"/>
                </a:solidFill>
                <a:latin typeface="思源黑体 CN Medium"/>
                <a:ea typeface="思源黑体 CN Medium"/>
                <a:cs typeface="思源黑体 CN Medium"/>
                <a:sym typeface="思源黑体 CN Medium"/>
              </a:rPr>
              <a:t>演讲完毕  谢谢您的观看</a:t>
            </a:r>
          </a:p>
        </p:txBody>
      </p:sp>
      <p:sp>
        <p:nvSpPr>
          <p:cNvPr id="9" name="文本框 9"/>
          <p:cNvSpPr txBox="1"/>
          <p:nvPr/>
        </p:nvSpPr>
        <p:spPr>
          <a:xfrm>
            <a:off x="3576955" y="4025182"/>
            <a:ext cx="5038090" cy="386080"/>
          </a:xfrm>
          <a:prstGeom prst="rect">
            <a:avLst/>
          </a:prstGeom>
          <a:noFill/>
        </p:spPr>
        <p:txBody>
          <a:bodyPr wrap="none" rtlCol="0" anchor="ctr">
            <a:spAutoFit/>
          </a:bodyPr>
          <a:lstStyle/>
          <a:p>
            <a:pPr algn="ctr" defTabSz="1218565">
              <a:lnSpc>
                <a:spcPct val="120000"/>
              </a:lnSpc>
            </a:pP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汇报人：你的名</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   </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时间：</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201X</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年</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9</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月</a:t>
            </a:r>
            <a:r>
              <a:rPr lang="en-US" altLang="zh-CN" sz="1600" b="1" spc="400">
                <a:solidFill>
                  <a:prstClr val="black">
                    <a:lumMod val="50000"/>
                    <a:lumOff val="50000"/>
                  </a:prstClr>
                </a:solidFill>
                <a:latin typeface="思源黑体 CN Medium"/>
                <a:ea typeface="思源黑体 CN Medium"/>
                <a:cs typeface="思源黑体 CN Medium"/>
                <a:sym typeface="思源黑体 CN Medium"/>
              </a:rPr>
              <a:t>19</a:t>
            </a:r>
            <a:r>
              <a:rPr lang="zh-CN" altLang="en-US" sz="1600" b="1" spc="400">
                <a:solidFill>
                  <a:prstClr val="black">
                    <a:lumMod val="50000"/>
                    <a:lumOff val="50000"/>
                  </a:prstClr>
                </a:solidFill>
                <a:latin typeface="思源黑体 CN Medium"/>
                <a:ea typeface="思源黑体 CN Medium"/>
                <a:cs typeface="思源黑体 CN Medium"/>
                <a:sym typeface="思源黑体 CN Medium"/>
              </a:rPr>
              <a:t>日</a:t>
            </a:r>
          </a:p>
        </p:txBody>
      </p:sp>
      <p:pic>
        <p:nvPicPr>
          <p:cNvPr id="13" name="Picture 2"/>
          <p:cNvPicPr>
            <a:picLocks noChangeAspect="1" noChangeArrowheads="1"/>
          </p:cNvPicPr>
          <p:nvPr/>
        </p:nvPicPr>
        <p:blipFill>
          <a:blip r:embed="rId3"/>
          <a:srcRect/>
          <a:stretch>
            <a:fillRect/>
          </a:stretch>
        </p:blipFill>
        <p:spPr>
          <a:xfrm>
            <a:off x="9695289" y="4034499"/>
            <a:ext cx="1564384" cy="27869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advClick="0" advTm="0">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rcRect r="31254" b="13303"/>
          <a:stretch>
            <a:fillRect/>
          </a:stretch>
        </p:blipFill>
        <p:spPr>
          <a:xfrm>
            <a:off x="-1" y="0"/>
            <a:ext cx="12192001" cy="6858000"/>
          </a:xfrm>
          <a:prstGeom prst="rect">
            <a:avLst/>
          </a:prstGeom>
        </p:spPr>
      </p:pic>
      <p:sp>
        <p:nvSpPr>
          <p:cNvPr id="9" name="矩形 8"/>
          <p:cNvSpPr/>
          <p:nvPr/>
        </p:nvSpPr>
        <p:spPr>
          <a:xfrm>
            <a:off x="0" y="1752600"/>
            <a:ext cx="7943850" cy="3257550"/>
          </a:xfrm>
          <a:prstGeom prst="rect">
            <a:avLst/>
          </a:prstGeom>
          <a:gradFill>
            <a:gsLst>
              <a:gs pos="50700">
                <a:srgbClr val="C00000">
                  <a:alpha val="58000"/>
                </a:srgbClr>
              </a:gs>
              <a:gs pos="0">
                <a:srgbClr val="C00000">
                  <a:alpha val="2000"/>
                  <a:lumMod val="3000"/>
                </a:srgbClr>
              </a:gs>
              <a:gs pos="100000">
                <a:srgbClr val="C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矩形 9"/>
          <p:cNvSpPr/>
          <p:nvPr/>
        </p:nvSpPr>
        <p:spPr>
          <a:xfrm>
            <a:off x="544573" y="244187"/>
            <a:ext cx="792480" cy="46037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rPr>
              <a:t>LOGO</a:t>
            </a:r>
            <a:endParaRPr kumimoji="0" lang="zh-CN" altLang="en-US" sz="28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endParaRPr>
          </a:p>
        </p:txBody>
      </p:sp>
      <p:grpSp>
        <p:nvGrpSpPr>
          <p:cNvPr id="16" name="组合 15"/>
          <p:cNvGrpSpPr/>
          <p:nvPr/>
        </p:nvGrpSpPr>
        <p:grpSpPr>
          <a:xfrm>
            <a:off x="1496509" y="2334043"/>
            <a:ext cx="5634231" cy="2094568"/>
            <a:chOff x="480509" y="2856569"/>
            <a:chExt cx="5634231" cy="2094568"/>
          </a:xfrm>
        </p:grpSpPr>
        <p:sp>
          <p:nvSpPr>
            <p:cNvPr id="17" name="文本框 16"/>
            <p:cNvSpPr txBox="1"/>
            <p:nvPr/>
          </p:nvSpPr>
          <p:spPr>
            <a:xfrm>
              <a:off x="480509" y="3072813"/>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CLEAN SLIDESHOW</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8" name="矩形 17"/>
            <p:cNvSpPr/>
            <p:nvPr/>
          </p:nvSpPr>
          <p:spPr>
            <a:xfrm>
              <a:off x="480509" y="2856569"/>
              <a:ext cx="2219654" cy="252730"/>
            </a:xfrm>
            <a:prstGeom prst="rect">
              <a:avLst/>
            </a:prstGeom>
          </p:spPr>
          <p:txBody>
            <a:bodyPr wrap="square">
              <a:spAutoFit/>
            </a:body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SIMPLEMENT,SMART&amp; INTUITIVE</a:t>
              </a:r>
              <a:endParaRPr kumimoji="0" lang="zh-CN" altLang="en-US"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矩形 19"/>
            <p:cNvSpPr/>
            <p:nvPr/>
          </p:nvSpPr>
          <p:spPr>
            <a:xfrm>
              <a:off x="515243" y="3992508"/>
              <a:ext cx="5076196" cy="619760"/>
            </a:xfrm>
            <a:prstGeom prst="rect">
              <a:avLst/>
            </a:prstGeom>
          </p:spPr>
          <p:txBody>
            <a:bodyPr wrap="square">
              <a:spAutoFit/>
            </a:bodyPr>
            <a:lstStyle/>
            <a:p>
              <a:pPr marL="0" marR="0" lvl="0" indent="0" algn="l" defTabSz="866775" rtl="0" eaLnBrk="1" fontAlgn="base" latinLnBrk="0" hangingPunct="1">
                <a:lnSpc>
                  <a:spcPct val="200000"/>
                </a:lnSpc>
                <a:spcBef>
                  <a:spcPct val="0"/>
                </a:spcBef>
                <a:spcAft>
                  <a:spcPct val="0"/>
                </a:spcAft>
                <a:buClr>
                  <a:srgbClr val="E7E6E6">
                    <a:lumMod val="10000"/>
                  </a:srgbClr>
                </a:buClr>
                <a:buSzTx/>
                <a:buFontTx/>
                <a:buNone/>
                <a:defRPr/>
              </a:pPr>
              <a:r>
                <a:rPr kumimoji="0" lang="en-US" altLang="zh-CN" sz="85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By faith I mean a vision of good one cherishes and the enthusiasm that pushes one to seek its fulfillment regardless of obstacles. By faith I By faith I</a:t>
              </a:r>
            </a:p>
          </p:txBody>
        </p:sp>
        <p:sp>
          <p:nvSpPr>
            <p:cNvPr id="22" name="矩形 21"/>
            <p:cNvSpPr/>
            <p:nvPr/>
          </p:nvSpPr>
          <p:spPr>
            <a:xfrm>
              <a:off x="1466938" y="4698407"/>
              <a:ext cx="518795" cy="252730"/>
            </a:xfrm>
            <a:prstGeom prst="rect">
              <a:avLst/>
            </a:prstGeom>
            <a:solidFill>
              <a:schemeClr val="bg1"/>
            </a:solidFill>
            <a:ln>
              <a:noFill/>
            </a:ln>
          </p:spPr>
          <p:txBody>
            <a:bodyPr wrap="none">
              <a:spAutoFit/>
            </a:bodyPr>
            <a:lstStyle/>
            <a:p>
              <a:pPr marL="0" marR="0" lvl="0" indent="0" algn="ctr" defTabSz="866775" rtl="0" eaLnBrk="1" fontAlgn="auto" latinLnBrk="0" hangingPunct="1">
                <a:lnSpc>
                  <a:spcPct val="100000"/>
                </a:lnSpc>
                <a:spcBef>
                  <a:spcPct val="0"/>
                </a:spcBef>
                <a:spcAft>
                  <a:spcPct val="0"/>
                </a:spcAft>
                <a:buClrTx/>
                <a:buSzTx/>
                <a:buFontTx/>
                <a:buNone/>
                <a:defRPr/>
              </a:pP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深</a:t>
              </a:r>
              <a:r>
                <a:rPr kumimoji="0" 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xxx</a:t>
              </a:r>
            </a:p>
          </p:txBody>
        </p:sp>
        <p:sp>
          <p:nvSpPr>
            <p:cNvPr id="23" name="文本框 22"/>
            <p:cNvSpPr txBox="1"/>
            <p:nvPr/>
          </p:nvSpPr>
          <p:spPr>
            <a:xfrm>
              <a:off x="480509" y="3529677"/>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ANNAL REPORT</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8205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320072"/>
            <a:ext cx="12192000" cy="6537928"/>
            <a:chOff x="0" y="1130300"/>
            <a:chExt cx="12192000" cy="6537928"/>
          </a:xfrm>
        </p:grpSpPr>
        <p:sp>
          <p:nvSpPr>
            <p:cNvPr id="4" name="ïŝlîḍê"/>
            <p:cNvSpPr/>
            <p:nvPr/>
          </p:nvSpPr>
          <p:spPr>
            <a:xfrm>
              <a:off x="0" y="4832501"/>
              <a:ext cx="12192000" cy="2835727"/>
            </a:xfrm>
            <a:prstGeom prst="rect">
              <a:avLst/>
            </a:prstGeom>
            <a:blipFill>
              <a:blip r:embed="rId3"/>
              <a:srcRect/>
              <a:stretch>
                <a:fillRect t="-93732" b="-92896"/>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íš1ïďê"/>
            <p:cNvSpPr/>
            <p:nvPr/>
          </p:nvSpPr>
          <p:spPr>
            <a:xfrm>
              <a:off x="660400" y="1130300"/>
              <a:ext cx="1587500" cy="1919299"/>
            </a:xfrm>
            <a:prstGeom prst="frame">
              <a:avLst>
                <a:gd name="adj1" fmla="val 2330"/>
              </a:avLst>
            </a:prstGeom>
            <a:solidFill>
              <a:schemeClr val="bg1">
                <a:lumMod val="95000"/>
              </a:schemeClr>
            </a:solidFill>
            <a:ln w="19050">
              <a:noFill/>
              <a:round/>
            </a:ln>
          </p:spPr>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 name="ïśļîdè"/>
            <p:cNvSpPr/>
            <p:nvPr/>
          </p:nvSpPr>
          <p:spPr>
            <a:xfrm>
              <a:off x="1310355" y="1693992"/>
              <a:ext cx="1951289" cy="587970"/>
            </a:xfrm>
            <a:prstGeom prst="rect">
              <a:avLst/>
            </a:prstGeom>
            <a:solidFill>
              <a:schemeClr val="bg1"/>
            </a:solidFill>
          </p:spPr>
          <p:txBody>
            <a:bodyPr wrap="square" lIns="91440" tIns="45720" rIns="91440" bIns="45720" anchor="ctr" anchorCtr="0">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CONTENTS</a:t>
              </a:r>
              <a:endParaRPr kumimoji="0" lang="zh-CN" altLang="en-US" sz="24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nvGrpSpPr>
            <p:cNvPr id="7" name="ïṩļíḋé"/>
            <p:cNvGrpSpPr/>
            <p:nvPr/>
          </p:nvGrpSpPr>
          <p:grpSpPr>
            <a:xfrm>
              <a:off x="2402610" y="3049599"/>
              <a:ext cx="1866338" cy="1674088"/>
              <a:chOff x="2402610" y="3049599"/>
              <a:chExt cx="1866338" cy="1674088"/>
            </a:xfrm>
          </p:grpSpPr>
          <p:grpSp>
            <p:nvGrpSpPr>
              <p:cNvPr id="33" name="íslïdé"/>
              <p:cNvGrpSpPr/>
              <p:nvPr/>
            </p:nvGrpSpPr>
            <p:grpSpPr>
              <a:xfrm>
                <a:off x="2402610" y="3637837"/>
                <a:ext cx="1866338" cy="1085850"/>
                <a:chOff x="3055361" y="4486274"/>
                <a:chExt cx="1866338" cy="1085850"/>
              </a:xfrm>
            </p:grpSpPr>
            <p:sp>
              <p:nvSpPr>
                <p:cNvPr id="37" name="í$ḷïḋe"/>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38" name="îsļîḑe"/>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34" name="îşľiḓê"/>
              <p:cNvGrpSpPr/>
              <p:nvPr/>
            </p:nvGrpSpPr>
            <p:grpSpPr>
              <a:xfrm>
                <a:off x="2452545" y="3049599"/>
                <a:ext cx="519256" cy="519256"/>
                <a:chOff x="2543175" y="3714750"/>
                <a:chExt cx="619125" cy="619125"/>
              </a:xfrm>
            </p:grpSpPr>
            <p:sp>
              <p:nvSpPr>
                <p:cNvPr id="35" name="ïṣľíḍê"/>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6" name="îṩliḍé"/>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8" name="îš1íḍé"/>
            <p:cNvGrpSpPr/>
            <p:nvPr/>
          </p:nvGrpSpPr>
          <p:grpSpPr>
            <a:xfrm>
              <a:off x="4819260" y="3049599"/>
              <a:ext cx="1866338" cy="1674088"/>
              <a:chOff x="4819260" y="3049599"/>
              <a:chExt cx="1866338" cy="1674088"/>
            </a:xfrm>
          </p:grpSpPr>
          <p:grpSp>
            <p:nvGrpSpPr>
              <p:cNvPr id="27" name="ïşľiďê"/>
              <p:cNvGrpSpPr/>
              <p:nvPr/>
            </p:nvGrpSpPr>
            <p:grpSpPr>
              <a:xfrm>
                <a:off x="4819260" y="3637837"/>
                <a:ext cx="1866338" cy="1085850"/>
                <a:chOff x="3055361" y="4486274"/>
                <a:chExt cx="1866338" cy="1085850"/>
              </a:xfrm>
            </p:grpSpPr>
            <p:sp>
              <p:nvSpPr>
                <p:cNvPr id="31" name="îśḷïḓè"/>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32" name="ïşḻídè"/>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8" name="iṩḷîḑê"/>
              <p:cNvGrpSpPr/>
              <p:nvPr/>
            </p:nvGrpSpPr>
            <p:grpSpPr>
              <a:xfrm>
                <a:off x="4869195" y="3049599"/>
                <a:ext cx="519256" cy="519256"/>
                <a:chOff x="2543175" y="3714750"/>
                <a:chExt cx="619125" cy="619125"/>
              </a:xfrm>
            </p:grpSpPr>
            <p:sp>
              <p:nvSpPr>
                <p:cNvPr id="29" name="íşľidè"/>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0" name="iṣľïd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9" name="îsḻiďe"/>
            <p:cNvGrpSpPr/>
            <p:nvPr/>
          </p:nvGrpSpPr>
          <p:grpSpPr>
            <a:xfrm>
              <a:off x="7235910" y="3049599"/>
              <a:ext cx="1866338" cy="1674088"/>
              <a:chOff x="7235910" y="3049599"/>
              <a:chExt cx="1866338" cy="1674088"/>
            </a:xfrm>
          </p:grpSpPr>
          <p:grpSp>
            <p:nvGrpSpPr>
              <p:cNvPr id="21" name="ïŝliḓê"/>
              <p:cNvGrpSpPr/>
              <p:nvPr/>
            </p:nvGrpSpPr>
            <p:grpSpPr>
              <a:xfrm>
                <a:off x="7235910" y="3637837"/>
                <a:ext cx="1866338" cy="1085850"/>
                <a:chOff x="3055361" y="4486274"/>
                <a:chExt cx="1866338" cy="1085850"/>
              </a:xfrm>
            </p:grpSpPr>
            <p:sp>
              <p:nvSpPr>
                <p:cNvPr id="25" name="íṥḻîdé"/>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26" name="isḷiḋê"/>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2" name="ïšlïdê"/>
              <p:cNvGrpSpPr/>
              <p:nvPr/>
            </p:nvGrpSpPr>
            <p:grpSpPr>
              <a:xfrm>
                <a:off x="7285845" y="3049599"/>
                <a:ext cx="519256" cy="519256"/>
                <a:chOff x="2543175" y="3714750"/>
                <a:chExt cx="619125" cy="619125"/>
              </a:xfrm>
            </p:grpSpPr>
            <p:sp>
              <p:nvSpPr>
                <p:cNvPr id="23" name="íṧľiďé"/>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4" name="iṡľiď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0" name="îś1ïḑè"/>
            <p:cNvGrpSpPr/>
            <p:nvPr/>
          </p:nvGrpSpPr>
          <p:grpSpPr>
            <a:xfrm>
              <a:off x="9652562" y="3049599"/>
              <a:ext cx="1866338" cy="1674088"/>
              <a:chOff x="9652562" y="3049599"/>
              <a:chExt cx="1866338" cy="1674088"/>
            </a:xfrm>
          </p:grpSpPr>
          <p:grpSp>
            <p:nvGrpSpPr>
              <p:cNvPr id="15" name="íślíḓé"/>
              <p:cNvGrpSpPr/>
              <p:nvPr/>
            </p:nvGrpSpPr>
            <p:grpSpPr>
              <a:xfrm>
                <a:off x="9702497" y="3049599"/>
                <a:ext cx="519256" cy="519256"/>
                <a:chOff x="2543175" y="3714750"/>
                <a:chExt cx="619125" cy="619125"/>
              </a:xfrm>
            </p:grpSpPr>
            <p:sp>
              <p:nvSpPr>
                <p:cNvPr id="19" name="íṡľïďê"/>
                <p:cNvSpPr/>
                <p:nvPr/>
              </p:nvSpPr>
              <p:spPr>
                <a:xfrm>
                  <a:off x="2543175" y="3714750"/>
                  <a:ext cx="619125" cy="619125"/>
                </a:xfrm>
                <a:prstGeom prst="ellipse">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iṣlíḋè"/>
                <p:cNvSpPr/>
                <p:nvPr/>
              </p:nvSpPr>
              <p:spPr>
                <a:xfrm>
                  <a:off x="2695573" y="3892209"/>
                  <a:ext cx="314325" cy="264203"/>
                </a:xfrm>
                <a:custGeom>
                  <a:avLst/>
                  <a:gdLst>
                    <a:gd name="connsiteX0" fmla="*/ 536415 w 607227"/>
                    <a:gd name="connsiteY0" fmla="*/ 12631 h 510399"/>
                    <a:gd name="connsiteX1" fmla="*/ 557192 w 607227"/>
                    <a:gd name="connsiteY1" fmla="*/ 21221 h 510399"/>
                    <a:gd name="connsiteX2" fmla="*/ 598584 w 607227"/>
                    <a:gd name="connsiteY2" fmla="*/ 62633 h 510399"/>
                    <a:gd name="connsiteX3" fmla="*/ 598584 w 607227"/>
                    <a:gd name="connsiteY3" fmla="*/ 104044 h 510399"/>
                    <a:gd name="connsiteX4" fmla="*/ 511175 w 607227"/>
                    <a:gd name="connsiteY4" fmla="*/ 191324 h 510399"/>
                    <a:gd name="connsiteX5" fmla="*/ 444948 w 607227"/>
                    <a:gd name="connsiteY5" fmla="*/ 257453 h 510399"/>
                    <a:gd name="connsiteX6" fmla="*/ 339441 w 607227"/>
                    <a:gd name="connsiteY6" fmla="*/ 362805 h 510399"/>
                    <a:gd name="connsiteX7" fmla="*/ 297968 w 607227"/>
                    <a:gd name="connsiteY7" fmla="*/ 404217 h 510399"/>
                    <a:gd name="connsiteX8" fmla="*/ 277191 w 607227"/>
                    <a:gd name="connsiteY8" fmla="*/ 412807 h 510399"/>
                    <a:gd name="connsiteX9" fmla="*/ 256495 w 607227"/>
                    <a:gd name="connsiteY9" fmla="*/ 404217 h 510399"/>
                    <a:gd name="connsiteX10" fmla="*/ 215023 w 607227"/>
                    <a:gd name="connsiteY10" fmla="*/ 362805 h 510399"/>
                    <a:gd name="connsiteX11" fmla="*/ 138814 w 607227"/>
                    <a:gd name="connsiteY11" fmla="*/ 286790 h 510399"/>
                    <a:gd name="connsiteX12" fmla="*/ 138814 w 607227"/>
                    <a:gd name="connsiteY12" fmla="*/ 245378 h 510399"/>
                    <a:gd name="connsiteX13" fmla="*/ 180286 w 607227"/>
                    <a:gd name="connsiteY13" fmla="*/ 203967 h 510399"/>
                    <a:gd name="connsiteX14" fmla="*/ 201063 w 607227"/>
                    <a:gd name="connsiteY14" fmla="*/ 195376 h 510399"/>
                    <a:gd name="connsiteX15" fmla="*/ 221759 w 607227"/>
                    <a:gd name="connsiteY15" fmla="*/ 203967 h 510399"/>
                    <a:gd name="connsiteX16" fmla="*/ 277191 w 607227"/>
                    <a:gd name="connsiteY16" fmla="*/ 259317 h 510399"/>
                    <a:gd name="connsiteX17" fmla="*/ 444948 w 607227"/>
                    <a:gd name="connsiteY17" fmla="*/ 91807 h 510399"/>
                    <a:gd name="connsiteX18" fmla="*/ 503951 w 607227"/>
                    <a:gd name="connsiteY18" fmla="*/ 32891 h 510399"/>
                    <a:gd name="connsiteX19" fmla="*/ 515719 w 607227"/>
                    <a:gd name="connsiteY19" fmla="*/ 21221 h 510399"/>
                    <a:gd name="connsiteX20" fmla="*/ 536415 w 607227"/>
                    <a:gd name="connsiteY20" fmla="*/ 12631 h 510399"/>
                    <a:gd name="connsiteX21" fmla="*/ 61847 w 607227"/>
                    <a:gd name="connsiteY21" fmla="*/ 0 h 510399"/>
                    <a:gd name="connsiteX22" fmla="*/ 449328 w 607227"/>
                    <a:gd name="connsiteY22" fmla="*/ 0 h 510399"/>
                    <a:gd name="connsiteX23" fmla="*/ 491858 w 607227"/>
                    <a:gd name="connsiteY23" fmla="*/ 17019 h 510399"/>
                    <a:gd name="connsiteX24" fmla="*/ 442591 w 607227"/>
                    <a:gd name="connsiteY24" fmla="*/ 66130 h 510399"/>
                    <a:gd name="connsiteX25" fmla="*/ 66230 w 607227"/>
                    <a:gd name="connsiteY25" fmla="*/ 66130 h 510399"/>
                    <a:gd name="connsiteX26" fmla="*/ 66230 w 607227"/>
                    <a:gd name="connsiteY26" fmla="*/ 444269 h 510399"/>
                    <a:gd name="connsiteX27" fmla="*/ 444945 w 607227"/>
                    <a:gd name="connsiteY27" fmla="*/ 444269 h 510399"/>
                    <a:gd name="connsiteX28" fmla="*/ 444945 w 607227"/>
                    <a:gd name="connsiteY28" fmla="*/ 285590 h 510399"/>
                    <a:gd name="connsiteX29" fmla="*/ 511175 w 607227"/>
                    <a:gd name="connsiteY29" fmla="*/ 219460 h 510399"/>
                    <a:gd name="connsiteX30" fmla="*/ 511175 w 607227"/>
                    <a:gd name="connsiteY30" fmla="*/ 448645 h 510399"/>
                    <a:gd name="connsiteX31" fmla="*/ 449328 w 607227"/>
                    <a:gd name="connsiteY31" fmla="*/ 510399 h 510399"/>
                    <a:gd name="connsiteX32" fmla="*/ 61847 w 607227"/>
                    <a:gd name="connsiteY32" fmla="*/ 510399 h 510399"/>
                    <a:gd name="connsiteX33" fmla="*/ 0 w 607227"/>
                    <a:gd name="connsiteY33" fmla="*/ 448645 h 510399"/>
                    <a:gd name="connsiteX34" fmla="*/ 0 w 607227"/>
                    <a:gd name="connsiteY34" fmla="*/ 61673 h 510399"/>
                    <a:gd name="connsiteX35" fmla="*/ 61847 w 607227"/>
                    <a:gd name="connsiteY35" fmla="*/ 0 h 5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227" h="510399">
                      <a:moveTo>
                        <a:pt x="536415" y="12631"/>
                      </a:moveTo>
                      <a:cubicBezTo>
                        <a:pt x="543882" y="12631"/>
                        <a:pt x="551430" y="15467"/>
                        <a:pt x="557192" y="21221"/>
                      </a:cubicBezTo>
                      <a:lnTo>
                        <a:pt x="598584" y="62633"/>
                      </a:lnTo>
                      <a:cubicBezTo>
                        <a:pt x="610108" y="74059"/>
                        <a:pt x="610108" y="92618"/>
                        <a:pt x="598584" y="104044"/>
                      </a:cubicBezTo>
                      <a:lnTo>
                        <a:pt x="511175" y="191324"/>
                      </a:lnTo>
                      <a:lnTo>
                        <a:pt x="444948" y="257453"/>
                      </a:lnTo>
                      <a:lnTo>
                        <a:pt x="339441" y="362805"/>
                      </a:lnTo>
                      <a:lnTo>
                        <a:pt x="297968" y="404217"/>
                      </a:lnTo>
                      <a:cubicBezTo>
                        <a:pt x="292206" y="409971"/>
                        <a:pt x="284739" y="412807"/>
                        <a:pt x="277191" y="412807"/>
                      </a:cubicBezTo>
                      <a:cubicBezTo>
                        <a:pt x="269724" y="412807"/>
                        <a:pt x="262177" y="409971"/>
                        <a:pt x="256495" y="404217"/>
                      </a:cubicBezTo>
                      <a:lnTo>
                        <a:pt x="215023" y="362805"/>
                      </a:lnTo>
                      <a:lnTo>
                        <a:pt x="138814" y="286790"/>
                      </a:lnTo>
                      <a:cubicBezTo>
                        <a:pt x="127370" y="275363"/>
                        <a:pt x="127370" y="256805"/>
                        <a:pt x="138814" y="245378"/>
                      </a:cubicBezTo>
                      <a:lnTo>
                        <a:pt x="180286" y="203967"/>
                      </a:lnTo>
                      <a:cubicBezTo>
                        <a:pt x="186049" y="198213"/>
                        <a:pt x="193515" y="195376"/>
                        <a:pt x="201063" y="195376"/>
                      </a:cubicBezTo>
                      <a:cubicBezTo>
                        <a:pt x="208530" y="195376"/>
                        <a:pt x="215997" y="198213"/>
                        <a:pt x="221759" y="203967"/>
                      </a:cubicBezTo>
                      <a:lnTo>
                        <a:pt x="277191" y="259317"/>
                      </a:lnTo>
                      <a:lnTo>
                        <a:pt x="444948" y="91807"/>
                      </a:lnTo>
                      <a:lnTo>
                        <a:pt x="503951" y="32891"/>
                      </a:lnTo>
                      <a:lnTo>
                        <a:pt x="515719" y="21221"/>
                      </a:lnTo>
                      <a:cubicBezTo>
                        <a:pt x="521401" y="15467"/>
                        <a:pt x="528949" y="12631"/>
                        <a:pt x="536415" y="12631"/>
                      </a:cubicBezTo>
                      <a:close/>
                      <a:moveTo>
                        <a:pt x="61847" y="0"/>
                      </a:moveTo>
                      <a:lnTo>
                        <a:pt x="449328" y="0"/>
                      </a:lnTo>
                      <a:cubicBezTo>
                        <a:pt x="465804" y="0"/>
                        <a:pt x="480738" y="6483"/>
                        <a:pt x="491858" y="17019"/>
                      </a:cubicBezTo>
                      <a:lnTo>
                        <a:pt x="442591" y="66130"/>
                      </a:lnTo>
                      <a:lnTo>
                        <a:pt x="66230" y="66130"/>
                      </a:lnTo>
                      <a:lnTo>
                        <a:pt x="66230" y="444269"/>
                      </a:lnTo>
                      <a:lnTo>
                        <a:pt x="444945" y="444269"/>
                      </a:lnTo>
                      <a:lnTo>
                        <a:pt x="444945" y="285590"/>
                      </a:lnTo>
                      <a:lnTo>
                        <a:pt x="511175" y="219460"/>
                      </a:lnTo>
                      <a:lnTo>
                        <a:pt x="511175" y="448645"/>
                      </a:lnTo>
                      <a:cubicBezTo>
                        <a:pt x="511175" y="482683"/>
                        <a:pt x="483417" y="510399"/>
                        <a:pt x="449328" y="510399"/>
                      </a:cubicBezTo>
                      <a:lnTo>
                        <a:pt x="61847" y="510399"/>
                      </a:lnTo>
                      <a:cubicBezTo>
                        <a:pt x="27758" y="510399"/>
                        <a:pt x="0" y="482683"/>
                        <a:pt x="0" y="448645"/>
                      </a:cubicBezTo>
                      <a:lnTo>
                        <a:pt x="0" y="61673"/>
                      </a:lnTo>
                      <a:cubicBezTo>
                        <a:pt x="0" y="27635"/>
                        <a:pt x="27758" y="0"/>
                        <a:pt x="61847"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6" name="îsľîḍé"/>
              <p:cNvGrpSpPr/>
              <p:nvPr/>
            </p:nvGrpSpPr>
            <p:grpSpPr>
              <a:xfrm>
                <a:off x="9652562" y="3637837"/>
                <a:ext cx="1866338" cy="1085850"/>
                <a:chOff x="3055361" y="4486274"/>
                <a:chExt cx="1866338" cy="1085850"/>
              </a:xfrm>
            </p:grpSpPr>
            <p:sp>
              <p:nvSpPr>
                <p:cNvPr id="17" name="îsḻiḍê"/>
                <p:cNvSpPr/>
                <p:nvPr/>
              </p:nvSpPr>
              <p:spPr>
                <a:xfrm>
                  <a:off x="3055361" y="4975973"/>
                  <a:ext cx="1866338" cy="59615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8" name="î$ḷîďè"/>
                <p:cNvSpPr/>
                <p:nvPr/>
              </p:nvSpPr>
              <p:spPr>
                <a:xfrm>
                  <a:off x="3055361" y="4486274"/>
                  <a:ext cx="1866338"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cxnSp>
          <p:nvCxnSpPr>
            <p:cNvPr id="11" name="直接连接符 10"/>
            <p:cNvCxnSpPr/>
            <p:nvPr/>
          </p:nvCxnSpPr>
          <p:spPr>
            <a:xfrm>
              <a:off x="426894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68559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102248" y="3332411"/>
              <a:ext cx="0" cy="110846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4" name="ïşḷïďé"/>
            <p:cNvSpPr/>
            <p:nvPr/>
          </p:nvSpPr>
          <p:spPr>
            <a:xfrm>
              <a:off x="0" y="4832501"/>
              <a:ext cx="12192000" cy="331507"/>
            </a:xfrm>
            <a:prstGeom prst="rect">
              <a:avLst/>
            </a:prstGeom>
            <a:solidFill>
              <a:schemeClr val="tx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75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01</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8" name="29473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60400" y="1691542"/>
            <a:ext cx="10858500" cy="3881316"/>
            <a:chOff x="660400" y="1691542"/>
            <a:chExt cx="10858500" cy="3881316"/>
          </a:xfrm>
        </p:grpSpPr>
        <p:sp>
          <p:nvSpPr>
            <p:cNvPr id="9" name="ïṣḻïḓé"/>
            <p:cNvSpPr/>
            <p:nvPr/>
          </p:nvSpPr>
          <p:spPr>
            <a:xfrm>
              <a:off x="66040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îṣ1îḋe"/>
            <p:cNvSpPr/>
            <p:nvPr/>
          </p:nvSpPr>
          <p:spPr>
            <a:xfrm>
              <a:off x="660400" y="1873251"/>
              <a:ext cx="1246552" cy="1246552"/>
            </a:xfrm>
            <a:prstGeom prst="rect">
              <a:avLst/>
            </a:prstGeom>
            <a:blipFill>
              <a:blip r:embed="rId3"/>
              <a:srcRect/>
              <a:stretch>
                <a:fillRect l="-39285" r="-38493"/>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1" name="îšḷîďe"/>
            <p:cNvGrpSpPr/>
            <p:nvPr/>
          </p:nvGrpSpPr>
          <p:grpSpPr>
            <a:xfrm>
              <a:off x="2030044" y="1931109"/>
              <a:ext cx="1768290" cy="1130837"/>
              <a:chOff x="5211855" y="2863582"/>
              <a:chExt cx="1768290" cy="1130837"/>
            </a:xfrm>
          </p:grpSpPr>
          <p:sp>
            <p:nvSpPr>
              <p:cNvPr id="37" name="îśľïd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8" name="ïṧļîḓ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2" name="ïṩḻîḍé"/>
            <p:cNvSpPr/>
            <p:nvPr/>
          </p:nvSpPr>
          <p:spPr>
            <a:xfrm>
              <a:off x="66040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3" name="î$ľîďè"/>
            <p:cNvSpPr/>
            <p:nvPr/>
          </p:nvSpPr>
          <p:spPr>
            <a:xfrm>
              <a:off x="660400" y="4326306"/>
              <a:ext cx="1246552" cy="1246552"/>
            </a:xfrm>
            <a:prstGeom prst="rect">
              <a:avLst/>
            </a:prstGeom>
            <a:blipFill>
              <a:blip r:embed="rId4"/>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4" name="ïśḻiḍê"/>
            <p:cNvGrpSpPr/>
            <p:nvPr/>
          </p:nvGrpSpPr>
          <p:grpSpPr>
            <a:xfrm>
              <a:off x="2030044" y="4384164"/>
              <a:ext cx="1768290" cy="1130837"/>
              <a:chOff x="5211855" y="2863582"/>
              <a:chExt cx="1768290" cy="1130837"/>
            </a:xfrm>
          </p:grpSpPr>
          <p:sp>
            <p:nvSpPr>
              <p:cNvPr id="35" name="ïŝļíḋ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6" name="iṧ1iḑ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5" name="iš1iḓé"/>
            <p:cNvSpPr/>
            <p:nvPr/>
          </p:nvSpPr>
          <p:spPr>
            <a:xfrm>
              <a:off x="446965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6" name="iṡḷíďè"/>
            <p:cNvSpPr/>
            <p:nvPr/>
          </p:nvSpPr>
          <p:spPr>
            <a:xfrm>
              <a:off x="4469650" y="1873251"/>
              <a:ext cx="1246552" cy="1246552"/>
            </a:xfrm>
            <a:prstGeom prst="rect">
              <a:avLst/>
            </a:prstGeom>
            <a:blipFill>
              <a:blip r:embed="rId5"/>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7" name="îsḻîḋe"/>
            <p:cNvGrpSpPr/>
            <p:nvPr/>
          </p:nvGrpSpPr>
          <p:grpSpPr>
            <a:xfrm>
              <a:off x="5839294" y="1931109"/>
              <a:ext cx="1768290" cy="1130837"/>
              <a:chOff x="5211855" y="2863582"/>
              <a:chExt cx="1768290" cy="1130837"/>
            </a:xfrm>
          </p:grpSpPr>
          <p:sp>
            <p:nvSpPr>
              <p:cNvPr id="33" name="ïş1íd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4" name="îšľïďè"/>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18" name="îṡļíḍe"/>
            <p:cNvSpPr/>
            <p:nvPr/>
          </p:nvSpPr>
          <p:spPr>
            <a:xfrm>
              <a:off x="446965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9" name="îṧḷíḍé"/>
            <p:cNvSpPr/>
            <p:nvPr/>
          </p:nvSpPr>
          <p:spPr>
            <a:xfrm>
              <a:off x="4469650" y="4326306"/>
              <a:ext cx="1246552" cy="1246552"/>
            </a:xfrm>
            <a:prstGeom prst="rect">
              <a:avLst/>
            </a:prstGeom>
            <a:blipFill>
              <a:blip r:embed="rId6"/>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0" name="îşḻiḍè"/>
            <p:cNvGrpSpPr/>
            <p:nvPr/>
          </p:nvGrpSpPr>
          <p:grpSpPr>
            <a:xfrm>
              <a:off x="5839294" y="4384164"/>
              <a:ext cx="1768290" cy="1130837"/>
              <a:chOff x="5211855" y="2863582"/>
              <a:chExt cx="1768290" cy="1130837"/>
            </a:xfrm>
          </p:grpSpPr>
          <p:sp>
            <p:nvSpPr>
              <p:cNvPr id="31" name="îṡľïḓè"/>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2" name="îṥḷíḑè"/>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21" name="ïŝḷiḑê"/>
            <p:cNvSpPr/>
            <p:nvPr/>
          </p:nvSpPr>
          <p:spPr>
            <a:xfrm>
              <a:off x="8278900" y="1691542"/>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2" name="iśḻïḑè"/>
            <p:cNvSpPr/>
            <p:nvPr/>
          </p:nvSpPr>
          <p:spPr>
            <a:xfrm>
              <a:off x="8278900" y="1873251"/>
              <a:ext cx="1246552" cy="1246552"/>
            </a:xfrm>
            <a:prstGeom prst="rect">
              <a:avLst/>
            </a:prstGeom>
            <a:blipFill>
              <a:blip r:embed="rId7"/>
              <a:srcRect/>
              <a:stretch>
                <a:fillRect l="-25255" r="-24745"/>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3" name="iṡlídê"/>
            <p:cNvGrpSpPr/>
            <p:nvPr/>
          </p:nvGrpSpPr>
          <p:grpSpPr>
            <a:xfrm>
              <a:off x="9648544" y="1931109"/>
              <a:ext cx="1768290" cy="1130837"/>
              <a:chOff x="5211855" y="2863582"/>
              <a:chExt cx="1768290" cy="1130837"/>
            </a:xfrm>
          </p:grpSpPr>
          <p:sp>
            <p:nvSpPr>
              <p:cNvPr id="29" name="iṥḻîď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30" name="íṥļîḓé"/>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24" name="îṣlïḋè"/>
            <p:cNvSpPr/>
            <p:nvPr/>
          </p:nvSpPr>
          <p:spPr>
            <a:xfrm>
              <a:off x="8278900" y="4144597"/>
              <a:ext cx="3240000" cy="54000"/>
            </a:xfrm>
            <a:prstGeom prst="rect">
              <a:avLst/>
            </a:prstGeom>
            <a:solidFill>
              <a:srgbClr val="C00000"/>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5" name="îṡḻiḑé"/>
            <p:cNvSpPr/>
            <p:nvPr/>
          </p:nvSpPr>
          <p:spPr>
            <a:xfrm>
              <a:off x="8278900" y="4326306"/>
              <a:ext cx="1246552" cy="1246552"/>
            </a:xfrm>
            <a:prstGeom prst="rect">
              <a:avLst/>
            </a:prstGeom>
            <a:blipFill>
              <a:blip r:embed="rId8"/>
              <a:srcRect/>
              <a:stretch>
                <a:fillRect l="-12300" r="-12052"/>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26" name="ïŝḷiḍè"/>
            <p:cNvGrpSpPr/>
            <p:nvPr/>
          </p:nvGrpSpPr>
          <p:grpSpPr>
            <a:xfrm>
              <a:off x="9648544" y="4384164"/>
              <a:ext cx="1768290" cy="1130837"/>
              <a:chOff x="5211855" y="2863582"/>
              <a:chExt cx="1768290" cy="1130837"/>
            </a:xfrm>
          </p:grpSpPr>
          <p:sp>
            <p:nvSpPr>
              <p:cNvPr id="27" name="íṥ1iḋe"/>
              <p:cNvSpPr/>
              <p:nvPr/>
            </p:nvSpPr>
            <p:spPr>
              <a:xfrm>
                <a:off x="5211855" y="3238154"/>
                <a:ext cx="1768290" cy="75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 </a:t>
                </a:r>
              </a:p>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28" name="îšḷïďe"/>
              <p:cNvSpPr txBox="1"/>
              <p:nvPr/>
            </p:nvSpPr>
            <p:spPr>
              <a:xfrm>
                <a:off x="5211855" y="2863582"/>
                <a:ext cx="1768290" cy="3745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39" name="29470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464532" y="1179279"/>
            <a:ext cx="11983432" cy="5003800"/>
            <a:chOff x="-464532" y="1130300"/>
            <a:chExt cx="11983432" cy="5003800"/>
          </a:xfrm>
        </p:grpSpPr>
        <p:grpSp>
          <p:nvGrpSpPr>
            <p:cNvPr id="40" name="í$ḷîḑê"/>
            <p:cNvGrpSpPr/>
            <p:nvPr/>
          </p:nvGrpSpPr>
          <p:grpSpPr>
            <a:xfrm>
              <a:off x="-464532" y="2307365"/>
              <a:ext cx="6450437" cy="1560224"/>
              <a:chOff x="-464532" y="2310180"/>
              <a:chExt cx="6450437" cy="1560224"/>
            </a:xfrm>
          </p:grpSpPr>
          <p:sp>
            <p:nvSpPr>
              <p:cNvPr id="58" name="îşļïḋè"/>
              <p:cNvSpPr/>
              <p:nvPr/>
            </p:nvSpPr>
            <p:spPr>
              <a:xfrm>
                <a:off x="-464532" y="2310861"/>
                <a:ext cx="5950492" cy="1559203"/>
              </a:xfrm>
              <a:custGeom>
                <a:avLst/>
                <a:gdLst>
                  <a:gd name="T0" fmla="*/ 596 w 7680"/>
                  <a:gd name="T1" fmla="*/ 0 h 2013"/>
                  <a:gd name="T2" fmla="*/ 7680 w 7680"/>
                  <a:gd name="T3" fmla="*/ 0 h 2013"/>
                  <a:gd name="T4" fmla="*/ 7084 w 7680"/>
                  <a:gd name="T5" fmla="*/ 2013 h 2013"/>
                  <a:gd name="T6" fmla="*/ 0 w 7680"/>
                  <a:gd name="T7" fmla="*/ 2013 h 2013"/>
                  <a:gd name="T8" fmla="*/ 596 w 7680"/>
                  <a:gd name="T9" fmla="*/ 0 h 2013"/>
                </a:gdLst>
                <a:ahLst/>
                <a:cxnLst>
                  <a:cxn ang="0">
                    <a:pos x="T0" y="T1"/>
                  </a:cxn>
                  <a:cxn ang="0">
                    <a:pos x="T2" y="T3"/>
                  </a:cxn>
                  <a:cxn ang="0">
                    <a:pos x="T4" y="T5"/>
                  </a:cxn>
                  <a:cxn ang="0">
                    <a:pos x="T6" y="T7"/>
                  </a:cxn>
                  <a:cxn ang="0">
                    <a:pos x="T8" y="T9"/>
                  </a:cxn>
                </a:cxnLst>
                <a:rect l="0" t="0" r="r" b="b"/>
                <a:pathLst>
                  <a:path w="7680" h="2013">
                    <a:moveTo>
                      <a:pt x="596" y="0"/>
                    </a:moveTo>
                    <a:lnTo>
                      <a:pt x="7680" y="0"/>
                    </a:lnTo>
                    <a:lnTo>
                      <a:pt x="7084" y="2013"/>
                    </a:lnTo>
                    <a:lnTo>
                      <a:pt x="0" y="2013"/>
                    </a:lnTo>
                    <a:lnTo>
                      <a:pt x="596" y="0"/>
                    </a:lnTo>
                    <a:close/>
                  </a:path>
                </a:pathLst>
              </a:custGeom>
              <a:blipFill>
                <a:blip r:embed="rId3"/>
                <a:srcRect/>
                <a:stretch>
                  <a:fillRect t="-77841" b="-76584"/>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ïś1iḍe"/>
              <p:cNvSpPr/>
              <p:nvPr/>
            </p:nvSpPr>
            <p:spPr>
              <a:xfrm>
                <a:off x="5263975" y="2310180"/>
                <a:ext cx="721930" cy="1559884"/>
              </a:xfrm>
              <a:custGeom>
                <a:avLst/>
                <a:gdLst>
                  <a:gd name="T0" fmla="*/ 645 w 1008"/>
                  <a:gd name="T1" fmla="*/ 0 h 2178"/>
                  <a:gd name="T2" fmla="*/ 1008 w 1008"/>
                  <a:gd name="T3" fmla="*/ 0 h 2178"/>
                  <a:gd name="T4" fmla="*/ 363 w 1008"/>
                  <a:gd name="T5" fmla="*/ 2178 h 2178"/>
                  <a:gd name="T6" fmla="*/ 0 w 1008"/>
                  <a:gd name="T7" fmla="*/ 2178 h 2178"/>
                  <a:gd name="T8" fmla="*/ 645 w 1008"/>
                  <a:gd name="T9" fmla="*/ 0 h 2178"/>
                </a:gdLst>
                <a:ahLst/>
                <a:cxnLst>
                  <a:cxn ang="0">
                    <a:pos x="T0" y="T1"/>
                  </a:cxn>
                  <a:cxn ang="0">
                    <a:pos x="T2" y="T3"/>
                  </a:cxn>
                  <a:cxn ang="0">
                    <a:pos x="T4" y="T5"/>
                  </a:cxn>
                  <a:cxn ang="0">
                    <a:pos x="T6" y="T7"/>
                  </a:cxn>
                  <a:cxn ang="0">
                    <a:pos x="T8" y="T9"/>
                  </a:cxn>
                </a:cxnLst>
                <a:rect l="0" t="0" r="r" b="b"/>
                <a:pathLst>
                  <a:path w="1008" h="2178">
                    <a:moveTo>
                      <a:pt x="645" y="0"/>
                    </a:moveTo>
                    <a:lnTo>
                      <a:pt x="1008" y="0"/>
                    </a:lnTo>
                    <a:lnTo>
                      <a:pt x="363" y="2178"/>
                    </a:lnTo>
                    <a:lnTo>
                      <a:pt x="0" y="2178"/>
                    </a:lnTo>
                    <a:lnTo>
                      <a:pt x="645" y="0"/>
                    </a:lnTo>
                    <a:close/>
                  </a:path>
                </a:pathLst>
              </a:custGeom>
              <a:solidFill>
                <a:schemeClr val="bg1">
                  <a:lumMod val="8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0" name="işļîḍê"/>
              <p:cNvSpPr/>
              <p:nvPr/>
            </p:nvSpPr>
            <p:spPr>
              <a:xfrm>
                <a:off x="5144539" y="2310520"/>
                <a:ext cx="721930" cy="1559884"/>
              </a:xfrm>
              <a:custGeom>
                <a:avLst/>
                <a:gdLst>
                  <a:gd name="T0" fmla="*/ 645 w 1008"/>
                  <a:gd name="T1" fmla="*/ 0 h 2178"/>
                  <a:gd name="T2" fmla="*/ 1008 w 1008"/>
                  <a:gd name="T3" fmla="*/ 0 h 2178"/>
                  <a:gd name="T4" fmla="*/ 363 w 1008"/>
                  <a:gd name="T5" fmla="*/ 2178 h 2178"/>
                  <a:gd name="T6" fmla="*/ 0 w 1008"/>
                  <a:gd name="T7" fmla="*/ 2178 h 2178"/>
                  <a:gd name="T8" fmla="*/ 645 w 1008"/>
                  <a:gd name="T9" fmla="*/ 0 h 2178"/>
                </a:gdLst>
                <a:ahLst/>
                <a:cxnLst>
                  <a:cxn ang="0">
                    <a:pos x="T0" y="T1"/>
                  </a:cxn>
                  <a:cxn ang="0">
                    <a:pos x="T2" y="T3"/>
                  </a:cxn>
                  <a:cxn ang="0">
                    <a:pos x="T4" y="T5"/>
                  </a:cxn>
                  <a:cxn ang="0">
                    <a:pos x="T6" y="T7"/>
                  </a:cxn>
                  <a:cxn ang="0">
                    <a:pos x="T8" y="T9"/>
                  </a:cxn>
                </a:cxnLst>
                <a:rect l="0" t="0" r="r" b="b"/>
                <a:pathLst>
                  <a:path w="1008" h="2178">
                    <a:moveTo>
                      <a:pt x="645" y="0"/>
                    </a:moveTo>
                    <a:lnTo>
                      <a:pt x="1008" y="0"/>
                    </a:lnTo>
                    <a:lnTo>
                      <a:pt x="363" y="2178"/>
                    </a:lnTo>
                    <a:lnTo>
                      <a:pt x="0" y="2178"/>
                    </a:lnTo>
                    <a:lnTo>
                      <a:pt x="645" y="0"/>
                    </a:lnTo>
                    <a:close/>
                  </a:path>
                </a:pathLst>
              </a:custGeom>
              <a:solidFill>
                <a:srgbClr val="C00000"/>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1" name="ïṥļïḍé"/>
            <p:cNvGrpSpPr/>
            <p:nvPr/>
          </p:nvGrpSpPr>
          <p:grpSpPr>
            <a:xfrm>
              <a:off x="660400" y="1130300"/>
              <a:ext cx="5325505" cy="1177065"/>
              <a:chOff x="6319191" y="2723852"/>
              <a:chExt cx="5156349" cy="1177065"/>
            </a:xfrm>
          </p:grpSpPr>
          <p:sp>
            <p:nvSpPr>
              <p:cNvPr id="56" name="iśľíḑè"/>
              <p:cNvSpPr txBox="1"/>
              <p:nvPr/>
            </p:nvSpPr>
            <p:spPr>
              <a:xfrm>
                <a:off x="6319191" y="3129915"/>
                <a:ext cx="5156349" cy="771002"/>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change.Adjust the spacing to adapt to Chinese typesetting, use the reference line in PPT……</a:t>
                </a:r>
              </a:p>
            </p:txBody>
          </p:sp>
          <p:sp>
            <p:nvSpPr>
              <p:cNvPr id="57" name="îṩlïdé"/>
              <p:cNvSpPr txBox="1"/>
              <p:nvPr/>
            </p:nvSpPr>
            <p:spPr>
              <a:xfrm>
                <a:off x="6319191" y="2723852"/>
                <a:ext cx="5156349" cy="406061"/>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altLang="zh-CN" sz="20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20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2" name="ïŝḷïḓé"/>
            <p:cNvGrpSpPr/>
            <p:nvPr/>
          </p:nvGrpSpPr>
          <p:grpSpPr>
            <a:xfrm>
              <a:off x="7320222" y="2307365"/>
              <a:ext cx="3601303" cy="1057423"/>
              <a:chOff x="660400" y="3778348"/>
              <a:chExt cx="2188800" cy="1057423"/>
            </a:xfrm>
          </p:grpSpPr>
          <p:sp>
            <p:nvSpPr>
              <p:cNvPr id="54" name="iṥḷîdè"/>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5" name="îŝḷîḍe"/>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3" name="iṧḻiḋe"/>
            <p:cNvSpPr txBox="1"/>
            <p:nvPr/>
          </p:nvSpPr>
          <p:spPr>
            <a:xfrm>
              <a:off x="6610892" y="2640650"/>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01</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grpSp>
          <p:nvGrpSpPr>
            <p:cNvPr id="44" name="iSlîḓe"/>
            <p:cNvGrpSpPr/>
            <p:nvPr/>
          </p:nvGrpSpPr>
          <p:grpSpPr>
            <a:xfrm>
              <a:off x="7320222" y="3692022"/>
              <a:ext cx="3601303" cy="1057423"/>
              <a:chOff x="660400" y="3778348"/>
              <a:chExt cx="2188800" cy="1057423"/>
            </a:xfrm>
          </p:grpSpPr>
          <p:sp>
            <p:nvSpPr>
              <p:cNvPr id="52" name="í$lïḓe"/>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3" name="ïsľidê"/>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5" name="iš1ídê"/>
            <p:cNvSpPr txBox="1"/>
            <p:nvPr/>
          </p:nvSpPr>
          <p:spPr>
            <a:xfrm>
              <a:off x="6610892" y="4025307"/>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02</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grpSp>
          <p:nvGrpSpPr>
            <p:cNvPr id="46" name="íṥḻîḑé"/>
            <p:cNvGrpSpPr/>
            <p:nvPr/>
          </p:nvGrpSpPr>
          <p:grpSpPr>
            <a:xfrm>
              <a:off x="7320222" y="5076677"/>
              <a:ext cx="3601303" cy="1057423"/>
              <a:chOff x="660400" y="3778348"/>
              <a:chExt cx="2188800" cy="1057423"/>
            </a:xfrm>
          </p:grpSpPr>
          <p:sp>
            <p:nvSpPr>
              <p:cNvPr id="50" name="íṥḻíďé"/>
              <p:cNvSpPr txBox="1"/>
              <p:nvPr/>
            </p:nvSpPr>
            <p:spPr>
              <a:xfrm>
                <a:off x="660400" y="3778348"/>
                <a:ext cx="2188800" cy="420524"/>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1" name="iṣḻíḋê"/>
              <p:cNvSpPr/>
              <p:nvPr/>
            </p:nvSpPr>
            <p:spPr>
              <a:xfrm>
                <a:off x="660400" y="4198876"/>
                <a:ext cx="2188800" cy="63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grpSp>
        <p:sp>
          <p:nvSpPr>
            <p:cNvPr id="47" name="íṥliḑê"/>
            <p:cNvSpPr txBox="1"/>
            <p:nvPr/>
          </p:nvSpPr>
          <p:spPr>
            <a:xfrm>
              <a:off x="6610892" y="5409962"/>
              <a:ext cx="418770" cy="390852"/>
            </a:xfrm>
            <a:prstGeom prst="rect">
              <a:avLst/>
            </a:prstGeom>
            <a:noFill/>
          </p:spPr>
          <p:txBody>
            <a:bodyPr wrap="square" lIns="91440" tIns="45720" rIns="91440" bIns="45720" rtlCol="0" anchor="ctr" anchorCtr="0">
              <a:prstTxWarp prst="textPlain">
                <a:avLst/>
              </a:prstTxWarp>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rPr>
                <a:t>03</a:t>
              </a:r>
              <a:endParaRPr kumimoji="0" lang="id-ID" sz="1600" b="1" i="0" u="none" strike="noStrike" kern="1200" cap="none" normalizeH="0" noProof="0">
                <a:ln>
                  <a:noFill/>
                </a:ln>
                <a:solidFill>
                  <a:prstClr val="white">
                    <a:lumMod val="75000"/>
                  </a:prstClr>
                </a:solidFill>
                <a:effectLst/>
                <a:uLnTx/>
                <a:uFillTx/>
                <a:latin typeface="思源黑体 CN Medium"/>
                <a:ea typeface="思源黑体 CN Medium"/>
                <a:cs typeface="思源黑体 CN Medium"/>
                <a:sym typeface="思源黑体 CN Medium"/>
              </a:endParaRPr>
            </a:p>
          </p:txBody>
        </p:sp>
        <p:cxnSp>
          <p:nvCxnSpPr>
            <p:cNvPr id="48" name="直接连接符 47"/>
            <p:cNvCxnSpPr/>
            <p:nvPr/>
          </p:nvCxnSpPr>
          <p:spPr>
            <a:xfrm>
              <a:off x="7409204" y="3528405"/>
              <a:ext cx="41096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409204" y="4913062"/>
              <a:ext cx="41096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9" name="282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024798" y="1358039"/>
            <a:ext cx="10494102" cy="4423001"/>
            <a:chOff x="1024798" y="1358039"/>
            <a:chExt cx="10494102" cy="4423001"/>
          </a:xfrm>
        </p:grpSpPr>
        <p:grpSp>
          <p:nvGrpSpPr>
            <p:cNvPr id="30" name="işļíḋè"/>
            <p:cNvGrpSpPr/>
            <p:nvPr/>
          </p:nvGrpSpPr>
          <p:grpSpPr>
            <a:xfrm>
              <a:off x="1024798" y="1655867"/>
              <a:ext cx="4372702" cy="4028754"/>
              <a:chOff x="2285015" y="1675434"/>
              <a:chExt cx="3172810" cy="2923242"/>
            </a:xfrm>
          </p:grpSpPr>
          <p:sp>
            <p:nvSpPr>
              <p:cNvPr id="78" name="îšľidê"/>
              <p:cNvSpPr/>
              <p:nvPr/>
            </p:nvSpPr>
            <p:spPr>
              <a:xfrm rot="548224">
                <a:off x="2285015" y="1675434"/>
                <a:ext cx="2578558" cy="2714159"/>
              </a:xfrm>
              <a:prstGeom prst="rect">
                <a:avLst/>
              </a:prstGeom>
              <a:blipFill>
                <a:blip r:embed="rId3"/>
                <a:srcRect/>
                <a:stretch>
                  <a:fillRect l="-15501" r="-15391"/>
                </a:stretch>
              </a:blipFill>
              <a:ln w="44450" cap="flat" cmpd="sng" algn="ctr">
                <a:noFill/>
                <a:prstDash val="solid"/>
                <a:miter lim="800000"/>
              </a:ln>
              <a:effectLst>
                <a:outerShdw blurRad="50800" dist="38100" dir="5400000" algn="t" rotWithShape="0">
                  <a:prstClr val="black">
                    <a:alpha val="40000"/>
                  </a:prstClr>
                </a:outerShdw>
              </a:effectLst>
              <a:extLst>
                <a:ext uri="{91240B29-F687-4F45-9708-019B960494DF}">
                  <a14:hiddenLine xmlns:a14="http://schemas.microsoft.com/office/drawing/2010/main" w="44450">
                    <a:solidFill>
                      <a:schemeClr val="bg1"/>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9" name="işḻïḍè"/>
              <p:cNvSpPr/>
              <p:nvPr/>
            </p:nvSpPr>
            <p:spPr>
              <a:xfrm rot="21305994">
                <a:off x="2879267" y="1884517"/>
                <a:ext cx="2578558" cy="2714159"/>
              </a:xfrm>
              <a:prstGeom prst="rect">
                <a:avLst/>
              </a:prstGeom>
              <a:blipFill>
                <a:blip r:embed="rId4"/>
                <a:srcRect/>
                <a:stretch>
                  <a:fillRect l="-29047" r="-28841"/>
                </a:stretch>
              </a:blipFill>
              <a:ln w="44450" cap="flat" cmpd="sng" algn="ctr">
                <a:solidFill>
                  <a:schemeClr val="bg1"/>
                </a:solidFill>
                <a:prstDash val="solid"/>
                <a:miter lim="800000"/>
              </a:ln>
              <a:effectLst>
                <a:outerShdw blurRad="50800" dist="38100" dir="5400000" sx="101000" sy="101000" algn="t"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1" name="i$1íḍé"/>
            <p:cNvSpPr txBox="1"/>
            <p:nvPr/>
          </p:nvSpPr>
          <p:spPr>
            <a:xfrm>
              <a:off x="6312025" y="1358039"/>
              <a:ext cx="5206875" cy="852162"/>
            </a:xfrm>
            <a:prstGeom prst="rect">
              <a:avLst/>
            </a:prstGeom>
            <a:noFill/>
            <a:ln>
              <a:noFill/>
            </a:ln>
          </p:spPr>
          <p:txBody>
            <a:bodyPr wrap="square" lIns="90000" tIns="46800" rIns="90000" bIns="46800" anchor="b" anchorCtr="0">
              <a:normAutofit/>
            </a:body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a:t>
              </a:r>
            </a:p>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READING MORE FLUENT.</a:t>
              </a:r>
            </a:p>
          </p:txBody>
        </p:sp>
        <p:sp>
          <p:nvSpPr>
            <p:cNvPr id="32" name="iṥḻíďè"/>
            <p:cNvSpPr txBox="1"/>
            <p:nvPr/>
          </p:nvSpPr>
          <p:spPr>
            <a:xfrm>
              <a:off x="6312024" y="2210200"/>
              <a:ext cx="5206876" cy="1042172"/>
            </a:xfrm>
            <a:prstGeom prst="rect">
              <a:avLst/>
            </a:prstGeom>
            <a:noFill/>
            <a:ln>
              <a:noFill/>
            </a:ln>
          </p:spPr>
          <p:txBody>
            <a:bodyPr wrap="square" lIns="90000" tIns="46800" rIns="90000" bIns="46800" anchor="ctr" anchorCtr="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nvGrpSpPr>
            <p:cNvPr id="33" name="ïṩḷíḋè"/>
            <p:cNvGrpSpPr/>
            <p:nvPr/>
          </p:nvGrpSpPr>
          <p:grpSpPr>
            <a:xfrm>
              <a:off x="6312026" y="3526167"/>
              <a:ext cx="5206874" cy="448933"/>
              <a:chOff x="6312026" y="3526167"/>
              <a:chExt cx="5206874" cy="448933"/>
            </a:xfrm>
          </p:grpSpPr>
          <p:grpSp>
            <p:nvGrpSpPr>
              <p:cNvPr id="74" name="íṣľídé"/>
              <p:cNvGrpSpPr/>
              <p:nvPr/>
            </p:nvGrpSpPr>
            <p:grpSpPr>
              <a:xfrm>
                <a:off x="6312026" y="3652209"/>
                <a:ext cx="196851" cy="196851"/>
                <a:chOff x="0" y="-1"/>
                <a:chExt cx="393701" cy="393702"/>
              </a:xfrm>
            </p:grpSpPr>
            <p:sp>
              <p:nvSpPr>
                <p:cNvPr id="76" name="îŝľîḋe"/>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i$ḻïḍé"/>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75" name="iṧļïḓê"/>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4" name="iŝ1íďê"/>
            <p:cNvGrpSpPr/>
            <p:nvPr/>
          </p:nvGrpSpPr>
          <p:grpSpPr>
            <a:xfrm>
              <a:off x="6312026" y="4128146"/>
              <a:ext cx="5206874" cy="448933"/>
              <a:chOff x="6312026" y="3526167"/>
              <a:chExt cx="5206874" cy="448933"/>
            </a:xfrm>
          </p:grpSpPr>
          <p:grpSp>
            <p:nvGrpSpPr>
              <p:cNvPr id="70" name="îṣḷîďê"/>
              <p:cNvGrpSpPr/>
              <p:nvPr/>
            </p:nvGrpSpPr>
            <p:grpSpPr>
              <a:xfrm>
                <a:off x="6312026" y="3652209"/>
                <a:ext cx="196851" cy="196851"/>
                <a:chOff x="0" y="-1"/>
                <a:chExt cx="393701" cy="393702"/>
              </a:xfrm>
            </p:grpSpPr>
            <p:sp>
              <p:nvSpPr>
                <p:cNvPr id="72" name="ïṡļïḑé"/>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iş1íḑe"/>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71" name="îsḻïḑè"/>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5" name="íšḻîďé"/>
            <p:cNvGrpSpPr/>
            <p:nvPr/>
          </p:nvGrpSpPr>
          <p:grpSpPr>
            <a:xfrm>
              <a:off x="6312026" y="4730125"/>
              <a:ext cx="5206874" cy="448933"/>
              <a:chOff x="6312026" y="3526167"/>
              <a:chExt cx="5206874" cy="448933"/>
            </a:xfrm>
          </p:grpSpPr>
          <p:grpSp>
            <p:nvGrpSpPr>
              <p:cNvPr id="66" name="iṡļîďe"/>
              <p:cNvGrpSpPr/>
              <p:nvPr/>
            </p:nvGrpSpPr>
            <p:grpSpPr>
              <a:xfrm>
                <a:off x="6312026" y="3652209"/>
                <a:ext cx="196851" cy="196851"/>
                <a:chOff x="0" y="-1"/>
                <a:chExt cx="393701" cy="393702"/>
              </a:xfrm>
            </p:grpSpPr>
            <p:sp>
              <p:nvSpPr>
                <p:cNvPr id="68" name="íŝḷïḓe"/>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9" name="ísḷîḋé"/>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7" name="i$ḷiḓé"/>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grpSp>
          <p:nvGrpSpPr>
            <p:cNvPr id="36" name="îṩļíḑé"/>
            <p:cNvGrpSpPr/>
            <p:nvPr/>
          </p:nvGrpSpPr>
          <p:grpSpPr>
            <a:xfrm>
              <a:off x="6312026" y="5332107"/>
              <a:ext cx="5206874" cy="448933"/>
              <a:chOff x="6312026" y="3526167"/>
              <a:chExt cx="5206874" cy="448933"/>
            </a:xfrm>
          </p:grpSpPr>
          <p:grpSp>
            <p:nvGrpSpPr>
              <p:cNvPr id="62" name="ï$lîďé"/>
              <p:cNvGrpSpPr/>
              <p:nvPr/>
            </p:nvGrpSpPr>
            <p:grpSpPr>
              <a:xfrm>
                <a:off x="6312026" y="3652209"/>
                <a:ext cx="196851" cy="196851"/>
                <a:chOff x="0" y="-1"/>
                <a:chExt cx="393701" cy="393702"/>
              </a:xfrm>
            </p:grpSpPr>
            <p:sp>
              <p:nvSpPr>
                <p:cNvPr id="64" name="ïšlïḑè"/>
                <p:cNvSpPr/>
                <p:nvPr/>
              </p:nvSpPr>
              <p:spPr>
                <a:xfrm rot="5400000">
                  <a:off x="145311" y="148532"/>
                  <a:ext cx="128848" cy="9663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C00000"/>
                </a:solid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5" name="ïṧļïḋè"/>
                <p:cNvSpPr/>
                <p:nvPr/>
              </p:nvSpPr>
              <p:spPr>
                <a:xfrm>
                  <a:off x="0" y="-1"/>
                  <a:ext cx="393701" cy="393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12700" cap="flat" cmpd="sng" algn="ctr">
                  <a:solidFill>
                    <a:srgbClr val="C00000"/>
                  </a:solidFill>
                  <a:prstDash val="solid"/>
                  <a:miter lim="400000"/>
                  <a:headEnd type="none" w="med" len="med"/>
                  <a:tailEnd type="none" w="med" len="med"/>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3" name="îśliḍe"/>
              <p:cNvSpPr/>
              <p:nvPr/>
            </p:nvSpPr>
            <p:spPr>
              <a:xfrm>
                <a:off x="6654800" y="3526167"/>
                <a:ext cx="4864100" cy="44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 …</a:t>
                </a:r>
              </a:p>
            </p:txBody>
          </p:sp>
        </p:grpSp>
        <p:cxnSp>
          <p:nvCxnSpPr>
            <p:cNvPr id="37" name="直接连接符 36"/>
            <p:cNvCxnSpPr/>
            <p:nvPr/>
          </p:nvCxnSpPr>
          <p:spPr>
            <a:xfrm>
              <a:off x="6781800" y="4051623"/>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781800" y="4653602"/>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6781800" y="5255581"/>
              <a:ext cx="47371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02</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39" name="28217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012192" y="1179279"/>
            <a:ext cx="9458321" cy="4751393"/>
            <a:chOff x="666750" y="1135788"/>
            <a:chExt cx="9458323" cy="4751394"/>
          </a:xfrm>
        </p:grpSpPr>
        <p:grpSp>
          <p:nvGrpSpPr>
            <p:cNvPr id="40" name="iśḻîdè"/>
            <p:cNvGrpSpPr/>
            <p:nvPr/>
          </p:nvGrpSpPr>
          <p:grpSpPr>
            <a:xfrm>
              <a:off x="2671181" y="1218352"/>
              <a:ext cx="7453892" cy="4668830"/>
              <a:chOff x="2946561" y="1476563"/>
              <a:chExt cx="6903135" cy="4323856"/>
            </a:xfrm>
          </p:grpSpPr>
          <p:grpSp>
            <p:nvGrpSpPr>
              <p:cNvPr id="51" name="ïśḷïḑé"/>
              <p:cNvGrpSpPr/>
              <p:nvPr/>
            </p:nvGrpSpPr>
            <p:grpSpPr>
              <a:xfrm>
                <a:off x="2946561" y="3719579"/>
                <a:ext cx="1287093" cy="2080840"/>
                <a:chOff x="2290369" y="3333262"/>
                <a:chExt cx="965320" cy="1560630"/>
              </a:xfrm>
            </p:grpSpPr>
            <p:sp>
              <p:nvSpPr>
                <p:cNvPr id="88" name="ïŝ1îď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9" name="îśļïdè"/>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2" name="iślîḋê"/>
              <p:cNvGrpSpPr/>
              <p:nvPr/>
            </p:nvGrpSpPr>
            <p:grpSpPr>
              <a:xfrm>
                <a:off x="4350572" y="3152963"/>
                <a:ext cx="1287093" cy="2080840"/>
                <a:chOff x="2290369" y="3333262"/>
                <a:chExt cx="965320" cy="1560630"/>
              </a:xfrm>
              <a:solidFill>
                <a:schemeClr val="accent2"/>
              </a:solidFill>
            </p:grpSpPr>
            <p:sp>
              <p:nvSpPr>
                <p:cNvPr id="86" name="íṣļîḋé"/>
                <p:cNvSpPr/>
                <p:nvPr/>
              </p:nvSpPr>
              <p:spPr>
                <a:xfrm rot="2401885">
                  <a:off x="2290369" y="3520534"/>
                  <a:ext cx="345906" cy="1373358"/>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7" name="iṩḷiḓè"/>
                <p:cNvSpPr/>
                <p:nvPr/>
              </p:nvSpPr>
              <p:spPr>
                <a:xfrm rot="18601884">
                  <a:off x="2527809" y="3333262"/>
                  <a:ext cx="727880" cy="727880"/>
                </a:xfrm>
                <a:prstGeom prst="chevro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3" name="íŝḷiḍe"/>
              <p:cNvGrpSpPr/>
              <p:nvPr/>
            </p:nvGrpSpPr>
            <p:grpSpPr>
              <a:xfrm>
                <a:off x="5754583" y="2603368"/>
                <a:ext cx="1287093" cy="2080840"/>
                <a:chOff x="2290369" y="3333262"/>
                <a:chExt cx="965320" cy="1560630"/>
              </a:xfrm>
              <a:solidFill>
                <a:schemeClr val="accent3"/>
              </a:solidFill>
            </p:grpSpPr>
            <p:sp>
              <p:nvSpPr>
                <p:cNvPr id="84" name="í$1iḓ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5" name="îṧḻiḓè"/>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4" name="ïšḻîḋè"/>
              <p:cNvGrpSpPr/>
              <p:nvPr/>
            </p:nvGrpSpPr>
            <p:grpSpPr>
              <a:xfrm>
                <a:off x="7158593" y="2035363"/>
                <a:ext cx="1287093" cy="2080840"/>
                <a:chOff x="2290369" y="3333262"/>
                <a:chExt cx="965320" cy="1560630"/>
              </a:xfrm>
              <a:solidFill>
                <a:schemeClr val="accent4"/>
              </a:solidFill>
            </p:grpSpPr>
            <p:sp>
              <p:nvSpPr>
                <p:cNvPr id="82" name="îṥľïdé"/>
                <p:cNvSpPr/>
                <p:nvPr/>
              </p:nvSpPr>
              <p:spPr>
                <a:xfrm rot="2401885">
                  <a:off x="2290369" y="3520534"/>
                  <a:ext cx="345906" cy="1373358"/>
                </a:xfrm>
                <a:prstGeom prst="rect">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3" name="îŝľiďê"/>
                <p:cNvSpPr/>
                <p:nvPr/>
              </p:nvSpPr>
              <p:spPr>
                <a:xfrm rot="18601884">
                  <a:off x="2527809" y="3333262"/>
                  <a:ext cx="727880" cy="727880"/>
                </a:xfrm>
                <a:prstGeom prst="chevro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55" name="ïSlîḑè"/>
              <p:cNvGrpSpPr/>
              <p:nvPr/>
            </p:nvGrpSpPr>
            <p:grpSpPr>
              <a:xfrm>
                <a:off x="8562603" y="1476563"/>
                <a:ext cx="1287093" cy="2080840"/>
                <a:chOff x="2290369" y="3333262"/>
                <a:chExt cx="965320" cy="1560630"/>
              </a:xfrm>
              <a:solidFill>
                <a:schemeClr val="accent5"/>
              </a:solidFill>
            </p:grpSpPr>
            <p:sp>
              <p:nvSpPr>
                <p:cNvPr id="80" name="isḻíḍé"/>
                <p:cNvSpPr/>
                <p:nvPr/>
              </p:nvSpPr>
              <p:spPr>
                <a:xfrm rot="2401885">
                  <a:off x="2290369" y="3520534"/>
                  <a:ext cx="345906" cy="137335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1" name="ïšḻîdé"/>
                <p:cNvSpPr/>
                <p:nvPr/>
              </p:nvSpPr>
              <p:spPr>
                <a:xfrm rot="18601884">
                  <a:off x="2527809" y="3333262"/>
                  <a:ext cx="727880" cy="7278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56" name="îṥļïdè"/>
              <p:cNvSpPr txBox="1"/>
              <p:nvPr/>
            </p:nvSpPr>
            <p:spPr>
              <a:xfrm rot="18588492">
                <a:off x="2354301" y="47061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7" name="î$ḷídê"/>
              <p:cNvSpPr txBox="1"/>
              <p:nvPr/>
            </p:nvSpPr>
            <p:spPr>
              <a:xfrm rot="18588492">
                <a:off x="3761136" y="41473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8" name="íśľïḑe"/>
              <p:cNvSpPr txBox="1"/>
              <p:nvPr/>
            </p:nvSpPr>
            <p:spPr>
              <a:xfrm rot="18588492">
                <a:off x="5166602" y="3588576"/>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i$ľidé"/>
              <p:cNvSpPr txBox="1"/>
              <p:nvPr/>
            </p:nvSpPr>
            <p:spPr>
              <a:xfrm rot="18588492">
                <a:off x="6587121" y="3012842"/>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0" name="ï$líḋê"/>
              <p:cNvSpPr txBox="1"/>
              <p:nvPr/>
            </p:nvSpPr>
            <p:spPr>
              <a:xfrm rot="18588492">
                <a:off x="7994469" y="2454042"/>
                <a:ext cx="1617751" cy="379656"/>
              </a:xfrm>
              <a:prstGeom prst="rect">
                <a:avLst/>
              </a:prstGeom>
              <a:noFill/>
            </p:spPr>
            <p:txBody>
              <a:bodyPr wrap="square"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a:t>
                </a:r>
                <a:endParaRPr kumimoji="0" lang="zh-CN" altLang="en-US" sz="1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41" name="íşľîdé"/>
            <p:cNvSpPr txBox="1"/>
            <p:nvPr/>
          </p:nvSpPr>
          <p:spPr>
            <a:xfrm>
              <a:off x="666750" y="3781866"/>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2" name="iṧļiḓé"/>
            <p:cNvSpPr txBox="1"/>
            <p:nvPr/>
          </p:nvSpPr>
          <p:spPr>
            <a:xfrm>
              <a:off x="4673326" y="4540270"/>
              <a:ext cx="2046215" cy="867359"/>
            </a:xfrm>
            <a:prstGeom prst="rect">
              <a:avLst/>
            </a:prstGeom>
            <a:noFill/>
          </p:spPr>
          <p:txBody>
            <a:bodyPr wrap="square" lIns="91440" tIns="45720" rIns="91440" bIns="45720">
              <a:normAutofit fontScale="97500"/>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3" name="iŝ1iḋe"/>
            <p:cNvSpPr txBox="1"/>
            <p:nvPr/>
          </p:nvSpPr>
          <p:spPr>
            <a:xfrm>
              <a:off x="7468268" y="3427833"/>
              <a:ext cx="2373607" cy="867359"/>
            </a:xfrm>
            <a:prstGeom prst="rect">
              <a:avLst/>
            </a:prstGeom>
            <a:noFill/>
          </p:spPr>
          <p:txBody>
            <a:bodyPr wrap="square" lIns="91440" tIns="45720" rIns="91440" bIns="4572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4" name="iSlïḓê"/>
            <p:cNvSpPr txBox="1"/>
            <p:nvPr/>
          </p:nvSpPr>
          <p:spPr>
            <a:xfrm>
              <a:off x="3664220" y="2199926"/>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5" name="íṣľïďê"/>
            <p:cNvSpPr txBox="1"/>
            <p:nvPr/>
          </p:nvSpPr>
          <p:spPr>
            <a:xfrm>
              <a:off x="6778789" y="1135788"/>
              <a:ext cx="2046215" cy="867359"/>
            </a:xfrm>
            <a:prstGeom prst="rect">
              <a:avLst/>
            </a:prstGeom>
            <a:noFill/>
          </p:spPr>
          <p:txBody>
            <a:bodyPr wrap="square" lIns="91440" tIns="45720" rIns="91440" bIns="45720">
              <a:normAutofit fontScale="97500"/>
            </a:bodyPr>
            <a:lstStyle/>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50000"/>
                </a:lnSpc>
                <a:spcBef>
                  <a:spcPct val="0"/>
                </a:spcBef>
                <a:spcAft>
                  <a:spcPct val="0"/>
                </a:spcAft>
                <a:buClrTx/>
                <a:buSzPct val="25000"/>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6" name="ï$ḻïďe"/>
            <p:cNvSpPr/>
            <p:nvPr/>
          </p:nvSpPr>
          <p:spPr>
            <a:xfrm>
              <a:off x="3473341" y="3952875"/>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íṥ1ïḓé"/>
            <p:cNvSpPr/>
            <p:nvPr/>
          </p:nvSpPr>
          <p:spPr>
            <a:xfrm>
              <a:off x="4967363" y="3353611"/>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îşļîďè"/>
            <p:cNvSpPr/>
            <p:nvPr/>
          </p:nvSpPr>
          <p:spPr>
            <a:xfrm>
              <a:off x="6492054" y="2739287"/>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9" name="îṧ1iḋè"/>
            <p:cNvSpPr/>
            <p:nvPr/>
          </p:nvSpPr>
          <p:spPr>
            <a:xfrm>
              <a:off x="8025140" y="2141081"/>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0" name="îṣlíḍé"/>
            <p:cNvSpPr/>
            <p:nvPr/>
          </p:nvSpPr>
          <p:spPr>
            <a:xfrm>
              <a:off x="9512349" y="1525344"/>
              <a:ext cx="265218" cy="327998"/>
            </a:xfrm>
            <a:custGeom>
              <a:avLst/>
              <a:gdLst>
                <a:gd name="connsiteX0" fmla="*/ 201287 w 427734"/>
                <a:gd name="connsiteY0" fmla="*/ 225789 h 528982"/>
                <a:gd name="connsiteX1" fmla="*/ 201287 w 427734"/>
                <a:gd name="connsiteY1" fmla="*/ 255858 h 528982"/>
                <a:gd name="connsiteX2" fmla="*/ 148449 w 427734"/>
                <a:gd name="connsiteY2" fmla="*/ 300961 h 528982"/>
                <a:gd name="connsiteX3" fmla="*/ 201287 w 427734"/>
                <a:gd name="connsiteY3" fmla="*/ 351076 h 528982"/>
                <a:gd name="connsiteX4" fmla="*/ 231480 w 427734"/>
                <a:gd name="connsiteY4" fmla="*/ 371121 h 528982"/>
                <a:gd name="connsiteX5" fmla="*/ 203803 w 427734"/>
                <a:gd name="connsiteY5" fmla="*/ 383650 h 528982"/>
                <a:gd name="connsiteX6" fmla="*/ 155997 w 427734"/>
                <a:gd name="connsiteY6" fmla="*/ 371121 h 528982"/>
                <a:gd name="connsiteX7" fmla="*/ 145933 w 427734"/>
                <a:gd name="connsiteY7" fmla="*/ 403696 h 528982"/>
                <a:gd name="connsiteX8" fmla="*/ 198771 w 427734"/>
                <a:gd name="connsiteY8" fmla="*/ 418730 h 528982"/>
                <a:gd name="connsiteX9" fmla="*/ 198771 w 427734"/>
                <a:gd name="connsiteY9" fmla="*/ 446293 h 528982"/>
                <a:gd name="connsiteX10" fmla="*/ 228964 w 427734"/>
                <a:gd name="connsiteY10" fmla="*/ 446293 h 528982"/>
                <a:gd name="connsiteX11" fmla="*/ 228964 w 427734"/>
                <a:gd name="connsiteY11" fmla="*/ 416224 h 528982"/>
                <a:gd name="connsiteX12" fmla="*/ 281801 w 427734"/>
                <a:gd name="connsiteY12" fmla="*/ 368616 h 528982"/>
                <a:gd name="connsiteX13" fmla="*/ 231480 w 427734"/>
                <a:gd name="connsiteY13" fmla="*/ 318501 h 528982"/>
                <a:gd name="connsiteX14" fmla="*/ 201287 w 427734"/>
                <a:gd name="connsiteY14" fmla="*/ 298455 h 528982"/>
                <a:gd name="connsiteX15" fmla="*/ 223932 w 427734"/>
                <a:gd name="connsiteY15" fmla="*/ 288432 h 528982"/>
                <a:gd name="connsiteX16" fmla="*/ 264189 w 427734"/>
                <a:gd name="connsiteY16" fmla="*/ 298455 h 528982"/>
                <a:gd name="connsiteX17" fmla="*/ 274253 w 427734"/>
                <a:gd name="connsiteY17" fmla="*/ 265881 h 528982"/>
                <a:gd name="connsiteX18" fmla="*/ 231480 w 427734"/>
                <a:gd name="connsiteY18" fmla="*/ 255858 h 528982"/>
                <a:gd name="connsiteX19" fmla="*/ 231480 w 427734"/>
                <a:gd name="connsiteY19" fmla="*/ 225789 h 528982"/>
                <a:gd name="connsiteX20" fmla="*/ 201287 w 427734"/>
                <a:gd name="connsiteY20" fmla="*/ 225789 h 528982"/>
                <a:gd name="connsiteX21" fmla="*/ 95611 w 427734"/>
                <a:gd name="connsiteY21" fmla="*/ 163146 h 528982"/>
                <a:gd name="connsiteX22" fmla="*/ 332123 w 427734"/>
                <a:gd name="connsiteY22" fmla="*/ 163146 h 528982"/>
                <a:gd name="connsiteX23" fmla="*/ 427734 w 427734"/>
                <a:gd name="connsiteY23" fmla="*/ 328524 h 528982"/>
                <a:gd name="connsiteX24" fmla="*/ 415154 w 427734"/>
                <a:gd name="connsiteY24" fmla="*/ 401190 h 528982"/>
                <a:gd name="connsiteX25" fmla="*/ 407606 w 427734"/>
                <a:gd name="connsiteY25" fmla="*/ 416224 h 528982"/>
                <a:gd name="connsiteX26" fmla="*/ 397541 w 427734"/>
                <a:gd name="connsiteY26" fmla="*/ 451305 h 528982"/>
                <a:gd name="connsiteX27" fmla="*/ 402573 w 427734"/>
                <a:gd name="connsiteY27" fmla="*/ 503925 h 528982"/>
                <a:gd name="connsiteX28" fmla="*/ 319543 w 427734"/>
                <a:gd name="connsiteY28" fmla="*/ 518959 h 528982"/>
                <a:gd name="connsiteX29" fmla="*/ 276769 w 427734"/>
                <a:gd name="connsiteY29" fmla="*/ 518959 h 528982"/>
                <a:gd name="connsiteX30" fmla="*/ 213867 w 427734"/>
                <a:gd name="connsiteY30" fmla="*/ 528982 h 528982"/>
                <a:gd name="connsiteX31" fmla="*/ 153481 w 427734"/>
                <a:gd name="connsiteY31" fmla="*/ 518959 h 528982"/>
                <a:gd name="connsiteX32" fmla="*/ 108192 w 427734"/>
                <a:gd name="connsiteY32" fmla="*/ 518959 h 528982"/>
                <a:gd name="connsiteX33" fmla="*/ 25161 w 427734"/>
                <a:gd name="connsiteY33" fmla="*/ 503925 h 528982"/>
                <a:gd name="connsiteX34" fmla="*/ 30193 w 427734"/>
                <a:gd name="connsiteY34" fmla="*/ 448799 h 528982"/>
                <a:gd name="connsiteX35" fmla="*/ 22644 w 427734"/>
                <a:gd name="connsiteY35" fmla="*/ 416224 h 528982"/>
                <a:gd name="connsiteX36" fmla="*/ 0 w 427734"/>
                <a:gd name="connsiteY36" fmla="*/ 328524 h 528982"/>
                <a:gd name="connsiteX37" fmla="*/ 95611 w 427734"/>
                <a:gd name="connsiteY37" fmla="*/ 163146 h 528982"/>
                <a:gd name="connsiteX38" fmla="*/ 213868 w 427734"/>
                <a:gd name="connsiteY38" fmla="*/ 0 h 528982"/>
                <a:gd name="connsiteX39" fmla="*/ 271721 w 427734"/>
                <a:gd name="connsiteY39" fmla="*/ 55307 h 528982"/>
                <a:gd name="connsiteX40" fmla="*/ 344666 w 427734"/>
                <a:gd name="connsiteY40" fmla="*/ 42737 h 528982"/>
                <a:gd name="connsiteX41" fmla="*/ 314482 w 427734"/>
                <a:gd name="connsiteY41" fmla="*/ 130726 h 528982"/>
                <a:gd name="connsiteX42" fmla="*/ 113254 w 427734"/>
                <a:gd name="connsiteY42" fmla="*/ 130726 h 528982"/>
                <a:gd name="connsiteX43" fmla="*/ 85586 w 427734"/>
                <a:gd name="connsiteY43" fmla="*/ 42737 h 528982"/>
                <a:gd name="connsiteX44" fmla="*/ 156015 w 427734"/>
                <a:gd name="connsiteY44" fmla="*/ 55307 h 528982"/>
                <a:gd name="connsiteX45" fmla="*/ 213868 w 427734"/>
                <a:gd name="connsiteY45" fmla="*/ 0 h 52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7734" h="528982">
                  <a:moveTo>
                    <a:pt x="201287" y="225789"/>
                  </a:moveTo>
                  <a:cubicBezTo>
                    <a:pt x="201287" y="225789"/>
                    <a:pt x="201287" y="225789"/>
                    <a:pt x="201287" y="255858"/>
                  </a:cubicBezTo>
                  <a:cubicBezTo>
                    <a:pt x="168578" y="260870"/>
                    <a:pt x="148449" y="278410"/>
                    <a:pt x="148449" y="300961"/>
                  </a:cubicBezTo>
                  <a:cubicBezTo>
                    <a:pt x="148449" y="326018"/>
                    <a:pt x="163546" y="338547"/>
                    <a:pt x="201287" y="351076"/>
                  </a:cubicBezTo>
                  <a:cubicBezTo>
                    <a:pt x="226448" y="358593"/>
                    <a:pt x="231480" y="363604"/>
                    <a:pt x="231480" y="371121"/>
                  </a:cubicBezTo>
                  <a:cubicBezTo>
                    <a:pt x="231480" y="378639"/>
                    <a:pt x="218899" y="383650"/>
                    <a:pt x="203803" y="383650"/>
                  </a:cubicBezTo>
                  <a:cubicBezTo>
                    <a:pt x="188706" y="383650"/>
                    <a:pt x="166062" y="376133"/>
                    <a:pt x="155997" y="371121"/>
                  </a:cubicBezTo>
                  <a:cubicBezTo>
                    <a:pt x="155997" y="371121"/>
                    <a:pt x="155997" y="371121"/>
                    <a:pt x="145933" y="403696"/>
                  </a:cubicBezTo>
                  <a:cubicBezTo>
                    <a:pt x="158513" y="411213"/>
                    <a:pt x="178642" y="416224"/>
                    <a:pt x="198771" y="418730"/>
                  </a:cubicBezTo>
                  <a:cubicBezTo>
                    <a:pt x="198771" y="418730"/>
                    <a:pt x="198771" y="418730"/>
                    <a:pt x="198771" y="446293"/>
                  </a:cubicBezTo>
                  <a:cubicBezTo>
                    <a:pt x="198771" y="446293"/>
                    <a:pt x="198771" y="446293"/>
                    <a:pt x="228964" y="446293"/>
                  </a:cubicBezTo>
                  <a:lnTo>
                    <a:pt x="228964" y="416224"/>
                  </a:lnTo>
                  <a:cubicBezTo>
                    <a:pt x="264189" y="411213"/>
                    <a:pt x="281801" y="391167"/>
                    <a:pt x="281801" y="368616"/>
                  </a:cubicBezTo>
                  <a:cubicBezTo>
                    <a:pt x="281801" y="346064"/>
                    <a:pt x="269221" y="331030"/>
                    <a:pt x="231480" y="318501"/>
                  </a:cubicBezTo>
                  <a:cubicBezTo>
                    <a:pt x="203803" y="310984"/>
                    <a:pt x="201287" y="305973"/>
                    <a:pt x="201287" y="298455"/>
                  </a:cubicBezTo>
                  <a:cubicBezTo>
                    <a:pt x="201287" y="290938"/>
                    <a:pt x="211351" y="288432"/>
                    <a:pt x="223932" y="288432"/>
                  </a:cubicBezTo>
                  <a:cubicBezTo>
                    <a:pt x="241544" y="288432"/>
                    <a:pt x="256641" y="293444"/>
                    <a:pt x="264189" y="298455"/>
                  </a:cubicBezTo>
                  <a:cubicBezTo>
                    <a:pt x="264189" y="298455"/>
                    <a:pt x="264189" y="298455"/>
                    <a:pt x="274253" y="265881"/>
                  </a:cubicBezTo>
                  <a:cubicBezTo>
                    <a:pt x="266705" y="260870"/>
                    <a:pt x="249092" y="255858"/>
                    <a:pt x="231480" y="255858"/>
                  </a:cubicBezTo>
                  <a:cubicBezTo>
                    <a:pt x="231480" y="255858"/>
                    <a:pt x="231480" y="255858"/>
                    <a:pt x="231480" y="225789"/>
                  </a:cubicBezTo>
                  <a:cubicBezTo>
                    <a:pt x="231480" y="225789"/>
                    <a:pt x="231480" y="225789"/>
                    <a:pt x="201287" y="225789"/>
                  </a:cubicBezTo>
                  <a:close/>
                  <a:moveTo>
                    <a:pt x="95611" y="163146"/>
                  </a:moveTo>
                  <a:cubicBezTo>
                    <a:pt x="95611" y="163146"/>
                    <a:pt x="95611" y="163146"/>
                    <a:pt x="332123" y="163146"/>
                  </a:cubicBezTo>
                  <a:cubicBezTo>
                    <a:pt x="389993" y="198226"/>
                    <a:pt x="427734" y="260870"/>
                    <a:pt x="427734" y="328524"/>
                  </a:cubicBezTo>
                  <a:cubicBezTo>
                    <a:pt x="427734" y="353581"/>
                    <a:pt x="422702" y="378639"/>
                    <a:pt x="415154" y="401190"/>
                  </a:cubicBezTo>
                  <a:cubicBezTo>
                    <a:pt x="415154" y="401190"/>
                    <a:pt x="410122" y="411213"/>
                    <a:pt x="407606" y="416224"/>
                  </a:cubicBezTo>
                  <a:cubicBezTo>
                    <a:pt x="402573" y="428753"/>
                    <a:pt x="395025" y="446293"/>
                    <a:pt x="397541" y="451305"/>
                  </a:cubicBezTo>
                  <a:cubicBezTo>
                    <a:pt x="410122" y="468845"/>
                    <a:pt x="410122" y="488890"/>
                    <a:pt x="402573" y="503925"/>
                  </a:cubicBezTo>
                  <a:cubicBezTo>
                    <a:pt x="387477" y="528982"/>
                    <a:pt x="352252" y="536499"/>
                    <a:pt x="319543" y="518959"/>
                  </a:cubicBezTo>
                  <a:cubicBezTo>
                    <a:pt x="314511" y="516453"/>
                    <a:pt x="299414" y="513948"/>
                    <a:pt x="276769" y="518959"/>
                  </a:cubicBezTo>
                  <a:cubicBezTo>
                    <a:pt x="256641" y="523971"/>
                    <a:pt x="236512" y="528982"/>
                    <a:pt x="213867" y="528982"/>
                  </a:cubicBezTo>
                  <a:cubicBezTo>
                    <a:pt x="193739" y="528982"/>
                    <a:pt x="173610" y="523971"/>
                    <a:pt x="153481" y="518959"/>
                  </a:cubicBezTo>
                  <a:cubicBezTo>
                    <a:pt x="125804" y="511442"/>
                    <a:pt x="108192" y="518959"/>
                    <a:pt x="108192" y="518959"/>
                  </a:cubicBezTo>
                  <a:cubicBezTo>
                    <a:pt x="75483" y="533994"/>
                    <a:pt x="40257" y="528982"/>
                    <a:pt x="25161" y="503925"/>
                  </a:cubicBezTo>
                  <a:cubicBezTo>
                    <a:pt x="17612" y="486385"/>
                    <a:pt x="20128" y="466339"/>
                    <a:pt x="30193" y="448799"/>
                  </a:cubicBezTo>
                  <a:cubicBezTo>
                    <a:pt x="32709" y="443787"/>
                    <a:pt x="27677" y="428753"/>
                    <a:pt x="22644" y="416224"/>
                  </a:cubicBezTo>
                  <a:cubicBezTo>
                    <a:pt x="7548" y="391167"/>
                    <a:pt x="0" y="361099"/>
                    <a:pt x="0" y="328524"/>
                  </a:cubicBezTo>
                  <a:cubicBezTo>
                    <a:pt x="0" y="260870"/>
                    <a:pt x="37741" y="198226"/>
                    <a:pt x="95611" y="163146"/>
                  </a:cubicBezTo>
                  <a:close/>
                  <a:moveTo>
                    <a:pt x="213868" y="0"/>
                  </a:moveTo>
                  <a:cubicBezTo>
                    <a:pt x="241537" y="0"/>
                    <a:pt x="264175" y="22626"/>
                    <a:pt x="271721" y="55307"/>
                  </a:cubicBezTo>
                  <a:cubicBezTo>
                    <a:pt x="301905" y="35196"/>
                    <a:pt x="329574" y="30168"/>
                    <a:pt x="344666" y="42737"/>
                  </a:cubicBezTo>
                  <a:cubicBezTo>
                    <a:pt x="359758" y="60335"/>
                    <a:pt x="347182" y="100559"/>
                    <a:pt x="314482" y="130726"/>
                  </a:cubicBezTo>
                  <a:lnTo>
                    <a:pt x="113254" y="130726"/>
                  </a:lnTo>
                  <a:cubicBezTo>
                    <a:pt x="80555" y="100559"/>
                    <a:pt x="67978" y="60335"/>
                    <a:pt x="85586" y="42737"/>
                  </a:cubicBezTo>
                  <a:cubicBezTo>
                    <a:pt x="98162" y="30168"/>
                    <a:pt x="128347" y="35196"/>
                    <a:pt x="156015" y="55307"/>
                  </a:cubicBezTo>
                  <a:cubicBezTo>
                    <a:pt x="163561" y="22626"/>
                    <a:pt x="186199" y="0"/>
                    <a:pt x="21386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61" name="26700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1262623" y="1599752"/>
            <a:ext cx="9509192" cy="6860277"/>
            <a:chOff x="1262623" y="1599752"/>
            <a:chExt cx="9509192" cy="6860277"/>
          </a:xfrm>
        </p:grpSpPr>
        <p:grpSp>
          <p:nvGrpSpPr>
            <p:cNvPr id="62" name="ïṩļíḓe"/>
            <p:cNvGrpSpPr/>
            <p:nvPr/>
          </p:nvGrpSpPr>
          <p:grpSpPr>
            <a:xfrm>
              <a:off x="4815141" y="2925678"/>
              <a:ext cx="2549016" cy="3932322"/>
              <a:chOff x="4815142" y="2925678"/>
              <a:chExt cx="2549016" cy="3932322"/>
            </a:xfrm>
          </p:grpSpPr>
          <p:sp>
            <p:nvSpPr>
              <p:cNvPr id="94" name="ïşḻiďé"/>
              <p:cNvSpPr/>
              <p:nvPr/>
            </p:nvSpPr>
            <p:spPr>
              <a:xfrm>
                <a:off x="6818728" y="6282314"/>
                <a:ext cx="135656" cy="438290"/>
              </a:xfrm>
              <a:custGeom>
                <a:avLst/>
                <a:gdLst/>
                <a:ahLst/>
                <a:cxnLst>
                  <a:cxn ang="0">
                    <a:pos x="wd2" y="hd2"/>
                  </a:cxn>
                  <a:cxn ang="5400000">
                    <a:pos x="wd2" y="hd2"/>
                  </a:cxn>
                  <a:cxn ang="10800000">
                    <a:pos x="wd2" y="hd2"/>
                  </a:cxn>
                  <a:cxn ang="16200000">
                    <a:pos x="wd2" y="hd2"/>
                  </a:cxn>
                </a:cxnLst>
                <a:rect l="0" t="0" r="r" b="b"/>
                <a:pathLst>
                  <a:path w="21600" h="21600" extrusionOk="0">
                    <a:moveTo>
                      <a:pt x="5682" y="0"/>
                    </a:moveTo>
                    <a:lnTo>
                      <a:pt x="0" y="4122"/>
                    </a:lnTo>
                    <a:lnTo>
                      <a:pt x="4354" y="21600"/>
                    </a:lnTo>
                    <a:lnTo>
                      <a:pt x="21600" y="13430"/>
                    </a:lnTo>
                    <a:lnTo>
                      <a:pt x="5682" y="0"/>
                    </a:lnTo>
                    <a:close/>
                  </a:path>
                </a:pathLst>
              </a:custGeom>
              <a:solidFill>
                <a:srgbClr val="E5E5E5"/>
              </a:solidFill>
              <a:ln w="12700" cap="flat">
                <a:noFill/>
                <a:miter lim="400000"/>
              </a:ln>
              <a:effectLst/>
            </p:spPr>
            <p:txBody>
              <a:bodyPr wrap="square" lIns="91440" tIns="45720" rIns="91440" bIns="45720" numCol="1" anchor="ctr">
                <a:normAutofit fontScale="7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5" name="îṥlídê"/>
              <p:cNvSpPr/>
              <p:nvPr/>
            </p:nvSpPr>
            <p:spPr>
              <a:xfrm flipH="1">
                <a:off x="5255866" y="6282113"/>
                <a:ext cx="118852" cy="440470"/>
              </a:xfrm>
              <a:custGeom>
                <a:avLst/>
                <a:gdLst/>
                <a:ahLst/>
                <a:cxnLst>
                  <a:cxn ang="0">
                    <a:pos x="wd2" y="hd2"/>
                  </a:cxn>
                  <a:cxn ang="5400000">
                    <a:pos x="wd2" y="hd2"/>
                  </a:cxn>
                  <a:cxn ang="10800000">
                    <a:pos x="wd2" y="hd2"/>
                  </a:cxn>
                  <a:cxn ang="16200000">
                    <a:pos x="wd2" y="hd2"/>
                  </a:cxn>
                </a:cxnLst>
                <a:rect l="0" t="0" r="r" b="b"/>
                <a:pathLst>
                  <a:path w="21600" h="21600" extrusionOk="0">
                    <a:moveTo>
                      <a:pt x="12206" y="0"/>
                    </a:moveTo>
                    <a:lnTo>
                      <a:pt x="0" y="4621"/>
                    </a:lnTo>
                    <a:lnTo>
                      <a:pt x="4969" y="21600"/>
                    </a:lnTo>
                    <a:lnTo>
                      <a:pt x="21600" y="13882"/>
                    </a:lnTo>
                    <a:lnTo>
                      <a:pt x="12206" y="0"/>
                    </a:lnTo>
                    <a:close/>
                  </a:path>
                </a:pathLst>
              </a:custGeom>
              <a:solidFill>
                <a:srgbClr val="E5E5E5"/>
              </a:solidFill>
              <a:ln w="12700" cap="flat">
                <a:noFill/>
                <a:miter lim="400000"/>
              </a:ln>
              <a:effectLst/>
            </p:spPr>
            <p:txBody>
              <a:bodyPr wrap="square" lIns="91440" tIns="45720" rIns="91440" bIns="45720" numCol="1" anchor="ctr">
                <a:normAutofit fontScale="7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6" name="işľîdé"/>
              <p:cNvSpPr/>
              <p:nvPr/>
            </p:nvSpPr>
            <p:spPr>
              <a:xfrm>
                <a:off x="5345518" y="6176342"/>
                <a:ext cx="1542421" cy="681658"/>
              </a:xfrm>
              <a:custGeom>
                <a:avLst/>
                <a:gdLst/>
                <a:ahLst/>
                <a:cxnLst>
                  <a:cxn ang="0">
                    <a:pos x="wd2" y="hd2"/>
                  </a:cxn>
                  <a:cxn ang="5400000">
                    <a:pos x="wd2" y="hd2"/>
                  </a:cxn>
                  <a:cxn ang="10800000">
                    <a:pos x="wd2" y="hd2"/>
                  </a:cxn>
                  <a:cxn ang="16200000">
                    <a:pos x="wd2" y="hd2"/>
                  </a:cxn>
                </a:cxnLst>
                <a:rect l="0" t="0" r="r" b="b"/>
                <a:pathLst>
                  <a:path w="21591" h="21600" extrusionOk="0">
                    <a:moveTo>
                      <a:pt x="593" y="0"/>
                    </a:moveTo>
                    <a:cubicBezTo>
                      <a:pt x="303" y="4387"/>
                      <a:pt x="118" y="8797"/>
                      <a:pt x="40" y="13221"/>
                    </a:cubicBezTo>
                    <a:cubicBezTo>
                      <a:pt x="-9" y="16013"/>
                      <a:pt x="-4" y="18806"/>
                      <a:pt x="10" y="21600"/>
                    </a:cubicBezTo>
                    <a:lnTo>
                      <a:pt x="21591" y="21600"/>
                    </a:lnTo>
                    <a:cubicBezTo>
                      <a:pt x="21558" y="20996"/>
                      <a:pt x="21526" y="20393"/>
                      <a:pt x="21494" y="19789"/>
                    </a:cubicBezTo>
                    <a:cubicBezTo>
                      <a:pt x="21462" y="19185"/>
                      <a:pt x="21430" y="18581"/>
                      <a:pt x="21398" y="17977"/>
                    </a:cubicBezTo>
                    <a:lnTo>
                      <a:pt x="20174" y="60"/>
                    </a:lnTo>
                    <a:lnTo>
                      <a:pt x="593" y="0"/>
                    </a:ln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fontScale="95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7" name="ïsḻïḓe"/>
              <p:cNvSpPr/>
              <p:nvPr/>
            </p:nvSpPr>
            <p:spPr>
              <a:xfrm>
                <a:off x="5762181" y="4033905"/>
                <a:ext cx="617010" cy="2155888"/>
              </a:xfrm>
              <a:custGeom>
                <a:avLst/>
                <a:gdLst/>
                <a:ahLst/>
                <a:cxnLst>
                  <a:cxn ang="0">
                    <a:pos x="wd2" y="hd2"/>
                  </a:cxn>
                  <a:cxn ang="5400000">
                    <a:pos x="wd2" y="hd2"/>
                  </a:cxn>
                  <a:cxn ang="10800000">
                    <a:pos x="wd2" y="hd2"/>
                  </a:cxn>
                  <a:cxn ang="16200000">
                    <a:pos x="wd2" y="hd2"/>
                  </a:cxn>
                </a:cxnLst>
                <a:rect l="0" t="0" r="r" b="b"/>
                <a:pathLst>
                  <a:path w="21600" h="21600" extrusionOk="0">
                    <a:moveTo>
                      <a:pt x="2009" y="3"/>
                    </a:moveTo>
                    <a:cubicBezTo>
                      <a:pt x="1684" y="497"/>
                      <a:pt x="1506" y="997"/>
                      <a:pt x="1477" y="1499"/>
                    </a:cubicBezTo>
                    <a:cubicBezTo>
                      <a:pt x="1449" y="1999"/>
                      <a:pt x="1568" y="2498"/>
                      <a:pt x="1717" y="2997"/>
                    </a:cubicBezTo>
                    <a:cubicBezTo>
                      <a:pt x="2034" y="4055"/>
                      <a:pt x="2478" y="5096"/>
                      <a:pt x="2927" y="6140"/>
                    </a:cubicBezTo>
                    <a:cubicBezTo>
                      <a:pt x="4091" y="8851"/>
                      <a:pt x="5274" y="11589"/>
                      <a:pt x="6213" y="14329"/>
                    </a:cubicBezTo>
                    <a:cubicBezTo>
                      <a:pt x="6537" y="15274"/>
                      <a:pt x="6843" y="16218"/>
                      <a:pt x="6535" y="17170"/>
                    </a:cubicBezTo>
                    <a:cubicBezTo>
                      <a:pt x="6432" y="17490"/>
                      <a:pt x="6262" y="17805"/>
                      <a:pt x="6039" y="18112"/>
                    </a:cubicBezTo>
                    <a:cubicBezTo>
                      <a:pt x="4982" y="19566"/>
                      <a:pt x="2834" y="20798"/>
                      <a:pt x="0" y="21600"/>
                    </a:cubicBezTo>
                    <a:lnTo>
                      <a:pt x="21600" y="21600"/>
                    </a:lnTo>
                    <a:cubicBezTo>
                      <a:pt x="18767" y="20797"/>
                      <a:pt x="16627" y="19566"/>
                      <a:pt x="15570" y="18112"/>
                    </a:cubicBezTo>
                    <a:cubicBezTo>
                      <a:pt x="15347" y="17805"/>
                      <a:pt x="15177" y="17490"/>
                      <a:pt x="15074" y="17170"/>
                    </a:cubicBezTo>
                    <a:cubicBezTo>
                      <a:pt x="14768" y="16218"/>
                      <a:pt x="15079" y="15274"/>
                      <a:pt x="15396" y="14329"/>
                    </a:cubicBezTo>
                    <a:cubicBezTo>
                      <a:pt x="16313" y="11592"/>
                      <a:pt x="17362" y="8853"/>
                      <a:pt x="18616" y="6149"/>
                    </a:cubicBezTo>
                    <a:cubicBezTo>
                      <a:pt x="19100" y="5105"/>
                      <a:pt x="19615" y="4064"/>
                      <a:pt x="19913" y="3003"/>
                    </a:cubicBezTo>
                    <a:cubicBezTo>
                      <a:pt x="20052" y="2504"/>
                      <a:pt x="20142" y="2004"/>
                      <a:pt x="20092" y="1504"/>
                    </a:cubicBezTo>
                    <a:cubicBezTo>
                      <a:pt x="20042" y="999"/>
                      <a:pt x="19849" y="496"/>
                      <a:pt x="19516" y="0"/>
                    </a:cubicBezTo>
                    <a:lnTo>
                      <a:pt x="10800" y="116"/>
                    </a:lnTo>
                    <a:lnTo>
                      <a:pt x="2009" y="3"/>
                    </a:lnTo>
                    <a:close/>
                  </a:path>
                </a:pathLst>
              </a:custGeom>
              <a:solidFill>
                <a:schemeClr val="bg1"/>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8" name="îsḻídé"/>
              <p:cNvSpPr/>
              <p:nvPr/>
            </p:nvSpPr>
            <p:spPr>
              <a:xfrm>
                <a:off x="4815142" y="4037086"/>
                <a:ext cx="1255396" cy="2656817"/>
              </a:xfrm>
              <a:custGeom>
                <a:avLst/>
                <a:gdLst/>
                <a:ahLst/>
                <a:cxnLst>
                  <a:cxn ang="0">
                    <a:pos x="wd2" y="hd2"/>
                  </a:cxn>
                  <a:cxn ang="5400000">
                    <a:pos x="wd2" y="hd2"/>
                  </a:cxn>
                  <a:cxn ang="10800000">
                    <a:pos x="wd2" y="hd2"/>
                  </a:cxn>
                  <a:cxn ang="16200000">
                    <a:pos x="wd2" y="hd2"/>
                  </a:cxn>
                </a:cxnLst>
                <a:rect l="0" t="0" r="r" b="b"/>
                <a:pathLst>
                  <a:path w="21294" h="21600" extrusionOk="0">
                    <a:moveTo>
                      <a:pt x="21294" y="0"/>
                    </a:moveTo>
                    <a:cubicBezTo>
                      <a:pt x="20812" y="4"/>
                      <a:pt x="20328" y="14"/>
                      <a:pt x="19847" y="15"/>
                    </a:cubicBezTo>
                    <a:cubicBezTo>
                      <a:pt x="19598" y="15"/>
                      <a:pt x="19348" y="21"/>
                      <a:pt x="19098" y="21"/>
                    </a:cubicBezTo>
                    <a:lnTo>
                      <a:pt x="21294" y="68"/>
                    </a:lnTo>
                    <a:lnTo>
                      <a:pt x="21294" y="0"/>
                    </a:lnTo>
                    <a:close/>
                    <a:moveTo>
                      <a:pt x="16889" y="55"/>
                    </a:moveTo>
                    <a:cubicBezTo>
                      <a:pt x="16329" y="77"/>
                      <a:pt x="15772" y="109"/>
                      <a:pt x="15219" y="166"/>
                    </a:cubicBezTo>
                    <a:cubicBezTo>
                      <a:pt x="14672" y="223"/>
                      <a:pt x="14137" y="302"/>
                      <a:pt x="13607" y="388"/>
                    </a:cubicBezTo>
                    <a:cubicBezTo>
                      <a:pt x="12970" y="493"/>
                      <a:pt x="12342" y="610"/>
                      <a:pt x="11728" y="743"/>
                    </a:cubicBezTo>
                    <a:cubicBezTo>
                      <a:pt x="9126" y="1306"/>
                      <a:pt x="6789" y="2153"/>
                      <a:pt x="5364" y="3339"/>
                    </a:cubicBezTo>
                    <a:cubicBezTo>
                      <a:pt x="4802" y="3806"/>
                      <a:pt x="4405" y="4312"/>
                      <a:pt x="4059" y="4824"/>
                    </a:cubicBezTo>
                    <a:cubicBezTo>
                      <a:pt x="3695" y="5361"/>
                      <a:pt x="3380" y="5917"/>
                      <a:pt x="3070" y="6472"/>
                    </a:cubicBezTo>
                    <a:cubicBezTo>
                      <a:pt x="2350" y="7763"/>
                      <a:pt x="1624" y="9080"/>
                      <a:pt x="888" y="10372"/>
                    </a:cubicBezTo>
                    <a:cubicBezTo>
                      <a:pt x="305" y="11395"/>
                      <a:pt x="-306" y="12448"/>
                      <a:pt x="171" y="13486"/>
                    </a:cubicBezTo>
                    <a:cubicBezTo>
                      <a:pt x="320" y="13812"/>
                      <a:pt x="576" y="14124"/>
                      <a:pt x="817" y="14436"/>
                    </a:cubicBezTo>
                    <a:cubicBezTo>
                      <a:pt x="1587" y="15436"/>
                      <a:pt x="2220" y="16459"/>
                      <a:pt x="3021" y="17452"/>
                    </a:cubicBezTo>
                    <a:cubicBezTo>
                      <a:pt x="4202" y="18917"/>
                      <a:pt x="5740" y="20309"/>
                      <a:pt x="7604" y="21600"/>
                    </a:cubicBezTo>
                    <a:cubicBezTo>
                      <a:pt x="7760" y="21089"/>
                      <a:pt x="7926" y="20579"/>
                      <a:pt x="8103" y="20069"/>
                    </a:cubicBezTo>
                    <a:cubicBezTo>
                      <a:pt x="8335" y="19399"/>
                      <a:pt x="8584" y="18730"/>
                      <a:pt x="8850" y="18062"/>
                    </a:cubicBezTo>
                    <a:lnTo>
                      <a:pt x="6571" y="12635"/>
                    </a:lnTo>
                    <a:lnTo>
                      <a:pt x="9519" y="9482"/>
                    </a:lnTo>
                    <a:cubicBezTo>
                      <a:pt x="10490" y="10210"/>
                      <a:pt x="11116" y="11031"/>
                      <a:pt x="11354" y="11888"/>
                    </a:cubicBezTo>
                    <a:cubicBezTo>
                      <a:pt x="11503" y="12424"/>
                      <a:pt x="11497" y="12969"/>
                      <a:pt x="11336" y="13503"/>
                    </a:cubicBezTo>
                    <a:cubicBezTo>
                      <a:pt x="10976" y="14194"/>
                      <a:pt x="10654" y="14888"/>
                      <a:pt x="10369" y="15587"/>
                    </a:cubicBezTo>
                    <a:cubicBezTo>
                      <a:pt x="10118" y="16204"/>
                      <a:pt x="9898" y="16824"/>
                      <a:pt x="9706" y="17446"/>
                    </a:cubicBezTo>
                    <a:lnTo>
                      <a:pt x="16155" y="17455"/>
                    </a:lnTo>
                    <a:cubicBezTo>
                      <a:pt x="17480" y="16803"/>
                      <a:pt x="18486" y="15824"/>
                      <a:pt x="18987" y="14671"/>
                    </a:cubicBezTo>
                    <a:cubicBezTo>
                      <a:pt x="19095" y="14422"/>
                      <a:pt x="19178" y="14167"/>
                      <a:pt x="19228" y="13907"/>
                    </a:cubicBezTo>
                    <a:cubicBezTo>
                      <a:pt x="19375" y="13134"/>
                      <a:pt x="19218" y="12369"/>
                      <a:pt x="19072" y="11602"/>
                    </a:cubicBezTo>
                    <a:cubicBezTo>
                      <a:pt x="18647" y="9380"/>
                      <a:pt x="18261" y="7151"/>
                      <a:pt x="17615" y="4961"/>
                    </a:cubicBezTo>
                    <a:cubicBezTo>
                      <a:pt x="17365" y="4112"/>
                      <a:pt x="17076" y="3269"/>
                      <a:pt x="16930" y="2406"/>
                    </a:cubicBezTo>
                    <a:cubicBezTo>
                      <a:pt x="16797" y="1626"/>
                      <a:pt x="16786" y="838"/>
                      <a:pt x="16889" y="55"/>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99" name="íṩḷïḓe"/>
              <p:cNvSpPr/>
              <p:nvPr/>
            </p:nvSpPr>
            <p:spPr>
              <a:xfrm>
                <a:off x="6189279" y="4040237"/>
                <a:ext cx="1174879" cy="2586451"/>
              </a:xfrm>
              <a:custGeom>
                <a:avLst/>
                <a:gdLst/>
                <a:ahLst/>
                <a:cxnLst>
                  <a:cxn ang="0">
                    <a:pos x="wd2" y="hd2"/>
                  </a:cxn>
                  <a:cxn ang="5400000">
                    <a:pos x="wd2" y="hd2"/>
                  </a:cxn>
                  <a:cxn ang="10800000">
                    <a:pos x="wd2" y="hd2"/>
                  </a:cxn>
                  <a:cxn ang="16200000">
                    <a:pos x="wd2" y="hd2"/>
                  </a:cxn>
                </a:cxnLst>
                <a:rect l="0" t="0" r="r" b="b"/>
                <a:pathLst>
                  <a:path w="21186" h="21600" extrusionOk="0">
                    <a:moveTo>
                      <a:pt x="2544" y="0"/>
                    </a:moveTo>
                    <a:cubicBezTo>
                      <a:pt x="2658" y="814"/>
                      <a:pt x="2648" y="1634"/>
                      <a:pt x="2506" y="2445"/>
                    </a:cubicBezTo>
                    <a:cubicBezTo>
                      <a:pt x="2350" y="3331"/>
                      <a:pt x="2042" y="4198"/>
                      <a:pt x="1777" y="5069"/>
                    </a:cubicBezTo>
                    <a:cubicBezTo>
                      <a:pt x="1091" y="7319"/>
                      <a:pt x="682" y="9609"/>
                      <a:pt x="228" y="11891"/>
                    </a:cubicBezTo>
                    <a:cubicBezTo>
                      <a:pt x="72" y="12678"/>
                      <a:pt x="-94" y="13465"/>
                      <a:pt x="63" y="14259"/>
                    </a:cubicBezTo>
                    <a:cubicBezTo>
                      <a:pt x="115" y="14526"/>
                      <a:pt x="203" y="14788"/>
                      <a:pt x="318" y="15044"/>
                    </a:cubicBezTo>
                    <a:cubicBezTo>
                      <a:pt x="851" y="16228"/>
                      <a:pt x="1916" y="17233"/>
                      <a:pt x="3325" y="17903"/>
                    </a:cubicBezTo>
                    <a:lnTo>
                      <a:pt x="10810" y="17901"/>
                    </a:lnTo>
                    <a:cubicBezTo>
                      <a:pt x="10550" y="17262"/>
                      <a:pt x="10285" y="16623"/>
                      <a:pt x="10015" y="15985"/>
                    </a:cubicBezTo>
                    <a:cubicBezTo>
                      <a:pt x="9741" y="15339"/>
                      <a:pt x="9461" y="14691"/>
                      <a:pt x="9177" y="14048"/>
                    </a:cubicBezTo>
                    <a:cubicBezTo>
                      <a:pt x="9210" y="13423"/>
                      <a:pt x="9342" y="12803"/>
                      <a:pt x="9575" y="12185"/>
                    </a:cubicBezTo>
                    <a:cubicBezTo>
                      <a:pt x="9892" y="11340"/>
                      <a:pt x="10393" y="10512"/>
                      <a:pt x="11071" y="9714"/>
                    </a:cubicBezTo>
                    <a:lnTo>
                      <a:pt x="14205" y="12952"/>
                    </a:lnTo>
                    <a:lnTo>
                      <a:pt x="11842" y="18519"/>
                    </a:lnTo>
                    <a:cubicBezTo>
                      <a:pt x="12063" y="19130"/>
                      <a:pt x="12410" y="19729"/>
                      <a:pt x="12879" y="20309"/>
                    </a:cubicBezTo>
                    <a:cubicBezTo>
                      <a:pt x="13239" y="20753"/>
                      <a:pt x="13670" y="21185"/>
                      <a:pt x="14167" y="21600"/>
                    </a:cubicBezTo>
                    <a:cubicBezTo>
                      <a:pt x="15384" y="20482"/>
                      <a:pt x="16504" y="19341"/>
                      <a:pt x="17524" y="18182"/>
                    </a:cubicBezTo>
                    <a:cubicBezTo>
                      <a:pt x="18506" y="17064"/>
                      <a:pt x="19395" y="15930"/>
                      <a:pt x="20322" y="14803"/>
                    </a:cubicBezTo>
                    <a:cubicBezTo>
                      <a:pt x="20585" y="14483"/>
                      <a:pt x="20852" y="14162"/>
                      <a:pt x="21009" y="13827"/>
                    </a:cubicBezTo>
                    <a:cubicBezTo>
                      <a:pt x="21506" y="12760"/>
                      <a:pt x="20861" y="11679"/>
                      <a:pt x="20246" y="10628"/>
                    </a:cubicBezTo>
                    <a:cubicBezTo>
                      <a:pt x="19470" y="9301"/>
                      <a:pt x="18698" y="7946"/>
                      <a:pt x="17926" y="6622"/>
                    </a:cubicBezTo>
                    <a:cubicBezTo>
                      <a:pt x="17594" y="6052"/>
                      <a:pt x="17254" y="5482"/>
                      <a:pt x="16875" y="4929"/>
                    </a:cubicBezTo>
                    <a:cubicBezTo>
                      <a:pt x="16514" y="4402"/>
                      <a:pt x="16109" y="3878"/>
                      <a:pt x="15493" y="3403"/>
                    </a:cubicBezTo>
                    <a:cubicBezTo>
                      <a:pt x="13978" y="2238"/>
                      <a:pt x="11414" y="1495"/>
                      <a:pt x="8727" y="947"/>
                    </a:cubicBezTo>
                    <a:cubicBezTo>
                      <a:pt x="7504" y="698"/>
                      <a:pt x="6247" y="485"/>
                      <a:pt x="4991" y="274"/>
                    </a:cubicBezTo>
                    <a:cubicBezTo>
                      <a:pt x="4196" y="140"/>
                      <a:pt x="3380" y="13"/>
                      <a:pt x="2544" y="0"/>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0" name="ïṡḷiḍê"/>
              <p:cNvSpPr/>
              <p:nvPr/>
            </p:nvSpPr>
            <p:spPr>
              <a:xfrm>
                <a:off x="5843967" y="3995551"/>
                <a:ext cx="453472" cy="14653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350"/>
                    </a:lnTo>
                    <a:lnTo>
                      <a:pt x="1989" y="20724"/>
                    </a:lnTo>
                    <a:lnTo>
                      <a:pt x="19176" y="21600"/>
                    </a:lnTo>
                    <a:lnTo>
                      <a:pt x="21600" y="0"/>
                    </a:lnTo>
                    <a:close/>
                  </a:path>
                </a:pathLst>
              </a:custGeom>
              <a:solidFill>
                <a:schemeClr val="bg1">
                  <a:lumMod val="75000"/>
                </a:schemeClr>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1" name="ïṥḷiḑè"/>
              <p:cNvSpPr/>
              <p:nvPr/>
            </p:nvSpPr>
            <p:spPr>
              <a:xfrm flipH="1">
                <a:off x="5895868" y="3956716"/>
                <a:ext cx="354215" cy="396252"/>
              </a:xfrm>
              <a:custGeom>
                <a:avLst/>
                <a:gdLst/>
                <a:ahLst/>
                <a:cxnLst>
                  <a:cxn ang="0">
                    <a:pos x="wd2" y="hd2"/>
                  </a:cxn>
                  <a:cxn ang="5400000">
                    <a:pos x="wd2" y="hd2"/>
                  </a:cxn>
                  <a:cxn ang="10800000">
                    <a:pos x="wd2" y="hd2"/>
                  </a:cxn>
                  <a:cxn ang="16200000">
                    <a:pos x="wd2" y="hd2"/>
                  </a:cxn>
                </a:cxnLst>
                <a:rect l="0" t="0" r="r" b="b"/>
                <a:pathLst>
                  <a:path w="21600" h="21600" extrusionOk="0">
                    <a:moveTo>
                      <a:pt x="2726" y="0"/>
                    </a:moveTo>
                    <a:cubicBezTo>
                      <a:pt x="2568" y="1299"/>
                      <a:pt x="2341" y="2590"/>
                      <a:pt x="2046" y="3870"/>
                    </a:cubicBezTo>
                    <a:cubicBezTo>
                      <a:pt x="1552" y="6020"/>
                      <a:pt x="867" y="8131"/>
                      <a:pt x="0" y="10184"/>
                    </a:cubicBezTo>
                    <a:lnTo>
                      <a:pt x="10993" y="21600"/>
                    </a:lnTo>
                    <a:lnTo>
                      <a:pt x="21600" y="10184"/>
                    </a:lnTo>
                    <a:cubicBezTo>
                      <a:pt x="20733" y="8131"/>
                      <a:pt x="20048" y="6020"/>
                      <a:pt x="19554" y="3870"/>
                    </a:cubicBezTo>
                    <a:cubicBezTo>
                      <a:pt x="19259" y="2590"/>
                      <a:pt x="19032" y="1299"/>
                      <a:pt x="18874" y="0"/>
                    </a:cubicBezTo>
                    <a:lnTo>
                      <a:pt x="2726" y="0"/>
                    </a:lnTo>
                    <a:close/>
                  </a:path>
                </a:pathLst>
              </a:custGeom>
              <a:solidFill>
                <a:schemeClr val="bg1">
                  <a:lumMod val="85000"/>
                </a:schemeClr>
              </a:solidFill>
              <a:ln w="12700" cap="flat">
                <a:noFill/>
                <a:miter lim="400000"/>
              </a:ln>
              <a:effectLst/>
            </p:spPr>
            <p:txBody>
              <a:bodyPr wrap="square" lIns="91440" tIns="45720" rIns="91440" bIns="45720" numCol="1" anchor="ctr">
                <a:normAutofit fontScale="6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2" name="ïś1îḓé"/>
              <p:cNvSpPr/>
              <p:nvPr/>
            </p:nvSpPr>
            <p:spPr>
              <a:xfrm flipH="1">
                <a:off x="6066748" y="3997980"/>
                <a:ext cx="311008" cy="460670"/>
              </a:xfrm>
              <a:custGeom>
                <a:avLst/>
                <a:gdLst/>
                <a:ahLst/>
                <a:cxnLst>
                  <a:cxn ang="0">
                    <a:pos x="wd2" y="hd2"/>
                  </a:cxn>
                  <a:cxn ang="5400000">
                    <a:pos x="wd2" y="hd2"/>
                  </a:cxn>
                  <a:cxn ang="10800000">
                    <a:pos x="wd2" y="hd2"/>
                  </a:cxn>
                  <a:cxn ang="16200000">
                    <a:pos x="wd2" y="hd2"/>
                  </a:cxn>
                </a:cxnLst>
                <a:rect l="0" t="0" r="r" b="b"/>
                <a:pathLst>
                  <a:path w="21600" h="21600" extrusionOk="0">
                    <a:moveTo>
                      <a:pt x="5813" y="0"/>
                    </a:moveTo>
                    <a:lnTo>
                      <a:pt x="21600" y="16608"/>
                    </a:lnTo>
                    <a:lnTo>
                      <a:pt x="7845" y="21600"/>
                    </a:lnTo>
                    <a:lnTo>
                      <a:pt x="0" y="4798"/>
                    </a:lnTo>
                    <a:lnTo>
                      <a:pt x="5813" y="0"/>
                    </a:lnTo>
                    <a:close/>
                  </a:path>
                </a:pathLst>
              </a:custGeom>
              <a:solidFill>
                <a:schemeClr val="bg1">
                  <a:lumMod val="95000"/>
                </a:schemeClr>
              </a:solidFill>
              <a:ln w="12700" cap="flat">
                <a:noFill/>
                <a:miter lim="400000"/>
              </a:ln>
              <a:effectLst/>
            </p:spPr>
            <p:txBody>
              <a:bodyPr wrap="square" lIns="91440" tIns="45720" rIns="91440" bIns="45720" numCol="1" anchor="ctr">
                <a:normAutofit fontScale="800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3" name="îşlîḍê"/>
              <p:cNvSpPr/>
              <p:nvPr/>
            </p:nvSpPr>
            <p:spPr>
              <a:xfrm>
                <a:off x="5769440" y="4005287"/>
                <a:ext cx="300050" cy="456004"/>
              </a:xfrm>
              <a:custGeom>
                <a:avLst/>
                <a:gdLst/>
                <a:ahLst/>
                <a:cxnLst>
                  <a:cxn ang="0">
                    <a:pos x="wd2" y="hd2"/>
                  </a:cxn>
                  <a:cxn ang="5400000">
                    <a:pos x="wd2" y="hd2"/>
                  </a:cxn>
                  <a:cxn ang="10800000">
                    <a:pos x="wd2" y="hd2"/>
                  </a:cxn>
                  <a:cxn ang="16200000">
                    <a:pos x="wd2" y="hd2"/>
                  </a:cxn>
                </a:cxnLst>
                <a:rect l="0" t="0" r="r" b="b"/>
                <a:pathLst>
                  <a:path w="21600" h="21600" extrusionOk="0">
                    <a:moveTo>
                      <a:pt x="5465" y="0"/>
                    </a:moveTo>
                    <a:lnTo>
                      <a:pt x="21600" y="16462"/>
                    </a:lnTo>
                    <a:lnTo>
                      <a:pt x="10100" y="21600"/>
                    </a:lnTo>
                    <a:lnTo>
                      <a:pt x="0" y="3743"/>
                    </a:lnTo>
                    <a:lnTo>
                      <a:pt x="5465" y="0"/>
                    </a:lnTo>
                    <a:close/>
                  </a:path>
                </a:pathLst>
              </a:custGeom>
              <a:solidFill>
                <a:schemeClr val="bg1">
                  <a:lumMod val="95000"/>
                </a:schemeClr>
              </a:solidFill>
              <a:ln w="12700" cap="flat">
                <a:noFill/>
                <a:miter lim="400000"/>
              </a:ln>
              <a:effectLst/>
            </p:spPr>
            <p:txBody>
              <a:bodyPr wrap="square" lIns="91440" tIns="45720" rIns="91440" bIns="45720" numCol="1" anchor="ctr">
                <a:normAutofit fontScale="72500" lnSpcReduction="20000"/>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4" name="î$ľîďé"/>
              <p:cNvSpPr/>
              <p:nvPr/>
            </p:nvSpPr>
            <p:spPr>
              <a:xfrm>
                <a:off x="5654948" y="3168788"/>
                <a:ext cx="835906" cy="926519"/>
              </a:xfrm>
              <a:custGeom>
                <a:avLst/>
                <a:gdLst/>
                <a:ahLst/>
                <a:cxnLst>
                  <a:cxn ang="0">
                    <a:pos x="wd2" y="hd2"/>
                  </a:cxn>
                  <a:cxn ang="5400000">
                    <a:pos x="wd2" y="hd2"/>
                  </a:cxn>
                  <a:cxn ang="10800000">
                    <a:pos x="wd2" y="hd2"/>
                  </a:cxn>
                  <a:cxn ang="16200000">
                    <a:pos x="wd2" y="hd2"/>
                  </a:cxn>
                </a:cxnLst>
                <a:rect l="0" t="0" r="r" b="b"/>
                <a:pathLst>
                  <a:path w="21319" h="21544" extrusionOk="0">
                    <a:moveTo>
                      <a:pt x="13300" y="0"/>
                    </a:moveTo>
                    <a:cubicBezTo>
                      <a:pt x="12956" y="318"/>
                      <a:pt x="12587" y="607"/>
                      <a:pt x="12192" y="871"/>
                    </a:cubicBezTo>
                    <a:cubicBezTo>
                      <a:pt x="11552" y="1300"/>
                      <a:pt x="10851" y="1648"/>
                      <a:pt x="10112" y="1913"/>
                    </a:cubicBezTo>
                    <a:cubicBezTo>
                      <a:pt x="10319" y="1723"/>
                      <a:pt x="10459" y="1484"/>
                      <a:pt x="10514" y="1221"/>
                    </a:cubicBezTo>
                    <a:cubicBezTo>
                      <a:pt x="10558" y="1008"/>
                      <a:pt x="10548" y="786"/>
                      <a:pt x="10478" y="578"/>
                    </a:cubicBezTo>
                    <a:cubicBezTo>
                      <a:pt x="9313" y="1174"/>
                      <a:pt x="8059" y="1612"/>
                      <a:pt x="6754" y="1872"/>
                    </a:cubicBezTo>
                    <a:cubicBezTo>
                      <a:pt x="5463" y="2131"/>
                      <a:pt x="4134" y="2217"/>
                      <a:pt x="2816" y="2125"/>
                    </a:cubicBezTo>
                    <a:cubicBezTo>
                      <a:pt x="2220" y="3390"/>
                      <a:pt x="1861" y="4718"/>
                      <a:pt x="1656" y="6065"/>
                    </a:cubicBezTo>
                    <a:cubicBezTo>
                      <a:pt x="1642" y="6361"/>
                      <a:pt x="1604" y="6650"/>
                      <a:pt x="1530" y="6928"/>
                    </a:cubicBezTo>
                    <a:cubicBezTo>
                      <a:pt x="1397" y="8433"/>
                      <a:pt x="1483" y="9954"/>
                      <a:pt x="1843" y="11446"/>
                    </a:cubicBezTo>
                    <a:cubicBezTo>
                      <a:pt x="1911" y="11727"/>
                      <a:pt x="1990" y="12009"/>
                      <a:pt x="2075" y="12285"/>
                    </a:cubicBezTo>
                    <a:cubicBezTo>
                      <a:pt x="1592" y="10912"/>
                      <a:pt x="1201" y="9521"/>
                      <a:pt x="861" y="8125"/>
                    </a:cubicBezTo>
                    <a:cubicBezTo>
                      <a:pt x="719" y="8264"/>
                      <a:pt x="567" y="8397"/>
                      <a:pt x="441" y="8548"/>
                    </a:cubicBezTo>
                    <a:cubicBezTo>
                      <a:pt x="-143" y="9252"/>
                      <a:pt x="-78" y="10170"/>
                      <a:pt x="236" y="10966"/>
                    </a:cubicBezTo>
                    <a:cubicBezTo>
                      <a:pt x="568" y="11810"/>
                      <a:pt x="1180" y="12555"/>
                      <a:pt x="2039" y="13083"/>
                    </a:cubicBezTo>
                    <a:cubicBezTo>
                      <a:pt x="2855" y="15320"/>
                      <a:pt x="4137" y="17291"/>
                      <a:pt x="5745" y="18953"/>
                    </a:cubicBezTo>
                    <a:cubicBezTo>
                      <a:pt x="7014" y="20263"/>
                      <a:pt x="8613" y="21485"/>
                      <a:pt x="10657" y="21541"/>
                    </a:cubicBezTo>
                    <a:cubicBezTo>
                      <a:pt x="12760" y="21600"/>
                      <a:pt x="14461" y="20433"/>
                      <a:pt x="15773" y="19124"/>
                    </a:cubicBezTo>
                    <a:cubicBezTo>
                      <a:pt x="17429" y="17472"/>
                      <a:pt x="18669" y="15428"/>
                      <a:pt x="19274" y="13083"/>
                    </a:cubicBezTo>
                    <a:cubicBezTo>
                      <a:pt x="20133" y="12555"/>
                      <a:pt x="20754" y="11810"/>
                      <a:pt x="21086" y="10966"/>
                    </a:cubicBezTo>
                    <a:cubicBezTo>
                      <a:pt x="21400" y="10170"/>
                      <a:pt x="21457" y="9252"/>
                      <a:pt x="20872" y="8548"/>
                    </a:cubicBezTo>
                    <a:cubicBezTo>
                      <a:pt x="20784" y="8443"/>
                      <a:pt x="20679" y="8350"/>
                      <a:pt x="20577" y="8255"/>
                    </a:cubicBezTo>
                    <a:cubicBezTo>
                      <a:pt x="20300" y="9250"/>
                      <a:pt x="19967" y="10231"/>
                      <a:pt x="19506" y="11178"/>
                    </a:cubicBezTo>
                    <a:cubicBezTo>
                      <a:pt x="19685" y="9686"/>
                      <a:pt x="19673" y="8203"/>
                      <a:pt x="19497" y="6749"/>
                    </a:cubicBezTo>
                    <a:cubicBezTo>
                      <a:pt x="19314" y="5236"/>
                      <a:pt x="18945" y="3701"/>
                      <a:pt x="17943" y="2418"/>
                    </a:cubicBezTo>
                    <a:cubicBezTo>
                      <a:pt x="16861" y="1032"/>
                      <a:pt x="15158" y="148"/>
                      <a:pt x="13300" y="0"/>
                    </a:cubicBezTo>
                    <a:close/>
                  </a:path>
                </a:pathLst>
              </a:custGeom>
              <a:solidFill>
                <a:schemeClr val="bg1">
                  <a:lumMod val="95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sp>
            <p:nvSpPr>
              <p:cNvPr id="105" name="i$liḑé"/>
              <p:cNvSpPr/>
              <p:nvPr/>
            </p:nvSpPr>
            <p:spPr>
              <a:xfrm>
                <a:off x="5658786" y="2925678"/>
                <a:ext cx="828976" cy="773794"/>
              </a:xfrm>
              <a:custGeom>
                <a:avLst/>
                <a:gdLst/>
                <a:ahLst/>
                <a:cxnLst>
                  <a:cxn ang="0">
                    <a:pos x="wd2" y="hd2"/>
                  </a:cxn>
                  <a:cxn ang="5400000">
                    <a:pos x="wd2" y="hd2"/>
                  </a:cxn>
                  <a:cxn ang="10800000">
                    <a:pos x="wd2" y="hd2"/>
                  </a:cxn>
                  <a:cxn ang="16200000">
                    <a:pos x="wd2" y="hd2"/>
                  </a:cxn>
                </a:cxnLst>
                <a:rect l="0" t="0" r="r" b="b"/>
                <a:pathLst>
                  <a:path w="21181" h="20006" extrusionOk="0">
                    <a:moveTo>
                      <a:pt x="10296" y="7088"/>
                    </a:moveTo>
                    <a:cubicBezTo>
                      <a:pt x="9176" y="7769"/>
                      <a:pt x="7957" y="8268"/>
                      <a:pt x="6684" y="8565"/>
                    </a:cubicBezTo>
                    <a:cubicBezTo>
                      <a:pt x="5433" y="8857"/>
                      <a:pt x="4144" y="8951"/>
                      <a:pt x="2864" y="8843"/>
                    </a:cubicBezTo>
                    <a:cubicBezTo>
                      <a:pt x="1488" y="12067"/>
                      <a:pt x="1147" y="15647"/>
                      <a:pt x="1890" y="19077"/>
                    </a:cubicBezTo>
                    <a:cubicBezTo>
                      <a:pt x="1957" y="19389"/>
                      <a:pt x="2034" y="19699"/>
                      <a:pt x="2119" y="20006"/>
                    </a:cubicBezTo>
                    <a:cubicBezTo>
                      <a:pt x="1440" y="18064"/>
                      <a:pt x="898" y="16087"/>
                      <a:pt x="493" y="14089"/>
                    </a:cubicBezTo>
                    <a:cubicBezTo>
                      <a:pt x="-25" y="11528"/>
                      <a:pt x="-313" y="8859"/>
                      <a:pt x="548" y="6391"/>
                    </a:cubicBezTo>
                    <a:cubicBezTo>
                      <a:pt x="2460" y="914"/>
                      <a:pt x="8711" y="-1594"/>
                      <a:pt x="13813" y="1070"/>
                    </a:cubicBezTo>
                    <a:cubicBezTo>
                      <a:pt x="15704" y="947"/>
                      <a:pt x="17531" y="1674"/>
                      <a:pt x="18829" y="3024"/>
                    </a:cubicBezTo>
                    <a:cubicBezTo>
                      <a:pt x="20495" y="4755"/>
                      <a:pt x="21070" y="7221"/>
                      <a:pt x="21166" y="9679"/>
                    </a:cubicBezTo>
                    <a:cubicBezTo>
                      <a:pt x="21287" y="12816"/>
                      <a:pt x="20694" y="15935"/>
                      <a:pt x="19425" y="18813"/>
                    </a:cubicBezTo>
                    <a:cubicBezTo>
                      <a:pt x="19588" y="17154"/>
                      <a:pt x="19583" y="15506"/>
                      <a:pt x="19423" y="13888"/>
                    </a:cubicBezTo>
                    <a:cubicBezTo>
                      <a:pt x="19256" y="12195"/>
                      <a:pt x="18908" y="10461"/>
                      <a:pt x="17893" y="9031"/>
                    </a:cubicBezTo>
                    <a:cubicBezTo>
                      <a:pt x="16811" y="7508"/>
                      <a:pt x="15100" y="6568"/>
                      <a:pt x="13248" y="6479"/>
                    </a:cubicBezTo>
                    <a:cubicBezTo>
                      <a:pt x="12907" y="6836"/>
                      <a:pt x="12535" y="7161"/>
                      <a:pt x="12137" y="7451"/>
                    </a:cubicBezTo>
                    <a:cubicBezTo>
                      <a:pt x="11478" y="7933"/>
                      <a:pt x="10753" y="8315"/>
                      <a:pt x="9985" y="8585"/>
                    </a:cubicBezTo>
                    <a:cubicBezTo>
                      <a:pt x="10168" y="8360"/>
                      <a:pt x="10289" y="8090"/>
                      <a:pt x="10335" y="7802"/>
                    </a:cubicBezTo>
                    <a:cubicBezTo>
                      <a:pt x="10374" y="7564"/>
                      <a:pt x="10360" y="7320"/>
                      <a:pt x="10296" y="7088"/>
                    </a:cubicBezTo>
                    <a:close/>
                  </a:path>
                </a:pathLst>
              </a:custGeom>
              <a:solidFill>
                <a:schemeClr val="tx1">
                  <a:lumMod val="50000"/>
                  <a:lumOff val="50000"/>
                </a:schemeClr>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ct val="0"/>
                  </a:spcBef>
                  <a:spcAft>
                    <a:spcPct val="0"/>
                  </a:spcAft>
                  <a:buClrTx/>
                  <a:buSzTx/>
                  <a:buFontTx/>
                  <a:buNone/>
                  <a:defRPr kumimoji="0" sz="1800" b="0" i="0" u="none" strike="noStrike" cap="none" normalizeH="0">
                    <a:ln>
                      <a:noFill/>
                    </a:ln>
                    <a:solidFill>
                      <a:srgbClr val="000000"/>
                    </a:solidFill>
                    <a:effectLst/>
                    <a:uFillTx/>
                  </a:defRPr>
                </a:defPPr>
                <a:lvl1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1pPr>
                <a:lvl2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2pPr>
                <a:lvl3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3pPr>
                <a:lvl4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4pPr>
                <a:lvl5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5pPr>
                <a:lvl6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6pPr>
                <a:lvl7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7pPr>
                <a:lvl8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8pPr>
                <a:lvl9pPr marL="0" marR="0" indent="0" algn="ctr" defTabSz="457200" rtl="0" fontAlgn="auto" latinLnBrk="0" hangingPunct="0">
                  <a:lnSpc>
                    <a:spcPct val="80000"/>
                  </a:lnSpc>
                  <a:spcBef>
                    <a:spcPts val="5500"/>
                  </a:spcBef>
                  <a:spcAft>
                    <a:spcPct val="0"/>
                  </a:spcAft>
                  <a:buClrTx/>
                  <a:buSzTx/>
                  <a:buFontTx/>
                  <a:buNone/>
                  <a:defRPr kumimoji="0" sz="5000" b="0" i="0" u="none" strike="noStrike" cap="none" normalizeH="0">
                    <a:ln>
                      <a:noFill/>
                    </a:ln>
                    <a:solidFill>
                      <a:srgbClr val="333333"/>
                    </a:solidFill>
                    <a:effectLst/>
                    <a:uFillTx/>
                  </a:defRPr>
                </a:lvl9pPr>
              </a:lstStyle>
              <a:p>
                <a:pPr marL="0" marR="0" lvl="0" indent="0" algn="ctr" defTabSz="457200" rtl="0" eaLnBrk="1" fontAlgn="auto" latinLnBrk="0" hangingPunct="0">
                  <a:lnSpc>
                    <a:spcPct val="80000"/>
                  </a:lnSpc>
                  <a:spcBef>
                    <a:spcPts val="5500"/>
                  </a:spcBef>
                  <a:spcAft>
                    <a:spcPct val="0"/>
                  </a:spcAft>
                  <a:buClrTx/>
                  <a:buSzTx/>
                  <a:buFontTx/>
                  <a:buNone/>
                  <a:defRPr/>
                </a:pPr>
                <a:endParaRPr kumimoji="0" sz="5000" b="0" i="0" u="none" strike="noStrike" kern="1200" cap="none" normalizeH="0" noProof="0">
                  <a:ln>
                    <a:noFill/>
                  </a:ln>
                  <a:solidFill>
                    <a:srgbClr val="333333"/>
                  </a:solidFill>
                  <a:effectLst/>
                  <a:uLnTx/>
                  <a:uFillTx/>
                  <a:latin typeface="思源黑体 CN Medium"/>
                  <a:ea typeface="思源黑体 CN Medium"/>
                  <a:cs typeface="思源黑体 CN Medium"/>
                  <a:sym typeface="思源黑体 CN Medium"/>
                </a:endParaRPr>
              </a:p>
            </p:txBody>
          </p:sp>
        </p:grpSp>
        <p:sp>
          <p:nvSpPr>
            <p:cNvPr id="63" name="ïŝḷiďe"/>
            <p:cNvSpPr/>
            <p:nvPr/>
          </p:nvSpPr>
          <p:spPr>
            <a:xfrm>
              <a:off x="2604221" y="1599752"/>
              <a:ext cx="6983558" cy="6860277"/>
            </a:xfrm>
            <a:prstGeom prst="blockArc">
              <a:avLst>
                <a:gd name="adj1" fmla="val 11410412"/>
                <a:gd name="adj2" fmla="val 20793243"/>
                <a:gd name="adj3" fmla="val 6561"/>
              </a:avLst>
            </a:prstGeom>
            <a:gradFill flip="none" rotWithShape="1">
              <a:gsLst>
                <a:gs pos="0">
                  <a:schemeClr val="bg1">
                    <a:lumMod val="95000"/>
                    <a:alpha val="21000"/>
                  </a:schemeClr>
                </a:gs>
                <a:gs pos="100000">
                  <a:schemeClr val="bg1">
                    <a:lumMod val="85000"/>
                    <a:alpha val="39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37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nvGrpSpPr>
            <p:cNvPr id="64" name="íšlîďe"/>
            <p:cNvGrpSpPr/>
            <p:nvPr/>
          </p:nvGrpSpPr>
          <p:grpSpPr>
            <a:xfrm>
              <a:off x="2343915" y="3854367"/>
              <a:ext cx="1048212" cy="1048212"/>
              <a:chOff x="4336440" y="1913938"/>
              <a:chExt cx="843514" cy="843514"/>
            </a:xfrm>
          </p:grpSpPr>
          <p:sp>
            <p:nvSpPr>
              <p:cNvPr id="92" name="íṩľîḑê"/>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3" name="îşļiḋê"/>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5" name="işḻîḓê"/>
            <p:cNvGrpSpPr/>
            <p:nvPr/>
          </p:nvGrpSpPr>
          <p:grpSpPr>
            <a:xfrm>
              <a:off x="8748931" y="3854367"/>
              <a:ext cx="1048212" cy="1048212"/>
              <a:chOff x="4336440" y="1913938"/>
              <a:chExt cx="843514" cy="843514"/>
            </a:xfrm>
          </p:grpSpPr>
          <p:sp>
            <p:nvSpPr>
              <p:cNvPr id="90" name="i$ḻïḍe"/>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1" name="íṡļiďè"/>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6" name="íṧļíḑe"/>
            <p:cNvGrpSpPr/>
            <p:nvPr/>
          </p:nvGrpSpPr>
          <p:grpSpPr>
            <a:xfrm>
              <a:off x="3751801" y="1778824"/>
              <a:ext cx="1048212" cy="1048212"/>
              <a:chOff x="4336440" y="1913938"/>
              <a:chExt cx="843514" cy="843514"/>
            </a:xfrm>
          </p:grpSpPr>
          <p:sp>
            <p:nvSpPr>
              <p:cNvPr id="78" name="iṣḷíḓe"/>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9" name="ïṩ1ïḋe"/>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7" name="i$ḷïḍè"/>
            <p:cNvGrpSpPr/>
            <p:nvPr/>
          </p:nvGrpSpPr>
          <p:grpSpPr>
            <a:xfrm>
              <a:off x="7261808" y="1778824"/>
              <a:ext cx="1048212" cy="1048212"/>
              <a:chOff x="4336440" y="1913938"/>
              <a:chExt cx="843514" cy="843514"/>
            </a:xfrm>
          </p:grpSpPr>
          <p:sp>
            <p:nvSpPr>
              <p:cNvPr id="76" name="íşḷîďê"/>
              <p:cNvSpPr/>
              <p:nvPr/>
            </p:nvSpPr>
            <p:spPr>
              <a:xfrm>
                <a:off x="4336440" y="1913938"/>
                <a:ext cx="843514" cy="843514"/>
              </a:xfrm>
              <a:prstGeom prst="ellipse">
                <a:avLst/>
              </a:prstGeom>
              <a:solidFill>
                <a:schemeClr val="bg1"/>
              </a:solidFill>
              <a:ln w="38100" cap="rnd">
                <a:solidFill>
                  <a:srgbClr val="C00000"/>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7" name="ïS1íḋè"/>
              <p:cNvSpPr/>
              <p:nvPr/>
            </p:nvSpPr>
            <p:spPr>
              <a:xfrm>
                <a:off x="4569156" y="2164164"/>
                <a:ext cx="378082" cy="343062"/>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rgbClr val="C00000"/>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68" name="îšlîḓé"/>
            <p:cNvSpPr txBox="1"/>
            <p:nvPr/>
          </p:nvSpPr>
          <p:spPr>
            <a:xfrm>
              <a:off x="1262623" y="1611875"/>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9" name="îsļiḑê"/>
            <p:cNvSpPr/>
            <p:nvPr/>
          </p:nvSpPr>
          <p:spPr>
            <a:xfrm>
              <a:off x="1262623" y="2044396"/>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0" name="i$lîḍê"/>
            <p:cNvSpPr txBox="1"/>
            <p:nvPr/>
          </p:nvSpPr>
          <p:spPr>
            <a:xfrm>
              <a:off x="1657460" y="4997267"/>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1" name="îSḻïḑé"/>
            <p:cNvSpPr/>
            <p:nvPr/>
          </p:nvSpPr>
          <p:spPr>
            <a:xfrm>
              <a:off x="1657460" y="5429788"/>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2" name="îŝľîḋê"/>
            <p:cNvSpPr txBox="1"/>
            <p:nvPr/>
          </p:nvSpPr>
          <p:spPr>
            <a:xfrm>
              <a:off x="8158073" y="4997267"/>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íṣľíḑê"/>
            <p:cNvSpPr/>
            <p:nvPr/>
          </p:nvSpPr>
          <p:spPr>
            <a:xfrm>
              <a:off x="8158073" y="5429788"/>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ctr"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74" name="ïśļîḍe"/>
            <p:cNvSpPr txBox="1"/>
            <p:nvPr/>
          </p:nvSpPr>
          <p:spPr>
            <a:xfrm>
              <a:off x="8412790" y="1611875"/>
              <a:ext cx="2359025" cy="432521"/>
            </a:xfrm>
            <a:prstGeom prst="rect">
              <a:avLst/>
            </a:prstGeom>
            <a:noFill/>
            <a:ln w="3175">
              <a:noFill/>
            </a:ln>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5" name="íślïḑê"/>
            <p:cNvSpPr/>
            <p:nvPr/>
          </p:nvSpPr>
          <p:spPr>
            <a:xfrm>
              <a:off x="8412790" y="2044396"/>
              <a:ext cx="2359025" cy="67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0" marR="0" lvl="0" indent="0" algn="l" defTabSz="914400" rtl="0" eaLnBrk="1" fontAlgn="auto" latinLnBrk="0" hangingPunct="1">
                <a:lnSpc>
                  <a:spcPct val="100000"/>
                </a:lnSpc>
                <a:spcBef>
                  <a:spcPct val="0"/>
                </a:spcBef>
                <a:spcAft>
                  <a:spcPct val="0"/>
                </a:spcAft>
                <a:buClrTx/>
                <a:buSzTx/>
                <a:buFontTx/>
                <a:buNone/>
                <a:tabLst>
                  <a:tab pos="804545" algn="l"/>
                </a:tabLst>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42" name="27068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1472018"/>
            <a:ext cx="12192001" cy="5675349"/>
            <a:chOff x="0" y="1182651"/>
            <a:chExt cx="12192001" cy="5675349"/>
          </a:xfrm>
        </p:grpSpPr>
        <p:grpSp>
          <p:nvGrpSpPr>
            <p:cNvPr id="43" name="íṣļîďe"/>
            <p:cNvGrpSpPr/>
            <p:nvPr/>
          </p:nvGrpSpPr>
          <p:grpSpPr>
            <a:xfrm>
              <a:off x="0" y="4085740"/>
              <a:ext cx="12192001" cy="2772260"/>
              <a:chOff x="0" y="4085740"/>
              <a:chExt cx="12192001" cy="2772260"/>
            </a:xfrm>
          </p:grpSpPr>
          <p:grpSp>
            <p:nvGrpSpPr>
              <p:cNvPr id="128" name="íśļíḋè"/>
              <p:cNvGrpSpPr/>
              <p:nvPr/>
            </p:nvGrpSpPr>
            <p:grpSpPr>
              <a:xfrm>
                <a:off x="0" y="4085740"/>
                <a:ext cx="12192001" cy="2513135"/>
                <a:chOff x="0" y="4344865"/>
                <a:chExt cx="12192001" cy="2513135"/>
              </a:xfrm>
            </p:grpSpPr>
            <p:sp>
              <p:nvSpPr>
                <p:cNvPr id="130" name="iŝ1îďé"/>
                <p:cNvSpPr/>
                <p:nvPr/>
              </p:nvSpPr>
              <p:spPr>
                <a:xfrm>
                  <a:off x="245093" y="4344865"/>
                  <a:ext cx="6831211" cy="2513124"/>
                </a:xfrm>
                <a:custGeom>
                  <a:avLst/>
                  <a:gdLst>
                    <a:gd name="connsiteX0" fmla="*/ 1384345 w 6831211"/>
                    <a:gd name="connsiteY0" fmla="*/ 1604574 h 2513124"/>
                    <a:gd name="connsiteX1" fmla="*/ 1560051 w 6831211"/>
                    <a:gd name="connsiteY1" fmla="*/ 1604574 h 2513124"/>
                    <a:gd name="connsiteX2" fmla="*/ 1560051 w 6831211"/>
                    <a:gd name="connsiteY2" fmla="*/ 1891485 h 2513124"/>
                    <a:gd name="connsiteX3" fmla="*/ 1794325 w 6831211"/>
                    <a:gd name="connsiteY3" fmla="*/ 1891485 h 2513124"/>
                    <a:gd name="connsiteX4" fmla="*/ 1794325 w 6831211"/>
                    <a:gd name="connsiteY4" fmla="*/ 1668332 h 2513124"/>
                    <a:gd name="connsiteX5" fmla="*/ 1927434 w 6831211"/>
                    <a:gd name="connsiteY5" fmla="*/ 1668332 h 2513124"/>
                    <a:gd name="connsiteX6" fmla="*/ 1927434 w 6831211"/>
                    <a:gd name="connsiteY6" fmla="*/ 1891485 h 2513124"/>
                    <a:gd name="connsiteX7" fmla="*/ 1927434 w 6831211"/>
                    <a:gd name="connsiteY7" fmla="*/ 2513124 h 2513124"/>
                    <a:gd name="connsiteX8" fmla="*/ 1794325 w 6831211"/>
                    <a:gd name="connsiteY8" fmla="*/ 2513124 h 2513124"/>
                    <a:gd name="connsiteX9" fmla="*/ 1560051 w 6831211"/>
                    <a:gd name="connsiteY9" fmla="*/ 2513124 h 2513124"/>
                    <a:gd name="connsiteX10" fmla="*/ 1384345 w 6831211"/>
                    <a:gd name="connsiteY10" fmla="*/ 2513124 h 2513124"/>
                    <a:gd name="connsiteX11" fmla="*/ 1384345 w 6831211"/>
                    <a:gd name="connsiteY11" fmla="*/ 1891485 h 2513124"/>
                    <a:gd name="connsiteX12" fmla="*/ 3482161 w 6831211"/>
                    <a:gd name="connsiteY12" fmla="*/ 1567382 h 2513124"/>
                    <a:gd name="connsiteX13" fmla="*/ 3668515 w 6831211"/>
                    <a:gd name="connsiteY13" fmla="*/ 1567382 h 2513124"/>
                    <a:gd name="connsiteX14" fmla="*/ 3668515 w 6831211"/>
                    <a:gd name="connsiteY14" fmla="*/ 2513124 h 2513124"/>
                    <a:gd name="connsiteX15" fmla="*/ 3482161 w 6831211"/>
                    <a:gd name="connsiteY15" fmla="*/ 2513124 h 2513124"/>
                    <a:gd name="connsiteX16" fmla="*/ 878527 w 6831211"/>
                    <a:gd name="connsiteY16" fmla="*/ 1556756 h 2513124"/>
                    <a:gd name="connsiteX17" fmla="*/ 1229938 w 6831211"/>
                    <a:gd name="connsiteY17" fmla="*/ 1556756 h 2513124"/>
                    <a:gd name="connsiteX18" fmla="*/ 1229938 w 6831211"/>
                    <a:gd name="connsiteY18" fmla="*/ 2513124 h 2513124"/>
                    <a:gd name="connsiteX19" fmla="*/ 878527 w 6831211"/>
                    <a:gd name="connsiteY19" fmla="*/ 2513124 h 2513124"/>
                    <a:gd name="connsiteX20" fmla="*/ 2055220 w 6831211"/>
                    <a:gd name="connsiteY20" fmla="*/ 1354856 h 2513124"/>
                    <a:gd name="connsiteX21" fmla="*/ 2278845 w 6831211"/>
                    <a:gd name="connsiteY21" fmla="*/ 1354856 h 2513124"/>
                    <a:gd name="connsiteX22" fmla="*/ 2278845 w 6831211"/>
                    <a:gd name="connsiteY22" fmla="*/ 2513124 h 2513124"/>
                    <a:gd name="connsiteX23" fmla="*/ 2055220 w 6831211"/>
                    <a:gd name="connsiteY23" fmla="*/ 2513124 h 2513124"/>
                    <a:gd name="connsiteX24" fmla="*/ 5223241 w 6831211"/>
                    <a:gd name="connsiteY24" fmla="*/ 1291098 h 2513124"/>
                    <a:gd name="connsiteX25" fmla="*/ 5436217 w 6831211"/>
                    <a:gd name="connsiteY25" fmla="*/ 1291098 h 2513124"/>
                    <a:gd name="connsiteX26" fmla="*/ 5436217 w 6831211"/>
                    <a:gd name="connsiteY26" fmla="*/ 2513124 h 2513124"/>
                    <a:gd name="connsiteX27" fmla="*/ 5223241 w 6831211"/>
                    <a:gd name="connsiteY27" fmla="*/ 2513124 h 2513124"/>
                    <a:gd name="connsiteX28" fmla="*/ 2513119 w 6831211"/>
                    <a:gd name="connsiteY28" fmla="*/ 1243279 h 2513124"/>
                    <a:gd name="connsiteX29" fmla="*/ 2699473 w 6831211"/>
                    <a:gd name="connsiteY29" fmla="*/ 1243279 h 2513124"/>
                    <a:gd name="connsiteX30" fmla="*/ 2699473 w 6831211"/>
                    <a:gd name="connsiteY30" fmla="*/ 1625827 h 2513124"/>
                    <a:gd name="connsiteX31" fmla="*/ 2811286 w 6831211"/>
                    <a:gd name="connsiteY31" fmla="*/ 1625827 h 2513124"/>
                    <a:gd name="connsiteX32" fmla="*/ 2811286 w 6831211"/>
                    <a:gd name="connsiteY32" fmla="*/ 2513124 h 2513124"/>
                    <a:gd name="connsiteX33" fmla="*/ 2699473 w 6831211"/>
                    <a:gd name="connsiteY33" fmla="*/ 2513124 h 2513124"/>
                    <a:gd name="connsiteX34" fmla="*/ 2678176 w 6831211"/>
                    <a:gd name="connsiteY34" fmla="*/ 2513124 h 2513124"/>
                    <a:gd name="connsiteX35" fmla="*/ 2619607 w 6831211"/>
                    <a:gd name="connsiteY35" fmla="*/ 2513124 h 2513124"/>
                    <a:gd name="connsiteX36" fmla="*/ 2513119 w 6831211"/>
                    <a:gd name="connsiteY36" fmla="*/ 2513124 h 2513124"/>
                    <a:gd name="connsiteX37" fmla="*/ 2385333 w 6831211"/>
                    <a:gd name="connsiteY37" fmla="*/ 2513124 h 2513124"/>
                    <a:gd name="connsiteX38" fmla="*/ 2321440 w 6831211"/>
                    <a:gd name="connsiteY38" fmla="*/ 2513124 h 2513124"/>
                    <a:gd name="connsiteX39" fmla="*/ 2321440 w 6831211"/>
                    <a:gd name="connsiteY39" fmla="*/ 1981808 h 2513124"/>
                    <a:gd name="connsiteX40" fmla="*/ 2385333 w 6831211"/>
                    <a:gd name="connsiteY40" fmla="*/ 1981808 h 2513124"/>
                    <a:gd name="connsiteX41" fmla="*/ 2385333 w 6831211"/>
                    <a:gd name="connsiteY41" fmla="*/ 1689585 h 2513124"/>
                    <a:gd name="connsiteX42" fmla="*/ 2513119 w 6831211"/>
                    <a:gd name="connsiteY42" fmla="*/ 1689585 h 2513124"/>
                    <a:gd name="connsiteX43" fmla="*/ 2513119 w 6831211"/>
                    <a:gd name="connsiteY43" fmla="*/ 1625827 h 2513124"/>
                    <a:gd name="connsiteX44" fmla="*/ 489845 w 6831211"/>
                    <a:gd name="connsiteY44" fmla="*/ 1110450 h 2513124"/>
                    <a:gd name="connsiteX45" fmla="*/ 825283 w 6831211"/>
                    <a:gd name="connsiteY45" fmla="*/ 1110450 h 2513124"/>
                    <a:gd name="connsiteX46" fmla="*/ 825283 w 6831211"/>
                    <a:gd name="connsiteY46" fmla="*/ 2513124 h 2513124"/>
                    <a:gd name="connsiteX47" fmla="*/ 489845 w 6831211"/>
                    <a:gd name="connsiteY47" fmla="*/ 2513124 h 2513124"/>
                    <a:gd name="connsiteX48" fmla="*/ 5803601 w 6831211"/>
                    <a:gd name="connsiteY48" fmla="*/ 1009500 h 2513124"/>
                    <a:gd name="connsiteX49" fmla="*/ 6069821 w 6831211"/>
                    <a:gd name="connsiteY49" fmla="*/ 1009500 h 2513124"/>
                    <a:gd name="connsiteX50" fmla="*/ 6069821 w 6831211"/>
                    <a:gd name="connsiteY50" fmla="*/ 2513124 h 2513124"/>
                    <a:gd name="connsiteX51" fmla="*/ 5803601 w 6831211"/>
                    <a:gd name="connsiteY51" fmla="*/ 2513124 h 2513124"/>
                    <a:gd name="connsiteX52" fmla="*/ 0 w 6831211"/>
                    <a:gd name="connsiteY52" fmla="*/ 977621 h 2513124"/>
                    <a:gd name="connsiteX53" fmla="*/ 244923 w 6831211"/>
                    <a:gd name="connsiteY53" fmla="*/ 977621 h 2513124"/>
                    <a:gd name="connsiteX54" fmla="*/ 244923 w 6831211"/>
                    <a:gd name="connsiteY54" fmla="*/ 2513124 h 2513124"/>
                    <a:gd name="connsiteX55" fmla="*/ 0 w 6831211"/>
                    <a:gd name="connsiteY55" fmla="*/ 2513124 h 2513124"/>
                    <a:gd name="connsiteX56" fmla="*/ 4728071 w 6831211"/>
                    <a:gd name="connsiteY56" fmla="*/ 887298 h 2513124"/>
                    <a:gd name="connsiteX57" fmla="*/ 4951696 w 6831211"/>
                    <a:gd name="connsiteY57" fmla="*/ 887298 h 2513124"/>
                    <a:gd name="connsiteX58" fmla="*/ 4951696 w 6831211"/>
                    <a:gd name="connsiteY58" fmla="*/ 2513124 h 2513124"/>
                    <a:gd name="connsiteX59" fmla="*/ 4728071 w 6831211"/>
                    <a:gd name="connsiteY59" fmla="*/ 2513124 h 2513124"/>
                    <a:gd name="connsiteX60" fmla="*/ 4264848 w 6831211"/>
                    <a:gd name="connsiteY60" fmla="*/ 398487 h 2513124"/>
                    <a:gd name="connsiteX61" fmla="*/ 4264848 w 6831211"/>
                    <a:gd name="connsiteY61" fmla="*/ 557882 h 2513124"/>
                    <a:gd name="connsiteX62" fmla="*/ 4296795 w 6831211"/>
                    <a:gd name="connsiteY62" fmla="*/ 557882 h 2513124"/>
                    <a:gd name="connsiteX63" fmla="*/ 4318092 w 6831211"/>
                    <a:gd name="connsiteY63" fmla="*/ 621640 h 2513124"/>
                    <a:gd name="connsiteX64" fmla="*/ 4339390 w 6831211"/>
                    <a:gd name="connsiteY64" fmla="*/ 621640 h 2513124"/>
                    <a:gd name="connsiteX65" fmla="*/ 4339390 w 6831211"/>
                    <a:gd name="connsiteY65" fmla="*/ 2502498 h 2513124"/>
                    <a:gd name="connsiteX66" fmla="*/ 4429905 w 6831211"/>
                    <a:gd name="connsiteY66" fmla="*/ 2502498 h 2513124"/>
                    <a:gd name="connsiteX67" fmla="*/ 4429905 w 6831211"/>
                    <a:gd name="connsiteY67" fmla="*/ 2513124 h 2513124"/>
                    <a:gd name="connsiteX68" fmla="*/ 4137063 w 6831211"/>
                    <a:gd name="connsiteY68" fmla="*/ 2513124 h 2513124"/>
                    <a:gd name="connsiteX69" fmla="*/ 4126414 w 6831211"/>
                    <a:gd name="connsiteY69" fmla="*/ 2513124 h 2513124"/>
                    <a:gd name="connsiteX70" fmla="*/ 4126414 w 6831211"/>
                    <a:gd name="connsiteY70" fmla="*/ 621640 h 2513124"/>
                    <a:gd name="connsiteX71" fmla="*/ 4259524 w 6831211"/>
                    <a:gd name="connsiteY71" fmla="*/ 621640 h 2513124"/>
                    <a:gd name="connsiteX72" fmla="*/ 6751345 w 6831211"/>
                    <a:gd name="connsiteY72" fmla="*/ 0 h 2513124"/>
                    <a:gd name="connsiteX73" fmla="*/ 6761994 w 6831211"/>
                    <a:gd name="connsiteY73" fmla="*/ 557882 h 2513124"/>
                    <a:gd name="connsiteX74" fmla="*/ 6815238 w 6831211"/>
                    <a:gd name="connsiteY74" fmla="*/ 557882 h 2513124"/>
                    <a:gd name="connsiteX75" fmla="*/ 6815238 w 6831211"/>
                    <a:gd name="connsiteY75" fmla="*/ 823540 h 2513124"/>
                    <a:gd name="connsiteX76" fmla="*/ 6831211 w 6831211"/>
                    <a:gd name="connsiteY76" fmla="*/ 823540 h 2513124"/>
                    <a:gd name="connsiteX77" fmla="*/ 6831211 w 6831211"/>
                    <a:gd name="connsiteY77" fmla="*/ 2513124 h 2513124"/>
                    <a:gd name="connsiteX78" fmla="*/ 6815238 w 6831211"/>
                    <a:gd name="connsiteY78" fmla="*/ 2513124 h 2513124"/>
                    <a:gd name="connsiteX79" fmla="*/ 6761994 w 6831211"/>
                    <a:gd name="connsiteY79" fmla="*/ 2513124 h 2513124"/>
                    <a:gd name="connsiteX80" fmla="*/ 6559667 w 6831211"/>
                    <a:gd name="connsiteY80" fmla="*/ 2513124 h 2513124"/>
                    <a:gd name="connsiteX81" fmla="*/ 6538369 w 6831211"/>
                    <a:gd name="connsiteY81" fmla="*/ 2513124 h 2513124"/>
                    <a:gd name="connsiteX82" fmla="*/ 6495774 w 6831211"/>
                    <a:gd name="connsiteY82" fmla="*/ 2513124 h 2513124"/>
                    <a:gd name="connsiteX83" fmla="*/ 6495774 w 6831211"/>
                    <a:gd name="connsiteY83" fmla="*/ 1099824 h 2513124"/>
                    <a:gd name="connsiteX84" fmla="*/ 6538369 w 6831211"/>
                    <a:gd name="connsiteY84" fmla="*/ 1099824 h 2513124"/>
                    <a:gd name="connsiteX85" fmla="*/ 6538369 w 6831211"/>
                    <a:gd name="connsiteY85" fmla="*/ 823540 h 2513124"/>
                    <a:gd name="connsiteX86" fmla="*/ 6559667 w 6831211"/>
                    <a:gd name="connsiteY86" fmla="*/ 823540 h 2513124"/>
                    <a:gd name="connsiteX87" fmla="*/ 6559667 w 6831211"/>
                    <a:gd name="connsiteY87" fmla="*/ 557882 h 2513124"/>
                    <a:gd name="connsiteX88" fmla="*/ 6628884 w 6831211"/>
                    <a:gd name="connsiteY88" fmla="*/ 557882 h 2513124"/>
                    <a:gd name="connsiteX89" fmla="*/ 6639533 w 6831211"/>
                    <a:gd name="connsiteY89" fmla="*/ 122203 h 2513124"/>
                    <a:gd name="connsiteX90" fmla="*/ 6650181 w 6831211"/>
                    <a:gd name="connsiteY90" fmla="*/ 557882 h 2513124"/>
                    <a:gd name="connsiteX91" fmla="*/ 6740696 w 6831211"/>
                    <a:gd name="connsiteY91" fmla="*/ 557882 h 251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831211" h="2513124">
                      <a:moveTo>
                        <a:pt x="1384345" y="1604574"/>
                      </a:moveTo>
                      <a:lnTo>
                        <a:pt x="1560051" y="1604574"/>
                      </a:lnTo>
                      <a:lnTo>
                        <a:pt x="1560051" y="1891485"/>
                      </a:lnTo>
                      <a:lnTo>
                        <a:pt x="1794325" y="1891485"/>
                      </a:lnTo>
                      <a:lnTo>
                        <a:pt x="1794325" y="1668332"/>
                      </a:lnTo>
                      <a:lnTo>
                        <a:pt x="1927434" y="1668332"/>
                      </a:lnTo>
                      <a:lnTo>
                        <a:pt x="1927434" y="1891485"/>
                      </a:lnTo>
                      <a:lnTo>
                        <a:pt x="1927434" y="2513124"/>
                      </a:lnTo>
                      <a:lnTo>
                        <a:pt x="1794325" y="2513124"/>
                      </a:lnTo>
                      <a:lnTo>
                        <a:pt x="1560051" y="2513124"/>
                      </a:lnTo>
                      <a:lnTo>
                        <a:pt x="1384345" y="2513124"/>
                      </a:lnTo>
                      <a:lnTo>
                        <a:pt x="1384345" y="1891485"/>
                      </a:lnTo>
                      <a:close/>
                      <a:moveTo>
                        <a:pt x="3482161" y="1567382"/>
                      </a:moveTo>
                      <a:lnTo>
                        <a:pt x="3668515" y="1567382"/>
                      </a:lnTo>
                      <a:lnTo>
                        <a:pt x="3668515" y="2513124"/>
                      </a:lnTo>
                      <a:lnTo>
                        <a:pt x="3482161" y="2513124"/>
                      </a:lnTo>
                      <a:close/>
                      <a:moveTo>
                        <a:pt x="878527" y="1556756"/>
                      </a:moveTo>
                      <a:lnTo>
                        <a:pt x="1229938" y="1556756"/>
                      </a:lnTo>
                      <a:lnTo>
                        <a:pt x="1229938" y="2513124"/>
                      </a:lnTo>
                      <a:lnTo>
                        <a:pt x="878527" y="2513124"/>
                      </a:lnTo>
                      <a:close/>
                      <a:moveTo>
                        <a:pt x="2055220" y="1354856"/>
                      </a:moveTo>
                      <a:lnTo>
                        <a:pt x="2278845" y="1354856"/>
                      </a:lnTo>
                      <a:lnTo>
                        <a:pt x="2278845" y="2513124"/>
                      </a:lnTo>
                      <a:lnTo>
                        <a:pt x="2055220" y="2513124"/>
                      </a:lnTo>
                      <a:close/>
                      <a:moveTo>
                        <a:pt x="5223241" y="1291098"/>
                      </a:moveTo>
                      <a:lnTo>
                        <a:pt x="5436217" y="1291098"/>
                      </a:lnTo>
                      <a:lnTo>
                        <a:pt x="5436217" y="2513124"/>
                      </a:lnTo>
                      <a:lnTo>
                        <a:pt x="5223241" y="2513124"/>
                      </a:lnTo>
                      <a:close/>
                      <a:moveTo>
                        <a:pt x="2513119" y="1243279"/>
                      </a:moveTo>
                      <a:lnTo>
                        <a:pt x="2699473" y="1243279"/>
                      </a:lnTo>
                      <a:lnTo>
                        <a:pt x="2699473" y="1625827"/>
                      </a:lnTo>
                      <a:lnTo>
                        <a:pt x="2811286" y="1625827"/>
                      </a:lnTo>
                      <a:lnTo>
                        <a:pt x="2811286" y="2513124"/>
                      </a:lnTo>
                      <a:lnTo>
                        <a:pt x="2699473" y="2513124"/>
                      </a:lnTo>
                      <a:lnTo>
                        <a:pt x="2678176" y="2513124"/>
                      </a:lnTo>
                      <a:lnTo>
                        <a:pt x="2619607" y="2513124"/>
                      </a:lnTo>
                      <a:lnTo>
                        <a:pt x="2513119" y="2513124"/>
                      </a:lnTo>
                      <a:lnTo>
                        <a:pt x="2385333" y="2513124"/>
                      </a:lnTo>
                      <a:lnTo>
                        <a:pt x="2321440" y="2513124"/>
                      </a:lnTo>
                      <a:lnTo>
                        <a:pt x="2321440" y="1981808"/>
                      </a:lnTo>
                      <a:lnTo>
                        <a:pt x="2385333" y="1981808"/>
                      </a:lnTo>
                      <a:lnTo>
                        <a:pt x="2385333" y="1689585"/>
                      </a:lnTo>
                      <a:lnTo>
                        <a:pt x="2513119" y="1689585"/>
                      </a:lnTo>
                      <a:lnTo>
                        <a:pt x="2513119" y="1625827"/>
                      </a:lnTo>
                      <a:close/>
                      <a:moveTo>
                        <a:pt x="489845" y="1110450"/>
                      </a:moveTo>
                      <a:lnTo>
                        <a:pt x="825283" y="1110450"/>
                      </a:lnTo>
                      <a:lnTo>
                        <a:pt x="825283" y="2513124"/>
                      </a:lnTo>
                      <a:lnTo>
                        <a:pt x="489845" y="2513124"/>
                      </a:lnTo>
                      <a:close/>
                      <a:moveTo>
                        <a:pt x="5803601" y="1009500"/>
                      </a:moveTo>
                      <a:lnTo>
                        <a:pt x="6069821" y="1009500"/>
                      </a:lnTo>
                      <a:lnTo>
                        <a:pt x="6069821" y="2513124"/>
                      </a:lnTo>
                      <a:lnTo>
                        <a:pt x="5803601" y="2513124"/>
                      </a:lnTo>
                      <a:close/>
                      <a:moveTo>
                        <a:pt x="0" y="977621"/>
                      </a:moveTo>
                      <a:lnTo>
                        <a:pt x="244923" y="977621"/>
                      </a:lnTo>
                      <a:lnTo>
                        <a:pt x="244923" y="2513124"/>
                      </a:lnTo>
                      <a:lnTo>
                        <a:pt x="0" y="2513124"/>
                      </a:lnTo>
                      <a:close/>
                      <a:moveTo>
                        <a:pt x="4728071" y="887298"/>
                      </a:moveTo>
                      <a:lnTo>
                        <a:pt x="4951696" y="887298"/>
                      </a:lnTo>
                      <a:lnTo>
                        <a:pt x="4951696" y="2513124"/>
                      </a:lnTo>
                      <a:lnTo>
                        <a:pt x="4728071" y="2513124"/>
                      </a:lnTo>
                      <a:close/>
                      <a:moveTo>
                        <a:pt x="4264848" y="398487"/>
                      </a:moveTo>
                      <a:lnTo>
                        <a:pt x="4264848" y="557882"/>
                      </a:lnTo>
                      <a:lnTo>
                        <a:pt x="4296795" y="557882"/>
                      </a:lnTo>
                      <a:lnTo>
                        <a:pt x="4318092" y="621640"/>
                      </a:lnTo>
                      <a:lnTo>
                        <a:pt x="4339390" y="621640"/>
                      </a:lnTo>
                      <a:lnTo>
                        <a:pt x="4339390" y="2502498"/>
                      </a:lnTo>
                      <a:lnTo>
                        <a:pt x="4429905" y="2502498"/>
                      </a:lnTo>
                      <a:lnTo>
                        <a:pt x="4429905" y="2513124"/>
                      </a:lnTo>
                      <a:lnTo>
                        <a:pt x="4137063" y="2513124"/>
                      </a:lnTo>
                      <a:lnTo>
                        <a:pt x="4126414" y="2513124"/>
                      </a:lnTo>
                      <a:lnTo>
                        <a:pt x="4126414" y="621640"/>
                      </a:lnTo>
                      <a:lnTo>
                        <a:pt x="4259524" y="621640"/>
                      </a:lnTo>
                      <a:close/>
                      <a:moveTo>
                        <a:pt x="6751345" y="0"/>
                      </a:moveTo>
                      <a:lnTo>
                        <a:pt x="6761994" y="557882"/>
                      </a:lnTo>
                      <a:lnTo>
                        <a:pt x="6815238" y="557882"/>
                      </a:lnTo>
                      <a:lnTo>
                        <a:pt x="6815238" y="823540"/>
                      </a:lnTo>
                      <a:lnTo>
                        <a:pt x="6831211" y="823540"/>
                      </a:lnTo>
                      <a:lnTo>
                        <a:pt x="6831211" y="2513124"/>
                      </a:lnTo>
                      <a:lnTo>
                        <a:pt x="6815238" y="2513124"/>
                      </a:lnTo>
                      <a:lnTo>
                        <a:pt x="6761994" y="2513124"/>
                      </a:lnTo>
                      <a:lnTo>
                        <a:pt x="6559667" y="2513124"/>
                      </a:lnTo>
                      <a:lnTo>
                        <a:pt x="6538369" y="2513124"/>
                      </a:lnTo>
                      <a:lnTo>
                        <a:pt x="6495774" y="2513124"/>
                      </a:lnTo>
                      <a:lnTo>
                        <a:pt x="6495774" y="1099824"/>
                      </a:lnTo>
                      <a:lnTo>
                        <a:pt x="6538369" y="1099824"/>
                      </a:lnTo>
                      <a:lnTo>
                        <a:pt x="6538369" y="823540"/>
                      </a:lnTo>
                      <a:lnTo>
                        <a:pt x="6559667" y="823540"/>
                      </a:lnTo>
                      <a:lnTo>
                        <a:pt x="6559667" y="557882"/>
                      </a:lnTo>
                      <a:lnTo>
                        <a:pt x="6628884" y="557882"/>
                      </a:lnTo>
                      <a:lnTo>
                        <a:pt x="6639533" y="122203"/>
                      </a:lnTo>
                      <a:lnTo>
                        <a:pt x="6650181" y="557882"/>
                      </a:lnTo>
                      <a:lnTo>
                        <a:pt x="6740696" y="557882"/>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1" name="iSḻíďê"/>
                <p:cNvSpPr/>
                <p:nvPr/>
              </p:nvSpPr>
              <p:spPr>
                <a:xfrm>
                  <a:off x="1" y="5504126"/>
                  <a:ext cx="8844007" cy="1353874"/>
                </a:xfrm>
                <a:custGeom>
                  <a:avLst/>
                  <a:gdLst>
                    <a:gd name="connsiteX0" fmla="*/ 8529712 w 8844007"/>
                    <a:gd name="connsiteY0" fmla="*/ 1143185 h 1353874"/>
                    <a:gd name="connsiteX1" fmla="*/ 8684196 w 8844007"/>
                    <a:gd name="connsiteY1" fmla="*/ 1143185 h 1353874"/>
                    <a:gd name="connsiteX2" fmla="*/ 8684196 w 8844007"/>
                    <a:gd name="connsiteY2" fmla="*/ 1264136 h 1353874"/>
                    <a:gd name="connsiteX3" fmla="*/ 8710831 w 8844007"/>
                    <a:gd name="connsiteY3" fmla="*/ 1264136 h 1353874"/>
                    <a:gd name="connsiteX4" fmla="*/ 8710831 w 8844007"/>
                    <a:gd name="connsiteY4" fmla="*/ 1225120 h 1353874"/>
                    <a:gd name="connsiteX5" fmla="*/ 8710831 w 8844007"/>
                    <a:gd name="connsiteY5" fmla="*/ 1193906 h 1353874"/>
                    <a:gd name="connsiteX6" fmla="*/ 8774756 w 8844007"/>
                    <a:gd name="connsiteY6" fmla="*/ 1193906 h 1353874"/>
                    <a:gd name="connsiteX7" fmla="*/ 8774756 w 8844007"/>
                    <a:gd name="connsiteY7" fmla="*/ 1225120 h 1353874"/>
                    <a:gd name="connsiteX8" fmla="*/ 8844007 w 8844007"/>
                    <a:gd name="connsiteY8" fmla="*/ 1225120 h 1353874"/>
                    <a:gd name="connsiteX9" fmla="*/ 8844007 w 8844007"/>
                    <a:gd name="connsiteY9" fmla="*/ 1353874 h 1353874"/>
                    <a:gd name="connsiteX10" fmla="*/ 8796064 w 8844007"/>
                    <a:gd name="connsiteY10" fmla="*/ 1353874 h 1353874"/>
                    <a:gd name="connsiteX11" fmla="*/ 8774756 w 8844007"/>
                    <a:gd name="connsiteY11" fmla="*/ 1353874 h 1353874"/>
                    <a:gd name="connsiteX12" fmla="*/ 8710831 w 8844007"/>
                    <a:gd name="connsiteY12" fmla="*/ 1353874 h 1353874"/>
                    <a:gd name="connsiteX13" fmla="*/ 8684196 w 8844007"/>
                    <a:gd name="connsiteY13" fmla="*/ 1353874 h 1353874"/>
                    <a:gd name="connsiteX14" fmla="*/ 8529712 w 8844007"/>
                    <a:gd name="connsiteY14" fmla="*/ 1353874 h 1353874"/>
                    <a:gd name="connsiteX15" fmla="*/ 8529712 w 8844007"/>
                    <a:gd name="connsiteY15" fmla="*/ 1264136 h 1353874"/>
                    <a:gd name="connsiteX16" fmla="*/ 1721770 w 8844007"/>
                    <a:gd name="connsiteY16" fmla="*/ 1092463 h 1353874"/>
                    <a:gd name="connsiteX17" fmla="*/ 1854945 w 8844007"/>
                    <a:gd name="connsiteY17" fmla="*/ 1092463 h 1353874"/>
                    <a:gd name="connsiteX18" fmla="*/ 1854945 w 8844007"/>
                    <a:gd name="connsiteY18" fmla="*/ 1353874 h 1353874"/>
                    <a:gd name="connsiteX19" fmla="*/ 1721770 w 8844007"/>
                    <a:gd name="connsiteY19" fmla="*/ 1353874 h 1353874"/>
                    <a:gd name="connsiteX20" fmla="*/ 8002336 w 8844007"/>
                    <a:gd name="connsiteY20" fmla="*/ 1084660 h 1353874"/>
                    <a:gd name="connsiteX21" fmla="*/ 8114204 w 8844007"/>
                    <a:gd name="connsiteY21" fmla="*/ 1084660 h 1353874"/>
                    <a:gd name="connsiteX22" fmla="*/ 8114204 w 8844007"/>
                    <a:gd name="connsiteY22" fmla="*/ 1201710 h 1353874"/>
                    <a:gd name="connsiteX23" fmla="*/ 8204764 w 8844007"/>
                    <a:gd name="connsiteY23" fmla="*/ 1201710 h 1353874"/>
                    <a:gd name="connsiteX24" fmla="*/ 8204764 w 8844007"/>
                    <a:gd name="connsiteY24" fmla="*/ 1307054 h 1353874"/>
                    <a:gd name="connsiteX25" fmla="*/ 7826544 w 8844007"/>
                    <a:gd name="connsiteY25" fmla="*/ 1307054 h 1353874"/>
                    <a:gd name="connsiteX26" fmla="*/ 7826544 w 8844007"/>
                    <a:gd name="connsiteY26" fmla="*/ 1201710 h 1353874"/>
                    <a:gd name="connsiteX27" fmla="*/ 7869161 w 8844007"/>
                    <a:gd name="connsiteY27" fmla="*/ 1201710 h 1353874"/>
                    <a:gd name="connsiteX28" fmla="*/ 7869161 w 8844007"/>
                    <a:gd name="connsiteY28" fmla="*/ 1111972 h 1353874"/>
                    <a:gd name="connsiteX29" fmla="*/ 7981028 w 8844007"/>
                    <a:gd name="connsiteY29" fmla="*/ 1111972 h 1353874"/>
                    <a:gd name="connsiteX30" fmla="*/ 7981028 w 8844007"/>
                    <a:gd name="connsiteY30" fmla="*/ 1201710 h 1353874"/>
                    <a:gd name="connsiteX31" fmla="*/ 8002336 w 8844007"/>
                    <a:gd name="connsiteY31" fmla="*/ 1201710 h 1353874"/>
                    <a:gd name="connsiteX32" fmla="*/ 2488862 w 8844007"/>
                    <a:gd name="connsiteY32" fmla="*/ 1002725 h 1353874"/>
                    <a:gd name="connsiteX33" fmla="*/ 2691289 w 8844007"/>
                    <a:gd name="connsiteY33" fmla="*/ 1002725 h 1353874"/>
                    <a:gd name="connsiteX34" fmla="*/ 2691289 w 8844007"/>
                    <a:gd name="connsiteY34" fmla="*/ 1353874 h 1353874"/>
                    <a:gd name="connsiteX35" fmla="*/ 2488862 w 8844007"/>
                    <a:gd name="connsiteY35" fmla="*/ 1353874 h 1353874"/>
                    <a:gd name="connsiteX36" fmla="*/ 6164512 w 8844007"/>
                    <a:gd name="connsiteY36" fmla="*/ 987119 h 1353874"/>
                    <a:gd name="connsiteX37" fmla="*/ 6361612 w 8844007"/>
                    <a:gd name="connsiteY37" fmla="*/ 987119 h 1353874"/>
                    <a:gd name="connsiteX38" fmla="*/ 6361612 w 8844007"/>
                    <a:gd name="connsiteY38" fmla="*/ 1111972 h 1353874"/>
                    <a:gd name="connsiteX39" fmla="*/ 6361612 w 8844007"/>
                    <a:gd name="connsiteY39" fmla="*/ 1225120 h 1353874"/>
                    <a:gd name="connsiteX40" fmla="*/ 6361612 w 8844007"/>
                    <a:gd name="connsiteY40" fmla="*/ 1353874 h 1353874"/>
                    <a:gd name="connsiteX41" fmla="*/ 6026009 w 8844007"/>
                    <a:gd name="connsiteY41" fmla="*/ 1353874 h 1353874"/>
                    <a:gd name="connsiteX42" fmla="*/ 6026009 w 8844007"/>
                    <a:gd name="connsiteY42" fmla="*/ 1111972 h 1353874"/>
                    <a:gd name="connsiteX43" fmla="*/ 6164512 w 8844007"/>
                    <a:gd name="connsiteY43" fmla="*/ 1111972 h 1353874"/>
                    <a:gd name="connsiteX44" fmla="*/ 3026892 w 8844007"/>
                    <a:gd name="connsiteY44" fmla="*/ 920791 h 1353874"/>
                    <a:gd name="connsiteX45" fmla="*/ 3202683 w 8844007"/>
                    <a:gd name="connsiteY45" fmla="*/ 920791 h 1353874"/>
                    <a:gd name="connsiteX46" fmla="*/ 3202683 w 8844007"/>
                    <a:gd name="connsiteY46" fmla="*/ 1353874 h 1353874"/>
                    <a:gd name="connsiteX47" fmla="*/ 3026892 w 8844007"/>
                    <a:gd name="connsiteY47" fmla="*/ 1353874 h 1353874"/>
                    <a:gd name="connsiteX48" fmla="*/ 1439437 w 8844007"/>
                    <a:gd name="connsiteY48" fmla="*/ 920791 h 1353874"/>
                    <a:gd name="connsiteX49" fmla="*/ 1572613 w 8844007"/>
                    <a:gd name="connsiteY49" fmla="*/ 920791 h 1353874"/>
                    <a:gd name="connsiteX50" fmla="*/ 1572613 w 8844007"/>
                    <a:gd name="connsiteY50" fmla="*/ 1353874 h 1353874"/>
                    <a:gd name="connsiteX51" fmla="*/ 1439437 w 8844007"/>
                    <a:gd name="connsiteY51" fmla="*/ 1353874 h 1353874"/>
                    <a:gd name="connsiteX52" fmla="*/ 1002621 w 8844007"/>
                    <a:gd name="connsiteY52" fmla="*/ 799839 h 1353874"/>
                    <a:gd name="connsiteX53" fmla="*/ 1130469 w 8844007"/>
                    <a:gd name="connsiteY53" fmla="*/ 799839 h 1353874"/>
                    <a:gd name="connsiteX54" fmla="*/ 1130469 w 8844007"/>
                    <a:gd name="connsiteY54" fmla="*/ 858364 h 1353874"/>
                    <a:gd name="connsiteX55" fmla="*/ 1226356 w 8844007"/>
                    <a:gd name="connsiteY55" fmla="*/ 858364 h 1353874"/>
                    <a:gd name="connsiteX56" fmla="*/ 1226356 w 8844007"/>
                    <a:gd name="connsiteY56" fmla="*/ 1353874 h 1353874"/>
                    <a:gd name="connsiteX57" fmla="*/ 1130469 w 8844007"/>
                    <a:gd name="connsiteY57" fmla="*/ 1353874 h 1353874"/>
                    <a:gd name="connsiteX58" fmla="*/ 1002621 w 8844007"/>
                    <a:gd name="connsiteY58" fmla="*/ 1353874 h 1353874"/>
                    <a:gd name="connsiteX59" fmla="*/ 1002621 w 8844007"/>
                    <a:gd name="connsiteY59" fmla="*/ 858364 h 1353874"/>
                    <a:gd name="connsiteX60" fmla="*/ 6441517 w 8844007"/>
                    <a:gd name="connsiteY60" fmla="*/ 596953 h 1353874"/>
                    <a:gd name="connsiteX61" fmla="*/ 6462825 w 8844007"/>
                    <a:gd name="connsiteY61" fmla="*/ 604757 h 1353874"/>
                    <a:gd name="connsiteX62" fmla="*/ 6473479 w 8844007"/>
                    <a:gd name="connsiteY62" fmla="*/ 604757 h 1353874"/>
                    <a:gd name="connsiteX63" fmla="*/ 6473479 w 8844007"/>
                    <a:gd name="connsiteY63" fmla="*/ 635970 h 1353874"/>
                    <a:gd name="connsiteX64" fmla="*/ 6521422 w 8844007"/>
                    <a:gd name="connsiteY64" fmla="*/ 635970 h 1353874"/>
                    <a:gd name="connsiteX65" fmla="*/ 6521422 w 8844007"/>
                    <a:gd name="connsiteY65" fmla="*/ 604757 h 1353874"/>
                    <a:gd name="connsiteX66" fmla="*/ 6532076 w 8844007"/>
                    <a:gd name="connsiteY66" fmla="*/ 604757 h 1353874"/>
                    <a:gd name="connsiteX67" fmla="*/ 6553385 w 8844007"/>
                    <a:gd name="connsiteY67" fmla="*/ 596953 h 1353874"/>
                    <a:gd name="connsiteX68" fmla="*/ 6574693 w 8844007"/>
                    <a:gd name="connsiteY68" fmla="*/ 604757 h 1353874"/>
                    <a:gd name="connsiteX69" fmla="*/ 6585347 w 8844007"/>
                    <a:gd name="connsiteY69" fmla="*/ 604757 h 1353874"/>
                    <a:gd name="connsiteX70" fmla="*/ 6585347 w 8844007"/>
                    <a:gd name="connsiteY70" fmla="*/ 635970 h 1353874"/>
                    <a:gd name="connsiteX71" fmla="*/ 6633290 w 8844007"/>
                    <a:gd name="connsiteY71" fmla="*/ 635970 h 1353874"/>
                    <a:gd name="connsiteX72" fmla="*/ 6633290 w 8844007"/>
                    <a:gd name="connsiteY72" fmla="*/ 604757 h 1353874"/>
                    <a:gd name="connsiteX73" fmla="*/ 6643944 w 8844007"/>
                    <a:gd name="connsiteY73" fmla="*/ 604757 h 1353874"/>
                    <a:gd name="connsiteX74" fmla="*/ 6665252 w 8844007"/>
                    <a:gd name="connsiteY74" fmla="*/ 596953 h 1353874"/>
                    <a:gd name="connsiteX75" fmla="*/ 6686560 w 8844007"/>
                    <a:gd name="connsiteY75" fmla="*/ 604757 h 1353874"/>
                    <a:gd name="connsiteX76" fmla="*/ 6697214 w 8844007"/>
                    <a:gd name="connsiteY76" fmla="*/ 604757 h 1353874"/>
                    <a:gd name="connsiteX77" fmla="*/ 6697214 w 8844007"/>
                    <a:gd name="connsiteY77" fmla="*/ 635970 h 1353874"/>
                    <a:gd name="connsiteX78" fmla="*/ 6718522 w 8844007"/>
                    <a:gd name="connsiteY78" fmla="*/ 635970 h 1353874"/>
                    <a:gd name="connsiteX79" fmla="*/ 6718522 w 8844007"/>
                    <a:gd name="connsiteY79" fmla="*/ 1353874 h 1353874"/>
                    <a:gd name="connsiteX80" fmla="*/ 6377593 w 8844007"/>
                    <a:gd name="connsiteY80" fmla="*/ 1353874 h 1353874"/>
                    <a:gd name="connsiteX81" fmla="*/ 6377593 w 8844007"/>
                    <a:gd name="connsiteY81" fmla="*/ 635970 h 1353874"/>
                    <a:gd name="connsiteX82" fmla="*/ 6409555 w 8844007"/>
                    <a:gd name="connsiteY82" fmla="*/ 635970 h 1353874"/>
                    <a:gd name="connsiteX83" fmla="*/ 6409555 w 8844007"/>
                    <a:gd name="connsiteY83" fmla="*/ 604757 h 1353874"/>
                    <a:gd name="connsiteX84" fmla="*/ 6420209 w 8844007"/>
                    <a:gd name="connsiteY84" fmla="*/ 604757 h 1353874"/>
                    <a:gd name="connsiteX85" fmla="*/ 5647790 w 8844007"/>
                    <a:gd name="connsiteY85" fmla="*/ 569642 h 1353874"/>
                    <a:gd name="connsiteX86" fmla="*/ 5892833 w 8844007"/>
                    <a:gd name="connsiteY86" fmla="*/ 569642 h 1353874"/>
                    <a:gd name="connsiteX87" fmla="*/ 5892833 w 8844007"/>
                    <a:gd name="connsiteY87" fmla="*/ 1127578 h 1353874"/>
                    <a:gd name="connsiteX88" fmla="*/ 5908814 w 8844007"/>
                    <a:gd name="connsiteY88" fmla="*/ 1127578 h 1353874"/>
                    <a:gd name="connsiteX89" fmla="*/ 5908814 w 8844007"/>
                    <a:gd name="connsiteY89" fmla="*/ 1353874 h 1353874"/>
                    <a:gd name="connsiteX90" fmla="*/ 5573211 w 8844007"/>
                    <a:gd name="connsiteY90" fmla="*/ 1353874 h 1353874"/>
                    <a:gd name="connsiteX91" fmla="*/ 5573211 w 8844007"/>
                    <a:gd name="connsiteY91" fmla="*/ 1127578 h 1353874"/>
                    <a:gd name="connsiteX92" fmla="*/ 5647790 w 8844007"/>
                    <a:gd name="connsiteY92" fmla="*/ 1127578 h 1353874"/>
                    <a:gd name="connsiteX93" fmla="*/ 603093 w 8844007"/>
                    <a:gd name="connsiteY93" fmla="*/ 538428 h 1353874"/>
                    <a:gd name="connsiteX94" fmla="*/ 938696 w 8844007"/>
                    <a:gd name="connsiteY94" fmla="*/ 538428 h 1353874"/>
                    <a:gd name="connsiteX95" fmla="*/ 938696 w 8844007"/>
                    <a:gd name="connsiteY95" fmla="*/ 1353874 h 1353874"/>
                    <a:gd name="connsiteX96" fmla="*/ 603093 w 8844007"/>
                    <a:gd name="connsiteY96" fmla="*/ 1353874 h 1353874"/>
                    <a:gd name="connsiteX97" fmla="*/ 7102069 w 8844007"/>
                    <a:gd name="connsiteY97" fmla="*/ 503314 h 1353874"/>
                    <a:gd name="connsiteX98" fmla="*/ 7347112 w 8844007"/>
                    <a:gd name="connsiteY98" fmla="*/ 503314 h 1353874"/>
                    <a:gd name="connsiteX99" fmla="*/ 7347112 w 8844007"/>
                    <a:gd name="connsiteY99" fmla="*/ 702298 h 1353874"/>
                    <a:gd name="connsiteX100" fmla="*/ 7379074 w 8844007"/>
                    <a:gd name="connsiteY100" fmla="*/ 702298 h 1353874"/>
                    <a:gd name="connsiteX101" fmla="*/ 7379074 w 8844007"/>
                    <a:gd name="connsiteY101" fmla="*/ 1353874 h 1353874"/>
                    <a:gd name="connsiteX102" fmla="*/ 6990201 w 8844007"/>
                    <a:gd name="connsiteY102" fmla="*/ 1353874 h 1353874"/>
                    <a:gd name="connsiteX103" fmla="*/ 6990201 w 8844007"/>
                    <a:gd name="connsiteY103" fmla="*/ 702298 h 1353874"/>
                    <a:gd name="connsiteX104" fmla="*/ 7102069 w 8844007"/>
                    <a:gd name="connsiteY104" fmla="*/ 702298 h 1353874"/>
                    <a:gd name="connsiteX105" fmla="*/ 187585 w 8844007"/>
                    <a:gd name="connsiteY105" fmla="*/ 503314 h 1353874"/>
                    <a:gd name="connsiteX106" fmla="*/ 224874 w 8844007"/>
                    <a:gd name="connsiteY106" fmla="*/ 503314 h 1353874"/>
                    <a:gd name="connsiteX107" fmla="*/ 224874 w 8844007"/>
                    <a:gd name="connsiteY107" fmla="*/ 522822 h 1353874"/>
                    <a:gd name="connsiteX108" fmla="*/ 224874 w 8844007"/>
                    <a:gd name="connsiteY108" fmla="*/ 585248 h 1353874"/>
                    <a:gd name="connsiteX109" fmla="*/ 358050 w 8844007"/>
                    <a:gd name="connsiteY109" fmla="*/ 585248 h 1353874"/>
                    <a:gd name="connsiteX110" fmla="*/ 358050 w 8844007"/>
                    <a:gd name="connsiteY110" fmla="*/ 651576 h 1353874"/>
                    <a:gd name="connsiteX111" fmla="*/ 379358 w 8844007"/>
                    <a:gd name="connsiteY111" fmla="*/ 651576 h 1353874"/>
                    <a:gd name="connsiteX112" fmla="*/ 379358 w 8844007"/>
                    <a:gd name="connsiteY112" fmla="*/ 1353874 h 1353874"/>
                    <a:gd name="connsiteX113" fmla="*/ 358050 w 8844007"/>
                    <a:gd name="connsiteY113" fmla="*/ 1353874 h 1353874"/>
                    <a:gd name="connsiteX114" fmla="*/ 0 w 8844007"/>
                    <a:gd name="connsiteY114" fmla="*/ 1353874 h 1353874"/>
                    <a:gd name="connsiteX115" fmla="*/ 0 w 8844007"/>
                    <a:gd name="connsiteY115" fmla="*/ 585248 h 1353874"/>
                    <a:gd name="connsiteX116" fmla="*/ 91698 w 8844007"/>
                    <a:gd name="connsiteY116" fmla="*/ 585248 h 1353874"/>
                    <a:gd name="connsiteX117" fmla="*/ 91698 w 8844007"/>
                    <a:gd name="connsiteY117" fmla="*/ 522822 h 1353874"/>
                    <a:gd name="connsiteX118" fmla="*/ 187585 w 8844007"/>
                    <a:gd name="connsiteY118" fmla="*/ 522822 h 1353874"/>
                    <a:gd name="connsiteX119" fmla="*/ 1886907 w 8844007"/>
                    <a:gd name="connsiteY119" fmla="*/ 358952 h 1353874"/>
                    <a:gd name="connsiteX120" fmla="*/ 2089335 w 8844007"/>
                    <a:gd name="connsiteY120" fmla="*/ 358952 h 1353874"/>
                    <a:gd name="connsiteX121" fmla="*/ 2089335 w 8844007"/>
                    <a:gd name="connsiteY121" fmla="*/ 1353874 h 1353874"/>
                    <a:gd name="connsiteX122" fmla="*/ 1886907 w 8844007"/>
                    <a:gd name="connsiteY122" fmla="*/ 1353874 h 1353874"/>
                    <a:gd name="connsiteX123" fmla="*/ 4017719 w 8844007"/>
                    <a:gd name="connsiteY123" fmla="*/ 23410 h 1353874"/>
                    <a:gd name="connsiteX124" fmla="*/ 4411919 w 8844007"/>
                    <a:gd name="connsiteY124" fmla="*/ 23410 h 1353874"/>
                    <a:gd name="connsiteX125" fmla="*/ 4411919 w 8844007"/>
                    <a:gd name="connsiteY125" fmla="*/ 1076857 h 1353874"/>
                    <a:gd name="connsiteX126" fmla="*/ 4507806 w 8844007"/>
                    <a:gd name="connsiteY126" fmla="*/ 1076857 h 1353874"/>
                    <a:gd name="connsiteX127" fmla="*/ 4507806 w 8844007"/>
                    <a:gd name="connsiteY127" fmla="*/ 1353874 h 1353874"/>
                    <a:gd name="connsiteX128" fmla="*/ 4411919 w 8844007"/>
                    <a:gd name="connsiteY128" fmla="*/ 1353874 h 1353874"/>
                    <a:gd name="connsiteX129" fmla="*/ 4108278 w 8844007"/>
                    <a:gd name="connsiteY129" fmla="*/ 1353874 h 1353874"/>
                    <a:gd name="connsiteX130" fmla="*/ 4017719 w 8844007"/>
                    <a:gd name="connsiteY130" fmla="*/ 1353874 h 1353874"/>
                    <a:gd name="connsiteX131" fmla="*/ 3415765 w 8844007"/>
                    <a:gd name="connsiteY131" fmla="*/ 0 h 1353874"/>
                    <a:gd name="connsiteX132" fmla="*/ 3809965 w 8844007"/>
                    <a:gd name="connsiteY132" fmla="*/ 0 h 1353874"/>
                    <a:gd name="connsiteX133" fmla="*/ 3809965 w 8844007"/>
                    <a:gd name="connsiteY133" fmla="*/ 1353874 h 1353874"/>
                    <a:gd name="connsiteX134" fmla="*/ 3415765 w 8844007"/>
                    <a:gd name="connsiteY134" fmla="*/ 1353874 h 1353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844007" h="1353874">
                      <a:moveTo>
                        <a:pt x="8529712" y="1143185"/>
                      </a:moveTo>
                      <a:lnTo>
                        <a:pt x="8684196" y="1143185"/>
                      </a:lnTo>
                      <a:lnTo>
                        <a:pt x="8684196" y="1264136"/>
                      </a:lnTo>
                      <a:lnTo>
                        <a:pt x="8710831" y="1264136"/>
                      </a:lnTo>
                      <a:lnTo>
                        <a:pt x="8710831" y="1225120"/>
                      </a:lnTo>
                      <a:lnTo>
                        <a:pt x="8710831" y="1193906"/>
                      </a:lnTo>
                      <a:lnTo>
                        <a:pt x="8774756" y="1193906"/>
                      </a:lnTo>
                      <a:lnTo>
                        <a:pt x="8774756" y="1225120"/>
                      </a:lnTo>
                      <a:lnTo>
                        <a:pt x="8844007" y="1225120"/>
                      </a:lnTo>
                      <a:lnTo>
                        <a:pt x="8844007" y="1353874"/>
                      </a:lnTo>
                      <a:lnTo>
                        <a:pt x="8796064" y="1353874"/>
                      </a:lnTo>
                      <a:lnTo>
                        <a:pt x="8774756" y="1353874"/>
                      </a:lnTo>
                      <a:lnTo>
                        <a:pt x="8710831" y="1353874"/>
                      </a:lnTo>
                      <a:lnTo>
                        <a:pt x="8684196" y="1353874"/>
                      </a:lnTo>
                      <a:lnTo>
                        <a:pt x="8529712" y="1353874"/>
                      </a:lnTo>
                      <a:lnTo>
                        <a:pt x="8529712" y="1264136"/>
                      </a:lnTo>
                      <a:close/>
                      <a:moveTo>
                        <a:pt x="1721770" y="1092463"/>
                      </a:moveTo>
                      <a:lnTo>
                        <a:pt x="1854945" y="1092463"/>
                      </a:lnTo>
                      <a:lnTo>
                        <a:pt x="1854945" y="1353874"/>
                      </a:lnTo>
                      <a:lnTo>
                        <a:pt x="1721770" y="1353874"/>
                      </a:lnTo>
                      <a:close/>
                      <a:moveTo>
                        <a:pt x="8002336" y="1084660"/>
                      </a:moveTo>
                      <a:lnTo>
                        <a:pt x="8114204" y="1084660"/>
                      </a:lnTo>
                      <a:lnTo>
                        <a:pt x="8114204" y="1201710"/>
                      </a:lnTo>
                      <a:lnTo>
                        <a:pt x="8204764" y="1201710"/>
                      </a:lnTo>
                      <a:lnTo>
                        <a:pt x="8204764" y="1307054"/>
                      </a:lnTo>
                      <a:lnTo>
                        <a:pt x="7826544" y="1307054"/>
                      </a:lnTo>
                      <a:lnTo>
                        <a:pt x="7826544" y="1201710"/>
                      </a:lnTo>
                      <a:lnTo>
                        <a:pt x="7869161" y="1201710"/>
                      </a:lnTo>
                      <a:lnTo>
                        <a:pt x="7869161" y="1111972"/>
                      </a:lnTo>
                      <a:lnTo>
                        <a:pt x="7981028" y="1111972"/>
                      </a:lnTo>
                      <a:lnTo>
                        <a:pt x="7981028" y="1201710"/>
                      </a:lnTo>
                      <a:lnTo>
                        <a:pt x="8002336" y="1201710"/>
                      </a:lnTo>
                      <a:close/>
                      <a:moveTo>
                        <a:pt x="2488862" y="1002725"/>
                      </a:moveTo>
                      <a:lnTo>
                        <a:pt x="2691289" y="1002725"/>
                      </a:lnTo>
                      <a:lnTo>
                        <a:pt x="2691289" y="1353874"/>
                      </a:lnTo>
                      <a:lnTo>
                        <a:pt x="2488862" y="1353874"/>
                      </a:lnTo>
                      <a:close/>
                      <a:moveTo>
                        <a:pt x="6164512" y="987119"/>
                      </a:moveTo>
                      <a:lnTo>
                        <a:pt x="6361612" y="987119"/>
                      </a:lnTo>
                      <a:lnTo>
                        <a:pt x="6361612" y="1111972"/>
                      </a:lnTo>
                      <a:lnTo>
                        <a:pt x="6361612" y="1225120"/>
                      </a:lnTo>
                      <a:lnTo>
                        <a:pt x="6361612" y="1353874"/>
                      </a:lnTo>
                      <a:lnTo>
                        <a:pt x="6026009" y="1353874"/>
                      </a:lnTo>
                      <a:lnTo>
                        <a:pt x="6026009" y="1111972"/>
                      </a:lnTo>
                      <a:lnTo>
                        <a:pt x="6164512" y="1111972"/>
                      </a:lnTo>
                      <a:close/>
                      <a:moveTo>
                        <a:pt x="3026892" y="920791"/>
                      </a:moveTo>
                      <a:lnTo>
                        <a:pt x="3202683" y="920791"/>
                      </a:lnTo>
                      <a:lnTo>
                        <a:pt x="3202683" y="1353874"/>
                      </a:lnTo>
                      <a:lnTo>
                        <a:pt x="3026892" y="1353874"/>
                      </a:lnTo>
                      <a:close/>
                      <a:moveTo>
                        <a:pt x="1439437" y="920791"/>
                      </a:moveTo>
                      <a:lnTo>
                        <a:pt x="1572613" y="920791"/>
                      </a:lnTo>
                      <a:lnTo>
                        <a:pt x="1572613" y="1353874"/>
                      </a:lnTo>
                      <a:lnTo>
                        <a:pt x="1439437" y="1353874"/>
                      </a:lnTo>
                      <a:close/>
                      <a:moveTo>
                        <a:pt x="1002621" y="799839"/>
                      </a:moveTo>
                      <a:lnTo>
                        <a:pt x="1130469" y="799839"/>
                      </a:lnTo>
                      <a:lnTo>
                        <a:pt x="1130469" y="858364"/>
                      </a:lnTo>
                      <a:lnTo>
                        <a:pt x="1226356" y="858364"/>
                      </a:lnTo>
                      <a:lnTo>
                        <a:pt x="1226356" y="1353874"/>
                      </a:lnTo>
                      <a:lnTo>
                        <a:pt x="1130469" y="1353874"/>
                      </a:lnTo>
                      <a:lnTo>
                        <a:pt x="1002621" y="1353874"/>
                      </a:lnTo>
                      <a:lnTo>
                        <a:pt x="1002621" y="858364"/>
                      </a:lnTo>
                      <a:close/>
                      <a:moveTo>
                        <a:pt x="6441517" y="596953"/>
                      </a:moveTo>
                      <a:lnTo>
                        <a:pt x="6462825" y="604757"/>
                      </a:lnTo>
                      <a:lnTo>
                        <a:pt x="6473479" y="604757"/>
                      </a:lnTo>
                      <a:lnTo>
                        <a:pt x="6473479" y="635970"/>
                      </a:lnTo>
                      <a:lnTo>
                        <a:pt x="6521422" y="635970"/>
                      </a:lnTo>
                      <a:lnTo>
                        <a:pt x="6521422" y="604757"/>
                      </a:lnTo>
                      <a:lnTo>
                        <a:pt x="6532076" y="604757"/>
                      </a:lnTo>
                      <a:lnTo>
                        <a:pt x="6553385" y="596953"/>
                      </a:lnTo>
                      <a:lnTo>
                        <a:pt x="6574693" y="604757"/>
                      </a:lnTo>
                      <a:lnTo>
                        <a:pt x="6585347" y="604757"/>
                      </a:lnTo>
                      <a:lnTo>
                        <a:pt x="6585347" y="635970"/>
                      </a:lnTo>
                      <a:lnTo>
                        <a:pt x="6633290" y="635970"/>
                      </a:lnTo>
                      <a:lnTo>
                        <a:pt x="6633290" y="604757"/>
                      </a:lnTo>
                      <a:lnTo>
                        <a:pt x="6643944" y="604757"/>
                      </a:lnTo>
                      <a:lnTo>
                        <a:pt x="6665252" y="596953"/>
                      </a:lnTo>
                      <a:lnTo>
                        <a:pt x="6686560" y="604757"/>
                      </a:lnTo>
                      <a:lnTo>
                        <a:pt x="6697214" y="604757"/>
                      </a:lnTo>
                      <a:lnTo>
                        <a:pt x="6697214" y="635970"/>
                      </a:lnTo>
                      <a:lnTo>
                        <a:pt x="6718522" y="635970"/>
                      </a:lnTo>
                      <a:lnTo>
                        <a:pt x="6718522" y="1353874"/>
                      </a:lnTo>
                      <a:lnTo>
                        <a:pt x="6377593" y="1353874"/>
                      </a:lnTo>
                      <a:lnTo>
                        <a:pt x="6377593" y="635970"/>
                      </a:lnTo>
                      <a:lnTo>
                        <a:pt x="6409555" y="635970"/>
                      </a:lnTo>
                      <a:lnTo>
                        <a:pt x="6409555" y="604757"/>
                      </a:lnTo>
                      <a:lnTo>
                        <a:pt x="6420209" y="604757"/>
                      </a:lnTo>
                      <a:close/>
                      <a:moveTo>
                        <a:pt x="5647790" y="569642"/>
                      </a:moveTo>
                      <a:lnTo>
                        <a:pt x="5892833" y="569642"/>
                      </a:lnTo>
                      <a:lnTo>
                        <a:pt x="5892833" y="1127578"/>
                      </a:lnTo>
                      <a:lnTo>
                        <a:pt x="5908814" y="1127578"/>
                      </a:lnTo>
                      <a:lnTo>
                        <a:pt x="5908814" y="1353874"/>
                      </a:lnTo>
                      <a:lnTo>
                        <a:pt x="5573211" y="1353874"/>
                      </a:lnTo>
                      <a:lnTo>
                        <a:pt x="5573211" y="1127578"/>
                      </a:lnTo>
                      <a:lnTo>
                        <a:pt x="5647790" y="1127578"/>
                      </a:lnTo>
                      <a:close/>
                      <a:moveTo>
                        <a:pt x="603093" y="538428"/>
                      </a:moveTo>
                      <a:lnTo>
                        <a:pt x="938696" y="538428"/>
                      </a:lnTo>
                      <a:lnTo>
                        <a:pt x="938696" y="1353874"/>
                      </a:lnTo>
                      <a:lnTo>
                        <a:pt x="603093" y="1353874"/>
                      </a:lnTo>
                      <a:close/>
                      <a:moveTo>
                        <a:pt x="7102069" y="503314"/>
                      </a:moveTo>
                      <a:lnTo>
                        <a:pt x="7347112" y="503314"/>
                      </a:lnTo>
                      <a:lnTo>
                        <a:pt x="7347112" y="702298"/>
                      </a:lnTo>
                      <a:lnTo>
                        <a:pt x="7379074" y="702298"/>
                      </a:lnTo>
                      <a:lnTo>
                        <a:pt x="7379074" y="1353874"/>
                      </a:lnTo>
                      <a:lnTo>
                        <a:pt x="6990201" y="1353874"/>
                      </a:lnTo>
                      <a:lnTo>
                        <a:pt x="6990201" y="702298"/>
                      </a:lnTo>
                      <a:lnTo>
                        <a:pt x="7102069" y="702298"/>
                      </a:lnTo>
                      <a:close/>
                      <a:moveTo>
                        <a:pt x="187585" y="503314"/>
                      </a:moveTo>
                      <a:lnTo>
                        <a:pt x="224874" y="503314"/>
                      </a:lnTo>
                      <a:lnTo>
                        <a:pt x="224874" y="522822"/>
                      </a:lnTo>
                      <a:lnTo>
                        <a:pt x="224874" y="585248"/>
                      </a:lnTo>
                      <a:lnTo>
                        <a:pt x="358050" y="585248"/>
                      </a:lnTo>
                      <a:lnTo>
                        <a:pt x="358050" y="651576"/>
                      </a:lnTo>
                      <a:lnTo>
                        <a:pt x="379358" y="651576"/>
                      </a:lnTo>
                      <a:lnTo>
                        <a:pt x="379358" y="1353874"/>
                      </a:lnTo>
                      <a:lnTo>
                        <a:pt x="358050" y="1353874"/>
                      </a:lnTo>
                      <a:lnTo>
                        <a:pt x="0" y="1353874"/>
                      </a:lnTo>
                      <a:lnTo>
                        <a:pt x="0" y="585248"/>
                      </a:lnTo>
                      <a:lnTo>
                        <a:pt x="91698" y="585248"/>
                      </a:lnTo>
                      <a:lnTo>
                        <a:pt x="91698" y="522822"/>
                      </a:lnTo>
                      <a:lnTo>
                        <a:pt x="187585" y="522822"/>
                      </a:lnTo>
                      <a:close/>
                      <a:moveTo>
                        <a:pt x="1886907" y="358952"/>
                      </a:moveTo>
                      <a:lnTo>
                        <a:pt x="2089335" y="358952"/>
                      </a:lnTo>
                      <a:lnTo>
                        <a:pt x="2089335" y="1353874"/>
                      </a:lnTo>
                      <a:lnTo>
                        <a:pt x="1886907" y="1353874"/>
                      </a:lnTo>
                      <a:close/>
                      <a:moveTo>
                        <a:pt x="4017719" y="23410"/>
                      </a:moveTo>
                      <a:lnTo>
                        <a:pt x="4411919" y="23410"/>
                      </a:lnTo>
                      <a:lnTo>
                        <a:pt x="4411919" y="1076857"/>
                      </a:lnTo>
                      <a:lnTo>
                        <a:pt x="4507806" y="1076857"/>
                      </a:lnTo>
                      <a:lnTo>
                        <a:pt x="4507806" y="1353874"/>
                      </a:lnTo>
                      <a:lnTo>
                        <a:pt x="4411919" y="1353874"/>
                      </a:lnTo>
                      <a:lnTo>
                        <a:pt x="4108278" y="1353874"/>
                      </a:lnTo>
                      <a:lnTo>
                        <a:pt x="4017719" y="1353874"/>
                      </a:lnTo>
                      <a:close/>
                      <a:moveTo>
                        <a:pt x="3415765" y="0"/>
                      </a:moveTo>
                      <a:lnTo>
                        <a:pt x="3809965" y="0"/>
                      </a:lnTo>
                      <a:lnTo>
                        <a:pt x="3809965" y="1353874"/>
                      </a:lnTo>
                      <a:lnTo>
                        <a:pt x="3415765" y="1353874"/>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2" name="î$lîḋè"/>
                <p:cNvSpPr/>
                <p:nvPr/>
              </p:nvSpPr>
              <p:spPr>
                <a:xfrm>
                  <a:off x="0" y="6123223"/>
                  <a:ext cx="1443078" cy="702822"/>
                </a:xfrm>
                <a:custGeom>
                  <a:avLst/>
                  <a:gdLst>
                    <a:gd name="connsiteX0" fmla="*/ 221731 w 1443078"/>
                    <a:gd name="connsiteY0" fmla="*/ 0 h 702822"/>
                    <a:gd name="connsiteX1" fmla="*/ 232352 w 1443078"/>
                    <a:gd name="connsiteY1" fmla="*/ 0 h 702822"/>
                    <a:gd name="connsiteX2" fmla="*/ 274833 w 1443078"/>
                    <a:gd name="connsiteY2" fmla="*/ 58568 h 702822"/>
                    <a:gd name="connsiteX3" fmla="*/ 423519 w 1443078"/>
                    <a:gd name="connsiteY3" fmla="*/ 122461 h 702822"/>
                    <a:gd name="connsiteX4" fmla="*/ 423519 w 1443078"/>
                    <a:gd name="connsiteY4" fmla="*/ 154408 h 702822"/>
                    <a:gd name="connsiteX5" fmla="*/ 396968 w 1443078"/>
                    <a:gd name="connsiteY5" fmla="*/ 154408 h 702822"/>
                    <a:gd name="connsiteX6" fmla="*/ 396968 w 1443078"/>
                    <a:gd name="connsiteY6" fmla="*/ 266220 h 702822"/>
                    <a:gd name="connsiteX7" fmla="*/ 1352805 w 1443078"/>
                    <a:gd name="connsiteY7" fmla="*/ 266220 h 702822"/>
                    <a:gd name="connsiteX8" fmla="*/ 1352805 w 1443078"/>
                    <a:gd name="connsiteY8" fmla="*/ 314140 h 702822"/>
                    <a:gd name="connsiteX9" fmla="*/ 1443078 w 1443078"/>
                    <a:gd name="connsiteY9" fmla="*/ 314140 h 702822"/>
                    <a:gd name="connsiteX10" fmla="*/ 1443078 w 1443078"/>
                    <a:gd name="connsiteY10" fmla="*/ 702822 h 702822"/>
                    <a:gd name="connsiteX11" fmla="*/ 0 w 1443078"/>
                    <a:gd name="connsiteY11" fmla="*/ 702822 h 702822"/>
                    <a:gd name="connsiteX12" fmla="*/ 0 w 1443078"/>
                    <a:gd name="connsiteY12" fmla="*/ 266220 h 702822"/>
                    <a:gd name="connsiteX13" fmla="*/ 62425 w 1443078"/>
                    <a:gd name="connsiteY13" fmla="*/ 266220 h 702822"/>
                    <a:gd name="connsiteX14" fmla="*/ 62425 w 1443078"/>
                    <a:gd name="connsiteY14" fmla="*/ 154408 h 702822"/>
                    <a:gd name="connsiteX15" fmla="*/ 30564 w 1443078"/>
                    <a:gd name="connsiteY15" fmla="*/ 154408 h 702822"/>
                    <a:gd name="connsiteX16" fmla="*/ 30564 w 1443078"/>
                    <a:gd name="connsiteY16" fmla="*/ 122461 h 702822"/>
                    <a:gd name="connsiteX17" fmla="*/ 184560 w 1443078"/>
                    <a:gd name="connsiteY17" fmla="*/ 58568 h 70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43078" h="702822">
                      <a:moveTo>
                        <a:pt x="221731" y="0"/>
                      </a:moveTo>
                      <a:lnTo>
                        <a:pt x="232352" y="0"/>
                      </a:lnTo>
                      <a:lnTo>
                        <a:pt x="274833" y="58568"/>
                      </a:lnTo>
                      <a:lnTo>
                        <a:pt x="423519" y="122461"/>
                      </a:lnTo>
                      <a:lnTo>
                        <a:pt x="423519" y="154408"/>
                      </a:lnTo>
                      <a:lnTo>
                        <a:pt x="396968" y="154408"/>
                      </a:lnTo>
                      <a:lnTo>
                        <a:pt x="396968" y="266220"/>
                      </a:lnTo>
                      <a:lnTo>
                        <a:pt x="1352805" y="266220"/>
                      </a:lnTo>
                      <a:lnTo>
                        <a:pt x="1352805" y="314140"/>
                      </a:lnTo>
                      <a:lnTo>
                        <a:pt x="1443078" y="314140"/>
                      </a:lnTo>
                      <a:lnTo>
                        <a:pt x="1443078" y="702822"/>
                      </a:lnTo>
                      <a:lnTo>
                        <a:pt x="0" y="702822"/>
                      </a:lnTo>
                      <a:lnTo>
                        <a:pt x="0" y="266220"/>
                      </a:lnTo>
                      <a:lnTo>
                        <a:pt x="62425" y="266220"/>
                      </a:lnTo>
                      <a:lnTo>
                        <a:pt x="62425" y="154408"/>
                      </a:lnTo>
                      <a:lnTo>
                        <a:pt x="30564" y="154408"/>
                      </a:lnTo>
                      <a:lnTo>
                        <a:pt x="30564" y="122461"/>
                      </a:lnTo>
                      <a:lnTo>
                        <a:pt x="184560" y="58568"/>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3" name="iŝļíḍê"/>
                <p:cNvSpPr/>
                <p:nvPr/>
              </p:nvSpPr>
              <p:spPr>
                <a:xfrm>
                  <a:off x="1496324" y="6463987"/>
                  <a:ext cx="191678" cy="362060"/>
                </a:xfrm>
                <a:custGeom>
                  <a:avLst/>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ahLst/>
                  <a:cxnLst>
                    <a:cxn ang="0">
                      <a:pos x="T0" y="T1"/>
                    </a:cxn>
                    <a:cxn ang="0">
                      <a:pos x="T2" y="T3"/>
                    </a:cxn>
                    <a:cxn ang="0">
                      <a:pos x="T4" y="T5"/>
                    </a:cxn>
                    <a:cxn ang="0">
                      <a:pos x="T6" y="T7"/>
                    </a:cxn>
                    <a:cxn ang="0">
                      <a:pos x="T8" y="T9"/>
                    </a:cxn>
                    <a:cxn ang="0">
                      <a:pos x="T10" y="T11"/>
                    </a:cxn>
                  </a:cxnLst>
                  <a:rect l="0" t="0" r="r" b="b"/>
                  <a:pathLst>
                    <a:path w="37" h="67">
                      <a:moveTo>
                        <a:pt x="0" y="0"/>
                      </a:moveTo>
                      <a:lnTo>
                        <a:pt x="37" y="0"/>
                      </a:lnTo>
                      <a:lnTo>
                        <a:pt x="37" y="67"/>
                      </a:lnTo>
                      <a:lnTo>
                        <a:pt x="0" y="67"/>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lnSpcReduction="1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4" name="iṡḻîḋé"/>
                <p:cNvSpPr/>
                <p:nvPr/>
              </p:nvSpPr>
              <p:spPr>
                <a:xfrm>
                  <a:off x="1634764" y="6559822"/>
                  <a:ext cx="575036" cy="266223"/>
                </a:xfrm>
                <a:custGeom>
                  <a:avLst/>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7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5" name="íŝľïḍè"/>
                <p:cNvSpPr/>
                <p:nvPr/>
              </p:nvSpPr>
              <p:spPr>
                <a:xfrm>
                  <a:off x="2050062" y="5867653"/>
                  <a:ext cx="500490" cy="958394"/>
                </a:xfrm>
                <a:custGeom>
                  <a:avLst/>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6" name="ïṥ1iḑé"/>
                <p:cNvSpPr/>
                <p:nvPr/>
              </p:nvSpPr>
              <p:spPr>
                <a:xfrm>
                  <a:off x="2614453" y="6517227"/>
                  <a:ext cx="212975" cy="308820"/>
                </a:xfrm>
                <a:custGeom>
                  <a:avLst/>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ahLst/>
                  <a:cxnLst>
                    <a:cxn ang="0">
                      <a:pos x="T0" y="T1"/>
                    </a:cxn>
                    <a:cxn ang="0">
                      <a:pos x="T2" y="T3"/>
                    </a:cxn>
                    <a:cxn ang="0">
                      <a:pos x="T4" y="T5"/>
                    </a:cxn>
                    <a:cxn ang="0">
                      <a:pos x="T6" y="T7"/>
                    </a:cxn>
                    <a:cxn ang="0">
                      <a:pos x="T8" y="T9"/>
                    </a:cxn>
                    <a:cxn ang="0">
                      <a:pos x="T10" y="T11"/>
                    </a:cxn>
                  </a:cxnLst>
                  <a:rect l="0" t="0" r="r" b="b"/>
                  <a:pathLst>
                    <a:path w="40" h="58">
                      <a:moveTo>
                        <a:pt x="0" y="0"/>
                      </a:moveTo>
                      <a:lnTo>
                        <a:pt x="40" y="0"/>
                      </a:lnTo>
                      <a:lnTo>
                        <a:pt x="40"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875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7" name="isḻîḓè"/>
                <p:cNvSpPr/>
                <p:nvPr/>
              </p:nvSpPr>
              <p:spPr>
                <a:xfrm>
                  <a:off x="2859374" y="6410739"/>
                  <a:ext cx="202324" cy="415308"/>
                </a:xfrm>
                <a:custGeom>
                  <a:avLst/>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ahLst/>
                  <a:cxnLst>
                    <a:cxn ang="0">
                      <a:pos x="T0" y="T1"/>
                    </a:cxn>
                    <a:cxn ang="0">
                      <a:pos x="T2" y="T3"/>
                    </a:cxn>
                    <a:cxn ang="0">
                      <a:pos x="T4" y="T5"/>
                    </a:cxn>
                    <a:cxn ang="0">
                      <a:pos x="T6" y="T7"/>
                    </a:cxn>
                    <a:cxn ang="0">
                      <a:pos x="T8" y="T9"/>
                    </a:cxn>
                    <a:cxn ang="0">
                      <a:pos x="T10" y="T11"/>
                    </a:cxn>
                  </a:cxnLst>
                  <a:rect l="0" t="0" r="r" b="b"/>
                  <a:pathLst>
                    <a:path w="38" h="79">
                      <a:moveTo>
                        <a:pt x="0" y="0"/>
                      </a:moveTo>
                      <a:lnTo>
                        <a:pt x="38" y="0"/>
                      </a:lnTo>
                      <a:lnTo>
                        <a:pt x="38" y="79"/>
                      </a:lnTo>
                      <a:lnTo>
                        <a:pt x="0" y="79"/>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8" name="ïṥḻíḑé"/>
                <p:cNvSpPr/>
                <p:nvPr/>
              </p:nvSpPr>
              <p:spPr>
                <a:xfrm>
                  <a:off x="3988148" y="6027381"/>
                  <a:ext cx="266219" cy="798665"/>
                </a:xfrm>
                <a:custGeom>
                  <a:avLst/>
                  <a:gdLst>
                    <a:gd name="T0" fmla="*/ 9 w 50"/>
                    <a:gd name="T1" fmla="*/ 23 h 149"/>
                    <a:gd name="T2" fmla="*/ 13 w 50"/>
                    <a:gd name="T3" fmla="*/ 23 h 149"/>
                    <a:gd name="T4" fmla="*/ 23 w 50"/>
                    <a:gd name="T5" fmla="*/ 0 h 149"/>
                    <a:gd name="T6" fmla="*/ 29 w 50"/>
                    <a:gd name="T7" fmla="*/ 0 h 149"/>
                    <a:gd name="T8" fmla="*/ 36 w 50"/>
                    <a:gd name="T9" fmla="*/ 23 h 149"/>
                    <a:gd name="T10" fmla="*/ 42 w 50"/>
                    <a:gd name="T11" fmla="*/ 23 h 149"/>
                    <a:gd name="T12" fmla="*/ 42 w 50"/>
                    <a:gd name="T13" fmla="*/ 36 h 149"/>
                    <a:gd name="T14" fmla="*/ 44 w 50"/>
                    <a:gd name="T15" fmla="*/ 42 h 149"/>
                    <a:gd name="T16" fmla="*/ 50 w 50"/>
                    <a:gd name="T17" fmla="*/ 42 h 149"/>
                    <a:gd name="T18" fmla="*/ 50 w 50"/>
                    <a:gd name="T19" fmla="*/ 149 h 149"/>
                    <a:gd name="T20" fmla="*/ 0 w 50"/>
                    <a:gd name="T21" fmla="*/ 149 h 149"/>
                    <a:gd name="T22" fmla="*/ 0 w 50"/>
                    <a:gd name="T23" fmla="*/ 42 h 149"/>
                    <a:gd name="T24" fmla="*/ 8 w 50"/>
                    <a:gd name="T25" fmla="*/ 42 h 149"/>
                    <a:gd name="T26" fmla="*/ 9 w 50"/>
                    <a:gd name="T27" fmla="*/ 36 h 149"/>
                    <a:gd name="T28" fmla="*/ 9 w 50"/>
                    <a:gd name="T29" fmla="*/ 23 h 149"/>
                    <a:gd name="T30" fmla="*/ 9 w 50"/>
                    <a:gd name="T31" fmla="*/ 2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 h="149">
                      <a:moveTo>
                        <a:pt x="9" y="23"/>
                      </a:moveTo>
                      <a:lnTo>
                        <a:pt x="13" y="23"/>
                      </a:lnTo>
                      <a:lnTo>
                        <a:pt x="23" y="0"/>
                      </a:lnTo>
                      <a:lnTo>
                        <a:pt x="29" y="0"/>
                      </a:lnTo>
                      <a:lnTo>
                        <a:pt x="36" y="23"/>
                      </a:lnTo>
                      <a:lnTo>
                        <a:pt x="42" y="23"/>
                      </a:lnTo>
                      <a:lnTo>
                        <a:pt x="42" y="36"/>
                      </a:lnTo>
                      <a:lnTo>
                        <a:pt x="44" y="42"/>
                      </a:lnTo>
                      <a:lnTo>
                        <a:pt x="50" y="42"/>
                      </a:lnTo>
                      <a:lnTo>
                        <a:pt x="50" y="149"/>
                      </a:lnTo>
                      <a:lnTo>
                        <a:pt x="0" y="149"/>
                      </a:lnTo>
                      <a:lnTo>
                        <a:pt x="0" y="42"/>
                      </a:lnTo>
                      <a:lnTo>
                        <a:pt x="8" y="42"/>
                      </a:lnTo>
                      <a:lnTo>
                        <a:pt x="9" y="36"/>
                      </a:lnTo>
                      <a:lnTo>
                        <a:pt x="9" y="23"/>
                      </a:lnTo>
                      <a:lnTo>
                        <a:pt x="9" y="2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9" name="ïšľíḍé"/>
                <p:cNvSpPr/>
                <p:nvPr/>
              </p:nvSpPr>
              <p:spPr>
                <a:xfrm>
                  <a:off x="4392801" y="6666311"/>
                  <a:ext cx="149083" cy="159734"/>
                </a:xfrm>
                <a:custGeom>
                  <a:avLst/>
                  <a:gdLst>
                    <a:gd name="T0" fmla="*/ 0 w 28"/>
                    <a:gd name="T1" fmla="*/ 0 h 31"/>
                    <a:gd name="T2" fmla="*/ 28 w 28"/>
                    <a:gd name="T3" fmla="*/ 0 h 31"/>
                    <a:gd name="T4" fmla="*/ 28 w 28"/>
                    <a:gd name="T5" fmla="*/ 31 h 31"/>
                    <a:gd name="T6" fmla="*/ 0 w 28"/>
                    <a:gd name="T7" fmla="*/ 31 h 31"/>
                    <a:gd name="T8" fmla="*/ 0 w 28"/>
                    <a:gd name="T9" fmla="*/ 0 h 31"/>
                    <a:gd name="T10" fmla="*/ 0 w 28"/>
                    <a:gd name="T11" fmla="*/ 0 h 31"/>
                  </a:gdLst>
                  <a:ahLst/>
                  <a:cxnLst>
                    <a:cxn ang="0">
                      <a:pos x="T0" y="T1"/>
                    </a:cxn>
                    <a:cxn ang="0">
                      <a:pos x="T2" y="T3"/>
                    </a:cxn>
                    <a:cxn ang="0">
                      <a:pos x="T4" y="T5"/>
                    </a:cxn>
                    <a:cxn ang="0">
                      <a:pos x="T6" y="T7"/>
                    </a:cxn>
                    <a:cxn ang="0">
                      <a:pos x="T8" y="T9"/>
                    </a:cxn>
                    <a:cxn ang="0">
                      <a:pos x="T10" y="T11"/>
                    </a:cxn>
                  </a:cxnLst>
                  <a:rect l="0" t="0" r="r" b="b"/>
                  <a:pathLst>
                    <a:path w="28" h="31">
                      <a:moveTo>
                        <a:pt x="0" y="0"/>
                      </a:moveTo>
                      <a:lnTo>
                        <a:pt x="28" y="0"/>
                      </a:lnTo>
                      <a:lnTo>
                        <a:pt x="28" y="31"/>
                      </a:lnTo>
                      <a:lnTo>
                        <a:pt x="0" y="31"/>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0" name="ïṣḻíďe"/>
                <p:cNvSpPr/>
                <p:nvPr/>
              </p:nvSpPr>
              <p:spPr>
                <a:xfrm>
                  <a:off x="4446049" y="4963495"/>
                  <a:ext cx="1405644" cy="1862550"/>
                </a:xfrm>
                <a:custGeom>
                  <a:avLst/>
                  <a:gdLst>
                    <a:gd name="T0" fmla="*/ 124 w 266"/>
                    <a:gd name="T1" fmla="*/ 0 h 476"/>
                    <a:gd name="T2" fmla="*/ 203 w 266"/>
                    <a:gd name="T3" fmla="*/ 0 h 476"/>
                    <a:gd name="T4" fmla="*/ 203 w 266"/>
                    <a:gd name="T5" fmla="*/ 5 h 476"/>
                    <a:gd name="T6" fmla="*/ 209 w 266"/>
                    <a:gd name="T7" fmla="*/ 5 h 476"/>
                    <a:gd name="T8" fmla="*/ 209 w 266"/>
                    <a:gd name="T9" fmla="*/ 9 h 476"/>
                    <a:gd name="T10" fmla="*/ 214 w 266"/>
                    <a:gd name="T11" fmla="*/ 9 h 476"/>
                    <a:gd name="T12" fmla="*/ 214 w 266"/>
                    <a:gd name="T13" fmla="*/ 17 h 476"/>
                    <a:gd name="T14" fmla="*/ 222 w 266"/>
                    <a:gd name="T15" fmla="*/ 17 h 476"/>
                    <a:gd name="T16" fmla="*/ 222 w 266"/>
                    <a:gd name="T17" fmla="*/ 430 h 476"/>
                    <a:gd name="T18" fmla="*/ 230 w 266"/>
                    <a:gd name="T19" fmla="*/ 430 h 476"/>
                    <a:gd name="T20" fmla="*/ 230 w 266"/>
                    <a:gd name="T21" fmla="*/ 453 h 476"/>
                    <a:gd name="T22" fmla="*/ 230 w 266"/>
                    <a:gd name="T23" fmla="*/ 462 h 476"/>
                    <a:gd name="T24" fmla="*/ 266 w 266"/>
                    <a:gd name="T25" fmla="*/ 462 h 476"/>
                    <a:gd name="T26" fmla="*/ 266 w 266"/>
                    <a:gd name="T27" fmla="*/ 476 h 476"/>
                    <a:gd name="T28" fmla="*/ 230 w 266"/>
                    <a:gd name="T29" fmla="*/ 476 h 476"/>
                    <a:gd name="T30" fmla="*/ 222 w 266"/>
                    <a:gd name="T31" fmla="*/ 476 h 476"/>
                    <a:gd name="T32" fmla="*/ 199 w 266"/>
                    <a:gd name="T33" fmla="*/ 476 h 476"/>
                    <a:gd name="T34" fmla="*/ 124 w 266"/>
                    <a:gd name="T35" fmla="*/ 476 h 476"/>
                    <a:gd name="T36" fmla="*/ 48 w 266"/>
                    <a:gd name="T37" fmla="*/ 476 h 476"/>
                    <a:gd name="T38" fmla="*/ 0 w 266"/>
                    <a:gd name="T39" fmla="*/ 476 h 476"/>
                    <a:gd name="T40" fmla="*/ 0 w 266"/>
                    <a:gd name="T41" fmla="*/ 453 h 476"/>
                    <a:gd name="T42" fmla="*/ 0 w 266"/>
                    <a:gd name="T43" fmla="*/ 411 h 476"/>
                    <a:gd name="T44" fmla="*/ 10 w 266"/>
                    <a:gd name="T45" fmla="*/ 411 h 476"/>
                    <a:gd name="T46" fmla="*/ 10 w 266"/>
                    <a:gd name="T47" fmla="*/ 166 h 476"/>
                    <a:gd name="T48" fmla="*/ 17 w 266"/>
                    <a:gd name="T49" fmla="*/ 166 h 476"/>
                    <a:gd name="T50" fmla="*/ 17 w 266"/>
                    <a:gd name="T51" fmla="*/ 155 h 476"/>
                    <a:gd name="T52" fmla="*/ 23 w 266"/>
                    <a:gd name="T53" fmla="*/ 155 h 476"/>
                    <a:gd name="T54" fmla="*/ 23 w 266"/>
                    <a:gd name="T55" fmla="*/ 143 h 476"/>
                    <a:gd name="T56" fmla="*/ 25 w 266"/>
                    <a:gd name="T57" fmla="*/ 143 h 476"/>
                    <a:gd name="T58" fmla="*/ 44 w 266"/>
                    <a:gd name="T59" fmla="*/ 111 h 476"/>
                    <a:gd name="T60" fmla="*/ 46 w 266"/>
                    <a:gd name="T61" fmla="*/ 111 h 476"/>
                    <a:gd name="T62" fmla="*/ 48 w 266"/>
                    <a:gd name="T63" fmla="*/ 111 h 476"/>
                    <a:gd name="T64" fmla="*/ 48 w 266"/>
                    <a:gd name="T65" fmla="*/ 76 h 476"/>
                    <a:gd name="T66" fmla="*/ 50 w 266"/>
                    <a:gd name="T67" fmla="*/ 76 h 476"/>
                    <a:gd name="T68" fmla="*/ 50 w 266"/>
                    <a:gd name="T69" fmla="*/ 113 h 476"/>
                    <a:gd name="T70" fmla="*/ 69 w 266"/>
                    <a:gd name="T71" fmla="*/ 143 h 476"/>
                    <a:gd name="T72" fmla="*/ 71 w 266"/>
                    <a:gd name="T73" fmla="*/ 143 h 476"/>
                    <a:gd name="T74" fmla="*/ 71 w 266"/>
                    <a:gd name="T75" fmla="*/ 155 h 476"/>
                    <a:gd name="T76" fmla="*/ 75 w 266"/>
                    <a:gd name="T77" fmla="*/ 155 h 476"/>
                    <a:gd name="T78" fmla="*/ 75 w 266"/>
                    <a:gd name="T79" fmla="*/ 166 h 476"/>
                    <a:gd name="T80" fmla="*/ 82 w 266"/>
                    <a:gd name="T81" fmla="*/ 166 h 476"/>
                    <a:gd name="T82" fmla="*/ 82 w 266"/>
                    <a:gd name="T83" fmla="*/ 453 h 476"/>
                    <a:gd name="T84" fmla="*/ 124 w 266"/>
                    <a:gd name="T85" fmla="*/ 453 h 476"/>
                    <a:gd name="T86" fmla="*/ 124 w 266"/>
                    <a:gd name="T87" fmla="*/ 23 h 476"/>
                    <a:gd name="T88" fmla="*/ 124 w 266"/>
                    <a:gd name="T89" fmla="*/ 17 h 476"/>
                    <a:gd name="T90" fmla="*/ 124 w 266"/>
                    <a:gd name="T91" fmla="*/ 17 h 476"/>
                    <a:gd name="T92" fmla="*/ 124 w 266"/>
                    <a:gd name="T93" fmla="*/ 11 h 476"/>
                    <a:gd name="T94" fmla="*/ 124 w 266"/>
                    <a:gd name="T95" fmla="*/ 9 h 476"/>
                    <a:gd name="T96" fmla="*/ 124 w 266"/>
                    <a:gd name="T97" fmla="*/ 5 h 476"/>
                    <a:gd name="T98" fmla="*/ 124 w 266"/>
                    <a:gd name="T99" fmla="*/ 0 h 476"/>
                    <a:gd name="T100" fmla="*/ 124 w 266"/>
                    <a:gd name="T101" fmla="*/ 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6" h="476">
                      <a:moveTo>
                        <a:pt x="124" y="0"/>
                      </a:moveTo>
                      <a:lnTo>
                        <a:pt x="203" y="0"/>
                      </a:lnTo>
                      <a:lnTo>
                        <a:pt x="203" y="5"/>
                      </a:lnTo>
                      <a:lnTo>
                        <a:pt x="209" y="5"/>
                      </a:lnTo>
                      <a:lnTo>
                        <a:pt x="209" y="9"/>
                      </a:lnTo>
                      <a:lnTo>
                        <a:pt x="214" y="9"/>
                      </a:lnTo>
                      <a:lnTo>
                        <a:pt x="214" y="17"/>
                      </a:lnTo>
                      <a:lnTo>
                        <a:pt x="222" y="17"/>
                      </a:lnTo>
                      <a:lnTo>
                        <a:pt x="222" y="430"/>
                      </a:lnTo>
                      <a:lnTo>
                        <a:pt x="230" y="430"/>
                      </a:lnTo>
                      <a:lnTo>
                        <a:pt x="230" y="453"/>
                      </a:lnTo>
                      <a:lnTo>
                        <a:pt x="230" y="462"/>
                      </a:lnTo>
                      <a:lnTo>
                        <a:pt x="266" y="462"/>
                      </a:lnTo>
                      <a:lnTo>
                        <a:pt x="266" y="476"/>
                      </a:lnTo>
                      <a:lnTo>
                        <a:pt x="230" y="476"/>
                      </a:lnTo>
                      <a:lnTo>
                        <a:pt x="222" y="476"/>
                      </a:lnTo>
                      <a:lnTo>
                        <a:pt x="199" y="476"/>
                      </a:lnTo>
                      <a:lnTo>
                        <a:pt x="124" y="476"/>
                      </a:lnTo>
                      <a:lnTo>
                        <a:pt x="48" y="476"/>
                      </a:lnTo>
                      <a:lnTo>
                        <a:pt x="0" y="476"/>
                      </a:lnTo>
                      <a:lnTo>
                        <a:pt x="0" y="453"/>
                      </a:lnTo>
                      <a:lnTo>
                        <a:pt x="0" y="411"/>
                      </a:lnTo>
                      <a:lnTo>
                        <a:pt x="10" y="411"/>
                      </a:lnTo>
                      <a:lnTo>
                        <a:pt x="10" y="166"/>
                      </a:lnTo>
                      <a:lnTo>
                        <a:pt x="17" y="166"/>
                      </a:lnTo>
                      <a:lnTo>
                        <a:pt x="17" y="155"/>
                      </a:lnTo>
                      <a:lnTo>
                        <a:pt x="23" y="155"/>
                      </a:lnTo>
                      <a:lnTo>
                        <a:pt x="23" y="143"/>
                      </a:lnTo>
                      <a:lnTo>
                        <a:pt x="25" y="143"/>
                      </a:lnTo>
                      <a:lnTo>
                        <a:pt x="44" y="111"/>
                      </a:lnTo>
                      <a:lnTo>
                        <a:pt x="46" y="111"/>
                      </a:lnTo>
                      <a:lnTo>
                        <a:pt x="48" y="111"/>
                      </a:lnTo>
                      <a:lnTo>
                        <a:pt x="48" y="76"/>
                      </a:lnTo>
                      <a:lnTo>
                        <a:pt x="50" y="76"/>
                      </a:lnTo>
                      <a:lnTo>
                        <a:pt x="50" y="113"/>
                      </a:lnTo>
                      <a:lnTo>
                        <a:pt x="69" y="143"/>
                      </a:lnTo>
                      <a:lnTo>
                        <a:pt x="71" y="143"/>
                      </a:lnTo>
                      <a:lnTo>
                        <a:pt x="71" y="155"/>
                      </a:lnTo>
                      <a:lnTo>
                        <a:pt x="75" y="155"/>
                      </a:lnTo>
                      <a:lnTo>
                        <a:pt x="75" y="166"/>
                      </a:lnTo>
                      <a:lnTo>
                        <a:pt x="82" y="166"/>
                      </a:lnTo>
                      <a:lnTo>
                        <a:pt x="82" y="453"/>
                      </a:lnTo>
                      <a:lnTo>
                        <a:pt x="124" y="453"/>
                      </a:lnTo>
                      <a:lnTo>
                        <a:pt x="124" y="23"/>
                      </a:lnTo>
                      <a:lnTo>
                        <a:pt x="124" y="17"/>
                      </a:lnTo>
                      <a:lnTo>
                        <a:pt x="124" y="17"/>
                      </a:lnTo>
                      <a:lnTo>
                        <a:pt x="124" y="11"/>
                      </a:lnTo>
                      <a:lnTo>
                        <a:pt x="124" y="9"/>
                      </a:lnTo>
                      <a:lnTo>
                        <a:pt x="124" y="5"/>
                      </a:lnTo>
                      <a:lnTo>
                        <a:pt x="124" y="0"/>
                      </a:lnTo>
                      <a:lnTo>
                        <a:pt x="124"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1" name="íŝḷiḑé"/>
                <p:cNvSpPr/>
                <p:nvPr/>
              </p:nvSpPr>
              <p:spPr>
                <a:xfrm>
                  <a:off x="5723908" y="6048677"/>
                  <a:ext cx="553738" cy="777368"/>
                </a:xfrm>
                <a:custGeom>
                  <a:avLst/>
                  <a:gdLst>
                    <a:gd name="T0" fmla="*/ 48 w 103"/>
                    <a:gd name="T1" fmla="*/ 112 h 145"/>
                    <a:gd name="T2" fmla="*/ 103 w 103"/>
                    <a:gd name="T3" fmla="*/ 112 h 145"/>
                    <a:gd name="T4" fmla="*/ 103 w 103"/>
                    <a:gd name="T5" fmla="*/ 145 h 145"/>
                    <a:gd name="T6" fmla="*/ 48 w 103"/>
                    <a:gd name="T7" fmla="*/ 145 h 145"/>
                    <a:gd name="T8" fmla="*/ 23 w 103"/>
                    <a:gd name="T9" fmla="*/ 145 h 145"/>
                    <a:gd name="T10" fmla="*/ 0 w 103"/>
                    <a:gd name="T11" fmla="*/ 145 h 145"/>
                    <a:gd name="T12" fmla="*/ 0 w 103"/>
                    <a:gd name="T13" fmla="*/ 11 h 145"/>
                    <a:gd name="T14" fmla="*/ 6 w 103"/>
                    <a:gd name="T15" fmla="*/ 11 h 145"/>
                    <a:gd name="T16" fmla="*/ 6 w 103"/>
                    <a:gd name="T17" fmla="*/ 0 h 145"/>
                    <a:gd name="T18" fmla="*/ 34 w 103"/>
                    <a:gd name="T19" fmla="*/ 0 h 145"/>
                    <a:gd name="T20" fmla="*/ 34 w 103"/>
                    <a:gd name="T21" fmla="*/ 11 h 145"/>
                    <a:gd name="T22" fmla="*/ 48 w 103"/>
                    <a:gd name="T23" fmla="*/ 11 h 145"/>
                    <a:gd name="T24" fmla="*/ 48 w 103"/>
                    <a:gd name="T25" fmla="*/ 112 h 145"/>
                    <a:gd name="T26" fmla="*/ 48 w 103"/>
                    <a:gd name="T27" fmla="*/ 11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145">
                      <a:moveTo>
                        <a:pt x="48" y="112"/>
                      </a:moveTo>
                      <a:lnTo>
                        <a:pt x="103" y="112"/>
                      </a:lnTo>
                      <a:lnTo>
                        <a:pt x="103" y="145"/>
                      </a:lnTo>
                      <a:lnTo>
                        <a:pt x="48" y="145"/>
                      </a:lnTo>
                      <a:lnTo>
                        <a:pt x="23" y="145"/>
                      </a:lnTo>
                      <a:lnTo>
                        <a:pt x="0" y="145"/>
                      </a:lnTo>
                      <a:lnTo>
                        <a:pt x="0" y="11"/>
                      </a:lnTo>
                      <a:lnTo>
                        <a:pt x="6" y="11"/>
                      </a:lnTo>
                      <a:lnTo>
                        <a:pt x="6" y="0"/>
                      </a:lnTo>
                      <a:lnTo>
                        <a:pt x="34" y="0"/>
                      </a:lnTo>
                      <a:lnTo>
                        <a:pt x="34" y="11"/>
                      </a:lnTo>
                      <a:lnTo>
                        <a:pt x="48" y="11"/>
                      </a:lnTo>
                      <a:lnTo>
                        <a:pt x="48" y="112"/>
                      </a:lnTo>
                      <a:lnTo>
                        <a:pt x="48" y="112"/>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2" name="íS1ïḋe"/>
                <p:cNvSpPr/>
                <p:nvPr/>
              </p:nvSpPr>
              <p:spPr>
                <a:xfrm>
                  <a:off x="6671648" y="6069977"/>
                  <a:ext cx="660228" cy="756071"/>
                </a:xfrm>
                <a:custGeom>
                  <a:avLst/>
                  <a:gdLst>
                    <a:gd name="T0" fmla="*/ 0 w 124"/>
                    <a:gd name="T1" fmla="*/ 0 h 142"/>
                    <a:gd name="T2" fmla="*/ 124 w 124"/>
                    <a:gd name="T3" fmla="*/ 0 h 142"/>
                    <a:gd name="T4" fmla="*/ 124 w 124"/>
                    <a:gd name="T5" fmla="*/ 142 h 142"/>
                    <a:gd name="T6" fmla="*/ 0 w 124"/>
                    <a:gd name="T7" fmla="*/ 142 h 142"/>
                    <a:gd name="T8" fmla="*/ 0 w 124"/>
                    <a:gd name="T9" fmla="*/ 0 h 142"/>
                    <a:gd name="T10" fmla="*/ 0 w 124"/>
                    <a:gd name="T11" fmla="*/ 0 h 142"/>
                  </a:gdLst>
                  <a:ahLst/>
                  <a:cxnLst>
                    <a:cxn ang="0">
                      <a:pos x="T0" y="T1"/>
                    </a:cxn>
                    <a:cxn ang="0">
                      <a:pos x="T2" y="T3"/>
                    </a:cxn>
                    <a:cxn ang="0">
                      <a:pos x="T4" y="T5"/>
                    </a:cxn>
                    <a:cxn ang="0">
                      <a:pos x="T6" y="T7"/>
                    </a:cxn>
                    <a:cxn ang="0">
                      <a:pos x="T8" y="T9"/>
                    </a:cxn>
                    <a:cxn ang="0">
                      <a:pos x="T10" y="T11"/>
                    </a:cxn>
                  </a:cxnLst>
                  <a:rect l="0" t="0" r="r" b="b"/>
                  <a:pathLst>
                    <a:path w="124" h="142">
                      <a:moveTo>
                        <a:pt x="0" y="0"/>
                      </a:moveTo>
                      <a:lnTo>
                        <a:pt x="124" y="0"/>
                      </a:lnTo>
                      <a:lnTo>
                        <a:pt x="124" y="142"/>
                      </a:lnTo>
                      <a:lnTo>
                        <a:pt x="0" y="142"/>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3" name="ïṩļíḓé"/>
                <p:cNvSpPr/>
                <p:nvPr/>
              </p:nvSpPr>
              <p:spPr>
                <a:xfrm>
                  <a:off x="7385122" y="5665324"/>
                  <a:ext cx="1576026" cy="1160727"/>
                </a:xfrm>
                <a:custGeom>
                  <a:avLst/>
                  <a:gdLst>
                    <a:gd name="T0" fmla="*/ 84 w 296"/>
                    <a:gd name="T1" fmla="*/ 193 h 218"/>
                    <a:gd name="T2" fmla="*/ 94 w 296"/>
                    <a:gd name="T3" fmla="*/ 193 h 218"/>
                    <a:gd name="T4" fmla="*/ 94 w 296"/>
                    <a:gd name="T5" fmla="*/ 199 h 218"/>
                    <a:gd name="T6" fmla="*/ 113 w 296"/>
                    <a:gd name="T7" fmla="*/ 199 h 218"/>
                    <a:gd name="T8" fmla="*/ 113 w 296"/>
                    <a:gd name="T9" fmla="*/ 206 h 218"/>
                    <a:gd name="T10" fmla="*/ 160 w 296"/>
                    <a:gd name="T11" fmla="*/ 206 h 218"/>
                    <a:gd name="T12" fmla="*/ 160 w 296"/>
                    <a:gd name="T13" fmla="*/ 9 h 218"/>
                    <a:gd name="T14" fmla="*/ 178 w 296"/>
                    <a:gd name="T15" fmla="*/ 9 h 218"/>
                    <a:gd name="T16" fmla="*/ 178 w 296"/>
                    <a:gd name="T17" fmla="*/ 0 h 218"/>
                    <a:gd name="T18" fmla="*/ 218 w 296"/>
                    <a:gd name="T19" fmla="*/ 0 h 218"/>
                    <a:gd name="T20" fmla="*/ 218 w 296"/>
                    <a:gd name="T21" fmla="*/ 9 h 218"/>
                    <a:gd name="T22" fmla="*/ 231 w 296"/>
                    <a:gd name="T23" fmla="*/ 9 h 218"/>
                    <a:gd name="T24" fmla="*/ 231 w 296"/>
                    <a:gd name="T25" fmla="*/ 206 h 218"/>
                    <a:gd name="T26" fmla="*/ 245 w 296"/>
                    <a:gd name="T27" fmla="*/ 206 h 218"/>
                    <a:gd name="T28" fmla="*/ 245 w 296"/>
                    <a:gd name="T29" fmla="*/ 214 h 218"/>
                    <a:gd name="T30" fmla="*/ 296 w 296"/>
                    <a:gd name="T31" fmla="*/ 214 h 218"/>
                    <a:gd name="T32" fmla="*/ 296 w 296"/>
                    <a:gd name="T33" fmla="*/ 218 h 218"/>
                    <a:gd name="T34" fmla="*/ 245 w 296"/>
                    <a:gd name="T35" fmla="*/ 218 h 218"/>
                    <a:gd name="T36" fmla="*/ 231 w 296"/>
                    <a:gd name="T37" fmla="*/ 218 h 218"/>
                    <a:gd name="T38" fmla="*/ 160 w 296"/>
                    <a:gd name="T39" fmla="*/ 218 h 218"/>
                    <a:gd name="T40" fmla="*/ 130 w 296"/>
                    <a:gd name="T41" fmla="*/ 218 h 218"/>
                    <a:gd name="T42" fmla="*/ 84 w 296"/>
                    <a:gd name="T43" fmla="*/ 218 h 218"/>
                    <a:gd name="T44" fmla="*/ 80 w 296"/>
                    <a:gd name="T45" fmla="*/ 218 h 218"/>
                    <a:gd name="T46" fmla="*/ 50 w 296"/>
                    <a:gd name="T47" fmla="*/ 218 h 218"/>
                    <a:gd name="T48" fmla="*/ 0 w 296"/>
                    <a:gd name="T49" fmla="*/ 218 h 218"/>
                    <a:gd name="T50" fmla="*/ 0 w 296"/>
                    <a:gd name="T51" fmla="*/ 4 h 218"/>
                    <a:gd name="T52" fmla="*/ 50 w 296"/>
                    <a:gd name="T53" fmla="*/ 4 h 218"/>
                    <a:gd name="T54" fmla="*/ 50 w 296"/>
                    <a:gd name="T55" fmla="*/ 25 h 218"/>
                    <a:gd name="T56" fmla="*/ 84 w 296"/>
                    <a:gd name="T57" fmla="*/ 25 h 218"/>
                    <a:gd name="T58" fmla="*/ 84 w 296"/>
                    <a:gd name="T59" fmla="*/ 193 h 218"/>
                    <a:gd name="T60" fmla="*/ 84 w 296"/>
                    <a:gd name="T61" fmla="*/ 19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 h="218">
                      <a:moveTo>
                        <a:pt x="84" y="193"/>
                      </a:moveTo>
                      <a:lnTo>
                        <a:pt x="94" y="193"/>
                      </a:lnTo>
                      <a:lnTo>
                        <a:pt x="94" y="199"/>
                      </a:lnTo>
                      <a:lnTo>
                        <a:pt x="113" y="199"/>
                      </a:lnTo>
                      <a:lnTo>
                        <a:pt x="113" y="206"/>
                      </a:lnTo>
                      <a:lnTo>
                        <a:pt x="160" y="206"/>
                      </a:lnTo>
                      <a:lnTo>
                        <a:pt x="160" y="9"/>
                      </a:lnTo>
                      <a:lnTo>
                        <a:pt x="178" y="9"/>
                      </a:lnTo>
                      <a:lnTo>
                        <a:pt x="178" y="0"/>
                      </a:lnTo>
                      <a:lnTo>
                        <a:pt x="218" y="0"/>
                      </a:lnTo>
                      <a:lnTo>
                        <a:pt x="218" y="9"/>
                      </a:lnTo>
                      <a:lnTo>
                        <a:pt x="231" y="9"/>
                      </a:lnTo>
                      <a:lnTo>
                        <a:pt x="231" y="206"/>
                      </a:lnTo>
                      <a:lnTo>
                        <a:pt x="245" y="206"/>
                      </a:lnTo>
                      <a:lnTo>
                        <a:pt x="245" y="214"/>
                      </a:lnTo>
                      <a:lnTo>
                        <a:pt x="296" y="214"/>
                      </a:lnTo>
                      <a:lnTo>
                        <a:pt x="296" y="218"/>
                      </a:lnTo>
                      <a:lnTo>
                        <a:pt x="245" y="218"/>
                      </a:lnTo>
                      <a:lnTo>
                        <a:pt x="231" y="218"/>
                      </a:lnTo>
                      <a:lnTo>
                        <a:pt x="160" y="218"/>
                      </a:lnTo>
                      <a:lnTo>
                        <a:pt x="130" y="218"/>
                      </a:lnTo>
                      <a:lnTo>
                        <a:pt x="84" y="218"/>
                      </a:lnTo>
                      <a:lnTo>
                        <a:pt x="80" y="218"/>
                      </a:lnTo>
                      <a:lnTo>
                        <a:pt x="50" y="218"/>
                      </a:lnTo>
                      <a:lnTo>
                        <a:pt x="0" y="218"/>
                      </a:lnTo>
                      <a:lnTo>
                        <a:pt x="0" y="4"/>
                      </a:lnTo>
                      <a:lnTo>
                        <a:pt x="50" y="4"/>
                      </a:lnTo>
                      <a:lnTo>
                        <a:pt x="50" y="25"/>
                      </a:lnTo>
                      <a:lnTo>
                        <a:pt x="84" y="25"/>
                      </a:lnTo>
                      <a:lnTo>
                        <a:pt x="84" y="193"/>
                      </a:lnTo>
                      <a:lnTo>
                        <a:pt x="84" y="19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4" name="î$1îdé"/>
                <p:cNvSpPr/>
                <p:nvPr/>
              </p:nvSpPr>
              <p:spPr>
                <a:xfrm>
                  <a:off x="2859374" y="4720892"/>
                  <a:ext cx="1075527" cy="2105153"/>
                </a:xfrm>
                <a:custGeom>
                  <a:avLst/>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5" name="ïṣlíḋê"/>
                <p:cNvSpPr/>
                <p:nvPr/>
              </p:nvSpPr>
              <p:spPr>
                <a:xfrm>
                  <a:off x="6309589" y="6740857"/>
                  <a:ext cx="1139420" cy="85192"/>
                </a:xfrm>
                <a:custGeom>
                  <a:avLst/>
                  <a:gdLst>
                    <a:gd name="T0" fmla="*/ 0 w 212"/>
                    <a:gd name="T1" fmla="*/ 0 h 15"/>
                    <a:gd name="T2" fmla="*/ 212 w 212"/>
                    <a:gd name="T3" fmla="*/ 0 h 15"/>
                    <a:gd name="T4" fmla="*/ 212 w 212"/>
                    <a:gd name="T5" fmla="*/ 15 h 15"/>
                    <a:gd name="T6" fmla="*/ 0 w 212"/>
                    <a:gd name="T7" fmla="*/ 15 h 15"/>
                    <a:gd name="T8" fmla="*/ 0 w 212"/>
                    <a:gd name="T9" fmla="*/ 0 h 15"/>
                    <a:gd name="T10" fmla="*/ 0 w 212"/>
                    <a:gd name="T11" fmla="*/ 0 h 15"/>
                  </a:gdLst>
                  <a:ahLst/>
                  <a:cxnLst>
                    <a:cxn ang="0">
                      <a:pos x="T0" y="T1"/>
                    </a:cxn>
                    <a:cxn ang="0">
                      <a:pos x="T2" y="T3"/>
                    </a:cxn>
                    <a:cxn ang="0">
                      <a:pos x="T4" y="T5"/>
                    </a:cxn>
                    <a:cxn ang="0">
                      <a:pos x="T6" y="T7"/>
                    </a:cxn>
                    <a:cxn ang="0">
                      <a:pos x="T8" y="T9"/>
                    </a:cxn>
                    <a:cxn ang="0">
                      <a:pos x="T10" y="T11"/>
                    </a:cxn>
                  </a:cxnLst>
                  <a:rect l="0" t="0" r="r" b="b"/>
                  <a:pathLst>
                    <a:path w="212" h="15">
                      <a:moveTo>
                        <a:pt x="0" y="0"/>
                      </a:moveTo>
                      <a:lnTo>
                        <a:pt x="212" y="0"/>
                      </a:lnTo>
                      <a:lnTo>
                        <a:pt x="212" y="15"/>
                      </a:lnTo>
                      <a:lnTo>
                        <a:pt x="0" y="15"/>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6" name="ïŝlïḍe"/>
                <p:cNvSpPr/>
                <p:nvPr/>
              </p:nvSpPr>
              <p:spPr>
                <a:xfrm>
                  <a:off x="9549803" y="4728225"/>
                  <a:ext cx="553738" cy="2097822"/>
                </a:xfrm>
                <a:custGeom>
                  <a:avLst/>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7" name="îŝḻiḓè"/>
                <p:cNvSpPr/>
                <p:nvPr/>
              </p:nvSpPr>
              <p:spPr>
                <a:xfrm>
                  <a:off x="10412356" y="5377805"/>
                  <a:ext cx="1779645" cy="1448240"/>
                </a:xfrm>
                <a:custGeom>
                  <a:avLst/>
                  <a:gdLst>
                    <a:gd name="connsiteX0" fmla="*/ 270820 w 1779645"/>
                    <a:gd name="connsiteY0" fmla="*/ 0 h 1448240"/>
                    <a:gd name="connsiteX1" fmla="*/ 292061 w 1779645"/>
                    <a:gd name="connsiteY1" fmla="*/ 0 h 1448240"/>
                    <a:gd name="connsiteX2" fmla="*/ 345163 w 1779645"/>
                    <a:gd name="connsiteY2" fmla="*/ 95840 h 1448240"/>
                    <a:gd name="connsiteX3" fmla="*/ 366404 w 1779645"/>
                    <a:gd name="connsiteY3" fmla="*/ 95840 h 1448240"/>
                    <a:gd name="connsiteX4" fmla="*/ 366404 w 1779645"/>
                    <a:gd name="connsiteY4" fmla="*/ 143759 h 1448240"/>
                    <a:gd name="connsiteX5" fmla="*/ 387645 w 1779645"/>
                    <a:gd name="connsiteY5" fmla="*/ 143759 h 1448240"/>
                    <a:gd name="connsiteX6" fmla="*/ 387645 w 1779645"/>
                    <a:gd name="connsiteY6" fmla="*/ 266221 h 1448240"/>
                    <a:gd name="connsiteX7" fmla="*/ 403575 w 1779645"/>
                    <a:gd name="connsiteY7" fmla="*/ 266221 h 1448240"/>
                    <a:gd name="connsiteX8" fmla="*/ 403575 w 1779645"/>
                    <a:gd name="connsiteY8" fmla="*/ 378033 h 1448240"/>
                    <a:gd name="connsiteX9" fmla="*/ 424816 w 1779645"/>
                    <a:gd name="connsiteY9" fmla="*/ 378033 h 1448240"/>
                    <a:gd name="connsiteX10" fmla="*/ 424816 w 1779645"/>
                    <a:gd name="connsiteY10" fmla="*/ 1011638 h 1448240"/>
                    <a:gd name="connsiteX11" fmla="*/ 610673 w 1779645"/>
                    <a:gd name="connsiteY11" fmla="*/ 1011638 h 1448240"/>
                    <a:gd name="connsiteX12" fmla="*/ 610673 w 1779645"/>
                    <a:gd name="connsiteY12" fmla="*/ 899826 h 1448240"/>
                    <a:gd name="connsiteX13" fmla="*/ 578812 w 1779645"/>
                    <a:gd name="connsiteY13" fmla="*/ 899826 h 1448240"/>
                    <a:gd name="connsiteX14" fmla="*/ 578812 w 1779645"/>
                    <a:gd name="connsiteY14" fmla="*/ 867879 h 1448240"/>
                    <a:gd name="connsiteX15" fmla="*/ 732808 w 1779645"/>
                    <a:gd name="connsiteY15" fmla="*/ 803986 h 1448240"/>
                    <a:gd name="connsiteX16" fmla="*/ 769979 w 1779645"/>
                    <a:gd name="connsiteY16" fmla="*/ 745418 h 1448240"/>
                    <a:gd name="connsiteX17" fmla="*/ 780600 w 1779645"/>
                    <a:gd name="connsiteY17" fmla="*/ 745418 h 1448240"/>
                    <a:gd name="connsiteX18" fmla="*/ 823081 w 1779645"/>
                    <a:gd name="connsiteY18" fmla="*/ 803986 h 1448240"/>
                    <a:gd name="connsiteX19" fmla="*/ 971767 w 1779645"/>
                    <a:gd name="connsiteY19" fmla="*/ 867879 h 1448240"/>
                    <a:gd name="connsiteX20" fmla="*/ 971767 w 1779645"/>
                    <a:gd name="connsiteY20" fmla="*/ 899826 h 1448240"/>
                    <a:gd name="connsiteX21" fmla="*/ 945216 w 1779645"/>
                    <a:gd name="connsiteY21" fmla="*/ 899826 h 1448240"/>
                    <a:gd name="connsiteX22" fmla="*/ 945216 w 1779645"/>
                    <a:gd name="connsiteY22" fmla="*/ 1011638 h 1448240"/>
                    <a:gd name="connsiteX23" fmla="*/ 1779645 w 1779645"/>
                    <a:gd name="connsiteY23" fmla="*/ 1011638 h 1448240"/>
                    <a:gd name="connsiteX24" fmla="*/ 1779645 w 1779645"/>
                    <a:gd name="connsiteY24" fmla="*/ 1448240 h 1448240"/>
                    <a:gd name="connsiteX25" fmla="*/ 0 w 1779645"/>
                    <a:gd name="connsiteY25" fmla="*/ 1448240 h 1448240"/>
                    <a:gd name="connsiteX26" fmla="*/ 0 w 1779645"/>
                    <a:gd name="connsiteY26" fmla="*/ 1059558 h 1448240"/>
                    <a:gd name="connsiteX27" fmla="*/ 90273 w 1779645"/>
                    <a:gd name="connsiteY27" fmla="*/ 1059558 h 1448240"/>
                    <a:gd name="connsiteX28" fmla="*/ 90273 w 1779645"/>
                    <a:gd name="connsiteY28" fmla="*/ 1011638 h 1448240"/>
                    <a:gd name="connsiteX29" fmla="*/ 143375 w 1779645"/>
                    <a:gd name="connsiteY29" fmla="*/ 1011638 h 1448240"/>
                    <a:gd name="connsiteX30" fmla="*/ 143375 w 1779645"/>
                    <a:gd name="connsiteY30" fmla="*/ 378033 h 1448240"/>
                    <a:gd name="connsiteX31" fmla="*/ 159306 w 1779645"/>
                    <a:gd name="connsiteY31" fmla="*/ 378033 h 1448240"/>
                    <a:gd name="connsiteX32" fmla="*/ 159306 w 1779645"/>
                    <a:gd name="connsiteY32" fmla="*/ 266221 h 1448240"/>
                    <a:gd name="connsiteX33" fmla="*/ 180547 w 1779645"/>
                    <a:gd name="connsiteY33" fmla="*/ 266221 h 1448240"/>
                    <a:gd name="connsiteX34" fmla="*/ 180547 w 1779645"/>
                    <a:gd name="connsiteY34" fmla="*/ 143759 h 1448240"/>
                    <a:gd name="connsiteX35" fmla="*/ 201788 w 1779645"/>
                    <a:gd name="connsiteY35" fmla="*/ 143759 h 1448240"/>
                    <a:gd name="connsiteX36" fmla="*/ 201788 w 1779645"/>
                    <a:gd name="connsiteY36" fmla="*/ 95840 h 1448240"/>
                    <a:gd name="connsiteX37" fmla="*/ 223029 w 1779645"/>
                    <a:gd name="connsiteY37" fmla="*/ 95840 h 144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9645" h="1448240">
                      <a:moveTo>
                        <a:pt x="270820" y="0"/>
                      </a:moveTo>
                      <a:lnTo>
                        <a:pt x="292061" y="0"/>
                      </a:lnTo>
                      <a:lnTo>
                        <a:pt x="345163" y="95840"/>
                      </a:lnTo>
                      <a:lnTo>
                        <a:pt x="366404" y="95840"/>
                      </a:lnTo>
                      <a:lnTo>
                        <a:pt x="366404" y="143759"/>
                      </a:lnTo>
                      <a:lnTo>
                        <a:pt x="387645" y="143759"/>
                      </a:lnTo>
                      <a:lnTo>
                        <a:pt x="387645" y="266221"/>
                      </a:lnTo>
                      <a:lnTo>
                        <a:pt x="403575" y="266221"/>
                      </a:lnTo>
                      <a:lnTo>
                        <a:pt x="403575" y="378033"/>
                      </a:lnTo>
                      <a:lnTo>
                        <a:pt x="424816" y="378033"/>
                      </a:lnTo>
                      <a:lnTo>
                        <a:pt x="424816" y="1011638"/>
                      </a:lnTo>
                      <a:lnTo>
                        <a:pt x="610673" y="1011638"/>
                      </a:lnTo>
                      <a:lnTo>
                        <a:pt x="610673" y="899826"/>
                      </a:lnTo>
                      <a:lnTo>
                        <a:pt x="578812" y="899826"/>
                      </a:lnTo>
                      <a:lnTo>
                        <a:pt x="578812" y="867879"/>
                      </a:lnTo>
                      <a:lnTo>
                        <a:pt x="732808" y="803986"/>
                      </a:lnTo>
                      <a:lnTo>
                        <a:pt x="769979" y="745418"/>
                      </a:lnTo>
                      <a:lnTo>
                        <a:pt x="780600" y="745418"/>
                      </a:lnTo>
                      <a:lnTo>
                        <a:pt x="823081" y="803986"/>
                      </a:lnTo>
                      <a:lnTo>
                        <a:pt x="971767" y="867879"/>
                      </a:lnTo>
                      <a:lnTo>
                        <a:pt x="971767" y="899826"/>
                      </a:lnTo>
                      <a:lnTo>
                        <a:pt x="945216" y="899826"/>
                      </a:lnTo>
                      <a:lnTo>
                        <a:pt x="945216" y="1011638"/>
                      </a:lnTo>
                      <a:lnTo>
                        <a:pt x="1779645" y="1011638"/>
                      </a:lnTo>
                      <a:lnTo>
                        <a:pt x="1779645" y="1448240"/>
                      </a:lnTo>
                      <a:lnTo>
                        <a:pt x="0" y="1448240"/>
                      </a:lnTo>
                      <a:lnTo>
                        <a:pt x="0" y="1059558"/>
                      </a:lnTo>
                      <a:lnTo>
                        <a:pt x="90273" y="1059558"/>
                      </a:lnTo>
                      <a:lnTo>
                        <a:pt x="90273" y="1011638"/>
                      </a:lnTo>
                      <a:lnTo>
                        <a:pt x="143375" y="1011638"/>
                      </a:lnTo>
                      <a:lnTo>
                        <a:pt x="143375" y="378033"/>
                      </a:lnTo>
                      <a:lnTo>
                        <a:pt x="159306" y="378033"/>
                      </a:lnTo>
                      <a:lnTo>
                        <a:pt x="159306" y="266221"/>
                      </a:lnTo>
                      <a:lnTo>
                        <a:pt x="180547" y="266221"/>
                      </a:lnTo>
                      <a:lnTo>
                        <a:pt x="180547" y="143759"/>
                      </a:lnTo>
                      <a:lnTo>
                        <a:pt x="201788" y="143759"/>
                      </a:lnTo>
                      <a:lnTo>
                        <a:pt x="201788" y="95840"/>
                      </a:lnTo>
                      <a:lnTo>
                        <a:pt x="223029" y="9584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8" name="îSļiḑê"/>
                <p:cNvSpPr/>
                <p:nvPr/>
              </p:nvSpPr>
              <p:spPr>
                <a:xfrm>
                  <a:off x="8836331" y="6517227"/>
                  <a:ext cx="681525" cy="308820"/>
                </a:xfrm>
                <a:custGeom>
                  <a:avLst/>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ahLst/>
                  <a:cxnLst>
                    <a:cxn ang="0">
                      <a:pos x="T0" y="T1"/>
                    </a:cxn>
                    <a:cxn ang="0">
                      <a:pos x="T2" y="T3"/>
                    </a:cxn>
                    <a:cxn ang="0">
                      <a:pos x="T4" y="T5"/>
                    </a:cxn>
                    <a:cxn ang="0">
                      <a:pos x="T6" y="T7"/>
                    </a:cxn>
                    <a:cxn ang="0">
                      <a:pos x="T8" y="T9"/>
                    </a:cxn>
                    <a:cxn ang="0">
                      <a:pos x="T10" y="T11"/>
                    </a:cxn>
                  </a:cxnLst>
                  <a:rect l="0" t="0" r="r" b="b"/>
                  <a:pathLst>
                    <a:path w="129" h="58">
                      <a:moveTo>
                        <a:pt x="0" y="0"/>
                      </a:moveTo>
                      <a:lnTo>
                        <a:pt x="129" y="0"/>
                      </a:lnTo>
                      <a:lnTo>
                        <a:pt x="129"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87500" lnSpcReduction="20000"/>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9" name="ïṥḷiḓé"/>
                <p:cNvSpPr/>
                <p:nvPr/>
              </p:nvSpPr>
              <p:spPr>
                <a:xfrm>
                  <a:off x="4694123" y="5015746"/>
                  <a:ext cx="7497877" cy="1842250"/>
                </a:xfrm>
                <a:custGeom>
                  <a:avLst/>
                  <a:gdLst>
                    <a:gd name="connsiteX0" fmla="*/ 3287924 w 7497877"/>
                    <a:gd name="connsiteY0" fmla="*/ 1486542 h 1842250"/>
                    <a:gd name="connsiteX1" fmla="*/ 3406365 w 7497877"/>
                    <a:gd name="connsiteY1" fmla="*/ 1486542 h 1842250"/>
                    <a:gd name="connsiteX2" fmla="*/ 3406365 w 7497877"/>
                    <a:gd name="connsiteY2" fmla="*/ 1842250 h 1842250"/>
                    <a:gd name="connsiteX3" fmla="*/ 3287924 w 7497877"/>
                    <a:gd name="connsiteY3" fmla="*/ 1842250 h 1842250"/>
                    <a:gd name="connsiteX4" fmla="*/ 3970144 w 7497877"/>
                    <a:gd name="connsiteY4" fmla="*/ 1364433 h 1842250"/>
                    <a:gd name="connsiteX5" fmla="*/ 4150175 w 7497877"/>
                    <a:gd name="connsiteY5" fmla="*/ 1364433 h 1842250"/>
                    <a:gd name="connsiteX6" fmla="*/ 4150175 w 7497877"/>
                    <a:gd name="connsiteY6" fmla="*/ 1842250 h 1842250"/>
                    <a:gd name="connsiteX7" fmla="*/ 3970144 w 7497877"/>
                    <a:gd name="connsiteY7" fmla="*/ 1842250 h 1842250"/>
                    <a:gd name="connsiteX8" fmla="*/ 7239117 w 7497877"/>
                    <a:gd name="connsiteY8" fmla="*/ 1343197 h 1842250"/>
                    <a:gd name="connsiteX9" fmla="*/ 7414410 w 7497877"/>
                    <a:gd name="connsiteY9" fmla="*/ 1343197 h 1842250"/>
                    <a:gd name="connsiteX10" fmla="*/ 7414410 w 7497877"/>
                    <a:gd name="connsiteY10" fmla="*/ 1513087 h 1842250"/>
                    <a:gd name="connsiteX11" fmla="*/ 7414410 w 7497877"/>
                    <a:gd name="connsiteY11" fmla="*/ 1667051 h 1842250"/>
                    <a:gd name="connsiteX12" fmla="*/ 7414410 w 7497877"/>
                    <a:gd name="connsiteY12" fmla="*/ 1842250 h 1842250"/>
                    <a:gd name="connsiteX13" fmla="*/ 7115939 w 7497877"/>
                    <a:gd name="connsiteY13" fmla="*/ 1842250 h 1842250"/>
                    <a:gd name="connsiteX14" fmla="*/ 7115939 w 7497877"/>
                    <a:gd name="connsiteY14" fmla="*/ 1513087 h 1842250"/>
                    <a:gd name="connsiteX15" fmla="*/ 7239117 w 7497877"/>
                    <a:gd name="connsiteY15" fmla="*/ 1513087 h 1842250"/>
                    <a:gd name="connsiteX16" fmla="*/ 4448646 w 7497877"/>
                    <a:gd name="connsiteY16" fmla="*/ 1252943 h 1842250"/>
                    <a:gd name="connsiteX17" fmla="*/ 4604988 w 7497877"/>
                    <a:gd name="connsiteY17" fmla="*/ 1252943 h 1842250"/>
                    <a:gd name="connsiteX18" fmla="*/ 4604988 w 7497877"/>
                    <a:gd name="connsiteY18" fmla="*/ 1842250 h 1842250"/>
                    <a:gd name="connsiteX19" fmla="*/ 4448646 w 7497877"/>
                    <a:gd name="connsiteY19" fmla="*/ 1842250 h 1842250"/>
                    <a:gd name="connsiteX20" fmla="*/ 3036829 w 7497877"/>
                    <a:gd name="connsiteY20" fmla="*/ 1252943 h 1842250"/>
                    <a:gd name="connsiteX21" fmla="*/ 3155270 w 7497877"/>
                    <a:gd name="connsiteY21" fmla="*/ 1252943 h 1842250"/>
                    <a:gd name="connsiteX22" fmla="*/ 3155270 w 7497877"/>
                    <a:gd name="connsiteY22" fmla="*/ 1842250 h 1842250"/>
                    <a:gd name="connsiteX23" fmla="*/ 3036829 w 7497877"/>
                    <a:gd name="connsiteY23" fmla="*/ 1842250 h 1842250"/>
                    <a:gd name="connsiteX24" fmla="*/ 2648342 w 7497877"/>
                    <a:gd name="connsiteY24" fmla="*/ 1088361 h 1842250"/>
                    <a:gd name="connsiteX25" fmla="*/ 2762045 w 7497877"/>
                    <a:gd name="connsiteY25" fmla="*/ 1088361 h 1842250"/>
                    <a:gd name="connsiteX26" fmla="*/ 2762045 w 7497877"/>
                    <a:gd name="connsiteY26" fmla="*/ 1167997 h 1842250"/>
                    <a:gd name="connsiteX27" fmla="*/ 2847323 w 7497877"/>
                    <a:gd name="connsiteY27" fmla="*/ 1167997 h 1842250"/>
                    <a:gd name="connsiteX28" fmla="*/ 2847323 w 7497877"/>
                    <a:gd name="connsiteY28" fmla="*/ 1842250 h 1842250"/>
                    <a:gd name="connsiteX29" fmla="*/ 2762045 w 7497877"/>
                    <a:gd name="connsiteY29" fmla="*/ 1842250 h 1842250"/>
                    <a:gd name="connsiteX30" fmla="*/ 2648342 w 7497877"/>
                    <a:gd name="connsiteY30" fmla="*/ 1842250 h 1842250"/>
                    <a:gd name="connsiteX31" fmla="*/ 2648342 w 7497877"/>
                    <a:gd name="connsiteY31" fmla="*/ 1167997 h 1842250"/>
                    <a:gd name="connsiteX32" fmla="*/ 7485475 w 7497877"/>
                    <a:gd name="connsiteY32" fmla="*/ 812289 h 1842250"/>
                    <a:gd name="connsiteX33" fmla="*/ 7497877 w 7497877"/>
                    <a:gd name="connsiteY33" fmla="*/ 819238 h 1842250"/>
                    <a:gd name="connsiteX34" fmla="*/ 7497877 w 7497877"/>
                    <a:gd name="connsiteY34" fmla="*/ 1842250 h 1842250"/>
                    <a:gd name="connsiteX35" fmla="*/ 7428623 w 7497877"/>
                    <a:gd name="connsiteY35" fmla="*/ 1842250 h 1842250"/>
                    <a:gd name="connsiteX36" fmla="*/ 7428623 w 7497877"/>
                    <a:gd name="connsiteY36" fmla="*/ 865380 h 1842250"/>
                    <a:gd name="connsiteX37" fmla="*/ 7457049 w 7497877"/>
                    <a:gd name="connsiteY37" fmla="*/ 865380 h 1842250"/>
                    <a:gd name="connsiteX38" fmla="*/ 7457049 w 7497877"/>
                    <a:gd name="connsiteY38" fmla="*/ 822907 h 1842250"/>
                    <a:gd name="connsiteX39" fmla="*/ 7466524 w 7497877"/>
                    <a:gd name="connsiteY39" fmla="*/ 822907 h 1842250"/>
                    <a:gd name="connsiteX40" fmla="*/ 37901 w 7497877"/>
                    <a:gd name="connsiteY40" fmla="*/ 812289 h 1842250"/>
                    <a:gd name="connsiteX41" fmla="*/ 307947 w 7497877"/>
                    <a:gd name="connsiteY41" fmla="*/ 812289 h 1842250"/>
                    <a:gd name="connsiteX42" fmla="*/ 307947 w 7497877"/>
                    <a:gd name="connsiteY42" fmla="*/ 844144 h 1842250"/>
                    <a:gd name="connsiteX43" fmla="*/ 279521 w 7497877"/>
                    <a:gd name="connsiteY43" fmla="*/ 844144 h 1842250"/>
                    <a:gd name="connsiteX44" fmla="*/ 279521 w 7497877"/>
                    <a:gd name="connsiteY44" fmla="*/ 934398 h 1842250"/>
                    <a:gd name="connsiteX45" fmla="*/ 345848 w 7497877"/>
                    <a:gd name="connsiteY45" fmla="*/ 934398 h 1842250"/>
                    <a:gd name="connsiteX46" fmla="*/ 345848 w 7497877"/>
                    <a:gd name="connsiteY46" fmla="*/ 1842250 h 1842250"/>
                    <a:gd name="connsiteX47" fmla="*/ 279521 w 7497877"/>
                    <a:gd name="connsiteY47" fmla="*/ 1842250 h 1842250"/>
                    <a:gd name="connsiteX48" fmla="*/ 61590 w 7497877"/>
                    <a:gd name="connsiteY48" fmla="*/ 1842250 h 1842250"/>
                    <a:gd name="connsiteX49" fmla="*/ 0 w 7497877"/>
                    <a:gd name="connsiteY49" fmla="*/ 1842250 h 1842250"/>
                    <a:gd name="connsiteX50" fmla="*/ 0 w 7497877"/>
                    <a:gd name="connsiteY50" fmla="*/ 934398 h 1842250"/>
                    <a:gd name="connsiteX51" fmla="*/ 61590 w 7497877"/>
                    <a:gd name="connsiteY51" fmla="*/ 934398 h 1842250"/>
                    <a:gd name="connsiteX52" fmla="*/ 61590 w 7497877"/>
                    <a:gd name="connsiteY52" fmla="*/ 844144 h 1842250"/>
                    <a:gd name="connsiteX53" fmla="*/ 37901 w 7497877"/>
                    <a:gd name="connsiteY53" fmla="*/ 844144 h 1842250"/>
                    <a:gd name="connsiteX54" fmla="*/ 6779566 w 7497877"/>
                    <a:gd name="connsiteY54" fmla="*/ 775126 h 1842250"/>
                    <a:gd name="connsiteX55" fmla="*/ 6997497 w 7497877"/>
                    <a:gd name="connsiteY55" fmla="*/ 775126 h 1842250"/>
                    <a:gd name="connsiteX56" fmla="*/ 6997497 w 7497877"/>
                    <a:gd name="connsiteY56" fmla="*/ 1534324 h 1842250"/>
                    <a:gd name="connsiteX57" fmla="*/ 7011710 w 7497877"/>
                    <a:gd name="connsiteY57" fmla="*/ 1534324 h 1842250"/>
                    <a:gd name="connsiteX58" fmla="*/ 7011710 w 7497877"/>
                    <a:gd name="connsiteY58" fmla="*/ 1842250 h 1842250"/>
                    <a:gd name="connsiteX59" fmla="*/ 6713239 w 7497877"/>
                    <a:gd name="connsiteY59" fmla="*/ 1842250 h 1842250"/>
                    <a:gd name="connsiteX60" fmla="*/ 6713239 w 7497877"/>
                    <a:gd name="connsiteY60" fmla="*/ 1534324 h 1842250"/>
                    <a:gd name="connsiteX61" fmla="*/ 6779566 w 7497877"/>
                    <a:gd name="connsiteY61" fmla="*/ 1534324 h 1842250"/>
                    <a:gd name="connsiteX62" fmla="*/ 2293019 w 7497877"/>
                    <a:gd name="connsiteY62" fmla="*/ 732653 h 1842250"/>
                    <a:gd name="connsiteX63" fmla="*/ 2591490 w 7497877"/>
                    <a:gd name="connsiteY63" fmla="*/ 732653 h 1842250"/>
                    <a:gd name="connsiteX64" fmla="*/ 2591490 w 7497877"/>
                    <a:gd name="connsiteY64" fmla="*/ 1842250 h 1842250"/>
                    <a:gd name="connsiteX65" fmla="*/ 2293019 w 7497877"/>
                    <a:gd name="connsiteY65" fmla="*/ 1842250 h 1842250"/>
                    <a:gd name="connsiteX66" fmla="*/ 1923483 w 7497877"/>
                    <a:gd name="connsiteY66" fmla="*/ 684871 h 1842250"/>
                    <a:gd name="connsiteX67" fmla="*/ 1956646 w 7497877"/>
                    <a:gd name="connsiteY67" fmla="*/ 684871 h 1842250"/>
                    <a:gd name="connsiteX68" fmla="*/ 1956646 w 7497877"/>
                    <a:gd name="connsiteY68" fmla="*/ 711417 h 1842250"/>
                    <a:gd name="connsiteX69" fmla="*/ 1956646 w 7497877"/>
                    <a:gd name="connsiteY69" fmla="*/ 796362 h 1842250"/>
                    <a:gd name="connsiteX70" fmla="*/ 2075087 w 7497877"/>
                    <a:gd name="connsiteY70" fmla="*/ 796362 h 1842250"/>
                    <a:gd name="connsiteX71" fmla="*/ 2075087 w 7497877"/>
                    <a:gd name="connsiteY71" fmla="*/ 886616 h 1842250"/>
                    <a:gd name="connsiteX72" fmla="*/ 2094038 w 7497877"/>
                    <a:gd name="connsiteY72" fmla="*/ 886616 h 1842250"/>
                    <a:gd name="connsiteX73" fmla="*/ 2094038 w 7497877"/>
                    <a:gd name="connsiteY73" fmla="*/ 1842250 h 1842250"/>
                    <a:gd name="connsiteX74" fmla="*/ 2075087 w 7497877"/>
                    <a:gd name="connsiteY74" fmla="*/ 1842250 h 1842250"/>
                    <a:gd name="connsiteX75" fmla="*/ 1738715 w 7497877"/>
                    <a:gd name="connsiteY75" fmla="*/ 1842250 h 1842250"/>
                    <a:gd name="connsiteX76" fmla="*/ 1715027 w 7497877"/>
                    <a:gd name="connsiteY76" fmla="*/ 1842250 h 1842250"/>
                    <a:gd name="connsiteX77" fmla="*/ 1715027 w 7497877"/>
                    <a:gd name="connsiteY77" fmla="*/ 796362 h 1842250"/>
                    <a:gd name="connsiteX78" fmla="*/ 1838205 w 7497877"/>
                    <a:gd name="connsiteY78" fmla="*/ 796362 h 1842250"/>
                    <a:gd name="connsiteX79" fmla="*/ 1838205 w 7497877"/>
                    <a:gd name="connsiteY79" fmla="*/ 711417 h 1842250"/>
                    <a:gd name="connsiteX80" fmla="*/ 1923483 w 7497877"/>
                    <a:gd name="connsiteY80" fmla="*/ 711417 h 1842250"/>
                    <a:gd name="connsiteX81" fmla="*/ 3434791 w 7497877"/>
                    <a:gd name="connsiteY81" fmla="*/ 488435 h 1842250"/>
                    <a:gd name="connsiteX82" fmla="*/ 3614821 w 7497877"/>
                    <a:gd name="connsiteY82" fmla="*/ 488435 h 1842250"/>
                    <a:gd name="connsiteX83" fmla="*/ 3614821 w 7497877"/>
                    <a:gd name="connsiteY83" fmla="*/ 1842250 h 1842250"/>
                    <a:gd name="connsiteX84" fmla="*/ 3434791 w 7497877"/>
                    <a:gd name="connsiteY84" fmla="*/ 1842250 h 1842250"/>
                    <a:gd name="connsiteX85" fmla="*/ 824350 w 7497877"/>
                    <a:gd name="connsiteY85" fmla="*/ 419417 h 1842250"/>
                    <a:gd name="connsiteX86" fmla="*/ 1113346 w 7497877"/>
                    <a:gd name="connsiteY86" fmla="*/ 419417 h 1842250"/>
                    <a:gd name="connsiteX87" fmla="*/ 1113346 w 7497877"/>
                    <a:gd name="connsiteY87" fmla="*/ 1842250 h 1842250"/>
                    <a:gd name="connsiteX88" fmla="*/ 824350 w 7497877"/>
                    <a:gd name="connsiteY88" fmla="*/ 1842250 h 1842250"/>
                    <a:gd name="connsiteX89" fmla="*/ 5329847 w 7497877"/>
                    <a:gd name="connsiteY89" fmla="*/ 31855 h 1842250"/>
                    <a:gd name="connsiteX90" fmla="*/ 5680433 w 7497877"/>
                    <a:gd name="connsiteY90" fmla="*/ 31855 h 1842250"/>
                    <a:gd name="connsiteX91" fmla="*/ 5680433 w 7497877"/>
                    <a:gd name="connsiteY91" fmla="*/ 1465306 h 1842250"/>
                    <a:gd name="connsiteX92" fmla="*/ 5765711 w 7497877"/>
                    <a:gd name="connsiteY92" fmla="*/ 1465306 h 1842250"/>
                    <a:gd name="connsiteX93" fmla="*/ 5765711 w 7497877"/>
                    <a:gd name="connsiteY93" fmla="*/ 1842250 h 1842250"/>
                    <a:gd name="connsiteX94" fmla="*/ 5680433 w 7497877"/>
                    <a:gd name="connsiteY94" fmla="*/ 1842250 h 1842250"/>
                    <a:gd name="connsiteX95" fmla="*/ 5410387 w 7497877"/>
                    <a:gd name="connsiteY95" fmla="*/ 1842250 h 1842250"/>
                    <a:gd name="connsiteX96" fmla="*/ 5329847 w 7497877"/>
                    <a:gd name="connsiteY96" fmla="*/ 1842250 h 1842250"/>
                    <a:gd name="connsiteX97" fmla="*/ 4794494 w 7497877"/>
                    <a:gd name="connsiteY97" fmla="*/ 0 h 1842250"/>
                    <a:gd name="connsiteX98" fmla="*/ 5145079 w 7497877"/>
                    <a:gd name="connsiteY98" fmla="*/ 0 h 1842250"/>
                    <a:gd name="connsiteX99" fmla="*/ 5145079 w 7497877"/>
                    <a:gd name="connsiteY99" fmla="*/ 1842250 h 1842250"/>
                    <a:gd name="connsiteX100" fmla="*/ 4794494 w 7497877"/>
                    <a:gd name="connsiteY100" fmla="*/ 1842250 h 184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7497877" h="1842250">
                      <a:moveTo>
                        <a:pt x="3287924" y="1486542"/>
                      </a:moveTo>
                      <a:lnTo>
                        <a:pt x="3406365" y="1486542"/>
                      </a:lnTo>
                      <a:lnTo>
                        <a:pt x="3406365" y="1842250"/>
                      </a:lnTo>
                      <a:lnTo>
                        <a:pt x="3287924" y="1842250"/>
                      </a:lnTo>
                      <a:close/>
                      <a:moveTo>
                        <a:pt x="3970144" y="1364433"/>
                      </a:moveTo>
                      <a:lnTo>
                        <a:pt x="4150175" y="1364433"/>
                      </a:lnTo>
                      <a:lnTo>
                        <a:pt x="4150175" y="1842250"/>
                      </a:lnTo>
                      <a:lnTo>
                        <a:pt x="3970144" y="1842250"/>
                      </a:lnTo>
                      <a:close/>
                      <a:moveTo>
                        <a:pt x="7239117" y="1343197"/>
                      </a:moveTo>
                      <a:lnTo>
                        <a:pt x="7414410" y="1343197"/>
                      </a:lnTo>
                      <a:lnTo>
                        <a:pt x="7414410" y="1513087"/>
                      </a:lnTo>
                      <a:lnTo>
                        <a:pt x="7414410" y="1667051"/>
                      </a:lnTo>
                      <a:lnTo>
                        <a:pt x="7414410" y="1842250"/>
                      </a:lnTo>
                      <a:lnTo>
                        <a:pt x="7115939" y="1842250"/>
                      </a:lnTo>
                      <a:lnTo>
                        <a:pt x="7115939" y="1513087"/>
                      </a:lnTo>
                      <a:lnTo>
                        <a:pt x="7239117" y="1513087"/>
                      </a:lnTo>
                      <a:close/>
                      <a:moveTo>
                        <a:pt x="4448646" y="1252943"/>
                      </a:moveTo>
                      <a:lnTo>
                        <a:pt x="4604988" y="1252943"/>
                      </a:lnTo>
                      <a:lnTo>
                        <a:pt x="4604988" y="1842250"/>
                      </a:lnTo>
                      <a:lnTo>
                        <a:pt x="4448646" y="1842250"/>
                      </a:lnTo>
                      <a:close/>
                      <a:moveTo>
                        <a:pt x="3036829" y="1252943"/>
                      </a:moveTo>
                      <a:lnTo>
                        <a:pt x="3155270" y="1252943"/>
                      </a:lnTo>
                      <a:lnTo>
                        <a:pt x="3155270" y="1842250"/>
                      </a:lnTo>
                      <a:lnTo>
                        <a:pt x="3036829" y="1842250"/>
                      </a:lnTo>
                      <a:close/>
                      <a:moveTo>
                        <a:pt x="2648342" y="1088361"/>
                      </a:moveTo>
                      <a:lnTo>
                        <a:pt x="2762045" y="1088361"/>
                      </a:lnTo>
                      <a:lnTo>
                        <a:pt x="2762045" y="1167997"/>
                      </a:lnTo>
                      <a:lnTo>
                        <a:pt x="2847323" y="1167997"/>
                      </a:lnTo>
                      <a:lnTo>
                        <a:pt x="2847323" y="1842250"/>
                      </a:lnTo>
                      <a:lnTo>
                        <a:pt x="2762045" y="1842250"/>
                      </a:lnTo>
                      <a:lnTo>
                        <a:pt x="2648342" y="1842250"/>
                      </a:lnTo>
                      <a:lnTo>
                        <a:pt x="2648342" y="1167997"/>
                      </a:lnTo>
                      <a:close/>
                      <a:moveTo>
                        <a:pt x="7485475" y="812289"/>
                      </a:moveTo>
                      <a:lnTo>
                        <a:pt x="7497877" y="819238"/>
                      </a:lnTo>
                      <a:lnTo>
                        <a:pt x="7497877" y="1842250"/>
                      </a:lnTo>
                      <a:lnTo>
                        <a:pt x="7428623" y="1842250"/>
                      </a:lnTo>
                      <a:lnTo>
                        <a:pt x="7428623" y="865380"/>
                      </a:lnTo>
                      <a:lnTo>
                        <a:pt x="7457049" y="865380"/>
                      </a:lnTo>
                      <a:lnTo>
                        <a:pt x="7457049" y="822907"/>
                      </a:lnTo>
                      <a:lnTo>
                        <a:pt x="7466524" y="822907"/>
                      </a:lnTo>
                      <a:close/>
                      <a:moveTo>
                        <a:pt x="37901" y="812289"/>
                      </a:moveTo>
                      <a:lnTo>
                        <a:pt x="307947" y="812289"/>
                      </a:lnTo>
                      <a:lnTo>
                        <a:pt x="307947" y="844144"/>
                      </a:lnTo>
                      <a:lnTo>
                        <a:pt x="279521" y="844144"/>
                      </a:lnTo>
                      <a:lnTo>
                        <a:pt x="279521" y="934398"/>
                      </a:lnTo>
                      <a:lnTo>
                        <a:pt x="345848" y="934398"/>
                      </a:lnTo>
                      <a:lnTo>
                        <a:pt x="345848" y="1842250"/>
                      </a:lnTo>
                      <a:lnTo>
                        <a:pt x="279521" y="1842250"/>
                      </a:lnTo>
                      <a:lnTo>
                        <a:pt x="61590" y="1842250"/>
                      </a:lnTo>
                      <a:lnTo>
                        <a:pt x="0" y="1842250"/>
                      </a:lnTo>
                      <a:lnTo>
                        <a:pt x="0" y="934398"/>
                      </a:lnTo>
                      <a:lnTo>
                        <a:pt x="61590" y="934398"/>
                      </a:lnTo>
                      <a:lnTo>
                        <a:pt x="61590" y="844144"/>
                      </a:lnTo>
                      <a:lnTo>
                        <a:pt x="37901" y="844144"/>
                      </a:lnTo>
                      <a:close/>
                      <a:moveTo>
                        <a:pt x="6779566" y="775126"/>
                      </a:moveTo>
                      <a:lnTo>
                        <a:pt x="6997497" y="775126"/>
                      </a:lnTo>
                      <a:lnTo>
                        <a:pt x="6997497" y="1534324"/>
                      </a:lnTo>
                      <a:lnTo>
                        <a:pt x="7011710" y="1534324"/>
                      </a:lnTo>
                      <a:lnTo>
                        <a:pt x="7011710" y="1842250"/>
                      </a:lnTo>
                      <a:lnTo>
                        <a:pt x="6713239" y="1842250"/>
                      </a:lnTo>
                      <a:lnTo>
                        <a:pt x="6713239" y="1534324"/>
                      </a:lnTo>
                      <a:lnTo>
                        <a:pt x="6779566" y="1534324"/>
                      </a:lnTo>
                      <a:close/>
                      <a:moveTo>
                        <a:pt x="2293019" y="732653"/>
                      </a:moveTo>
                      <a:lnTo>
                        <a:pt x="2591490" y="732653"/>
                      </a:lnTo>
                      <a:lnTo>
                        <a:pt x="2591490" y="1842250"/>
                      </a:lnTo>
                      <a:lnTo>
                        <a:pt x="2293019" y="1842250"/>
                      </a:lnTo>
                      <a:close/>
                      <a:moveTo>
                        <a:pt x="1923483" y="684871"/>
                      </a:moveTo>
                      <a:lnTo>
                        <a:pt x="1956646" y="684871"/>
                      </a:lnTo>
                      <a:lnTo>
                        <a:pt x="1956646" y="711417"/>
                      </a:lnTo>
                      <a:lnTo>
                        <a:pt x="1956646" y="796362"/>
                      </a:lnTo>
                      <a:lnTo>
                        <a:pt x="2075087" y="796362"/>
                      </a:lnTo>
                      <a:lnTo>
                        <a:pt x="2075087" y="886616"/>
                      </a:lnTo>
                      <a:lnTo>
                        <a:pt x="2094038" y="886616"/>
                      </a:lnTo>
                      <a:lnTo>
                        <a:pt x="2094038" y="1842250"/>
                      </a:lnTo>
                      <a:lnTo>
                        <a:pt x="2075087" y="1842250"/>
                      </a:lnTo>
                      <a:lnTo>
                        <a:pt x="1738715" y="1842250"/>
                      </a:lnTo>
                      <a:lnTo>
                        <a:pt x="1715027" y="1842250"/>
                      </a:lnTo>
                      <a:lnTo>
                        <a:pt x="1715027" y="796362"/>
                      </a:lnTo>
                      <a:lnTo>
                        <a:pt x="1838205" y="796362"/>
                      </a:lnTo>
                      <a:lnTo>
                        <a:pt x="1838205" y="711417"/>
                      </a:lnTo>
                      <a:lnTo>
                        <a:pt x="1923483" y="711417"/>
                      </a:lnTo>
                      <a:close/>
                      <a:moveTo>
                        <a:pt x="3434791" y="488435"/>
                      </a:moveTo>
                      <a:lnTo>
                        <a:pt x="3614821" y="488435"/>
                      </a:lnTo>
                      <a:lnTo>
                        <a:pt x="3614821" y="1842250"/>
                      </a:lnTo>
                      <a:lnTo>
                        <a:pt x="3434791" y="1842250"/>
                      </a:lnTo>
                      <a:close/>
                      <a:moveTo>
                        <a:pt x="824350" y="419417"/>
                      </a:moveTo>
                      <a:lnTo>
                        <a:pt x="1113346" y="419417"/>
                      </a:lnTo>
                      <a:lnTo>
                        <a:pt x="1113346" y="1842250"/>
                      </a:lnTo>
                      <a:lnTo>
                        <a:pt x="824350" y="1842250"/>
                      </a:lnTo>
                      <a:close/>
                      <a:moveTo>
                        <a:pt x="5329847" y="31855"/>
                      </a:moveTo>
                      <a:lnTo>
                        <a:pt x="5680433" y="31855"/>
                      </a:lnTo>
                      <a:lnTo>
                        <a:pt x="5680433" y="1465306"/>
                      </a:lnTo>
                      <a:lnTo>
                        <a:pt x="5765711" y="1465306"/>
                      </a:lnTo>
                      <a:lnTo>
                        <a:pt x="5765711" y="1842250"/>
                      </a:lnTo>
                      <a:lnTo>
                        <a:pt x="5680433" y="1842250"/>
                      </a:lnTo>
                      <a:lnTo>
                        <a:pt x="5410387" y="1842250"/>
                      </a:lnTo>
                      <a:lnTo>
                        <a:pt x="5329847" y="1842250"/>
                      </a:lnTo>
                      <a:close/>
                      <a:moveTo>
                        <a:pt x="4794494" y="0"/>
                      </a:moveTo>
                      <a:lnTo>
                        <a:pt x="5145079" y="0"/>
                      </a:lnTo>
                      <a:lnTo>
                        <a:pt x="5145079" y="1842250"/>
                      </a:lnTo>
                      <a:lnTo>
                        <a:pt x="4794494" y="184225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29" name="ïṣļiḋê"/>
              <p:cNvSpPr/>
              <p:nvPr/>
            </p:nvSpPr>
            <p:spPr>
              <a:xfrm>
                <a:off x="0" y="6436462"/>
                <a:ext cx="12192000" cy="421538"/>
              </a:xfrm>
              <a:custGeom>
                <a:avLst/>
                <a:gdLst>
                  <a:gd name="T0" fmla="*/ 132 w 2098"/>
                  <a:gd name="T1" fmla="*/ 21 h 101"/>
                  <a:gd name="T2" fmla="*/ 138 w 2098"/>
                  <a:gd name="T3" fmla="*/ 0 h 101"/>
                  <a:gd name="T4" fmla="*/ 281 w 2098"/>
                  <a:gd name="T5" fmla="*/ 21 h 101"/>
                  <a:gd name="T6" fmla="*/ 289 w 2098"/>
                  <a:gd name="T7" fmla="*/ 0 h 101"/>
                  <a:gd name="T8" fmla="*/ 675 w 2098"/>
                  <a:gd name="T9" fmla="*/ 21 h 101"/>
                  <a:gd name="T10" fmla="*/ 685 w 2098"/>
                  <a:gd name="T11" fmla="*/ 0 h 101"/>
                  <a:gd name="T12" fmla="*/ 706 w 2098"/>
                  <a:gd name="T13" fmla="*/ 21 h 101"/>
                  <a:gd name="T14" fmla="*/ 710 w 2098"/>
                  <a:gd name="T15" fmla="*/ 0 h 101"/>
                  <a:gd name="T16" fmla="*/ 819 w 2098"/>
                  <a:gd name="T17" fmla="*/ 21 h 101"/>
                  <a:gd name="T18" fmla="*/ 824 w 2098"/>
                  <a:gd name="T19" fmla="*/ 0 h 101"/>
                  <a:gd name="T20" fmla="*/ 889 w 2098"/>
                  <a:gd name="T21" fmla="*/ 21 h 101"/>
                  <a:gd name="T22" fmla="*/ 895 w 2098"/>
                  <a:gd name="T23" fmla="*/ 0 h 101"/>
                  <a:gd name="T24" fmla="*/ 979 w 2098"/>
                  <a:gd name="T25" fmla="*/ 21 h 101"/>
                  <a:gd name="T26" fmla="*/ 987 w 2098"/>
                  <a:gd name="T27" fmla="*/ 0 h 101"/>
                  <a:gd name="T28" fmla="*/ 1222 w 2098"/>
                  <a:gd name="T29" fmla="*/ 21 h 101"/>
                  <a:gd name="T30" fmla="*/ 1228 w 2098"/>
                  <a:gd name="T31" fmla="*/ 0 h 101"/>
                  <a:gd name="T32" fmla="*/ 1257 w 2098"/>
                  <a:gd name="T33" fmla="*/ 21 h 101"/>
                  <a:gd name="T34" fmla="*/ 1260 w 2098"/>
                  <a:gd name="T35" fmla="*/ 4 h 101"/>
                  <a:gd name="T36" fmla="*/ 1352 w 2098"/>
                  <a:gd name="T37" fmla="*/ 0 h 101"/>
                  <a:gd name="T38" fmla="*/ 1362 w 2098"/>
                  <a:gd name="T39" fmla="*/ 4 h 101"/>
                  <a:gd name="T40" fmla="*/ 1446 w 2098"/>
                  <a:gd name="T41" fmla="*/ 0 h 101"/>
                  <a:gd name="T42" fmla="*/ 1446 w 2098"/>
                  <a:gd name="T43" fmla="*/ 11 h 101"/>
                  <a:gd name="T44" fmla="*/ 1477 w 2098"/>
                  <a:gd name="T45" fmla="*/ 21 h 101"/>
                  <a:gd name="T46" fmla="*/ 1478 w 2098"/>
                  <a:gd name="T47" fmla="*/ 0 h 101"/>
                  <a:gd name="T48" fmla="*/ 1582 w 2098"/>
                  <a:gd name="T49" fmla="*/ 21 h 101"/>
                  <a:gd name="T50" fmla="*/ 1610 w 2098"/>
                  <a:gd name="T51" fmla="*/ 0 h 101"/>
                  <a:gd name="T52" fmla="*/ 1783 w 2098"/>
                  <a:gd name="T53" fmla="*/ 21 h 101"/>
                  <a:gd name="T54" fmla="*/ 1792 w 2098"/>
                  <a:gd name="T55" fmla="*/ 0 h 101"/>
                  <a:gd name="T56" fmla="*/ 1884 w 2098"/>
                  <a:gd name="T57" fmla="*/ 4 h 101"/>
                  <a:gd name="T58" fmla="*/ 1903 w 2098"/>
                  <a:gd name="T59" fmla="*/ 11 h 101"/>
                  <a:gd name="T60" fmla="*/ 1928 w 2098"/>
                  <a:gd name="T61" fmla="*/ 0 h 101"/>
                  <a:gd name="T62" fmla="*/ 2029 w 2098"/>
                  <a:gd name="T63" fmla="*/ 11 h 101"/>
                  <a:gd name="T64" fmla="*/ 2037 w 2098"/>
                  <a:gd name="T65" fmla="*/ 19 h 101"/>
                  <a:gd name="T66" fmla="*/ 2046 w 2098"/>
                  <a:gd name="T67" fmla="*/ 4 h 101"/>
                  <a:gd name="T68" fmla="*/ 2081 w 2098"/>
                  <a:gd name="T69" fmla="*/ 19 h 101"/>
                  <a:gd name="T70" fmla="*/ 2087 w 2098"/>
                  <a:gd name="T71" fmla="*/ 21 h 101"/>
                  <a:gd name="T72" fmla="*/ 2098 w 2098"/>
                  <a:gd name="T73" fmla="*/ 57 h 101"/>
                  <a:gd name="T74" fmla="*/ 2098 w 2098"/>
                  <a:gd name="T75" fmla="*/ 101 h 101"/>
                  <a:gd name="T76" fmla="*/ 0 w 2098"/>
                  <a:gd name="T77" fmla="*/ 101 h 101"/>
                  <a:gd name="T78" fmla="*/ 0 w 2098"/>
                  <a:gd name="T79" fmla="*/ 57 h 101"/>
                  <a:gd name="T80" fmla="*/ 4 w 2098"/>
                  <a:gd name="T81" fmla="*/ 21 h 101"/>
                  <a:gd name="T82" fmla="*/ 132 w 2098"/>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98" h="101">
                    <a:moveTo>
                      <a:pt x="132" y="0"/>
                    </a:moveTo>
                    <a:lnTo>
                      <a:pt x="132" y="21"/>
                    </a:lnTo>
                    <a:lnTo>
                      <a:pt x="138" y="21"/>
                    </a:lnTo>
                    <a:lnTo>
                      <a:pt x="138" y="0"/>
                    </a:lnTo>
                    <a:lnTo>
                      <a:pt x="281" y="0"/>
                    </a:lnTo>
                    <a:lnTo>
                      <a:pt x="281" y="21"/>
                    </a:lnTo>
                    <a:lnTo>
                      <a:pt x="289" y="21"/>
                    </a:lnTo>
                    <a:lnTo>
                      <a:pt x="289" y="0"/>
                    </a:lnTo>
                    <a:lnTo>
                      <a:pt x="675" y="0"/>
                    </a:lnTo>
                    <a:lnTo>
                      <a:pt x="675" y="21"/>
                    </a:lnTo>
                    <a:lnTo>
                      <a:pt x="685" y="21"/>
                    </a:lnTo>
                    <a:lnTo>
                      <a:pt x="685" y="0"/>
                    </a:lnTo>
                    <a:lnTo>
                      <a:pt x="706" y="0"/>
                    </a:lnTo>
                    <a:lnTo>
                      <a:pt x="706" y="21"/>
                    </a:lnTo>
                    <a:lnTo>
                      <a:pt x="710" y="21"/>
                    </a:lnTo>
                    <a:lnTo>
                      <a:pt x="710" y="0"/>
                    </a:lnTo>
                    <a:lnTo>
                      <a:pt x="819" y="0"/>
                    </a:lnTo>
                    <a:lnTo>
                      <a:pt x="819" y="21"/>
                    </a:lnTo>
                    <a:lnTo>
                      <a:pt x="824" y="21"/>
                    </a:lnTo>
                    <a:lnTo>
                      <a:pt x="824" y="0"/>
                    </a:lnTo>
                    <a:lnTo>
                      <a:pt x="889" y="0"/>
                    </a:lnTo>
                    <a:lnTo>
                      <a:pt x="889" y="21"/>
                    </a:lnTo>
                    <a:lnTo>
                      <a:pt x="895" y="21"/>
                    </a:lnTo>
                    <a:lnTo>
                      <a:pt x="895" y="0"/>
                    </a:lnTo>
                    <a:lnTo>
                      <a:pt x="979" y="0"/>
                    </a:lnTo>
                    <a:lnTo>
                      <a:pt x="979" y="21"/>
                    </a:lnTo>
                    <a:lnTo>
                      <a:pt x="987" y="21"/>
                    </a:lnTo>
                    <a:lnTo>
                      <a:pt x="987" y="0"/>
                    </a:lnTo>
                    <a:lnTo>
                      <a:pt x="1222" y="0"/>
                    </a:lnTo>
                    <a:lnTo>
                      <a:pt x="1222" y="21"/>
                    </a:lnTo>
                    <a:lnTo>
                      <a:pt x="1228" y="21"/>
                    </a:lnTo>
                    <a:lnTo>
                      <a:pt x="1228" y="0"/>
                    </a:lnTo>
                    <a:lnTo>
                      <a:pt x="1257" y="0"/>
                    </a:lnTo>
                    <a:lnTo>
                      <a:pt x="1257" y="21"/>
                    </a:lnTo>
                    <a:lnTo>
                      <a:pt x="1260" y="21"/>
                    </a:lnTo>
                    <a:lnTo>
                      <a:pt x="1260" y="4"/>
                    </a:lnTo>
                    <a:lnTo>
                      <a:pt x="1260" y="0"/>
                    </a:lnTo>
                    <a:lnTo>
                      <a:pt x="1352" y="0"/>
                    </a:lnTo>
                    <a:lnTo>
                      <a:pt x="1352" y="4"/>
                    </a:lnTo>
                    <a:lnTo>
                      <a:pt x="1362" y="4"/>
                    </a:lnTo>
                    <a:lnTo>
                      <a:pt x="1362" y="0"/>
                    </a:lnTo>
                    <a:lnTo>
                      <a:pt x="1446" y="0"/>
                    </a:lnTo>
                    <a:lnTo>
                      <a:pt x="1446" y="4"/>
                    </a:lnTo>
                    <a:lnTo>
                      <a:pt x="1446" y="11"/>
                    </a:lnTo>
                    <a:lnTo>
                      <a:pt x="1477" y="11"/>
                    </a:lnTo>
                    <a:lnTo>
                      <a:pt x="1477" y="21"/>
                    </a:lnTo>
                    <a:lnTo>
                      <a:pt x="1478" y="21"/>
                    </a:lnTo>
                    <a:lnTo>
                      <a:pt x="1478" y="0"/>
                    </a:lnTo>
                    <a:lnTo>
                      <a:pt x="1582" y="0"/>
                    </a:lnTo>
                    <a:lnTo>
                      <a:pt x="1582" y="21"/>
                    </a:lnTo>
                    <a:lnTo>
                      <a:pt x="1610" y="21"/>
                    </a:lnTo>
                    <a:lnTo>
                      <a:pt x="1610" y="0"/>
                    </a:lnTo>
                    <a:lnTo>
                      <a:pt x="1783" y="0"/>
                    </a:lnTo>
                    <a:lnTo>
                      <a:pt x="1783" y="21"/>
                    </a:lnTo>
                    <a:lnTo>
                      <a:pt x="1792" y="21"/>
                    </a:lnTo>
                    <a:lnTo>
                      <a:pt x="1792" y="0"/>
                    </a:lnTo>
                    <a:lnTo>
                      <a:pt x="1884" y="0"/>
                    </a:lnTo>
                    <a:lnTo>
                      <a:pt x="1884" y="4"/>
                    </a:lnTo>
                    <a:lnTo>
                      <a:pt x="1903" y="4"/>
                    </a:lnTo>
                    <a:lnTo>
                      <a:pt x="1903" y="11"/>
                    </a:lnTo>
                    <a:lnTo>
                      <a:pt x="1928" y="11"/>
                    </a:lnTo>
                    <a:lnTo>
                      <a:pt x="1928" y="0"/>
                    </a:lnTo>
                    <a:lnTo>
                      <a:pt x="2029" y="0"/>
                    </a:lnTo>
                    <a:lnTo>
                      <a:pt x="2029" y="11"/>
                    </a:lnTo>
                    <a:lnTo>
                      <a:pt x="2037" y="11"/>
                    </a:lnTo>
                    <a:lnTo>
                      <a:pt x="2037" y="19"/>
                    </a:lnTo>
                    <a:lnTo>
                      <a:pt x="2046" y="19"/>
                    </a:lnTo>
                    <a:lnTo>
                      <a:pt x="2046" y="4"/>
                    </a:lnTo>
                    <a:lnTo>
                      <a:pt x="2081" y="4"/>
                    </a:lnTo>
                    <a:lnTo>
                      <a:pt x="2081" y="19"/>
                    </a:lnTo>
                    <a:lnTo>
                      <a:pt x="2087" y="19"/>
                    </a:lnTo>
                    <a:lnTo>
                      <a:pt x="2087" y="21"/>
                    </a:lnTo>
                    <a:lnTo>
                      <a:pt x="2098" y="21"/>
                    </a:lnTo>
                    <a:lnTo>
                      <a:pt x="2098" y="57"/>
                    </a:lnTo>
                    <a:lnTo>
                      <a:pt x="2098" y="57"/>
                    </a:lnTo>
                    <a:lnTo>
                      <a:pt x="2098" y="101"/>
                    </a:lnTo>
                    <a:lnTo>
                      <a:pt x="2098" y="101"/>
                    </a:lnTo>
                    <a:lnTo>
                      <a:pt x="0" y="101"/>
                    </a:lnTo>
                    <a:lnTo>
                      <a:pt x="0" y="57"/>
                    </a:lnTo>
                    <a:lnTo>
                      <a:pt x="0" y="57"/>
                    </a:lnTo>
                    <a:lnTo>
                      <a:pt x="0" y="21"/>
                    </a:lnTo>
                    <a:lnTo>
                      <a:pt x="4" y="21"/>
                    </a:lnTo>
                    <a:lnTo>
                      <a:pt x="4" y="0"/>
                    </a:lnTo>
                    <a:lnTo>
                      <a:pt x="132" y="0"/>
                    </a:lnTo>
                    <a:lnTo>
                      <a:pt x="132"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cxnSp>
          <p:nvCxnSpPr>
            <p:cNvPr id="44" name="直接连接符 43"/>
            <p:cNvCxnSpPr/>
            <p:nvPr/>
          </p:nvCxnSpPr>
          <p:spPr>
            <a:xfrm>
              <a:off x="660400" y="2649167"/>
              <a:ext cx="10858500" cy="0"/>
            </a:xfrm>
            <a:prstGeom prst="line">
              <a:avLst/>
            </a:prstGeom>
            <a:ln w="127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45" name="ïṣļïdé"/>
            <p:cNvGrpSpPr/>
            <p:nvPr/>
          </p:nvGrpSpPr>
          <p:grpSpPr>
            <a:xfrm>
              <a:off x="2457609" y="2554580"/>
              <a:ext cx="1872457" cy="1561103"/>
              <a:chOff x="2904207" y="2662112"/>
              <a:chExt cx="1872457" cy="1561103"/>
            </a:xfrm>
          </p:grpSpPr>
          <p:sp>
            <p:nvSpPr>
              <p:cNvPr id="121" name="îşḷiďé"/>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22" name="肘形连接符 1078"/>
              <p:cNvCxnSpPr>
                <a:stCxn id="121" idx="4"/>
                <a:endCxn id="126"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23" name="íşḷiḋê"/>
              <p:cNvGrpSpPr/>
              <p:nvPr/>
            </p:nvGrpSpPr>
            <p:grpSpPr>
              <a:xfrm>
                <a:off x="3223609" y="2853968"/>
                <a:ext cx="1553055" cy="1369247"/>
                <a:chOff x="3223609" y="2853968"/>
                <a:chExt cx="1616957" cy="1369247"/>
              </a:xfrm>
            </p:grpSpPr>
            <p:grpSp>
              <p:nvGrpSpPr>
                <p:cNvPr id="124" name="iśḻïḑè"/>
                <p:cNvGrpSpPr/>
                <p:nvPr/>
              </p:nvGrpSpPr>
              <p:grpSpPr>
                <a:xfrm>
                  <a:off x="3223610" y="3245803"/>
                  <a:ext cx="1616956" cy="977412"/>
                  <a:chOff x="3223610" y="3245803"/>
                  <a:chExt cx="1616956" cy="977412"/>
                </a:xfrm>
              </p:grpSpPr>
              <p:sp>
                <p:nvSpPr>
                  <p:cNvPr id="126" name="ïS1íḑe"/>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7" name="îṥľîde"/>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25" name="ïŝ1iḍê"/>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2015</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6" name="iṥľïḋé"/>
            <p:cNvGrpSpPr/>
            <p:nvPr/>
          </p:nvGrpSpPr>
          <p:grpSpPr>
            <a:xfrm>
              <a:off x="660400" y="1182651"/>
              <a:ext cx="1872457" cy="1561103"/>
              <a:chOff x="678095" y="1290183"/>
              <a:chExt cx="1872457" cy="1561103"/>
            </a:xfrm>
          </p:grpSpPr>
          <p:sp>
            <p:nvSpPr>
              <p:cNvPr id="114" name="iŝ1îḓê"/>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15" name="肘形连接符 11"/>
              <p:cNvCxnSpPr>
                <a:stCxn id="114" idx="0"/>
                <a:endCxn id="118"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16" name="îS1iḍe"/>
              <p:cNvGrpSpPr/>
              <p:nvPr/>
            </p:nvGrpSpPr>
            <p:grpSpPr>
              <a:xfrm>
                <a:off x="997497" y="1290183"/>
                <a:ext cx="1553055" cy="1369247"/>
                <a:chOff x="997497" y="1290183"/>
                <a:chExt cx="1616957" cy="1369247"/>
              </a:xfrm>
            </p:grpSpPr>
            <p:grpSp>
              <p:nvGrpSpPr>
                <p:cNvPr id="117" name="işḻiḓê"/>
                <p:cNvGrpSpPr/>
                <p:nvPr/>
              </p:nvGrpSpPr>
              <p:grpSpPr>
                <a:xfrm>
                  <a:off x="997498" y="1682018"/>
                  <a:ext cx="1616956" cy="977412"/>
                  <a:chOff x="997498" y="1682018"/>
                  <a:chExt cx="1616956" cy="977412"/>
                </a:xfrm>
              </p:grpSpPr>
              <p:sp>
                <p:nvSpPr>
                  <p:cNvPr id="119" name="íṣľïḑê"/>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0" name="îṡ1id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18" name="ïṥḻîḍe"/>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2014</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7" name="ï$ļíḓe"/>
            <p:cNvGrpSpPr/>
            <p:nvPr/>
          </p:nvGrpSpPr>
          <p:grpSpPr>
            <a:xfrm>
              <a:off x="6052027" y="2554580"/>
              <a:ext cx="1872457" cy="1561103"/>
              <a:chOff x="2904207" y="2662112"/>
              <a:chExt cx="1872457" cy="1561103"/>
            </a:xfrm>
          </p:grpSpPr>
          <p:sp>
            <p:nvSpPr>
              <p:cNvPr id="107" name="íśľîḋè"/>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108" name="肘形连接符 1117"/>
              <p:cNvCxnSpPr>
                <a:stCxn id="107" idx="4"/>
                <a:endCxn id="112"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109" name="i$ľîḍé"/>
              <p:cNvGrpSpPr/>
              <p:nvPr/>
            </p:nvGrpSpPr>
            <p:grpSpPr>
              <a:xfrm>
                <a:off x="3223609" y="2853968"/>
                <a:ext cx="1553055" cy="1369247"/>
                <a:chOff x="3223609" y="2853968"/>
                <a:chExt cx="1616957" cy="1369247"/>
              </a:xfrm>
            </p:grpSpPr>
            <p:grpSp>
              <p:nvGrpSpPr>
                <p:cNvPr id="110" name="iṣļiḋé"/>
                <p:cNvGrpSpPr/>
                <p:nvPr/>
              </p:nvGrpSpPr>
              <p:grpSpPr>
                <a:xfrm>
                  <a:off x="3223610" y="3245803"/>
                  <a:ext cx="1616956" cy="977412"/>
                  <a:chOff x="3223610" y="3245803"/>
                  <a:chExt cx="1616956" cy="977412"/>
                </a:xfrm>
              </p:grpSpPr>
              <p:sp>
                <p:nvSpPr>
                  <p:cNvPr id="112" name="ïśļïde"/>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3" name="íṩlíďe"/>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11" name="îṧḻîďê"/>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2017</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8" name="ïşľïḋe"/>
            <p:cNvGrpSpPr/>
            <p:nvPr/>
          </p:nvGrpSpPr>
          <p:grpSpPr>
            <a:xfrm>
              <a:off x="4254818" y="1182651"/>
              <a:ext cx="1872457" cy="1561103"/>
              <a:chOff x="678095" y="1290183"/>
              <a:chExt cx="1872457" cy="1561103"/>
            </a:xfrm>
          </p:grpSpPr>
          <p:sp>
            <p:nvSpPr>
              <p:cNvPr id="84" name="ïṧļîḍê"/>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85" name="肘形连接符 1110"/>
              <p:cNvCxnSpPr>
                <a:stCxn id="84" idx="0"/>
                <a:endCxn id="88"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86" name="î$ļîďè"/>
              <p:cNvGrpSpPr/>
              <p:nvPr/>
            </p:nvGrpSpPr>
            <p:grpSpPr>
              <a:xfrm>
                <a:off x="997497" y="1290183"/>
                <a:ext cx="1553055" cy="1369247"/>
                <a:chOff x="997497" y="1290183"/>
                <a:chExt cx="1616957" cy="1369247"/>
              </a:xfrm>
            </p:grpSpPr>
            <p:grpSp>
              <p:nvGrpSpPr>
                <p:cNvPr id="87" name="isľïďè"/>
                <p:cNvGrpSpPr/>
                <p:nvPr/>
              </p:nvGrpSpPr>
              <p:grpSpPr>
                <a:xfrm>
                  <a:off x="997498" y="1682018"/>
                  <a:ext cx="1616956" cy="977412"/>
                  <a:chOff x="997498" y="1682018"/>
                  <a:chExt cx="1616956" cy="977412"/>
                </a:xfrm>
              </p:grpSpPr>
              <p:sp>
                <p:nvSpPr>
                  <p:cNvPr id="89" name="ïṩlïḋè"/>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06" name="íṧľid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88" name="íŝlïḑé"/>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2016</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49" name="ïṥḷíďe"/>
            <p:cNvGrpSpPr/>
            <p:nvPr/>
          </p:nvGrpSpPr>
          <p:grpSpPr>
            <a:xfrm>
              <a:off x="9646443" y="2554580"/>
              <a:ext cx="1872457" cy="1561103"/>
              <a:chOff x="2904207" y="2662112"/>
              <a:chExt cx="1872457" cy="1561103"/>
            </a:xfrm>
          </p:grpSpPr>
          <p:sp>
            <p:nvSpPr>
              <p:cNvPr id="58" name="iṥļïdé"/>
              <p:cNvSpPr/>
              <p:nvPr/>
            </p:nvSpPr>
            <p:spPr>
              <a:xfrm>
                <a:off x="2904207" y="2662112"/>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59" name="肘形连接符 1134"/>
              <p:cNvCxnSpPr>
                <a:stCxn id="58" idx="4"/>
                <a:endCxn id="82" idx="1"/>
              </p:cNvCxnSpPr>
              <p:nvPr/>
            </p:nvCxnSpPr>
            <p:spPr>
              <a:xfrm rot="16200000" flipH="1">
                <a:off x="2560372" y="3267190"/>
                <a:ext cx="1094154" cy="232322"/>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60" name="iSḷíďê"/>
              <p:cNvGrpSpPr/>
              <p:nvPr/>
            </p:nvGrpSpPr>
            <p:grpSpPr>
              <a:xfrm>
                <a:off x="3223609" y="2853968"/>
                <a:ext cx="1553055" cy="1369247"/>
                <a:chOff x="3223609" y="2853968"/>
                <a:chExt cx="1616957" cy="1369247"/>
              </a:xfrm>
            </p:grpSpPr>
            <p:grpSp>
              <p:nvGrpSpPr>
                <p:cNvPr id="80" name="îSļídê"/>
                <p:cNvGrpSpPr/>
                <p:nvPr/>
              </p:nvGrpSpPr>
              <p:grpSpPr>
                <a:xfrm>
                  <a:off x="3223610" y="3245803"/>
                  <a:ext cx="1616956" cy="977412"/>
                  <a:chOff x="3223610" y="3245803"/>
                  <a:chExt cx="1616956" cy="977412"/>
                </a:xfrm>
              </p:grpSpPr>
              <p:sp>
                <p:nvSpPr>
                  <p:cNvPr id="82" name="iṧlîḓè"/>
                  <p:cNvSpPr/>
                  <p:nvPr/>
                </p:nvSpPr>
                <p:spPr>
                  <a:xfrm>
                    <a:off x="3223610" y="3637640"/>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83" name="ïśḻîdé"/>
                  <p:cNvSpPr/>
                  <p:nvPr/>
                </p:nvSpPr>
                <p:spPr>
                  <a:xfrm>
                    <a:off x="3223610" y="324580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81" name="ïṣlïde"/>
                <p:cNvSpPr/>
                <p:nvPr/>
              </p:nvSpPr>
              <p:spPr>
                <a:xfrm>
                  <a:off x="3223609" y="285396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2019</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nvGrpSpPr>
            <p:cNvPr id="50" name="îSḻíďé"/>
            <p:cNvGrpSpPr/>
            <p:nvPr/>
          </p:nvGrpSpPr>
          <p:grpSpPr>
            <a:xfrm>
              <a:off x="7849236" y="1182651"/>
              <a:ext cx="1872457" cy="1561103"/>
              <a:chOff x="678095" y="1290183"/>
              <a:chExt cx="1872457" cy="1561103"/>
            </a:xfrm>
          </p:grpSpPr>
          <p:sp>
            <p:nvSpPr>
              <p:cNvPr id="51" name="îṣḷîḋè"/>
              <p:cNvSpPr/>
              <p:nvPr/>
            </p:nvSpPr>
            <p:spPr>
              <a:xfrm>
                <a:off x="678095" y="2677124"/>
                <a:ext cx="174162" cy="174162"/>
              </a:xfrm>
              <a:prstGeom prst="ellipse">
                <a:avLst/>
              </a:prstGeom>
              <a:solidFill>
                <a:schemeClr val="tx1">
                  <a:lumMod val="50000"/>
                  <a:lumOff val="5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cxnSp>
            <p:nvCxnSpPr>
              <p:cNvPr id="52" name="肘形连接符 1127"/>
              <p:cNvCxnSpPr>
                <a:stCxn id="51" idx="0"/>
                <a:endCxn id="55" idx="1"/>
              </p:cNvCxnSpPr>
              <p:nvPr/>
            </p:nvCxnSpPr>
            <p:spPr>
              <a:xfrm rot="5400000" flipH="1" flipV="1">
                <a:off x="285825" y="1965453"/>
                <a:ext cx="1191023" cy="232321"/>
              </a:xfrm>
              <a:prstGeom prst="bentConnector2">
                <a:avLst/>
              </a:prstGeom>
              <a:ln w="3175" cap="rnd">
                <a:solidFill>
                  <a:schemeClr val="bg1">
                    <a:lumMod val="75000"/>
                  </a:schemeClr>
                </a:solidFill>
                <a:round/>
                <a:tailEnd type="oval"/>
              </a:ln>
            </p:spPr>
            <p:style>
              <a:lnRef idx="1">
                <a:schemeClr val="accent1"/>
              </a:lnRef>
              <a:fillRef idx="0">
                <a:schemeClr val="accent1"/>
              </a:fillRef>
              <a:effectRef idx="0">
                <a:schemeClr val="accent1"/>
              </a:effectRef>
              <a:fontRef idx="minor">
                <a:schemeClr val="tx1"/>
              </a:fontRef>
            </p:style>
          </p:cxnSp>
          <p:grpSp>
            <p:nvGrpSpPr>
              <p:cNvPr id="53" name="îṩliḑe"/>
              <p:cNvGrpSpPr/>
              <p:nvPr/>
            </p:nvGrpSpPr>
            <p:grpSpPr>
              <a:xfrm>
                <a:off x="997497" y="1290183"/>
                <a:ext cx="1553055" cy="1369247"/>
                <a:chOff x="997497" y="1290183"/>
                <a:chExt cx="1616957" cy="1369247"/>
              </a:xfrm>
            </p:grpSpPr>
            <p:grpSp>
              <p:nvGrpSpPr>
                <p:cNvPr id="54" name="isļiḋê"/>
                <p:cNvGrpSpPr/>
                <p:nvPr/>
              </p:nvGrpSpPr>
              <p:grpSpPr>
                <a:xfrm>
                  <a:off x="997498" y="1682018"/>
                  <a:ext cx="1616956" cy="977412"/>
                  <a:chOff x="997498" y="1682018"/>
                  <a:chExt cx="1616956" cy="977412"/>
                </a:xfrm>
              </p:grpSpPr>
              <p:sp>
                <p:nvSpPr>
                  <p:cNvPr id="56" name="îS1ïḑê"/>
                  <p:cNvSpPr/>
                  <p:nvPr/>
                </p:nvSpPr>
                <p:spPr>
                  <a:xfrm>
                    <a:off x="997498" y="2073855"/>
                    <a:ext cx="1616956" cy="585575"/>
                  </a:xfrm>
                  <a:prstGeom prst="rect">
                    <a:avLst/>
                  </a:prstGeom>
                  <a:noFill/>
                  <a:ln>
                    <a:noFill/>
                  </a:ln>
                </p:spPr>
                <p:txBody>
                  <a:bodyPr wrap="square" lIns="91440" tIns="45720" rIns="91440" bIns="45720" anchor="t" anchorCtr="0">
                    <a:normAutofit fontScale="97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Supporting text here.</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0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57" name="ísľîḑè"/>
                  <p:cNvSpPr/>
                  <p:nvPr/>
                </p:nvSpPr>
                <p:spPr>
                  <a:xfrm>
                    <a:off x="997498" y="1682018"/>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endParaRPr kumimoji="0" lang="id-ID" altLang="zh-CN" sz="16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55" name="iṣ1iḋê"/>
                <p:cNvSpPr/>
                <p:nvPr/>
              </p:nvSpPr>
              <p:spPr>
                <a:xfrm>
                  <a:off x="997497" y="1290183"/>
                  <a:ext cx="1616956" cy="391835"/>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2018</a:t>
                  </a:r>
                  <a:endParaRPr kumimoji="0" lang="id-ID"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03</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 name="组合 1"/>
          <p:cNvGrpSpPr/>
          <p:nvPr/>
        </p:nvGrpSpPr>
        <p:grpSpPr>
          <a:xfrm>
            <a:off x="666752" y="1440579"/>
            <a:ext cx="10858496" cy="4381188"/>
            <a:chOff x="660402" y="1752912"/>
            <a:chExt cx="10858496" cy="4381188"/>
          </a:xfrm>
        </p:grpSpPr>
        <p:sp>
          <p:nvSpPr>
            <p:cNvPr id="151" name="ïŝ1íḑè"/>
            <p:cNvSpPr/>
            <p:nvPr/>
          </p:nvSpPr>
          <p:spPr>
            <a:xfrm>
              <a:off x="4886173" y="3877461"/>
              <a:ext cx="2367915" cy="484508"/>
            </a:xfrm>
            <a:prstGeom prst="ellipse">
              <a:avLst/>
            </a:prstGeom>
            <a:solidFill>
              <a:schemeClr val="bg1">
                <a:lumMod val="95000"/>
              </a:schemeClr>
            </a:solidFill>
            <a:ln w="12700">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lnSpcReduction="1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52" name="íSlîdê"/>
            <p:cNvSpPr/>
            <p:nvPr/>
          </p:nvSpPr>
          <p:spPr>
            <a:xfrm>
              <a:off x="5679893" y="1901573"/>
              <a:ext cx="754694" cy="2273970"/>
            </a:xfrm>
            <a:custGeom>
              <a:avLst/>
              <a:gdLst>
                <a:gd name="T0" fmla="*/ 708 w 763"/>
                <a:gd name="T1" fmla="*/ 643 h 2299"/>
                <a:gd name="T2" fmla="*/ 649 w 763"/>
                <a:gd name="T3" fmla="*/ 471 h 2299"/>
                <a:gd name="T4" fmla="*/ 472 w 763"/>
                <a:gd name="T5" fmla="*/ 389 h 2299"/>
                <a:gd name="T6" fmla="*/ 413 w 763"/>
                <a:gd name="T7" fmla="*/ 656 h 2299"/>
                <a:gd name="T8" fmla="*/ 390 w 763"/>
                <a:gd name="T9" fmla="*/ 389 h 2299"/>
                <a:gd name="T10" fmla="*/ 470 w 763"/>
                <a:gd name="T11" fmla="*/ 255 h 2299"/>
                <a:gd name="T12" fmla="*/ 503 w 763"/>
                <a:gd name="T13" fmla="*/ 183 h 2299"/>
                <a:gd name="T14" fmla="*/ 503 w 763"/>
                <a:gd name="T15" fmla="*/ 130 h 2299"/>
                <a:gd name="T16" fmla="*/ 493 w 763"/>
                <a:gd name="T17" fmla="*/ 79 h 2299"/>
                <a:gd name="T18" fmla="*/ 475 w 763"/>
                <a:gd name="T19" fmla="*/ 63 h 2299"/>
                <a:gd name="T20" fmla="*/ 454 w 763"/>
                <a:gd name="T21" fmla="*/ 37 h 2299"/>
                <a:gd name="T22" fmla="*/ 434 w 763"/>
                <a:gd name="T23" fmla="*/ 22 h 2299"/>
                <a:gd name="T24" fmla="*/ 416 w 763"/>
                <a:gd name="T25" fmla="*/ 5 h 2299"/>
                <a:gd name="T26" fmla="*/ 399 w 763"/>
                <a:gd name="T27" fmla="*/ 14 h 2299"/>
                <a:gd name="T28" fmla="*/ 373 w 763"/>
                <a:gd name="T29" fmla="*/ 6 h 2299"/>
                <a:gd name="T30" fmla="*/ 347 w 763"/>
                <a:gd name="T31" fmla="*/ 29 h 2299"/>
                <a:gd name="T32" fmla="*/ 324 w 763"/>
                <a:gd name="T33" fmla="*/ 42 h 2299"/>
                <a:gd name="T34" fmla="*/ 297 w 763"/>
                <a:gd name="T35" fmla="*/ 68 h 2299"/>
                <a:gd name="T36" fmla="*/ 283 w 763"/>
                <a:gd name="T37" fmla="*/ 90 h 2299"/>
                <a:gd name="T38" fmla="*/ 273 w 763"/>
                <a:gd name="T39" fmla="*/ 136 h 2299"/>
                <a:gd name="T40" fmla="*/ 275 w 763"/>
                <a:gd name="T41" fmla="*/ 226 h 2299"/>
                <a:gd name="T42" fmla="*/ 311 w 763"/>
                <a:gd name="T43" fmla="*/ 330 h 2299"/>
                <a:gd name="T44" fmla="*/ 351 w 763"/>
                <a:gd name="T45" fmla="*/ 416 h 2299"/>
                <a:gd name="T46" fmla="*/ 323 w 763"/>
                <a:gd name="T47" fmla="*/ 600 h 2299"/>
                <a:gd name="T48" fmla="*/ 291 w 763"/>
                <a:gd name="T49" fmla="*/ 382 h 2299"/>
                <a:gd name="T50" fmla="*/ 195 w 763"/>
                <a:gd name="T51" fmla="*/ 433 h 2299"/>
                <a:gd name="T52" fmla="*/ 75 w 763"/>
                <a:gd name="T53" fmla="*/ 554 h 2299"/>
                <a:gd name="T54" fmla="*/ 16 w 763"/>
                <a:gd name="T55" fmla="*/ 759 h 2299"/>
                <a:gd name="T56" fmla="*/ 33 w 763"/>
                <a:gd name="T57" fmla="*/ 886 h 2299"/>
                <a:gd name="T58" fmla="*/ 157 w 763"/>
                <a:gd name="T59" fmla="*/ 958 h 2299"/>
                <a:gd name="T60" fmla="*/ 141 w 763"/>
                <a:gd name="T61" fmla="*/ 1087 h 2299"/>
                <a:gd name="T62" fmla="*/ 122 w 763"/>
                <a:gd name="T63" fmla="*/ 1283 h 2299"/>
                <a:gd name="T64" fmla="*/ 121 w 763"/>
                <a:gd name="T65" fmla="*/ 1525 h 2299"/>
                <a:gd name="T66" fmla="*/ 126 w 763"/>
                <a:gd name="T67" fmla="*/ 1708 h 2299"/>
                <a:gd name="T68" fmla="*/ 102 w 763"/>
                <a:gd name="T69" fmla="*/ 1915 h 2299"/>
                <a:gd name="T70" fmla="*/ 97 w 763"/>
                <a:gd name="T71" fmla="*/ 2037 h 2299"/>
                <a:gd name="T72" fmla="*/ 85 w 763"/>
                <a:gd name="T73" fmla="*/ 2149 h 2299"/>
                <a:gd name="T74" fmla="*/ 19 w 763"/>
                <a:gd name="T75" fmla="*/ 2291 h 2299"/>
                <a:gd name="T76" fmla="*/ 161 w 763"/>
                <a:gd name="T77" fmla="*/ 2250 h 2299"/>
                <a:gd name="T78" fmla="*/ 205 w 763"/>
                <a:gd name="T79" fmla="*/ 2200 h 2299"/>
                <a:gd name="T80" fmla="*/ 252 w 763"/>
                <a:gd name="T81" fmla="*/ 2069 h 2299"/>
                <a:gd name="T82" fmla="*/ 240 w 763"/>
                <a:gd name="T83" fmla="*/ 1931 h 2299"/>
                <a:gd name="T84" fmla="*/ 299 w 763"/>
                <a:gd name="T85" fmla="*/ 1589 h 2299"/>
                <a:gd name="T86" fmla="*/ 374 w 763"/>
                <a:gd name="T87" fmla="*/ 1324 h 2299"/>
                <a:gd name="T88" fmla="*/ 422 w 763"/>
                <a:gd name="T89" fmla="*/ 1592 h 2299"/>
                <a:gd name="T90" fmla="*/ 446 w 763"/>
                <a:gd name="T91" fmla="*/ 1901 h 2299"/>
                <a:gd name="T92" fmla="*/ 477 w 763"/>
                <a:gd name="T93" fmla="*/ 2103 h 2299"/>
                <a:gd name="T94" fmla="*/ 521 w 763"/>
                <a:gd name="T95" fmla="*/ 2213 h 2299"/>
                <a:gd name="T96" fmla="*/ 550 w 763"/>
                <a:gd name="T97" fmla="*/ 2260 h 2299"/>
                <a:gd name="T98" fmla="*/ 690 w 763"/>
                <a:gd name="T99" fmla="*/ 2263 h 2299"/>
                <a:gd name="T100" fmla="*/ 623 w 763"/>
                <a:gd name="T101" fmla="*/ 2153 h 2299"/>
                <a:gd name="T102" fmla="*/ 622 w 763"/>
                <a:gd name="T103" fmla="*/ 2043 h 2299"/>
                <a:gd name="T104" fmla="*/ 602 w 763"/>
                <a:gd name="T105" fmla="*/ 1921 h 2299"/>
                <a:gd name="T106" fmla="*/ 588 w 763"/>
                <a:gd name="T107" fmla="*/ 1685 h 2299"/>
                <a:gd name="T108" fmla="*/ 593 w 763"/>
                <a:gd name="T109" fmla="*/ 1513 h 2299"/>
                <a:gd name="T110" fmla="*/ 609 w 763"/>
                <a:gd name="T111" fmla="*/ 1316 h 2299"/>
                <a:gd name="T112" fmla="*/ 602 w 763"/>
                <a:gd name="T113" fmla="*/ 1096 h 2299"/>
                <a:gd name="T114" fmla="*/ 635 w 763"/>
                <a:gd name="T115" fmla="*/ 889 h 2299"/>
                <a:gd name="T116" fmla="*/ 753 w 763"/>
                <a:gd name="T117" fmla="*/ 847 h 2299"/>
                <a:gd name="T118" fmla="*/ 176 w 763"/>
                <a:gd name="T119" fmla="*/ 760 h 2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63" h="2299">
                  <a:moveTo>
                    <a:pt x="763" y="802"/>
                  </a:moveTo>
                  <a:lnTo>
                    <a:pt x="763" y="802"/>
                  </a:lnTo>
                  <a:lnTo>
                    <a:pt x="762" y="797"/>
                  </a:lnTo>
                  <a:lnTo>
                    <a:pt x="759" y="792"/>
                  </a:lnTo>
                  <a:lnTo>
                    <a:pt x="759" y="792"/>
                  </a:lnTo>
                  <a:lnTo>
                    <a:pt x="748" y="764"/>
                  </a:lnTo>
                  <a:lnTo>
                    <a:pt x="748" y="764"/>
                  </a:lnTo>
                  <a:lnTo>
                    <a:pt x="742" y="749"/>
                  </a:lnTo>
                  <a:lnTo>
                    <a:pt x="742" y="749"/>
                  </a:lnTo>
                  <a:lnTo>
                    <a:pt x="733" y="730"/>
                  </a:lnTo>
                  <a:lnTo>
                    <a:pt x="733" y="730"/>
                  </a:lnTo>
                  <a:lnTo>
                    <a:pt x="728" y="716"/>
                  </a:lnTo>
                  <a:lnTo>
                    <a:pt x="728" y="716"/>
                  </a:lnTo>
                  <a:lnTo>
                    <a:pt x="723" y="703"/>
                  </a:lnTo>
                  <a:lnTo>
                    <a:pt x="719" y="689"/>
                  </a:lnTo>
                  <a:lnTo>
                    <a:pt x="719" y="689"/>
                  </a:lnTo>
                  <a:lnTo>
                    <a:pt x="715" y="667"/>
                  </a:lnTo>
                  <a:lnTo>
                    <a:pt x="708" y="643"/>
                  </a:lnTo>
                  <a:lnTo>
                    <a:pt x="708" y="643"/>
                  </a:lnTo>
                  <a:lnTo>
                    <a:pt x="700" y="615"/>
                  </a:lnTo>
                  <a:lnTo>
                    <a:pt x="691" y="586"/>
                  </a:lnTo>
                  <a:lnTo>
                    <a:pt x="691" y="586"/>
                  </a:lnTo>
                  <a:lnTo>
                    <a:pt x="686" y="569"/>
                  </a:lnTo>
                  <a:lnTo>
                    <a:pt x="686" y="569"/>
                  </a:lnTo>
                  <a:lnTo>
                    <a:pt x="680" y="532"/>
                  </a:lnTo>
                  <a:lnTo>
                    <a:pt x="680" y="532"/>
                  </a:lnTo>
                  <a:lnTo>
                    <a:pt x="675" y="516"/>
                  </a:lnTo>
                  <a:lnTo>
                    <a:pt x="671" y="500"/>
                  </a:lnTo>
                  <a:lnTo>
                    <a:pt x="671" y="500"/>
                  </a:lnTo>
                  <a:lnTo>
                    <a:pt x="666" y="482"/>
                  </a:lnTo>
                  <a:lnTo>
                    <a:pt x="666" y="482"/>
                  </a:lnTo>
                  <a:lnTo>
                    <a:pt x="664" y="477"/>
                  </a:lnTo>
                  <a:lnTo>
                    <a:pt x="661" y="473"/>
                  </a:lnTo>
                  <a:lnTo>
                    <a:pt x="658" y="471"/>
                  </a:lnTo>
                  <a:lnTo>
                    <a:pt x="651" y="471"/>
                  </a:lnTo>
                  <a:lnTo>
                    <a:pt x="651" y="471"/>
                  </a:lnTo>
                  <a:lnTo>
                    <a:pt x="649" y="471"/>
                  </a:lnTo>
                  <a:lnTo>
                    <a:pt x="649" y="471"/>
                  </a:lnTo>
                  <a:lnTo>
                    <a:pt x="640" y="467"/>
                  </a:lnTo>
                  <a:lnTo>
                    <a:pt x="640" y="467"/>
                  </a:lnTo>
                  <a:lnTo>
                    <a:pt x="582" y="444"/>
                  </a:lnTo>
                  <a:lnTo>
                    <a:pt x="582" y="444"/>
                  </a:lnTo>
                  <a:lnTo>
                    <a:pt x="534" y="424"/>
                  </a:lnTo>
                  <a:lnTo>
                    <a:pt x="534" y="424"/>
                  </a:lnTo>
                  <a:lnTo>
                    <a:pt x="529" y="421"/>
                  </a:lnTo>
                  <a:lnTo>
                    <a:pt x="525" y="419"/>
                  </a:lnTo>
                  <a:lnTo>
                    <a:pt x="525" y="419"/>
                  </a:lnTo>
                  <a:lnTo>
                    <a:pt x="514" y="415"/>
                  </a:lnTo>
                  <a:lnTo>
                    <a:pt x="504" y="409"/>
                  </a:lnTo>
                  <a:lnTo>
                    <a:pt x="495" y="403"/>
                  </a:lnTo>
                  <a:lnTo>
                    <a:pt x="485" y="395"/>
                  </a:lnTo>
                  <a:lnTo>
                    <a:pt x="485" y="395"/>
                  </a:lnTo>
                  <a:lnTo>
                    <a:pt x="478" y="389"/>
                  </a:lnTo>
                  <a:lnTo>
                    <a:pt x="472" y="384"/>
                  </a:lnTo>
                  <a:lnTo>
                    <a:pt x="472" y="384"/>
                  </a:lnTo>
                  <a:lnTo>
                    <a:pt x="470" y="387"/>
                  </a:lnTo>
                  <a:lnTo>
                    <a:pt x="472" y="389"/>
                  </a:lnTo>
                  <a:lnTo>
                    <a:pt x="472" y="389"/>
                  </a:lnTo>
                  <a:lnTo>
                    <a:pt x="474" y="415"/>
                  </a:lnTo>
                  <a:lnTo>
                    <a:pt x="477" y="440"/>
                  </a:lnTo>
                  <a:lnTo>
                    <a:pt x="477" y="440"/>
                  </a:lnTo>
                  <a:lnTo>
                    <a:pt x="478" y="461"/>
                  </a:lnTo>
                  <a:lnTo>
                    <a:pt x="477" y="481"/>
                  </a:lnTo>
                  <a:lnTo>
                    <a:pt x="474" y="500"/>
                  </a:lnTo>
                  <a:lnTo>
                    <a:pt x="469" y="519"/>
                  </a:lnTo>
                  <a:lnTo>
                    <a:pt x="469" y="519"/>
                  </a:lnTo>
                  <a:lnTo>
                    <a:pt x="461" y="547"/>
                  </a:lnTo>
                  <a:lnTo>
                    <a:pt x="451" y="573"/>
                  </a:lnTo>
                  <a:lnTo>
                    <a:pt x="451" y="573"/>
                  </a:lnTo>
                  <a:lnTo>
                    <a:pt x="417" y="656"/>
                  </a:lnTo>
                  <a:lnTo>
                    <a:pt x="417" y="656"/>
                  </a:lnTo>
                  <a:lnTo>
                    <a:pt x="415" y="661"/>
                  </a:lnTo>
                  <a:lnTo>
                    <a:pt x="415" y="661"/>
                  </a:lnTo>
                  <a:lnTo>
                    <a:pt x="413" y="658"/>
                  </a:lnTo>
                  <a:lnTo>
                    <a:pt x="413" y="656"/>
                  </a:lnTo>
                  <a:lnTo>
                    <a:pt x="413" y="656"/>
                  </a:lnTo>
                  <a:lnTo>
                    <a:pt x="413" y="596"/>
                  </a:lnTo>
                  <a:lnTo>
                    <a:pt x="415" y="537"/>
                  </a:lnTo>
                  <a:lnTo>
                    <a:pt x="415" y="537"/>
                  </a:lnTo>
                  <a:lnTo>
                    <a:pt x="415" y="512"/>
                  </a:lnTo>
                  <a:lnTo>
                    <a:pt x="412" y="487"/>
                  </a:lnTo>
                  <a:lnTo>
                    <a:pt x="406" y="464"/>
                  </a:lnTo>
                  <a:lnTo>
                    <a:pt x="397" y="439"/>
                  </a:lnTo>
                  <a:lnTo>
                    <a:pt x="397" y="439"/>
                  </a:lnTo>
                  <a:lnTo>
                    <a:pt x="396" y="435"/>
                  </a:lnTo>
                  <a:lnTo>
                    <a:pt x="397" y="431"/>
                  </a:lnTo>
                  <a:lnTo>
                    <a:pt x="397" y="431"/>
                  </a:lnTo>
                  <a:lnTo>
                    <a:pt x="405" y="405"/>
                  </a:lnTo>
                  <a:lnTo>
                    <a:pt x="405" y="405"/>
                  </a:lnTo>
                  <a:lnTo>
                    <a:pt x="406" y="402"/>
                  </a:lnTo>
                  <a:lnTo>
                    <a:pt x="406" y="399"/>
                  </a:lnTo>
                  <a:lnTo>
                    <a:pt x="404" y="397"/>
                  </a:lnTo>
                  <a:lnTo>
                    <a:pt x="401" y="394"/>
                  </a:lnTo>
                  <a:lnTo>
                    <a:pt x="401" y="394"/>
                  </a:lnTo>
                  <a:lnTo>
                    <a:pt x="390" y="389"/>
                  </a:lnTo>
                  <a:lnTo>
                    <a:pt x="390" y="389"/>
                  </a:lnTo>
                  <a:lnTo>
                    <a:pt x="400" y="384"/>
                  </a:lnTo>
                  <a:lnTo>
                    <a:pt x="400" y="384"/>
                  </a:lnTo>
                  <a:lnTo>
                    <a:pt x="449" y="348"/>
                  </a:lnTo>
                  <a:lnTo>
                    <a:pt x="449" y="348"/>
                  </a:lnTo>
                  <a:lnTo>
                    <a:pt x="453" y="346"/>
                  </a:lnTo>
                  <a:lnTo>
                    <a:pt x="454" y="345"/>
                  </a:lnTo>
                  <a:lnTo>
                    <a:pt x="454" y="342"/>
                  </a:lnTo>
                  <a:lnTo>
                    <a:pt x="454" y="342"/>
                  </a:lnTo>
                  <a:lnTo>
                    <a:pt x="454" y="335"/>
                  </a:lnTo>
                  <a:lnTo>
                    <a:pt x="456" y="327"/>
                  </a:lnTo>
                  <a:lnTo>
                    <a:pt x="456" y="327"/>
                  </a:lnTo>
                  <a:lnTo>
                    <a:pt x="458" y="302"/>
                  </a:lnTo>
                  <a:lnTo>
                    <a:pt x="458" y="302"/>
                  </a:lnTo>
                  <a:lnTo>
                    <a:pt x="459" y="294"/>
                  </a:lnTo>
                  <a:lnTo>
                    <a:pt x="461" y="284"/>
                  </a:lnTo>
                  <a:lnTo>
                    <a:pt x="461" y="284"/>
                  </a:lnTo>
                  <a:lnTo>
                    <a:pt x="470" y="255"/>
                  </a:lnTo>
                  <a:lnTo>
                    <a:pt x="470" y="255"/>
                  </a:lnTo>
                  <a:lnTo>
                    <a:pt x="475" y="255"/>
                  </a:lnTo>
                  <a:lnTo>
                    <a:pt x="478" y="255"/>
                  </a:lnTo>
                  <a:lnTo>
                    <a:pt x="480" y="253"/>
                  </a:lnTo>
                  <a:lnTo>
                    <a:pt x="483" y="248"/>
                  </a:lnTo>
                  <a:lnTo>
                    <a:pt x="483" y="248"/>
                  </a:lnTo>
                  <a:lnTo>
                    <a:pt x="485" y="244"/>
                  </a:lnTo>
                  <a:lnTo>
                    <a:pt x="485" y="244"/>
                  </a:lnTo>
                  <a:lnTo>
                    <a:pt x="491" y="236"/>
                  </a:lnTo>
                  <a:lnTo>
                    <a:pt x="491" y="236"/>
                  </a:lnTo>
                  <a:lnTo>
                    <a:pt x="495" y="229"/>
                  </a:lnTo>
                  <a:lnTo>
                    <a:pt x="499" y="222"/>
                  </a:lnTo>
                  <a:lnTo>
                    <a:pt x="501" y="214"/>
                  </a:lnTo>
                  <a:lnTo>
                    <a:pt x="503" y="206"/>
                  </a:lnTo>
                  <a:lnTo>
                    <a:pt x="503" y="206"/>
                  </a:lnTo>
                  <a:lnTo>
                    <a:pt x="500" y="197"/>
                  </a:lnTo>
                  <a:lnTo>
                    <a:pt x="500" y="192"/>
                  </a:lnTo>
                  <a:lnTo>
                    <a:pt x="503" y="187"/>
                  </a:lnTo>
                  <a:lnTo>
                    <a:pt x="503" y="187"/>
                  </a:lnTo>
                  <a:lnTo>
                    <a:pt x="503" y="183"/>
                  </a:lnTo>
                  <a:lnTo>
                    <a:pt x="504" y="180"/>
                  </a:lnTo>
                  <a:lnTo>
                    <a:pt x="504" y="172"/>
                  </a:lnTo>
                  <a:lnTo>
                    <a:pt x="504" y="172"/>
                  </a:lnTo>
                  <a:lnTo>
                    <a:pt x="505" y="161"/>
                  </a:lnTo>
                  <a:lnTo>
                    <a:pt x="505" y="161"/>
                  </a:lnTo>
                  <a:lnTo>
                    <a:pt x="506" y="154"/>
                  </a:lnTo>
                  <a:lnTo>
                    <a:pt x="506" y="154"/>
                  </a:lnTo>
                  <a:lnTo>
                    <a:pt x="503" y="138"/>
                  </a:lnTo>
                  <a:lnTo>
                    <a:pt x="503" y="138"/>
                  </a:lnTo>
                  <a:lnTo>
                    <a:pt x="504" y="138"/>
                  </a:lnTo>
                  <a:lnTo>
                    <a:pt x="504" y="138"/>
                  </a:lnTo>
                  <a:lnTo>
                    <a:pt x="508" y="143"/>
                  </a:lnTo>
                  <a:lnTo>
                    <a:pt x="508" y="143"/>
                  </a:lnTo>
                  <a:lnTo>
                    <a:pt x="508" y="138"/>
                  </a:lnTo>
                  <a:lnTo>
                    <a:pt x="508" y="138"/>
                  </a:lnTo>
                  <a:lnTo>
                    <a:pt x="504" y="133"/>
                  </a:lnTo>
                  <a:lnTo>
                    <a:pt x="504" y="133"/>
                  </a:lnTo>
                  <a:lnTo>
                    <a:pt x="503" y="130"/>
                  </a:lnTo>
                  <a:lnTo>
                    <a:pt x="503" y="130"/>
                  </a:lnTo>
                  <a:lnTo>
                    <a:pt x="504" y="128"/>
                  </a:lnTo>
                  <a:lnTo>
                    <a:pt x="503" y="124"/>
                  </a:lnTo>
                  <a:lnTo>
                    <a:pt x="500" y="119"/>
                  </a:lnTo>
                  <a:lnTo>
                    <a:pt x="500" y="119"/>
                  </a:lnTo>
                  <a:lnTo>
                    <a:pt x="495" y="112"/>
                  </a:lnTo>
                  <a:lnTo>
                    <a:pt x="495" y="112"/>
                  </a:lnTo>
                  <a:lnTo>
                    <a:pt x="496" y="109"/>
                  </a:lnTo>
                  <a:lnTo>
                    <a:pt x="496" y="109"/>
                  </a:lnTo>
                  <a:lnTo>
                    <a:pt x="494" y="108"/>
                  </a:lnTo>
                  <a:lnTo>
                    <a:pt x="491" y="105"/>
                  </a:lnTo>
                  <a:lnTo>
                    <a:pt x="491" y="105"/>
                  </a:lnTo>
                  <a:lnTo>
                    <a:pt x="488" y="100"/>
                  </a:lnTo>
                  <a:lnTo>
                    <a:pt x="488" y="98"/>
                  </a:lnTo>
                  <a:lnTo>
                    <a:pt x="488" y="95"/>
                  </a:lnTo>
                  <a:lnTo>
                    <a:pt x="488" y="95"/>
                  </a:lnTo>
                  <a:lnTo>
                    <a:pt x="491" y="88"/>
                  </a:lnTo>
                  <a:lnTo>
                    <a:pt x="491" y="88"/>
                  </a:lnTo>
                  <a:lnTo>
                    <a:pt x="493" y="84"/>
                  </a:lnTo>
                  <a:lnTo>
                    <a:pt x="493" y="79"/>
                  </a:lnTo>
                  <a:lnTo>
                    <a:pt x="493" y="79"/>
                  </a:lnTo>
                  <a:lnTo>
                    <a:pt x="489" y="88"/>
                  </a:lnTo>
                  <a:lnTo>
                    <a:pt x="489" y="88"/>
                  </a:lnTo>
                  <a:lnTo>
                    <a:pt x="485" y="83"/>
                  </a:lnTo>
                  <a:lnTo>
                    <a:pt x="485" y="83"/>
                  </a:lnTo>
                  <a:lnTo>
                    <a:pt x="487" y="81"/>
                  </a:lnTo>
                  <a:lnTo>
                    <a:pt x="487" y="78"/>
                  </a:lnTo>
                  <a:lnTo>
                    <a:pt x="485" y="76"/>
                  </a:lnTo>
                  <a:lnTo>
                    <a:pt x="483" y="74"/>
                  </a:lnTo>
                  <a:lnTo>
                    <a:pt x="483" y="74"/>
                  </a:lnTo>
                  <a:lnTo>
                    <a:pt x="488" y="68"/>
                  </a:lnTo>
                  <a:lnTo>
                    <a:pt x="488" y="68"/>
                  </a:lnTo>
                  <a:lnTo>
                    <a:pt x="488" y="68"/>
                  </a:lnTo>
                  <a:lnTo>
                    <a:pt x="488" y="68"/>
                  </a:lnTo>
                  <a:lnTo>
                    <a:pt x="484" y="68"/>
                  </a:lnTo>
                  <a:lnTo>
                    <a:pt x="480" y="68"/>
                  </a:lnTo>
                  <a:lnTo>
                    <a:pt x="478" y="66"/>
                  </a:lnTo>
                  <a:lnTo>
                    <a:pt x="475" y="63"/>
                  </a:lnTo>
                  <a:lnTo>
                    <a:pt x="475" y="63"/>
                  </a:lnTo>
                  <a:lnTo>
                    <a:pt x="475" y="62"/>
                  </a:lnTo>
                  <a:lnTo>
                    <a:pt x="475" y="62"/>
                  </a:lnTo>
                  <a:lnTo>
                    <a:pt x="474" y="59"/>
                  </a:lnTo>
                  <a:lnTo>
                    <a:pt x="475" y="57"/>
                  </a:lnTo>
                  <a:lnTo>
                    <a:pt x="475" y="57"/>
                  </a:lnTo>
                  <a:lnTo>
                    <a:pt x="473" y="59"/>
                  </a:lnTo>
                  <a:lnTo>
                    <a:pt x="473" y="59"/>
                  </a:lnTo>
                  <a:lnTo>
                    <a:pt x="465" y="57"/>
                  </a:lnTo>
                  <a:lnTo>
                    <a:pt x="465" y="57"/>
                  </a:lnTo>
                  <a:lnTo>
                    <a:pt x="467" y="53"/>
                  </a:lnTo>
                  <a:lnTo>
                    <a:pt x="467" y="53"/>
                  </a:lnTo>
                  <a:lnTo>
                    <a:pt x="465" y="48"/>
                  </a:lnTo>
                  <a:lnTo>
                    <a:pt x="464" y="42"/>
                  </a:lnTo>
                  <a:lnTo>
                    <a:pt x="464" y="42"/>
                  </a:lnTo>
                  <a:lnTo>
                    <a:pt x="463" y="42"/>
                  </a:lnTo>
                  <a:lnTo>
                    <a:pt x="463" y="42"/>
                  </a:lnTo>
                  <a:lnTo>
                    <a:pt x="458" y="40"/>
                  </a:lnTo>
                  <a:lnTo>
                    <a:pt x="454" y="37"/>
                  </a:lnTo>
                  <a:lnTo>
                    <a:pt x="454" y="37"/>
                  </a:lnTo>
                  <a:lnTo>
                    <a:pt x="449" y="35"/>
                  </a:lnTo>
                  <a:lnTo>
                    <a:pt x="449" y="35"/>
                  </a:lnTo>
                  <a:lnTo>
                    <a:pt x="449" y="33"/>
                  </a:lnTo>
                  <a:lnTo>
                    <a:pt x="449" y="33"/>
                  </a:lnTo>
                  <a:lnTo>
                    <a:pt x="452" y="38"/>
                  </a:lnTo>
                  <a:lnTo>
                    <a:pt x="452" y="38"/>
                  </a:lnTo>
                  <a:lnTo>
                    <a:pt x="451" y="40"/>
                  </a:lnTo>
                  <a:lnTo>
                    <a:pt x="451" y="40"/>
                  </a:lnTo>
                  <a:lnTo>
                    <a:pt x="442" y="29"/>
                  </a:lnTo>
                  <a:lnTo>
                    <a:pt x="442" y="29"/>
                  </a:lnTo>
                  <a:lnTo>
                    <a:pt x="441" y="33"/>
                  </a:lnTo>
                  <a:lnTo>
                    <a:pt x="441" y="33"/>
                  </a:lnTo>
                  <a:lnTo>
                    <a:pt x="438" y="27"/>
                  </a:lnTo>
                  <a:lnTo>
                    <a:pt x="438" y="27"/>
                  </a:lnTo>
                  <a:lnTo>
                    <a:pt x="438" y="26"/>
                  </a:lnTo>
                  <a:lnTo>
                    <a:pt x="438" y="26"/>
                  </a:lnTo>
                  <a:lnTo>
                    <a:pt x="437" y="25"/>
                  </a:lnTo>
                  <a:lnTo>
                    <a:pt x="437" y="25"/>
                  </a:lnTo>
                  <a:lnTo>
                    <a:pt x="434" y="22"/>
                  </a:lnTo>
                  <a:lnTo>
                    <a:pt x="433" y="21"/>
                  </a:lnTo>
                  <a:lnTo>
                    <a:pt x="433" y="19"/>
                  </a:lnTo>
                  <a:lnTo>
                    <a:pt x="433" y="19"/>
                  </a:lnTo>
                  <a:lnTo>
                    <a:pt x="434" y="16"/>
                  </a:lnTo>
                  <a:lnTo>
                    <a:pt x="434" y="16"/>
                  </a:lnTo>
                  <a:lnTo>
                    <a:pt x="432" y="14"/>
                  </a:lnTo>
                  <a:lnTo>
                    <a:pt x="430" y="10"/>
                  </a:lnTo>
                  <a:lnTo>
                    <a:pt x="430" y="10"/>
                  </a:lnTo>
                  <a:lnTo>
                    <a:pt x="430" y="12"/>
                  </a:lnTo>
                  <a:lnTo>
                    <a:pt x="427" y="14"/>
                  </a:lnTo>
                  <a:lnTo>
                    <a:pt x="427" y="14"/>
                  </a:lnTo>
                  <a:lnTo>
                    <a:pt x="426" y="14"/>
                  </a:lnTo>
                  <a:lnTo>
                    <a:pt x="423" y="14"/>
                  </a:lnTo>
                  <a:lnTo>
                    <a:pt x="421" y="12"/>
                  </a:lnTo>
                  <a:lnTo>
                    <a:pt x="420" y="10"/>
                  </a:lnTo>
                  <a:lnTo>
                    <a:pt x="420" y="10"/>
                  </a:lnTo>
                  <a:lnTo>
                    <a:pt x="420" y="7"/>
                  </a:lnTo>
                  <a:lnTo>
                    <a:pt x="420" y="7"/>
                  </a:lnTo>
                  <a:lnTo>
                    <a:pt x="416" y="5"/>
                  </a:lnTo>
                  <a:lnTo>
                    <a:pt x="412" y="4"/>
                  </a:lnTo>
                  <a:lnTo>
                    <a:pt x="412" y="4"/>
                  </a:lnTo>
                  <a:lnTo>
                    <a:pt x="413" y="5"/>
                  </a:lnTo>
                  <a:lnTo>
                    <a:pt x="413" y="5"/>
                  </a:lnTo>
                  <a:lnTo>
                    <a:pt x="416" y="9"/>
                  </a:lnTo>
                  <a:lnTo>
                    <a:pt x="417" y="12"/>
                  </a:lnTo>
                  <a:lnTo>
                    <a:pt x="417" y="12"/>
                  </a:lnTo>
                  <a:lnTo>
                    <a:pt x="420" y="19"/>
                  </a:lnTo>
                  <a:lnTo>
                    <a:pt x="418" y="20"/>
                  </a:lnTo>
                  <a:lnTo>
                    <a:pt x="417" y="22"/>
                  </a:lnTo>
                  <a:lnTo>
                    <a:pt x="417" y="22"/>
                  </a:lnTo>
                  <a:lnTo>
                    <a:pt x="413" y="17"/>
                  </a:lnTo>
                  <a:lnTo>
                    <a:pt x="411" y="15"/>
                  </a:lnTo>
                  <a:lnTo>
                    <a:pt x="412" y="11"/>
                  </a:lnTo>
                  <a:lnTo>
                    <a:pt x="412" y="11"/>
                  </a:lnTo>
                  <a:lnTo>
                    <a:pt x="406" y="12"/>
                  </a:lnTo>
                  <a:lnTo>
                    <a:pt x="406" y="2"/>
                  </a:lnTo>
                  <a:lnTo>
                    <a:pt x="406" y="2"/>
                  </a:lnTo>
                  <a:lnTo>
                    <a:pt x="399" y="14"/>
                  </a:lnTo>
                  <a:lnTo>
                    <a:pt x="399" y="14"/>
                  </a:lnTo>
                  <a:lnTo>
                    <a:pt x="396" y="9"/>
                  </a:lnTo>
                  <a:lnTo>
                    <a:pt x="396" y="9"/>
                  </a:lnTo>
                  <a:lnTo>
                    <a:pt x="394" y="0"/>
                  </a:lnTo>
                  <a:lnTo>
                    <a:pt x="394" y="0"/>
                  </a:lnTo>
                  <a:lnTo>
                    <a:pt x="392" y="0"/>
                  </a:lnTo>
                  <a:lnTo>
                    <a:pt x="392" y="0"/>
                  </a:lnTo>
                  <a:lnTo>
                    <a:pt x="390" y="7"/>
                  </a:lnTo>
                  <a:lnTo>
                    <a:pt x="390" y="7"/>
                  </a:lnTo>
                  <a:lnTo>
                    <a:pt x="389" y="7"/>
                  </a:lnTo>
                  <a:lnTo>
                    <a:pt x="389" y="7"/>
                  </a:lnTo>
                  <a:lnTo>
                    <a:pt x="389" y="4"/>
                  </a:lnTo>
                  <a:lnTo>
                    <a:pt x="389" y="4"/>
                  </a:lnTo>
                  <a:lnTo>
                    <a:pt x="385" y="6"/>
                  </a:lnTo>
                  <a:lnTo>
                    <a:pt x="380" y="6"/>
                  </a:lnTo>
                  <a:lnTo>
                    <a:pt x="380" y="6"/>
                  </a:lnTo>
                  <a:lnTo>
                    <a:pt x="379" y="14"/>
                  </a:lnTo>
                  <a:lnTo>
                    <a:pt x="379" y="14"/>
                  </a:lnTo>
                  <a:lnTo>
                    <a:pt x="373" y="6"/>
                  </a:lnTo>
                  <a:lnTo>
                    <a:pt x="373" y="6"/>
                  </a:lnTo>
                  <a:lnTo>
                    <a:pt x="371" y="7"/>
                  </a:lnTo>
                  <a:lnTo>
                    <a:pt x="371" y="7"/>
                  </a:lnTo>
                  <a:lnTo>
                    <a:pt x="376" y="19"/>
                  </a:lnTo>
                  <a:lnTo>
                    <a:pt x="376" y="19"/>
                  </a:lnTo>
                  <a:lnTo>
                    <a:pt x="368" y="12"/>
                  </a:lnTo>
                  <a:lnTo>
                    <a:pt x="368" y="12"/>
                  </a:lnTo>
                  <a:lnTo>
                    <a:pt x="369" y="16"/>
                  </a:lnTo>
                  <a:lnTo>
                    <a:pt x="370" y="19"/>
                  </a:lnTo>
                  <a:lnTo>
                    <a:pt x="369" y="21"/>
                  </a:lnTo>
                  <a:lnTo>
                    <a:pt x="366" y="22"/>
                  </a:lnTo>
                  <a:lnTo>
                    <a:pt x="366" y="22"/>
                  </a:lnTo>
                  <a:lnTo>
                    <a:pt x="363" y="21"/>
                  </a:lnTo>
                  <a:lnTo>
                    <a:pt x="360" y="21"/>
                  </a:lnTo>
                  <a:lnTo>
                    <a:pt x="360" y="21"/>
                  </a:lnTo>
                  <a:lnTo>
                    <a:pt x="351" y="26"/>
                  </a:lnTo>
                  <a:lnTo>
                    <a:pt x="351" y="26"/>
                  </a:lnTo>
                  <a:lnTo>
                    <a:pt x="348" y="29"/>
                  </a:lnTo>
                  <a:lnTo>
                    <a:pt x="347" y="29"/>
                  </a:lnTo>
                  <a:lnTo>
                    <a:pt x="344" y="27"/>
                  </a:lnTo>
                  <a:lnTo>
                    <a:pt x="344" y="17"/>
                  </a:lnTo>
                  <a:lnTo>
                    <a:pt x="344" y="17"/>
                  </a:lnTo>
                  <a:lnTo>
                    <a:pt x="342" y="17"/>
                  </a:lnTo>
                  <a:lnTo>
                    <a:pt x="342" y="17"/>
                  </a:lnTo>
                  <a:lnTo>
                    <a:pt x="343" y="21"/>
                  </a:lnTo>
                  <a:lnTo>
                    <a:pt x="342" y="24"/>
                  </a:lnTo>
                  <a:lnTo>
                    <a:pt x="339" y="30"/>
                  </a:lnTo>
                  <a:lnTo>
                    <a:pt x="335" y="33"/>
                  </a:lnTo>
                  <a:lnTo>
                    <a:pt x="330" y="38"/>
                  </a:lnTo>
                  <a:lnTo>
                    <a:pt x="330" y="38"/>
                  </a:lnTo>
                  <a:lnTo>
                    <a:pt x="333" y="30"/>
                  </a:lnTo>
                  <a:lnTo>
                    <a:pt x="333" y="30"/>
                  </a:lnTo>
                  <a:lnTo>
                    <a:pt x="338" y="21"/>
                  </a:lnTo>
                  <a:lnTo>
                    <a:pt x="338" y="21"/>
                  </a:lnTo>
                  <a:lnTo>
                    <a:pt x="335" y="22"/>
                  </a:lnTo>
                  <a:lnTo>
                    <a:pt x="334" y="24"/>
                  </a:lnTo>
                  <a:lnTo>
                    <a:pt x="334" y="24"/>
                  </a:lnTo>
                  <a:lnTo>
                    <a:pt x="324" y="42"/>
                  </a:lnTo>
                  <a:lnTo>
                    <a:pt x="324" y="42"/>
                  </a:lnTo>
                  <a:lnTo>
                    <a:pt x="322" y="47"/>
                  </a:lnTo>
                  <a:lnTo>
                    <a:pt x="319" y="48"/>
                  </a:lnTo>
                  <a:lnTo>
                    <a:pt x="316" y="48"/>
                  </a:lnTo>
                  <a:lnTo>
                    <a:pt x="316" y="48"/>
                  </a:lnTo>
                  <a:lnTo>
                    <a:pt x="320" y="40"/>
                  </a:lnTo>
                  <a:lnTo>
                    <a:pt x="320" y="40"/>
                  </a:lnTo>
                  <a:lnTo>
                    <a:pt x="319" y="38"/>
                  </a:lnTo>
                  <a:lnTo>
                    <a:pt x="319" y="38"/>
                  </a:lnTo>
                  <a:lnTo>
                    <a:pt x="308" y="55"/>
                  </a:lnTo>
                  <a:lnTo>
                    <a:pt x="308" y="55"/>
                  </a:lnTo>
                  <a:lnTo>
                    <a:pt x="308" y="51"/>
                  </a:lnTo>
                  <a:lnTo>
                    <a:pt x="308" y="51"/>
                  </a:lnTo>
                  <a:lnTo>
                    <a:pt x="307" y="51"/>
                  </a:lnTo>
                  <a:lnTo>
                    <a:pt x="307" y="51"/>
                  </a:lnTo>
                  <a:lnTo>
                    <a:pt x="303" y="64"/>
                  </a:lnTo>
                  <a:lnTo>
                    <a:pt x="303" y="64"/>
                  </a:lnTo>
                  <a:lnTo>
                    <a:pt x="299" y="66"/>
                  </a:lnTo>
                  <a:lnTo>
                    <a:pt x="297" y="68"/>
                  </a:lnTo>
                  <a:lnTo>
                    <a:pt x="294" y="73"/>
                  </a:lnTo>
                  <a:lnTo>
                    <a:pt x="294" y="73"/>
                  </a:lnTo>
                  <a:lnTo>
                    <a:pt x="288" y="78"/>
                  </a:lnTo>
                  <a:lnTo>
                    <a:pt x="288" y="78"/>
                  </a:lnTo>
                  <a:lnTo>
                    <a:pt x="283" y="78"/>
                  </a:lnTo>
                  <a:lnTo>
                    <a:pt x="283" y="78"/>
                  </a:lnTo>
                  <a:lnTo>
                    <a:pt x="291" y="82"/>
                  </a:lnTo>
                  <a:lnTo>
                    <a:pt x="291" y="82"/>
                  </a:lnTo>
                  <a:lnTo>
                    <a:pt x="291" y="83"/>
                  </a:lnTo>
                  <a:lnTo>
                    <a:pt x="291" y="83"/>
                  </a:lnTo>
                  <a:lnTo>
                    <a:pt x="286" y="83"/>
                  </a:lnTo>
                  <a:lnTo>
                    <a:pt x="286" y="83"/>
                  </a:lnTo>
                  <a:lnTo>
                    <a:pt x="286" y="83"/>
                  </a:lnTo>
                  <a:lnTo>
                    <a:pt x="286" y="83"/>
                  </a:lnTo>
                  <a:lnTo>
                    <a:pt x="291" y="84"/>
                  </a:lnTo>
                  <a:lnTo>
                    <a:pt x="291" y="84"/>
                  </a:lnTo>
                  <a:lnTo>
                    <a:pt x="291" y="90"/>
                  </a:lnTo>
                  <a:lnTo>
                    <a:pt x="283" y="90"/>
                  </a:lnTo>
                  <a:lnTo>
                    <a:pt x="283" y="90"/>
                  </a:lnTo>
                  <a:lnTo>
                    <a:pt x="285" y="94"/>
                  </a:lnTo>
                  <a:lnTo>
                    <a:pt x="285" y="98"/>
                  </a:lnTo>
                  <a:lnTo>
                    <a:pt x="283" y="102"/>
                  </a:lnTo>
                  <a:lnTo>
                    <a:pt x="280" y="104"/>
                  </a:lnTo>
                  <a:lnTo>
                    <a:pt x="280" y="104"/>
                  </a:lnTo>
                  <a:lnTo>
                    <a:pt x="277" y="109"/>
                  </a:lnTo>
                  <a:lnTo>
                    <a:pt x="277" y="109"/>
                  </a:lnTo>
                  <a:lnTo>
                    <a:pt x="278" y="109"/>
                  </a:lnTo>
                  <a:lnTo>
                    <a:pt x="278" y="109"/>
                  </a:lnTo>
                  <a:lnTo>
                    <a:pt x="286" y="102"/>
                  </a:lnTo>
                  <a:lnTo>
                    <a:pt x="286" y="102"/>
                  </a:lnTo>
                  <a:lnTo>
                    <a:pt x="283" y="107"/>
                  </a:lnTo>
                  <a:lnTo>
                    <a:pt x="281" y="112"/>
                  </a:lnTo>
                  <a:lnTo>
                    <a:pt x="281" y="112"/>
                  </a:lnTo>
                  <a:lnTo>
                    <a:pt x="273" y="131"/>
                  </a:lnTo>
                  <a:lnTo>
                    <a:pt x="273" y="131"/>
                  </a:lnTo>
                  <a:lnTo>
                    <a:pt x="273" y="134"/>
                  </a:lnTo>
                  <a:lnTo>
                    <a:pt x="273" y="136"/>
                  </a:lnTo>
                  <a:lnTo>
                    <a:pt x="273" y="136"/>
                  </a:lnTo>
                  <a:lnTo>
                    <a:pt x="276" y="136"/>
                  </a:lnTo>
                  <a:lnTo>
                    <a:pt x="277" y="139"/>
                  </a:lnTo>
                  <a:lnTo>
                    <a:pt x="276" y="143"/>
                  </a:lnTo>
                  <a:lnTo>
                    <a:pt x="276" y="143"/>
                  </a:lnTo>
                  <a:lnTo>
                    <a:pt x="275" y="151"/>
                  </a:lnTo>
                  <a:lnTo>
                    <a:pt x="272" y="161"/>
                  </a:lnTo>
                  <a:lnTo>
                    <a:pt x="272" y="161"/>
                  </a:lnTo>
                  <a:lnTo>
                    <a:pt x="273" y="166"/>
                  </a:lnTo>
                  <a:lnTo>
                    <a:pt x="273" y="174"/>
                  </a:lnTo>
                  <a:lnTo>
                    <a:pt x="273" y="174"/>
                  </a:lnTo>
                  <a:lnTo>
                    <a:pt x="275" y="177"/>
                  </a:lnTo>
                  <a:lnTo>
                    <a:pt x="275" y="182"/>
                  </a:lnTo>
                  <a:lnTo>
                    <a:pt x="275" y="182"/>
                  </a:lnTo>
                  <a:lnTo>
                    <a:pt x="272" y="190"/>
                  </a:lnTo>
                  <a:lnTo>
                    <a:pt x="271" y="197"/>
                  </a:lnTo>
                  <a:lnTo>
                    <a:pt x="271" y="205"/>
                  </a:lnTo>
                  <a:lnTo>
                    <a:pt x="272" y="212"/>
                  </a:lnTo>
                  <a:lnTo>
                    <a:pt x="272" y="212"/>
                  </a:lnTo>
                  <a:lnTo>
                    <a:pt x="275" y="226"/>
                  </a:lnTo>
                  <a:lnTo>
                    <a:pt x="275" y="226"/>
                  </a:lnTo>
                  <a:lnTo>
                    <a:pt x="278" y="237"/>
                  </a:lnTo>
                  <a:lnTo>
                    <a:pt x="285" y="248"/>
                  </a:lnTo>
                  <a:lnTo>
                    <a:pt x="285" y="248"/>
                  </a:lnTo>
                  <a:lnTo>
                    <a:pt x="288" y="252"/>
                  </a:lnTo>
                  <a:lnTo>
                    <a:pt x="291" y="253"/>
                  </a:lnTo>
                  <a:lnTo>
                    <a:pt x="293" y="253"/>
                  </a:lnTo>
                  <a:lnTo>
                    <a:pt x="293" y="253"/>
                  </a:lnTo>
                  <a:lnTo>
                    <a:pt x="297" y="253"/>
                  </a:lnTo>
                  <a:lnTo>
                    <a:pt x="298" y="255"/>
                  </a:lnTo>
                  <a:lnTo>
                    <a:pt x="298" y="255"/>
                  </a:lnTo>
                  <a:lnTo>
                    <a:pt x="303" y="266"/>
                  </a:lnTo>
                  <a:lnTo>
                    <a:pt x="306" y="279"/>
                  </a:lnTo>
                  <a:lnTo>
                    <a:pt x="306" y="279"/>
                  </a:lnTo>
                  <a:lnTo>
                    <a:pt x="308" y="296"/>
                  </a:lnTo>
                  <a:lnTo>
                    <a:pt x="309" y="312"/>
                  </a:lnTo>
                  <a:lnTo>
                    <a:pt x="309" y="312"/>
                  </a:lnTo>
                  <a:lnTo>
                    <a:pt x="311" y="330"/>
                  </a:lnTo>
                  <a:lnTo>
                    <a:pt x="311" y="330"/>
                  </a:lnTo>
                  <a:lnTo>
                    <a:pt x="311" y="336"/>
                  </a:lnTo>
                  <a:lnTo>
                    <a:pt x="312" y="340"/>
                  </a:lnTo>
                  <a:lnTo>
                    <a:pt x="314" y="342"/>
                  </a:lnTo>
                  <a:lnTo>
                    <a:pt x="314" y="342"/>
                  </a:lnTo>
                  <a:lnTo>
                    <a:pt x="328" y="352"/>
                  </a:lnTo>
                  <a:lnTo>
                    <a:pt x="342" y="362"/>
                  </a:lnTo>
                  <a:lnTo>
                    <a:pt x="342" y="362"/>
                  </a:lnTo>
                  <a:lnTo>
                    <a:pt x="351" y="373"/>
                  </a:lnTo>
                  <a:lnTo>
                    <a:pt x="361" y="384"/>
                  </a:lnTo>
                  <a:lnTo>
                    <a:pt x="361" y="384"/>
                  </a:lnTo>
                  <a:lnTo>
                    <a:pt x="343" y="398"/>
                  </a:lnTo>
                  <a:lnTo>
                    <a:pt x="343" y="398"/>
                  </a:lnTo>
                  <a:lnTo>
                    <a:pt x="340" y="400"/>
                  </a:lnTo>
                  <a:lnTo>
                    <a:pt x="340" y="402"/>
                  </a:lnTo>
                  <a:lnTo>
                    <a:pt x="340" y="404"/>
                  </a:lnTo>
                  <a:lnTo>
                    <a:pt x="342" y="407"/>
                  </a:lnTo>
                  <a:lnTo>
                    <a:pt x="342" y="407"/>
                  </a:lnTo>
                  <a:lnTo>
                    <a:pt x="347" y="412"/>
                  </a:lnTo>
                  <a:lnTo>
                    <a:pt x="351" y="416"/>
                  </a:lnTo>
                  <a:lnTo>
                    <a:pt x="351" y="416"/>
                  </a:lnTo>
                  <a:lnTo>
                    <a:pt x="358" y="424"/>
                  </a:lnTo>
                  <a:lnTo>
                    <a:pt x="361" y="430"/>
                  </a:lnTo>
                  <a:lnTo>
                    <a:pt x="363" y="439"/>
                  </a:lnTo>
                  <a:lnTo>
                    <a:pt x="363" y="449"/>
                  </a:lnTo>
                  <a:lnTo>
                    <a:pt x="363" y="449"/>
                  </a:lnTo>
                  <a:lnTo>
                    <a:pt x="361" y="457"/>
                  </a:lnTo>
                  <a:lnTo>
                    <a:pt x="358" y="467"/>
                  </a:lnTo>
                  <a:lnTo>
                    <a:pt x="354" y="475"/>
                  </a:lnTo>
                  <a:lnTo>
                    <a:pt x="349" y="482"/>
                  </a:lnTo>
                  <a:lnTo>
                    <a:pt x="349" y="482"/>
                  </a:lnTo>
                  <a:lnTo>
                    <a:pt x="343" y="491"/>
                  </a:lnTo>
                  <a:lnTo>
                    <a:pt x="338" y="500"/>
                  </a:lnTo>
                  <a:lnTo>
                    <a:pt x="335" y="509"/>
                  </a:lnTo>
                  <a:lnTo>
                    <a:pt x="333" y="519"/>
                  </a:lnTo>
                  <a:lnTo>
                    <a:pt x="333" y="519"/>
                  </a:lnTo>
                  <a:lnTo>
                    <a:pt x="325" y="592"/>
                  </a:lnTo>
                  <a:lnTo>
                    <a:pt x="325" y="592"/>
                  </a:lnTo>
                  <a:lnTo>
                    <a:pt x="323" y="600"/>
                  </a:lnTo>
                  <a:lnTo>
                    <a:pt x="323" y="600"/>
                  </a:lnTo>
                  <a:lnTo>
                    <a:pt x="320" y="599"/>
                  </a:lnTo>
                  <a:lnTo>
                    <a:pt x="320" y="599"/>
                  </a:lnTo>
                  <a:lnTo>
                    <a:pt x="319" y="597"/>
                  </a:lnTo>
                  <a:lnTo>
                    <a:pt x="319" y="597"/>
                  </a:lnTo>
                  <a:lnTo>
                    <a:pt x="311" y="576"/>
                  </a:lnTo>
                  <a:lnTo>
                    <a:pt x="303" y="557"/>
                  </a:lnTo>
                  <a:lnTo>
                    <a:pt x="297" y="535"/>
                  </a:lnTo>
                  <a:lnTo>
                    <a:pt x="296" y="524"/>
                  </a:lnTo>
                  <a:lnTo>
                    <a:pt x="293" y="513"/>
                  </a:lnTo>
                  <a:lnTo>
                    <a:pt x="293" y="513"/>
                  </a:lnTo>
                  <a:lnTo>
                    <a:pt x="291" y="491"/>
                  </a:lnTo>
                  <a:lnTo>
                    <a:pt x="290" y="470"/>
                  </a:lnTo>
                  <a:lnTo>
                    <a:pt x="290" y="470"/>
                  </a:lnTo>
                  <a:lnTo>
                    <a:pt x="287" y="425"/>
                  </a:lnTo>
                  <a:lnTo>
                    <a:pt x="287" y="404"/>
                  </a:lnTo>
                  <a:lnTo>
                    <a:pt x="288" y="393"/>
                  </a:lnTo>
                  <a:lnTo>
                    <a:pt x="291" y="382"/>
                  </a:lnTo>
                  <a:lnTo>
                    <a:pt x="291" y="382"/>
                  </a:lnTo>
                  <a:lnTo>
                    <a:pt x="281" y="387"/>
                  </a:lnTo>
                  <a:lnTo>
                    <a:pt x="271" y="397"/>
                  </a:lnTo>
                  <a:lnTo>
                    <a:pt x="271" y="397"/>
                  </a:lnTo>
                  <a:lnTo>
                    <a:pt x="261" y="405"/>
                  </a:lnTo>
                  <a:lnTo>
                    <a:pt x="256" y="408"/>
                  </a:lnTo>
                  <a:lnTo>
                    <a:pt x="250" y="410"/>
                  </a:lnTo>
                  <a:lnTo>
                    <a:pt x="250" y="410"/>
                  </a:lnTo>
                  <a:lnTo>
                    <a:pt x="242" y="413"/>
                  </a:lnTo>
                  <a:lnTo>
                    <a:pt x="240" y="414"/>
                  </a:lnTo>
                  <a:lnTo>
                    <a:pt x="237" y="416"/>
                  </a:lnTo>
                  <a:lnTo>
                    <a:pt x="237" y="416"/>
                  </a:lnTo>
                  <a:lnTo>
                    <a:pt x="235" y="419"/>
                  </a:lnTo>
                  <a:lnTo>
                    <a:pt x="231" y="420"/>
                  </a:lnTo>
                  <a:lnTo>
                    <a:pt x="225" y="423"/>
                  </a:lnTo>
                  <a:lnTo>
                    <a:pt x="225" y="423"/>
                  </a:lnTo>
                  <a:lnTo>
                    <a:pt x="209" y="428"/>
                  </a:lnTo>
                  <a:lnTo>
                    <a:pt x="209" y="428"/>
                  </a:lnTo>
                  <a:lnTo>
                    <a:pt x="195" y="433"/>
                  </a:lnTo>
                  <a:lnTo>
                    <a:pt x="195" y="433"/>
                  </a:lnTo>
                  <a:lnTo>
                    <a:pt x="167" y="444"/>
                  </a:lnTo>
                  <a:lnTo>
                    <a:pt x="167" y="444"/>
                  </a:lnTo>
                  <a:lnTo>
                    <a:pt x="162" y="445"/>
                  </a:lnTo>
                  <a:lnTo>
                    <a:pt x="162" y="445"/>
                  </a:lnTo>
                  <a:lnTo>
                    <a:pt x="138" y="454"/>
                  </a:lnTo>
                  <a:lnTo>
                    <a:pt x="138" y="454"/>
                  </a:lnTo>
                  <a:lnTo>
                    <a:pt x="119" y="462"/>
                  </a:lnTo>
                  <a:lnTo>
                    <a:pt x="119" y="462"/>
                  </a:lnTo>
                  <a:lnTo>
                    <a:pt x="110" y="466"/>
                  </a:lnTo>
                  <a:lnTo>
                    <a:pt x="110" y="466"/>
                  </a:lnTo>
                  <a:lnTo>
                    <a:pt x="106" y="466"/>
                  </a:lnTo>
                  <a:lnTo>
                    <a:pt x="104" y="466"/>
                  </a:lnTo>
                  <a:lnTo>
                    <a:pt x="100" y="469"/>
                  </a:lnTo>
                  <a:lnTo>
                    <a:pt x="99" y="471"/>
                  </a:lnTo>
                  <a:lnTo>
                    <a:pt x="99" y="471"/>
                  </a:lnTo>
                  <a:lnTo>
                    <a:pt x="95" y="480"/>
                  </a:lnTo>
                  <a:lnTo>
                    <a:pt x="92" y="488"/>
                  </a:lnTo>
                  <a:lnTo>
                    <a:pt x="92" y="488"/>
                  </a:lnTo>
                  <a:lnTo>
                    <a:pt x="75" y="554"/>
                  </a:lnTo>
                  <a:lnTo>
                    <a:pt x="75" y="554"/>
                  </a:lnTo>
                  <a:lnTo>
                    <a:pt x="65" y="592"/>
                  </a:lnTo>
                  <a:lnTo>
                    <a:pt x="65" y="592"/>
                  </a:lnTo>
                  <a:lnTo>
                    <a:pt x="64" y="591"/>
                  </a:lnTo>
                  <a:lnTo>
                    <a:pt x="64" y="591"/>
                  </a:lnTo>
                  <a:lnTo>
                    <a:pt x="64" y="599"/>
                  </a:lnTo>
                  <a:lnTo>
                    <a:pt x="64" y="599"/>
                  </a:lnTo>
                  <a:lnTo>
                    <a:pt x="62" y="607"/>
                  </a:lnTo>
                  <a:lnTo>
                    <a:pt x="62" y="607"/>
                  </a:lnTo>
                  <a:lnTo>
                    <a:pt x="52" y="650"/>
                  </a:lnTo>
                  <a:lnTo>
                    <a:pt x="52" y="650"/>
                  </a:lnTo>
                  <a:lnTo>
                    <a:pt x="43" y="692"/>
                  </a:lnTo>
                  <a:lnTo>
                    <a:pt x="43" y="692"/>
                  </a:lnTo>
                  <a:lnTo>
                    <a:pt x="39" y="703"/>
                  </a:lnTo>
                  <a:lnTo>
                    <a:pt x="35" y="714"/>
                  </a:lnTo>
                  <a:lnTo>
                    <a:pt x="35" y="714"/>
                  </a:lnTo>
                  <a:lnTo>
                    <a:pt x="32" y="725"/>
                  </a:lnTo>
                  <a:lnTo>
                    <a:pt x="27" y="736"/>
                  </a:lnTo>
                  <a:lnTo>
                    <a:pt x="16" y="759"/>
                  </a:lnTo>
                  <a:lnTo>
                    <a:pt x="16" y="759"/>
                  </a:lnTo>
                  <a:lnTo>
                    <a:pt x="14" y="760"/>
                  </a:lnTo>
                  <a:lnTo>
                    <a:pt x="12" y="762"/>
                  </a:lnTo>
                  <a:lnTo>
                    <a:pt x="12" y="762"/>
                  </a:lnTo>
                  <a:lnTo>
                    <a:pt x="8" y="786"/>
                  </a:lnTo>
                  <a:lnTo>
                    <a:pt x="8" y="786"/>
                  </a:lnTo>
                  <a:lnTo>
                    <a:pt x="5" y="799"/>
                  </a:lnTo>
                  <a:lnTo>
                    <a:pt x="2" y="813"/>
                  </a:lnTo>
                  <a:lnTo>
                    <a:pt x="2" y="813"/>
                  </a:lnTo>
                  <a:lnTo>
                    <a:pt x="0" y="824"/>
                  </a:lnTo>
                  <a:lnTo>
                    <a:pt x="0" y="837"/>
                  </a:lnTo>
                  <a:lnTo>
                    <a:pt x="0" y="837"/>
                  </a:lnTo>
                  <a:lnTo>
                    <a:pt x="2" y="847"/>
                  </a:lnTo>
                  <a:lnTo>
                    <a:pt x="6" y="855"/>
                  </a:lnTo>
                  <a:lnTo>
                    <a:pt x="12" y="864"/>
                  </a:lnTo>
                  <a:lnTo>
                    <a:pt x="18" y="873"/>
                  </a:lnTo>
                  <a:lnTo>
                    <a:pt x="18" y="873"/>
                  </a:lnTo>
                  <a:lnTo>
                    <a:pt x="24" y="880"/>
                  </a:lnTo>
                  <a:lnTo>
                    <a:pt x="33" y="886"/>
                  </a:lnTo>
                  <a:lnTo>
                    <a:pt x="43" y="890"/>
                  </a:lnTo>
                  <a:lnTo>
                    <a:pt x="54" y="890"/>
                  </a:lnTo>
                  <a:lnTo>
                    <a:pt x="54" y="890"/>
                  </a:lnTo>
                  <a:lnTo>
                    <a:pt x="59" y="890"/>
                  </a:lnTo>
                  <a:lnTo>
                    <a:pt x="64" y="891"/>
                  </a:lnTo>
                  <a:lnTo>
                    <a:pt x="64" y="891"/>
                  </a:lnTo>
                  <a:lnTo>
                    <a:pt x="101" y="895"/>
                  </a:lnTo>
                  <a:lnTo>
                    <a:pt x="101" y="895"/>
                  </a:lnTo>
                  <a:lnTo>
                    <a:pt x="131" y="897"/>
                  </a:lnTo>
                  <a:lnTo>
                    <a:pt x="131" y="897"/>
                  </a:lnTo>
                  <a:lnTo>
                    <a:pt x="161" y="902"/>
                  </a:lnTo>
                  <a:lnTo>
                    <a:pt x="161" y="902"/>
                  </a:lnTo>
                  <a:lnTo>
                    <a:pt x="162" y="904"/>
                  </a:lnTo>
                  <a:lnTo>
                    <a:pt x="164" y="905"/>
                  </a:lnTo>
                  <a:lnTo>
                    <a:pt x="164" y="905"/>
                  </a:lnTo>
                  <a:lnTo>
                    <a:pt x="163" y="915"/>
                  </a:lnTo>
                  <a:lnTo>
                    <a:pt x="163" y="925"/>
                  </a:lnTo>
                  <a:lnTo>
                    <a:pt x="163" y="925"/>
                  </a:lnTo>
                  <a:lnTo>
                    <a:pt x="157" y="958"/>
                  </a:lnTo>
                  <a:lnTo>
                    <a:pt x="157" y="958"/>
                  </a:lnTo>
                  <a:lnTo>
                    <a:pt x="156" y="958"/>
                  </a:lnTo>
                  <a:lnTo>
                    <a:pt x="156" y="958"/>
                  </a:lnTo>
                  <a:lnTo>
                    <a:pt x="157" y="958"/>
                  </a:lnTo>
                  <a:lnTo>
                    <a:pt x="157" y="959"/>
                  </a:lnTo>
                  <a:lnTo>
                    <a:pt x="157" y="959"/>
                  </a:lnTo>
                  <a:lnTo>
                    <a:pt x="157" y="973"/>
                  </a:lnTo>
                  <a:lnTo>
                    <a:pt x="157" y="973"/>
                  </a:lnTo>
                  <a:lnTo>
                    <a:pt x="156" y="985"/>
                  </a:lnTo>
                  <a:lnTo>
                    <a:pt x="156" y="985"/>
                  </a:lnTo>
                  <a:lnTo>
                    <a:pt x="157" y="1005"/>
                  </a:lnTo>
                  <a:lnTo>
                    <a:pt x="157" y="1014"/>
                  </a:lnTo>
                  <a:lnTo>
                    <a:pt x="156" y="1024"/>
                  </a:lnTo>
                  <a:lnTo>
                    <a:pt x="156" y="1024"/>
                  </a:lnTo>
                  <a:lnTo>
                    <a:pt x="153" y="1035"/>
                  </a:lnTo>
                  <a:lnTo>
                    <a:pt x="151" y="1047"/>
                  </a:lnTo>
                  <a:lnTo>
                    <a:pt x="145" y="1070"/>
                  </a:lnTo>
                  <a:lnTo>
                    <a:pt x="145" y="1070"/>
                  </a:lnTo>
                  <a:lnTo>
                    <a:pt x="141" y="1087"/>
                  </a:lnTo>
                  <a:lnTo>
                    <a:pt x="138" y="1104"/>
                  </a:lnTo>
                  <a:lnTo>
                    <a:pt x="138" y="1104"/>
                  </a:lnTo>
                  <a:lnTo>
                    <a:pt x="133" y="1145"/>
                  </a:lnTo>
                  <a:lnTo>
                    <a:pt x="133" y="1145"/>
                  </a:lnTo>
                  <a:lnTo>
                    <a:pt x="128" y="1175"/>
                  </a:lnTo>
                  <a:lnTo>
                    <a:pt x="128" y="1175"/>
                  </a:lnTo>
                  <a:lnTo>
                    <a:pt x="127" y="1186"/>
                  </a:lnTo>
                  <a:lnTo>
                    <a:pt x="127" y="1191"/>
                  </a:lnTo>
                  <a:lnTo>
                    <a:pt x="130" y="1197"/>
                  </a:lnTo>
                  <a:lnTo>
                    <a:pt x="130" y="1197"/>
                  </a:lnTo>
                  <a:lnTo>
                    <a:pt x="131" y="1200"/>
                  </a:lnTo>
                  <a:lnTo>
                    <a:pt x="131" y="1204"/>
                  </a:lnTo>
                  <a:lnTo>
                    <a:pt x="131" y="1204"/>
                  </a:lnTo>
                  <a:lnTo>
                    <a:pt x="128" y="1230"/>
                  </a:lnTo>
                  <a:lnTo>
                    <a:pt x="128" y="1230"/>
                  </a:lnTo>
                  <a:lnTo>
                    <a:pt x="126" y="1244"/>
                  </a:lnTo>
                  <a:lnTo>
                    <a:pt x="125" y="1259"/>
                  </a:lnTo>
                  <a:lnTo>
                    <a:pt x="125" y="1259"/>
                  </a:lnTo>
                  <a:lnTo>
                    <a:pt x="122" y="1283"/>
                  </a:lnTo>
                  <a:lnTo>
                    <a:pt x="122" y="1308"/>
                  </a:lnTo>
                  <a:lnTo>
                    <a:pt x="122" y="1308"/>
                  </a:lnTo>
                  <a:lnTo>
                    <a:pt x="122" y="1336"/>
                  </a:lnTo>
                  <a:lnTo>
                    <a:pt x="122" y="1363"/>
                  </a:lnTo>
                  <a:lnTo>
                    <a:pt x="122" y="1363"/>
                  </a:lnTo>
                  <a:lnTo>
                    <a:pt x="121" y="1388"/>
                  </a:lnTo>
                  <a:lnTo>
                    <a:pt x="121" y="1388"/>
                  </a:lnTo>
                  <a:lnTo>
                    <a:pt x="122" y="1399"/>
                  </a:lnTo>
                  <a:lnTo>
                    <a:pt x="122" y="1399"/>
                  </a:lnTo>
                  <a:lnTo>
                    <a:pt x="121" y="1434"/>
                  </a:lnTo>
                  <a:lnTo>
                    <a:pt x="121" y="1434"/>
                  </a:lnTo>
                  <a:lnTo>
                    <a:pt x="120" y="1466"/>
                  </a:lnTo>
                  <a:lnTo>
                    <a:pt x="120" y="1466"/>
                  </a:lnTo>
                  <a:lnTo>
                    <a:pt x="119" y="1492"/>
                  </a:lnTo>
                  <a:lnTo>
                    <a:pt x="120" y="1506"/>
                  </a:lnTo>
                  <a:lnTo>
                    <a:pt x="121" y="1520"/>
                  </a:lnTo>
                  <a:lnTo>
                    <a:pt x="121" y="1520"/>
                  </a:lnTo>
                  <a:lnTo>
                    <a:pt x="121" y="1525"/>
                  </a:lnTo>
                  <a:lnTo>
                    <a:pt x="121" y="1525"/>
                  </a:lnTo>
                  <a:lnTo>
                    <a:pt x="123" y="1536"/>
                  </a:lnTo>
                  <a:lnTo>
                    <a:pt x="123" y="1547"/>
                  </a:lnTo>
                  <a:lnTo>
                    <a:pt x="125" y="1569"/>
                  </a:lnTo>
                  <a:lnTo>
                    <a:pt x="125" y="1569"/>
                  </a:lnTo>
                  <a:lnTo>
                    <a:pt x="126" y="1613"/>
                  </a:lnTo>
                  <a:lnTo>
                    <a:pt x="126" y="1613"/>
                  </a:lnTo>
                  <a:lnTo>
                    <a:pt x="127" y="1630"/>
                  </a:lnTo>
                  <a:lnTo>
                    <a:pt x="127" y="1637"/>
                  </a:lnTo>
                  <a:lnTo>
                    <a:pt x="126" y="1646"/>
                  </a:lnTo>
                  <a:lnTo>
                    <a:pt x="126" y="1646"/>
                  </a:lnTo>
                  <a:lnTo>
                    <a:pt x="125" y="1655"/>
                  </a:lnTo>
                  <a:lnTo>
                    <a:pt x="125" y="1665"/>
                  </a:lnTo>
                  <a:lnTo>
                    <a:pt x="125" y="1673"/>
                  </a:lnTo>
                  <a:lnTo>
                    <a:pt x="127" y="1682"/>
                  </a:lnTo>
                  <a:lnTo>
                    <a:pt x="127" y="1682"/>
                  </a:lnTo>
                  <a:lnTo>
                    <a:pt x="130" y="1689"/>
                  </a:lnTo>
                  <a:lnTo>
                    <a:pt x="130" y="1696"/>
                  </a:lnTo>
                  <a:lnTo>
                    <a:pt x="130" y="1702"/>
                  </a:lnTo>
                  <a:lnTo>
                    <a:pt x="126" y="1708"/>
                  </a:lnTo>
                  <a:lnTo>
                    <a:pt x="126" y="1708"/>
                  </a:lnTo>
                  <a:lnTo>
                    <a:pt x="125" y="1712"/>
                  </a:lnTo>
                  <a:lnTo>
                    <a:pt x="125" y="1712"/>
                  </a:lnTo>
                  <a:lnTo>
                    <a:pt x="115" y="1745"/>
                  </a:lnTo>
                  <a:lnTo>
                    <a:pt x="115" y="1745"/>
                  </a:lnTo>
                  <a:lnTo>
                    <a:pt x="109" y="1770"/>
                  </a:lnTo>
                  <a:lnTo>
                    <a:pt x="105" y="1782"/>
                  </a:lnTo>
                  <a:lnTo>
                    <a:pt x="104" y="1795"/>
                  </a:lnTo>
                  <a:lnTo>
                    <a:pt x="104" y="1795"/>
                  </a:lnTo>
                  <a:lnTo>
                    <a:pt x="102" y="1808"/>
                  </a:lnTo>
                  <a:lnTo>
                    <a:pt x="102" y="1823"/>
                  </a:lnTo>
                  <a:lnTo>
                    <a:pt x="104" y="1838"/>
                  </a:lnTo>
                  <a:lnTo>
                    <a:pt x="106" y="1852"/>
                  </a:lnTo>
                  <a:lnTo>
                    <a:pt x="106" y="1852"/>
                  </a:lnTo>
                  <a:lnTo>
                    <a:pt x="107" y="1861"/>
                  </a:lnTo>
                  <a:lnTo>
                    <a:pt x="109" y="1869"/>
                  </a:lnTo>
                  <a:lnTo>
                    <a:pt x="109" y="1869"/>
                  </a:lnTo>
                  <a:lnTo>
                    <a:pt x="105" y="1892"/>
                  </a:lnTo>
                  <a:lnTo>
                    <a:pt x="102" y="1915"/>
                  </a:lnTo>
                  <a:lnTo>
                    <a:pt x="102" y="1915"/>
                  </a:lnTo>
                  <a:lnTo>
                    <a:pt x="100" y="1939"/>
                  </a:lnTo>
                  <a:lnTo>
                    <a:pt x="100" y="1961"/>
                  </a:lnTo>
                  <a:lnTo>
                    <a:pt x="100" y="1961"/>
                  </a:lnTo>
                  <a:lnTo>
                    <a:pt x="100" y="1970"/>
                  </a:lnTo>
                  <a:lnTo>
                    <a:pt x="100" y="1973"/>
                  </a:lnTo>
                  <a:lnTo>
                    <a:pt x="101" y="1978"/>
                  </a:lnTo>
                  <a:lnTo>
                    <a:pt x="101" y="1978"/>
                  </a:lnTo>
                  <a:lnTo>
                    <a:pt x="116" y="2004"/>
                  </a:lnTo>
                  <a:lnTo>
                    <a:pt x="116" y="2004"/>
                  </a:lnTo>
                  <a:lnTo>
                    <a:pt x="119" y="2009"/>
                  </a:lnTo>
                  <a:lnTo>
                    <a:pt x="122" y="2014"/>
                  </a:lnTo>
                  <a:lnTo>
                    <a:pt x="122" y="2014"/>
                  </a:lnTo>
                  <a:lnTo>
                    <a:pt x="125" y="2017"/>
                  </a:lnTo>
                  <a:lnTo>
                    <a:pt x="125" y="2019"/>
                  </a:lnTo>
                  <a:lnTo>
                    <a:pt x="123" y="2020"/>
                  </a:lnTo>
                  <a:lnTo>
                    <a:pt x="121" y="2023"/>
                  </a:lnTo>
                  <a:lnTo>
                    <a:pt x="121" y="2023"/>
                  </a:lnTo>
                  <a:lnTo>
                    <a:pt x="97" y="2037"/>
                  </a:lnTo>
                  <a:lnTo>
                    <a:pt x="97" y="2037"/>
                  </a:lnTo>
                  <a:lnTo>
                    <a:pt x="94" y="2039"/>
                  </a:lnTo>
                  <a:lnTo>
                    <a:pt x="91" y="2042"/>
                  </a:lnTo>
                  <a:lnTo>
                    <a:pt x="88" y="2049"/>
                  </a:lnTo>
                  <a:lnTo>
                    <a:pt x="86" y="2055"/>
                  </a:lnTo>
                  <a:lnTo>
                    <a:pt x="86" y="2064"/>
                  </a:lnTo>
                  <a:lnTo>
                    <a:pt x="86" y="2064"/>
                  </a:lnTo>
                  <a:lnTo>
                    <a:pt x="88" y="2074"/>
                  </a:lnTo>
                  <a:lnTo>
                    <a:pt x="88" y="2074"/>
                  </a:lnTo>
                  <a:lnTo>
                    <a:pt x="89" y="2091"/>
                  </a:lnTo>
                  <a:lnTo>
                    <a:pt x="89" y="2091"/>
                  </a:lnTo>
                  <a:lnTo>
                    <a:pt x="91" y="2107"/>
                  </a:lnTo>
                  <a:lnTo>
                    <a:pt x="91" y="2107"/>
                  </a:lnTo>
                  <a:lnTo>
                    <a:pt x="92" y="2120"/>
                  </a:lnTo>
                  <a:lnTo>
                    <a:pt x="91" y="2125"/>
                  </a:lnTo>
                  <a:lnTo>
                    <a:pt x="90" y="2131"/>
                  </a:lnTo>
                  <a:lnTo>
                    <a:pt x="90" y="2131"/>
                  </a:lnTo>
                  <a:lnTo>
                    <a:pt x="88" y="2141"/>
                  </a:lnTo>
                  <a:lnTo>
                    <a:pt x="85" y="2149"/>
                  </a:lnTo>
                  <a:lnTo>
                    <a:pt x="85" y="2149"/>
                  </a:lnTo>
                  <a:lnTo>
                    <a:pt x="84" y="2156"/>
                  </a:lnTo>
                  <a:lnTo>
                    <a:pt x="83" y="2159"/>
                  </a:lnTo>
                  <a:lnTo>
                    <a:pt x="81" y="2162"/>
                  </a:lnTo>
                  <a:lnTo>
                    <a:pt x="81" y="2162"/>
                  </a:lnTo>
                  <a:lnTo>
                    <a:pt x="53" y="2201"/>
                  </a:lnTo>
                  <a:lnTo>
                    <a:pt x="53" y="2201"/>
                  </a:lnTo>
                  <a:lnTo>
                    <a:pt x="44" y="2215"/>
                  </a:lnTo>
                  <a:lnTo>
                    <a:pt x="37" y="2227"/>
                  </a:lnTo>
                  <a:lnTo>
                    <a:pt x="37" y="2227"/>
                  </a:lnTo>
                  <a:lnTo>
                    <a:pt x="33" y="2237"/>
                  </a:lnTo>
                  <a:lnTo>
                    <a:pt x="29" y="2246"/>
                  </a:lnTo>
                  <a:lnTo>
                    <a:pt x="29" y="2246"/>
                  </a:lnTo>
                  <a:lnTo>
                    <a:pt x="14" y="2278"/>
                  </a:lnTo>
                  <a:lnTo>
                    <a:pt x="14" y="2278"/>
                  </a:lnTo>
                  <a:lnTo>
                    <a:pt x="13" y="2282"/>
                  </a:lnTo>
                  <a:lnTo>
                    <a:pt x="14" y="2286"/>
                  </a:lnTo>
                  <a:lnTo>
                    <a:pt x="16" y="2289"/>
                  </a:lnTo>
                  <a:lnTo>
                    <a:pt x="19" y="2291"/>
                  </a:lnTo>
                  <a:lnTo>
                    <a:pt x="19" y="2291"/>
                  </a:lnTo>
                  <a:lnTo>
                    <a:pt x="34" y="2294"/>
                  </a:lnTo>
                  <a:lnTo>
                    <a:pt x="34" y="2294"/>
                  </a:lnTo>
                  <a:lnTo>
                    <a:pt x="53" y="2297"/>
                  </a:lnTo>
                  <a:lnTo>
                    <a:pt x="70" y="2299"/>
                  </a:lnTo>
                  <a:lnTo>
                    <a:pt x="70" y="2299"/>
                  </a:lnTo>
                  <a:lnTo>
                    <a:pt x="86" y="2299"/>
                  </a:lnTo>
                  <a:lnTo>
                    <a:pt x="101" y="2298"/>
                  </a:lnTo>
                  <a:lnTo>
                    <a:pt x="101" y="2298"/>
                  </a:lnTo>
                  <a:lnTo>
                    <a:pt x="114" y="2296"/>
                  </a:lnTo>
                  <a:lnTo>
                    <a:pt x="125" y="2292"/>
                  </a:lnTo>
                  <a:lnTo>
                    <a:pt x="125" y="2292"/>
                  </a:lnTo>
                  <a:lnTo>
                    <a:pt x="137" y="2284"/>
                  </a:lnTo>
                  <a:lnTo>
                    <a:pt x="148" y="2276"/>
                  </a:lnTo>
                  <a:lnTo>
                    <a:pt x="148" y="2276"/>
                  </a:lnTo>
                  <a:lnTo>
                    <a:pt x="154" y="2271"/>
                  </a:lnTo>
                  <a:lnTo>
                    <a:pt x="158" y="2265"/>
                  </a:lnTo>
                  <a:lnTo>
                    <a:pt x="161" y="2257"/>
                  </a:lnTo>
                  <a:lnTo>
                    <a:pt x="161" y="2250"/>
                  </a:lnTo>
                  <a:lnTo>
                    <a:pt x="161" y="2250"/>
                  </a:lnTo>
                  <a:lnTo>
                    <a:pt x="161" y="2242"/>
                  </a:lnTo>
                  <a:lnTo>
                    <a:pt x="162" y="2235"/>
                  </a:lnTo>
                  <a:lnTo>
                    <a:pt x="163" y="2229"/>
                  </a:lnTo>
                  <a:lnTo>
                    <a:pt x="167" y="2221"/>
                  </a:lnTo>
                  <a:lnTo>
                    <a:pt x="167" y="2221"/>
                  </a:lnTo>
                  <a:lnTo>
                    <a:pt x="168" y="2219"/>
                  </a:lnTo>
                  <a:lnTo>
                    <a:pt x="169" y="2218"/>
                  </a:lnTo>
                  <a:lnTo>
                    <a:pt x="172" y="2218"/>
                  </a:lnTo>
                  <a:lnTo>
                    <a:pt x="173" y="2219"/>
                  </a:lnTo>
                  <a:lnTo>
                    <a:pt x="173" y="2219"/>
                  </a:lnTo>
                  <a:lnTo>
                    <a:pt x="176" y="2220"/>
                  </a:lnTo>
                  <a:lnTo>
                    <a:pt x="178" y="2220"/>
                  </a:lnTo>
                  <a:lnTo>
                    <a:pt x="182" y="2219"/>
                  </a:lnTo>
                  <a:lnTo>
                    <a:pt x="182" y="2219"/>
                  </a:lnTo>
                  <a:lnTo>
                    <a:pt x="190" y="2213"/>
                  </a:lnTo>
                  <a:lnTo>
                    <a:pt x="198" y="2206"/>
                  </a:lnTo>
                  <a:lnTo>
                    <a:pt x="198" y="2206"/>
                  </a:lnTo>
                  <a:lnTo>
                    <a:pt x="205" y="2200"/>
                  </a:lnTo>
                  <a:lnTo>
                    <a:pt x="208" y="2196"/>
                  </a:lnTo>
                  <a:lnTo>
                    <a:pt x="209" y="2191"/>
                  </a:lnTo>
                  <a:lnTo>
                    <a:pt x="209" y="2191"/>
                  </a:lnTo>
                  <a:lnTo>
                    <a:pt x="209" y="2163"/>
                  </a:lnTo>
                  <a:lnTo>
                    <a:pt x="209" y="2163"/>
                  </a:lnTo>
                  <a:lnTo>
                    <a:pt x="210" y="2149"/>
                  </a:lnTo>
                  <a:lnTo>
                    <a:pt x="210" y="2149"/>
                  </a:lnTo>
                  <a:lnTo>
                    <a:pt x="211" y="2143"/>
                  </a:lnTo>
                  <a:lnTo>
                    <a:pt x="211" y="2143"/>
                  </a:lnTo>
                  <a:lnTo>
                    <a:pt x="211" y="2138"/>
                  </a:lnTo>
                  <a:lnTo>
                    <a:pt x="214" y="2133"/>
                  </a:lnTo>
                  <a:lnTo>
                    <a:pt x="214" y="2133"/>
                  </a:lnTo>
                  <a:lnTo>
                    <a:pt x="229" y="2117"/>
                  </a:lnTo>
                  <a:lnTo>
                    <a:pt x="235" y="2108"/>
                  </a:lnTo>
                  <a:lnTo>
                    <a:pt x="241" y="2099"/>
                  </a:lnTo>
                  <a:lnTo>
                    <a:pt x="241" y="2099"/>
                  </a:lnTo>
                  <a:lnTo>
                    <a:pt x="249" y="2085"/>
                  </a:lnTo>
                  <a:lnTo>
                    <a:pt x="251" y="2077"/>
                  </a:lnTo>
                  <a:lnTo>
                    <a:pt x="252" y="2069"/>
                  </a:lnTo>
                  <a:lnTo>
                    <a:pt x="252" y="2069"/>
                  </a:lnTo>
                  <a:lnTo>
                    <a:pt x="254" y="2051"/>
                  </a:lnTo>
                  <a:lnTo>
                    <a:pt x="254" y="2051"/>
                  </a:lnTo>
                  <a:lnTo>
                    <a:pt x="254" y="2040"/>
                  </a:lnTo>
                  <a:lnTo>
                    <a:pt x="252" y="2030"/>
                  </a:lnTo>
                  <a:lnTo>
                    <a:pt x="252" y="2030"/>
                  </a:lnTo>
                  <a:lnTo>
                    <a:pt x="249" y="2022"/>
                  </a:lnTo>
                  <a:lnTo>
                    <a:pt x="246" y="2012"/>
                  </a:lnTo>
                  <a:lnTo>
                    <a:pt x="237" y="1994"/>
                  </a:lnTo>
                  <a:lnTo>
                    <a:pt x="237" y="1994"/>
                  </a:lnTo>
                  <a:lnTo>
                    <a:pt x="233" y="1983"/>
                  </a:lnTo>
                  <a:lnTo>
                    <a:pt x="229" y="1972"/>
                  </a:lnTo>
                  <a:lnTo>
                    <a:pt x="229" y="1972"/>
                  </a:lnTo>
                  <a:lnTo>
                    <a:pt x="228" y="1967"/>
                  </a:lnTo>
                  <a:lnTo>
                    <a:pt x="229" y="1963"/>
                  </a:lnTo>
                  <a:lnTo>
                    <a:pt x="229" y="1963"/>
                  </a:lnTo>
                  <a:lnTo>
                    <a:pt x="233" y="1952"/>
                  </a:lnTo>
                  <a:lnTo>
                    <a:pt x="233" y="1952"/>
                  </a:lnTo>
                  <a:lnTo>
                    <a:pt x="240" y="1931"/>
                  </a:lnTo>
                  <a:lnTo>
                    <a:pt x="246" y="1910"/>
                  </a:lnTo>
                  <a:lnTo>
                    <a:pt x="246" y="1910"/>
                  </a:lnTo>
                  <a:lnTo>
                    <a:pt x="251" y="1889"/>
                  </a:lnTo>
                  <a:lnTo>
                    <a:pt x="256" y="1867"/>
                  </a:lnTo>
                  <a:lnTo>
                    <a:pt x="256" y="1867"/>
                  </a:lnTo>
                  <a:lnTo>
                    <a:pt x="265" y="1815"/>
                  </a:lnTo>
                  <a:lnTo>
                    <a:pt x="265" y="1815"/>
                  </a:lnTo>
                  <a:lnTo>
                    <a:pt x="272" y="1770"/>
                  </a:lnTo>
                  <a:lnTo>
                    <a:pt x="272" y="1770"/>
                  </a:lnTo>
                  <a:lnTo>
                    <a:pt x="277" y="1732"/>
                  </a:lnTo>
                  <a:lnTo>
                    <a:pt x="277" y="1732"/>
                  </a:lnTo>
                  <a:lnTo>
                    <a:pt x="287" y="1678"/>
                  </a:lnTo>
                  <a:lnTo>
                    <a:pt x="287" y="1678"/>
                  </a:lnTo>
                  <a:lnTo>
                    <a:pt x="292" y="1642"/>
                  </a:lnTo>
                  <a:lnTo>
                    <a:pt x="292" y="1642"/>
                  </a:lnTo>
                  <a:lnTo>
                    <a:pt x="294" y="1620"/>
                  </a:lnTo>
                  <a:lnTo>
                    <a:pt x="294" y="1620"/>
                  </a:lnTo>
                  <a:lnTo>
                    <a:pt x="299" y="1589"/>
                  </a:lnTo>
                  <a:lnTo>
                    <a:pt x="299" y="1589"/>
                  </a:lnTo>
                  <a:lnTo>
                    <a:pt x="304" y="1556"/>
                  </a:lnTo>
                  <a:lnTo>
                    <a:pt x="304" y="1556"/>
                  </a:lnTo>
                  <a:lnTo>
                    <a:pt x="312" y="1521"/>
                  </a:lnTo>
                  <a:lnTo>
                    <a:pt x="312" y="1521"/>
                  </a:lnTo>
                  <a:lnTo>
                    <a:pt x="323" y="1461"/>
                  </a:lnTo>
                  <a:lnTo>
                    <a:pt x="323" y="1461"/>
                  </a:lnTo>
                  <a:lnTo>
                    <a:pt x="332" y="1418"/>
                  </a:lnTo>
                  <a:lnTo>
                    <a:pt x="332" y="1418"/>
                  </a:lnTo>
                  <a:lnTo>
                    <a:pt x="345" y="1360"/>
                  </a:lnTo>
                  <a:lnTo>
                    <a:pt x="345" y="1360"/>
                  </a:lnTo>
                  <a:lnTo>
                    <a:pt x="356" y="1310"/>
                  </a:lnTo>
                  <a:lnTo>
                    <a:pt x="356" y="1310"/>
                  </a:lnTo>
                  <a:lnTo>
                    <a:pt x="364" y="1282"/>
                  </a:lnTo>
                  <a:lnTo>
                    <a:pt x="364" y="1282"/>
                  </a:lnTo>
                  <a:lnTo>
                    <a:pt x="365" y="1282"/>
                  </a:lnTo>
                  <a:lnTo>
                    <a:pt x="365" y="1282"/>
                  </a:lnTo>
                  <a:lnTo>
                    <a:pt x="368" y="1289"/>
                  </a:lnTo>
                  <a:lnTo>
                    <a:pt x="368" y="1289"/>
                  </a:lnTo>
                  <a:lnTo>
                    <a:pt x="374" y="1324"/>
                  </a:lnTo>
                  <a:lnTo>
                    <a:pt x="374" y="1324"/>
                  </a:lnTo>
                  <a:lnTo>
                    <a:pt x="381" y="1367"/>
                  </a:lnTo>
                  <a:lnTo>
                    <a:pt x="381" y="1367"/>
                  </a:lnTo>
                  <a:lnTo>
                    <a:pt x="387" y="1401"/>
                  </a:lnTo>
                  <a:lnTo>
                    <a:pt x="387" y="1401"/>
                  </a:lnTo>
                  <a:lnTo>
                    <a:pt x="397" y="1454"/>
                  </a:lnTo>
                  <a:lnTo>
                    <a:pt x="397" y="1454"/>
                  </a:lnTo>
                  <a:lnTo>
                    <a:pt x="401" y="1478"/>
                  </a:lnTo>
                  <a:lnTo>
                    <a:pt x="401" y="1478"/>
                  </a:lnTo>
                  <a:lnTo>
                    <a:pt x="405" y="1496"/>
                  </a:lnTo>
                  <a:lnTo>
                    <a:pt x="405" y="1496"/>
                  </a:lnTo>
                  <a:lnTo>
                    <a:pt x="406" y="1510"/>
                  </a:lnTo>
                  <a:lnTo>
                    <a:pt x="408" y="1522"/>
                  </a:lnTo>
                  <a:lnTo>
                    <a:pt x="408" y="1522"/>
                  </a:lnTo>
                  <a:lnTo>
                    <a:pt x="417" y="1566"/>
                  </a:lnTo>
                  <a:lnTo>
                    <a:pt x="417" y="1566"/>
                  </a:lnTo>
                  <a:lnTo>
                    <a:pt x="420" y="1578"/>
                  </a:lnTo>
                  <a:lnTo>
                    <a:pt x="422" y="1592"/>
                  </a:lnTo>
                  <a:lnTo>
                    <a:pt x="422" y="1592"/>
                  </a:lnTo>
                  <a:lnTo>
                    <a:pt x="427" y="1649"/>
                  </a:lnTo>
                  <a:lnTo>
                    <a:pt x="427" y="1649"/>
                  </a:lnTo>
                  <a:lnTo>
                    <a:pt x="428" y="1662"/>
                  </a:lnTo>
                  <a:lnTo>
                    <a:pt x="428" y="1662"/>
                  </a:lnTo>
                  <a:lnTo>
                    <a:pt x="431" y="1675"/>
                  </a:lnTo>
                  <a:lnTo>
                    <a:pt x="432" y="1687"/>
                  </a:lnTo>
                  <a:lnTo>
                    <a:pt x="432" y="1687"/>
                  </a:lnTo>
                  <a:lnTo>
                    <a:pt x="432" y="1756"/>
                  </a:lnTo>
                  <a:lnTo>
                    <a:pt x="432" y="1756"/>
                  </a:lnTo>
                  <a:lnTo>
                    <a:pt x="432" y="1765"/>
                  </a:lnTo>
                  <a:lnTo>
                    <a:pt x="432" y="1775"/>
                  </a:lnTo>
                  <a:lnTo>
                    <a:pt x="432" y="1775"/>
                  </a:lnTo>
                  <a:lnTo>
                    <a:pt x="438" y="1816"/>
                  </a:lnTo>
                  <a:lnTo>
                    <a:pt x="438" y="1816"/>
                  </a:lnTo>
                  <a:lnTo>
                    <a:pt x="439" y="1838"/>
                  </a:lnTo>
                  <a:lnTo>
                    <a:pt x="439" y="1838"/>
                  </a:lnTo>
                  <a:lnTo>
                    <a:pt x="444" y="1885"/>
                  </a:lnTo>
                  <a:lnTo>
                    <a:pt x="444" y="1885"/>
                  </a:lnTo>
                  <a:lnTo>
                    <a:pt x="446" y="1901"/>
                  </a:lnTo>
                  <a:lnTo>
                    <a:pt x="447" y="1910"/>
                  </a:lnTo>
                  <a:lnTo>
                    <a:pt x="449" y="1918"/>
                  </a:lnTo>
                  <a:lnTo>
                    <a:pt x="449" y="1918"/>
                  </a:lnTo>
                  <a:lnTo>
                    <a:pt x="458" y="1940"/>
                  </a:lnTo>
                  <a:lnTo>
                    <a:pt x="467" y="1961"/>
                  </a:lnTo>
                  <a:lnTo>
                    <a:pt x="467" y="1961"/>
                  </a:lnTo>
                  <a:lnTo>
                    <a:pt x="468" y="1966"/>
                  </a:lnTo>
                  <a:lnTo>
                    <a:pt x="468" y="1966"/>
                  </a:lnTo>
                  <a:lnTo>
                    <a:pt x="463" y="2002"/>
                  </a:lnTo>
                  <a:lnTo>
                    <a:pt x="463" y="2002"/>
                  </a:lnTo>
                  <a:lnTo>
                    <a:pt x="461" y="2029"/>
                  </a:lnTo>
                  <a:lnTo>
                    <a:pt x="461" y="2029"/>
                  </a:lnTo>
                  <a:lnTo>
                    <a:pt x="459" y="2038"/>
                  </a:lnTo>
                  <a:lnTo>
                    <a:pt x="459" y="2046"/>
                  </a:lnTo>
                  <a:lnTo>
                    <a:pt x="461" y="2065"/>
                  </a:lnTo>
                  <a:lnTo>
                    <a:pt x="461" y="2065"/>
                  </a:lnTo>
                  <a:lnTo>
                    <a:pt x="464" y="2079"/>
                  </a:lnTo>
                  <a:lnTo>
                    <a:pt x="470" y="2091"/>
                  </a:lnTo>
                  <a:lnTo>
                    <a:pt x="477" y="2103"/>
                  </a:lnTo>
                  <a:lnTo>
                    <a:pt x="485" y="2115"/>
                  </a:lnTo>
                  <a:lnTo>
                    <a:pt x="485" y="2115"/>
                  </a:lnTo>
                  <a:lnTo>
                    <a:pt x="489" y="2123"/>
                  </a:lnTo>
                  <a:lnTo>
                    <a:pt x="490" y="2128"/>
                  </a:lnTo>
                  <a:lnTo>
                    <a:pt x="490" y="2133"/>
                  </a:lnTo>
                  <a:lnTo>
                    <a:pt x="490" y="2133"/>
                  </a:lnTo>
                  <a:lnTo>
                    <a:pt x="489" y="2153"/>
                  </a:lnTo>
                  <a:lnTo>
                    <a:pt x="489" y="2173"/>
                  </a:lnTo>
                  <a:lnTo>
                    <a:pt x="489" y="2173"/>
                  </a:lnTo>
                  <a:lnTo>
                    <a:pt x="489" y="2180"/>
                  </a:lnTo>
                  <a:lnTo>
                    <a:pt x="489" y="2180"/>
                  </a:lnTo>
                  <a:lnTo>
                    <a:pt x="489" y="2184"/>
                  </a:lnTo>
                  <a:lnTo>
                    <a:pt x="490" y="2188"/>
                  </a:lnTo>
                  <a:lnTo>
                    <a:pt x="491" y="2191"/>
                  </a:lnTo>
                  <a:lnTo>
                    <a:pt x="495" y="2194"/>
                  </a:lnTo>
                  <a:lnTo>
                    <a:pt x="495" y="2194"/>
                  </a:lnTo>
                  <a:lnTo>
                    <a:pt x="519" y="2210"/>
                  </a:lnTo>
                  <a:lnTo>
                    <a:pt x="519" y="2210"/>
                  </a:lnTo>
                  <a:lnTo>
                    <a:pt x="521" y="2213"/>
                  </a:lnTo>
                  <a:lnTo>
                    <a:pt x="524" y="2213"/>
                  </a:lnTo>
                  <a:lnTo>
                    <a:pt x="526" y="2213"/>
                  </a:lnTo>
                  <a:lnTo>
                    <a:pt x="529" y="2210"/>
                  </a:lnTo>
                  <a:lnTo>
                    <a:pt x="529" y="2210"/>
                  </a:lnTo>
                  <a:lnTo>
                    <a:pt x="532" y="2209"/>
                  </a:lnTo>
                  <a:lnTo>
                    <a:pt x="536" y="2206"/>
                  </a:lnTo>
                  <a:lnTo>
                    <a:pt x="536" y="2206"/>
                  </a:lnTo>
                  <a:lnTo>
                    <a:pt x="537" y="2211"/>
                  </a:lnTo>
                  <a:lnTo>
                    <a:pt x="537" y="2211"/>
                  </a:lnTo>
                  <a:lnTo>
                    <a:pt x="539" y="2218"/>
                  </a:lnTo>
                  <a:lnTo>
                    <a:pt x="540" y="2224"/>
                  </a:lnTo>
                  <a:lnTo>
                    <a:pt x="540" y="2224"/>
                  </a:lnTo>
                  <a:lnTo>
                    <a:pt x="542" y="2232"/>
                  </a:lnTo>
                  <a:lnTo>
                    <a:pt x="542" y="2242"/>
                  </a:lnTo>
                  <a:lnTo>
                    <a:pt x="542" y="2242"/>
                  </a:lnTo>
                  <a:lnTo>
                    <a:pt x="542" y="2247"/>
                  </a:lnTo>
                  <a:lnTo>
                    <a:pt x="544" y="2252"/>
                  </a:lnTo>
                  <a:lnTo>
                    <a:pt x="546" y="2256"/>
                  </a:lnTo>
                  <a:lnTo>
                    <a:pt x="550" y="2260"/>
                  </a:lnTo>
                  <a:lnTo>
                    <a:pt x="550" y="2260"/>
                  </a:lnTo>
                  <a:lnTo>
                    <a:pt x="556" y="2267"/>
                  </a:lnTo>
                  <a:lnTo>
                    <a:pt x="565" y="2272"/>
                  </a:lnTo>
                  <a:lnTo>
                    <a:pt x="573" y="2277"/>
                  </a:lnTo>
                  <a:lnTo>
                    <a:pt x="582" y="2281"/>
                  </a:lnTo>
                  <a:lnTo>
                    <a:pt x="582" y="2281"/>
                  </a:lnTo>
                  <a:lnTo>
                    <a:pt x="601" y="2284"/>
                  </a:lnTo>
                  <a:lnTo>
                    <a:pt x="619" y="2288"/>
                  </a:lnTo>
                  <a:lnTo>
                    <a:pt x="619" y="2288"/>
                  </a:lnTo>
                  <a:lnTo>
                    <a:pt x="632" y="2289"/>
                  </a:lnTo>
                  <a:lnTo>
                    <a:pt x="644" y="2287"/>
                  </a:lnTo>
                  <a:lnTo>
                    <a:pt x="644" y="2287"/>
                  </a:lnTo>
                  <a:lnTo>
                    <a:pt x="664" y="2283"/>
                  </a:lnTo>
                  <a:lnTo>
                    <a:pt x="682" y="2278"/>
                  </a:lnTo>
                  <a:lnTo>
                    <a:pt x="682" y="2278"/>
                  </a:lnTo>
                  <a:lnTo>
                    <a:pt x="689" y="2277"/>
                  </a:lnTo>
                  <a:lnTo>
                    <a:pt x="691" y="2273"/>
                  </a:lnTo>
                  <a:lnTo>
                    <a:pt x="691" y="2270"/>
                  </a:lnTo>
                  <a:lnTo>
                    <a:pt x="690" y="2263"/>
                  </a:lnTo>
                  <a:lnTo>
                    <a:pt x="690" y="2263"/>
                  </a:lnTo>
                  <a:lnTo>
                    <a:pt x="689" y="2261"/>
                  </a:lnTo>
                  <a:lnTo>
                    <a:pt x="687" y="2260"/>
                  </a:lnTo>
                  <a:lnTo>
                    <a:pt x="687" y="2260"/>
                  </a:lnTo>
                  <a:lnTo>
                    <a:pt x="684" y="2256"/>
                  </a:lnTo>
                  <a:lnTo>
                    <a:pt x="684" y="2256"/>
                  </a:lnTo>
                  <a:lnTo>
                    <a:pt x="681" y="2247"/>
                  </a:lnTo>
                  <a:lnTo>
                    <a:pt x="681" y="2247"/>
                  </a:lnTo>
                  <a:lnTo>
                    <a:pt x="670" y="2227"/>
                  </a:lnTo>
                  <a:lnTo>
                    <a:pt x="670" y="2227"/>
                  </a:lnTo>
                  <a:lnTo>
                    <a:pt x="660" y="2211"/>
                  </a:lnTo>
                  <a:lnTo>
                    <a:pt x="654" y="2203"/>
                  </a:lnTo>
                  <a:lnTo>
                    <a:pt x="649" y="2195"/>
                  </a:lnTo>
                  <a:lnTo>
                    <a:pt x="649" y="2195"/>
                  </a:lnTo>
                  <a:lnTo>
                    <a:pt x="635" y="2177"/>
                  </a:lnTo>
                  <a:lnTo>
                    <a:pt x="624" y="2158"/>
                  </a:lnTo>
                  <a:lnTo>
                    <a:pt x="624" y="2158"/>
                  </a:lnTo>
                  <a:lnTo>
                    <a:pt x="623" y="2156"/>
                  </a:lnTo>
                  <a:lnTo>
                    <a:pt x="623" y="2153"/>
                  </a:lnTo>
                  <a:lnTo>
                    <a:pt x="623" y="2153"/>
                  </a:lnTo>
                  <a:lnTo>
                    <a:pt x="622" y="2143"/>
                  </a:lnTo>
                  <a:lnTo>
                    <a:pt x="619" y="2134"/>
                  </a:lnTo>
                  <a:lnTo>
                    <a:pt x="617" y="2126"/>
                  </a:lnTo>
                  <a:lnTo>
                    <a:pt x="613" y="2117"/>
                  </a:lnTo>
                  <a:lnTo>
                    <a:pt x="613" y="2117"/>
                  </a:lnTo>
                  <a:lnTo>
                    <a:pt x="613" y="2115"/>
                  </a:lnTo>
                  <a:lnTo>
                    <a:pt x="613" y="2115"/>
                  </a:lnTo>
                  <a:lnTo>
                    <a:pt x="613" y="2108"/>
                  </a:lnTo>
                  <a:lnTo>
                    <a:pt x="613" y="2108"/>
                  </a:lnTo>
                  <a:lnTo>
                    <a:pt x="613" y="2100"/>
                  </a:lnTo>
                  <a:lnTo>
                    <a:pt x="614" y="2092"/>
                  </a:lnTo>
                  <a:lnTo>
                    <a:pt x="614" y="2092"/>
                  </a:lnTo>
                  <a:lnTo>
                    <a:pt x="615" y="2086"/>
                  </a:lnTo>
                  <a:lnTo>
                    <a:pt x="618" y="2080"/>
                  </a:lnTo>
                  <a:lnTo>
                    <a:pt x="618" y="2080"/>
                  </a:lnTo>
                  <a:lnTo>
                    <a:pt x="622" y="2048"/>
                  </a:lnTo>
                  <a:lnTo>
                    <a:pt x="622" y="2048"/>
                  </a:lnTo>
                  <a:lnTo>
                    <a:pt x="622" y="2043"/>
                  </a:lnTo>
                  <a:lnTo>
                    <a:pt x="620" y="2039"/>
                  </a:lnTo>
                  <a:lnTo>
                    <a:pt x="617" y="2035"/>
                  </a:lnTo>
                  <a:lnTo>
                    <a:pt x="613" y="2033"/>
                  </a:lnTo>
                  <a:lnTo>
                    <a:pt x="613" y="2033"/>
                  </a:lnTo>
                  <a:lnTo>
                    <a:pt x="599" y="2025"/>
                  </a:lnTo>
                  <a:lnTo>
                    <a:pt x="599" y="2025"/>
                  </a:lnTo>
                  <a:lnTo>
                    <a:pt x="598" y="2024"/>
                  </a:lnTo>
                  <a:lnTo>
                    <a:pt x="598" y="2022"/>
                  </a:lnTo>
                  <a:lnTo>
                    <a:pt x="598" y="2022"/>
                  </a:lnTo>
                  <a:lnTo>
                    <a:pt x="602" y="2008"/>
                  </a:lnTo>
                  <a:lnTo>
                    <a:pt x="602" y="2008"/>
                  </a:lnTo>
                  <a:lnTo>
                    <a:pt x="604" y="1994"/>
                  </a:lnTo>
                  <a:lnTo>
                    <a:pt x="607" y="1981"/>
                  </a:lnTo>
                  <a:lnTo>
                    <a:pt x="607" y="1981"/>
                  </a:lnTo>
                  <a:lnTo>
                    <a:pt x="607" y="1968"/>
                  </a:lnTo>
                  <a:lnTo>
                    <a:pt x="605" y="1956"/>
                  </a:lnTo>
                  <a:lnTo>
                    <a:pt x="605" y="1956"/>
                  </a:lnTo>
                  <a:lnTo>
                    <a:pt x="602" y="1921"/>
                  </a:lnTo>
                  <a:lnTo>
                    <a:pt x="602" y="1921"/>
                  </a:lnTo>
                  <a:lnTo>
                    <a:pt x="598" y="1880"/>
                  </a:lnTo>
                  <a:lnTo>
                    <a:pt x="598" y="1880"/>
                  </a:lnTo>
                  <a:lnTo>
                    <a:pt x="596" y="1843"/>
                  </a:lnTo>
                  <a:lnTo>
                    <a:pt x="596" y="1843"/>
                  </a:lnTo>
                  <a:lnTo>
                    <a:pt x="596" y="1838"/>
                  </a:lnTo>
                  <a:lnTo>
                    <a:pt x="596" y="1838"/>
                  </a:lnTo>
                  <a:lnTo>
                    <a:pt x="599" y="1818"/>
                  </a:lnTo>
                  <a:lnTo>
                    <a:pt x="599" y="1810"/>
                  </a:lnTo>
                  <a:lnTo>
                    <a:pt x="599" y="1800"/>
                  </a:lnTo>
                  <a:lnTo>
                    <a:pt x="599" y="1800"/>
                  </a:lnTo>
                  <a:lnTo>
                    <a:pt x="597" y="1780"/>
                  </a:lnTo>
                  <a:lnTo>
                    <a:pt x="596" y="1760"/>
                  </a:lnTo>
                  <a:lnTo>
                    <a:pt x="596" y="1760"/>
                  </a:lnTo>
                  <a:lnTo>
                    <a:pt x="593" y="1738"/>
                  </a:lnTo>
                  <a:lnTo>
                    <a:pt x="593" y="1738"/>
                  </a:lnTo>
                  <a:lnTo>
                    <a:pt x="591" y="1714"/>
                  </a:lnTo>
                  <a:lnTo>
                    <a:pt x="591" y="1714"/>
                  </a:lnTo>
                  <a:lnTo>
                    <a:pt x="588" y="1685"/>
                  </a:lnTo>
                  <a:lnTo>
                    <a:pt x="588" y="1685"/>
                  </a:lnTo>
                  <a:lnTo>
                    <a:pt x="584" y="1670"/>
                  </a:lnTo>
                  <a:lnTo>
                    <a:pt x="583" y="1661"/>
                  </a:lnTo>
                  <a:lnTo>
                    <a:pt x="583" y="1652"/>
                  </a:lnTo>
                  <a:lnTo>
                    <a:pt x="583" y="1652"/>
                  </a:lnTo>
                  <a:lnTo>
                    <a:pt x="584" y="1644"/>
                  </a:lnTo>
                  <a:lnTo>
                    <a:pt x="584" y="1635"/>
                  </a:lnTo>
                  <a:lnTo>
                    <a:pt x="583" y="1618"/>
                  </a:lnTo>
                  <a:lnTo>
                    <a:pt x="583" y="1618"/>
                  </a:lnTo>
                  <a:lnTo>
                    <a:pt x="581" y="1597"/>
                  </a:lnTo>
                  <a:lnTo>
                    <a:pt x="581" y="1597"/>
                  </a:lnTo>
                  <a:lnTo>
                    <a:pt x="579" y="1583"/>
                  </a:lnTo>
                  <a:lnTo>
                    <a:pt x="581" y="1575"/>
                  </a:lnTo>
                  <a:lnTo>
                    <a:pt x="582" y="1569"/>
                  </a:lnTo>
                  <a:lnTo>
                    <a:pt x="582" y="1569"/>
                  </a:lnTo>
                  <a:lnTo>
                    <a:pt x="587" y="1556"/>
                  </a:lnTo>
                  <a:lnTo>
                    <a:pt x="591" y="1542"/>
                  </a:lnTo>
                  <a:lnTo>
                    <a:pt x="592" y="1527"/>
                  </a:lnTo>
                  <a:lnTo>
                    <a:pt x="593" y="1513"/>
                  </a:lnTo>
                  <a:lnTo>
                    <a:pt x="593" y="1513"/>
                  </a:lnTo>
                  <a:lnTo>
                    <a:pt x="594" y="1486"/>
                  </a:lnTo>
                  <a:lnTo>
                    <a:pt x="596" y="1473"/>
                  </a:lnTo>
                  <a:lnTo>
                    <a:pt x="597" y="1459"/>
                  </a:lnTo>
                  <a:lnTo>
                    <a:pt x="597" y="1459"/>
                  </a:lnTo>
                  <a:lnTo>
                    <a:pt x="598" y="1447"/>
                  </a:lnTo>
                  <a:lnTo>
                    <a:pt x="599" y="1434"/>
                  </a:lnTo>
                  <a:lnTo>
                    <a:pt x="599" y="1434"/>
                  </a:lnTo>
                  <a:lnTo>
                    <a:pt x="603" y="1399"/>
                  </a:lnTo>
                  <a:lnTo>
                    <a:pt x="603" y="1399"/>
                  </a:lnTo>
                  <a:lnTo>
                    <a:pt x="603" y="1394"/>
                  </a:lnTo>
                  <a:lnTo>
                    <a:pt x="603" y="1394"/>
                  </a:lnTo>
                  <a:lnTo>
                    <a:pt x="605" y="1370"/>
                  </a:lnTo>
                  <a:lnTo>
                    <a:pt x="605" y="1370"/>
                  </a:lnTo>
                  <a:lnTo>
                    <a:pt x="608" y="1336"/>
                  </a:lnTo>
                  <a:lnTo>
                    <a:pt x="608" y="1336"/>
                  </a:lnTo>
                  <a:lnTo>
                    <a:pt x="608" y="1325"/>
                  </a:lnTo>
                  <a:lnTo>
                    <a:pt x="608" y="1325"/>
                  </a:lnTo>
                  <a:lnTo>
                    <a:pt x="609" y="1316"/>
                  </a:lnTo>
                  <a:lnTo>
                    <a:pt x="609" y="1316"/>
                  </a:lnTo>
                  <a:lnTo>
                    <a:pt x="610" y="1306"/>
                  </a:lnTo>
                  <a:lnTo>
                    <a:pt x="610" y="1306"/>
                  </a:lnTo>
                  <a:lnTo>
                    <a:pt x="609" y="1279"/>
                  </a:lnTo>
                  <a:lnTo>
                    <a:pt x="609" y="1279"/>
                  </a:lnTo>
                  <a:lnTo>
                    <a:pt x="609" y="1249"/>
                  </a:lnTo>
                  <a:lnTo>
                    <a:pt x="609" y="1249"/>
                  </a:lnTo>
                  <a:lnTo>
                    <a:pt x="608" y="1209"/>
                  </a:lnTo>
                  <a:lnTo>
                    <a:pt x="608" y="1209"/>
                  </a:lnTo>
                  <a:lnTo>
                    <a:pt x="608" y="1201"/>
                  </a:lnTo>
                  <a:lnTo>
                    <a:pt x="609" y="1192"/>
                  </a:lnTo>
                  <a:lnTo>
                    <a:pt x="609" y="1192"/>
                  </a:lnTo>
                  <a:lnTo>
                    <a:pt x="608" y="1166"/>
                  </a:lnTo>
                  <a:lnTo>
                    <a:pt x="608" y="1166"/>
                  </a:lnTo>
                  <a:lnTo>
                    <a:pt x="605" y="1129"/>
                  </a:lnTo>
                  <a:lnTo>
                    <a:pt x="605" y="1129"/>
                  </a:lnTo>
                  <a:lnTo>
                    <a:pt x="605" y="1123"/>
                  </a:lnTo>
                  <a:lnTo>
                    <a:pt x="605" y="1123"/>
                  </a:lnTo>
                  <a:lnTo>
                    <a:pt x="602" y="1096"/>
                  </a:lnTo>
                  <a:lnTo>
                    <a:pt x="602" y="1096"/>
                  </a:lnTo>
                  <a:lnTo>
                    <a:pt x="598" y="1046"/>
                  </a:lnTo>
                  <a:lnTo>
                    <a:pt x="598" y="1046"/>
                  </a:lnTo>
                  <a:lnTo>
                    <a:pt x="596" y="1010"/>
                  </a:lnTo>
                  <a:lnTo>
                    <a:pt x="596" y="1010"/>
                  </a:lnTo>
                  <a:lnTo>
                    <a:pt x="589" y="967"/>
                  </a:lnTo>
                  <a:lnTo>
                    <a:pt x="589" y="967"/>
                  </a:lnTo>
                  <a:lnTo>
                    <a:pt x="584" y="925"/>
                  </a:lnTo>
                  <a:lnTo>
                    <a:pt x="584" y="925"/>
                  </a:lnTo>
                  <a:lnTo>
                    <a:pt x="584" y="911"/>
                  </a:lnTo>
                  <a:lnTo>
                    <a:pt x="584" y="897"/>
                  </a:lnTo>
                  <a:lnTo>
                    <a:pt x="584" y="897"/>
                  </a:lnTo>
                  <a:lnTo>
                    <a:pt x="584" y="888"/>
                  </a:lnTo>
                  <a:lnTo>
                    <a:pt x="584" y="888"/>
                  </a:lnTo>
                  <a:lnTo>
                    <a:pt x="601" y="888"/>
                  </a:lnTo>
                  <a:lnTo>
                    <a:pt x="601" y="888"/>
                  </a:lnTo>
                  <a:lnTo>
                    <a:pt x="619" y="888"/>
                  </a:lnTo>
                  <a:lnTo>
                    <a:pt x="619" y="888"/>
                  </a:lnTo>
                  <a:lnTo>
                    <a:pt x="635" y="889"/>
                  </a:lnTo>
                  <a:lnTo>
                    <a:pt x="635" y="889"/>
                  </a:lnTo>
                  <a:lnTo>
                    <a:pt x="645" y="889"/>
                  </a:lnTo>
                  <a:lnTo>
                    <a:pt x="654" y="889"/>
                  </a:lnTo>
                  <a:lnTo>
                    <a:pt x="654" y="889"/>
                  </a:lnTo>
                  <a:lnTo>
                    <a:pt x="680" y="885"/>
                  </a:lnTo>
                  <a:lnTo>
                    <a:pt x="680" y="885"/>
                  </a:lnTo>
                  <a:lnTo>
                    <a:pt x="687" y="884"/>
                  </a:lnTo>
                  <a:lnTo>
                    <a:pt x="687" y="884"/>
                  </a:lnTo>
                  <a:lnTo>
                    <a:pt x="707" y="885"/>
                  </a:lnTo>
                  <a:lnTo>
                    <a:pt x="716" y="884"/>
                  </a:lnTo>
                  <a:lnTo>
                    <a:pt x="726" y="881"/>
                  </a:lnTo>
                  <a:lnTo>
                    <a:pt x="726" y="881"/>
                  </a:lnTo>
                  <a:lnTo>
                    <a:pt x="732" y="878"/>
                  </a:lnTo>
                  <a:lnTo>
                    <a:pt x="738" y="873"/>
                  </a:lnTo>
                  <a:lnTo>
                    <a:pt x="743" y="866"/>
                  </a:lnTo>
                  <a:lnTo>
                    <a:pt x="747" y="860"/>
                  </a:lnTo>
                  <a:lnTo>
                    <a:pt x="747" y="860"/>
                  </a:lnTo>
                  <a:lnTo>
                    <a:pt x="750" y="853"/>
                  </a:lnTo>
                  <a:lnTo>
                    <a:pt x="753" y="847"/>
                  </a:lnTo>
                  <a:lnTo>
                    <a:pt x="753" y="847"/>
                  </a:lnTo>
                  <a:lnTo>
                    <a:pt x="759" y="835"/>
                  </a:lnTo>
                  <a:lnTo>
                    <a:pt x="762" y="826"/>
                  </a:lnTo>
                  <a:lnTo>
                    <a:pt x="763" y="813"/>
                  </a:lnTo>
                  <a:lnTo>
                    <a:pt x="763" y="802"/>
                  </a:lnTo>
                  <a:lnTo>
                    <a:pt x="763" y="802"/>
                  </a:lnTo>
                  <a:close/>
                  <a:moveTo>
                    <a:pt x="161" y="760"/>
                  </a:moveTo>
                  <a:lnTo>
                    <a:pt x="161" y="760"/>
                  </a:lnTo>
                  <a:lnTo>
                    <a:pt x="156" y="761"/>
                  </a:lnTo>
                  <a:lnTo>
                    <a:pt x="151" y="764"/>
                  </a:lnTo>
                  <a:lnTo>
                    <a:pt x="151" y="764"/>
                  </a:lnTo>
                  <a:lnTo>
                    <a:pt x="140" y="765"/>
                  </a:lnTo>
                  <a:lnTo>
                    <a:pt x="140" y="765"/>
                  </a:lnTo>
                  <a:lnTo>
                    <a:pt x="157" y="718"/>
                  </a:lnTo>
                  <a:lnTo>
                    <a:pt x="157" y="718"/>
                  </a:lnTo>
                  <a:lnTo>
                    <a:pt x="159" y="714"/>
                  </a:lnTo>
                  <a:lnTo>
                    <a:pt x="161" y="713"/>
                  </a:lnTo>
                  <a:lnTo>
                    <a:pt x="163" y="714"/>
                  </a:lnTo>
                  <a:lnTo>
                    <a:pt x="163" y="714"/>
                  </a:lnTo>
                  <a:lnTo>
                    <a:pt x="176" y="760"/>
                  </a:lnTo>
                  <a:lnTo>
                    <a:pt x="176" y="760"/>
                  </a:lnTo>
                  <a:lnTo>
                    <a:pt x="161" y="760"/>
                  </a:lnTo>
                  <a:lnTo>
                    <a:pt x="161" y="760"/>
                  </a:lnTo>
                  <a:close/>
                  <a:moveTo>
                    <a:pt x="587" y="749"/>
                  </a:moveTo>
                  <a:lnTo>
                    <a:pt x="587" y="749"/>
                  </a:lnTo>
                  <a:lnTo>
                    <a:pt x="591" y="738"/>
                  </a:lnTo>
                  <a:lnTo>
                    <a:pt x="593" y="726"/>
                  </a:lnTo>
                  <a:lnTo>
                    <a:pt x="596" y="705"/>
                  </a:lnTo>
                  <a:lnTo>
                    <a:pt x="596" y="705"/>
                  </a:lnTo>
                  <a:lnTo>
                    <a:pt x="617" y="750"/>
                  </a:lnTo>
                  <a:lnTo>
                    <a:pt x="617" y="750"/>
                  </a:lnTo>
                  <a:lnTo>
                    <a:pt x="587" y="749"/>
                  </a:lnTo>
                  <a:lnTo>
                    <a:pt x="587" y="749"/>
                  </a:lnTo>
                  <a:close/>
                </a:path>
              </a:pathLst>
            </a:custGeom>
            <a:solidFill>
              <a:srgbClr val="C00000"/>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3" name="îṧ1îḍê"/>
            <p:cNvSpPr/>
            <p:nvPr/>
          </p:nvSpPr>
          <p:spPr>
            <a:xfrm>
              <a:off x="3573185" y="4109246"/>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54" name="iṡ1íde"/>
            <p:cNvGrpSpPr/>
            <p:nvPr/>
          </p:nvGrpSpPr>
          <p:grpSpPr>
            <a:xfrm>
              <a:off x="3874357" y="3057416"/>
              <a:ext cx="296246" cy="1206491"/>
              <a:chOff x="3754908" y="3433078"/>
              <a:chExt cx="309085" cy="1258777"/>
            </a:xfrm>
            <a:solidFill>
              <a:schemeClr val="tx1">
                <a:lumMod val="75000"/>
                <a:lumOff val="25000"/>
              </a:schemeClr>
            </a:solidFill>
          </p:grpSpPr>
          <p:sp>
            <p:nvSpPr>
              <p:cNvPr id="167" name="îṡļiḑè"/>
              <p:cNvSpPr/>
              <p:nvPr/>
            </p:nvSpPr>
            <p:spPr>
              <a:xfrm>
                <a:off x="3754908" y="3613904"/>
                <a:ext cx="309085" cy="1077951"/>
              </a:xfrm>
              <a:custGeom>
                <a:avLst/>
                <a:gdLst>
                  <a:gd name="T0" fmla="*/ 342 w 441"/>
                  <a:gd name="T1" fmla="*/ 582 h 1538"/>
                  <a:gd name="T2" fmla="*/ 335 w 441"/>
                  <a:gd name="T3" fmla="*/ 449 h 1538"/>
                  <a:gd name="T4" fmla="*/ 346 w 441"/>
                  <a:gd name="T5" fmla="*/ 406 h 1538"/>
                  <a:gd name="T6" fmla="*/ 363 w 441"/>
                  <a:gd name="T7" fmla="*/ 365 h 1538"/>
                  <a:gd name="T8" fmla="*/ 414 w 441"/>
                  <a:gd name="T9" fmla="*/ 378 h 1538"/>
                  <a:gd name="T10" fmla="*/ 441 w 441"/>
                  <a:gd name="T11" fmla="*/ 313 h 1538"/>
                  <a:gd name="T12" fmla="*/ 433 w 441"/>
                  <a:gd name="T13" fmla="*/ 256 h 1538"/>
                  <a:gd name="T14" fmla="*/ 392 w 441"/>
                  <a:gd name="T15" fmla="*/ 140 h 1538"/>
                  <a:gd name="T16" fmla="*/ 392 w 441"/>
                  <a:gd name="T17" fmla="*/ 62 h 1538"/>
                  <a:gd name="T18" fmla="*/ 384 w 441"/>
                  <a:gd name="T19" fmla="*/ 39 h 1538"/>
                  <a:gd name="T20" fmla="*/ 346 w 441"/>
                  <a:gd name="T21" fmla="*/ 20 h 1538"/>
                  <a:gd name="T22" fmla="*/ 319 w 441"/>
                  <a:gd name="T23" fmla="*/ 10 h 1538"/>
                  <a:gd name="T24" fmla="*/ 296 w 441"/>
                  <a:gd name="T25" fmla="*/ 11 h 1538"/>
                  <a:gd name="T26" fmla="*/ 300 w 441"/>
                  <a:gd name="T27" fmla="*/ 62 h 1538"/>
                  <a:gd name="T28" fmla="*/ 325 w 441"/>
                  <a:gd name="T29" fmla="*/ 116 h 1538"/>
                  <a:gd name="T30" fmla="*/ 268 w 441"/>
                  <a:gd name="T31" fmla="*/ 89 h 1538"/>
                  <a:gd name="T32" fmla="*/ 247 w 441"/>
                  <a:gd name="T33" fmla="*/ 49 h 1538"/>
                  <a:gd name="T34" fmla="*/ 220 w 441"/>
                  <a:gd name="T35" fmla="*/ 46 h 1538"/>
                  <a:gd name="T36" fmla="*/ 238 w 441"/>
                  <a:gd name="T37" fmla="*/ 85 h 1538"/>
                  <a:gd name="T38" fmla="*/ 181 w 441"/>
                  <a:gd name="T39" fmla="*/ 39 h 1538"/>
                  <a:gd name="T40" fmla="*/ 124 w 441"/>
                  <a:gd name="T41" fmla="*/ 1 h 1538"/>
                  <a:gd name="T42" fmla="*/ 101 w 441"/>
                  <a:gd name="T43" fmla="*/ 21 h 1538"/>
                  <a:gd name="T44" fmla="*/ 51 w 441"/>
                  <a:gd name="T45" fmla="*/ 36 h 1538"/>
                  <a:gd name="T46" fmla="*/ 5 w 441"/>
                  <a:gd name="T47" fmla="*/ 78 h 1538"/>
                  <a:gd name="T48" fmla="*/ 16 w 441"/>
                  <a:gd name="T49" fmla="*/ 182 h 1538"/>
                  <a:gd name="T50" fmla="*/ 32 w 441"/>
                  <a:gd name="T51" fmla="*/ 239 h 1538"/>
                  <a:gd name="T52" fmla="*/ 49 w 441"/>
                  <a:gd name="T53" fmla="*/ 274 h 1538"/>
                  <a:gd name="T54" fmla="*/ 63 w 441"/>
                  <a:gd name="T55" fmla="*/ 325 h 1538"/>
                  <a:gd name="T56" fmla="*/ 78 w 441"/>
                  <a:gd name="T57" fmla="*/ 371 h 1538"/>
                  <a:gd name="T58" fmla="*/ 51 w 441"/>
                  <a:gd name="T59" fmla="*/ 463 h 1538"/>
                  <a:gd name="T60" fmla="*/ 44 w 441"/>
                  <a:gd name="T61" fmla="*/ 569 h 1538"/>
                  <a:gd name="T62" fmla="*/ 47 w 441"/>
                  <a:gd name="T63" fmla="*/ 658 h 1538"/>
                  <a:gd name="T64" fmla="*/ 57 w 441"/>
                  <a:gd name="T65" fmla="*/ 717 h 1538"/>
                  <a:gd name="T66" fmla="*/ 56 w 441"/>
                  <a:gd name="T67" fmla="*/ 758 h 1538"/>
                  <a:gd name="T68" fmla="*/ 58 w 441"/>
                  <a:gd name="T69" fmla="*/ 816 h 1538"/>
                  <a:gd name="T70" fmla="*/ 52 w 441"/>
                  <a:gd name="T71" fmla="*/ 873 h 1538"/>
                  <a:gd name="T72" fmla="*/ 56 w 441"/>
                  <a:gd name="T73" fmla="*/ 944 h 1538"/>
                  <a:gd name="T74" fmla="*/ 26 w 441"/>
                  <a:gd name="T75" fmla="*/ 1112 h 1538"/>
                  <a:gd name="T76" fmla="*/ 34 w 441"/>
                  <a:gd name="T77" fmla="*/ 1335 h 1538"/>
                  <a:gd name="T78" fmla="*/ 55 w 441"/>
                  <a:gd name="T79" fmla="*/ 1397 h 1538"/>
                  <a:gd name="T80" fmla="*/ 52 w 441"/>
                  <a:gd name="T81" fmla="*/ 1473 h 1538"/>
                  <a:gd name="T82" fmla="*/ 87 w 441"/>
                  <a:gd name="T83" fmla="*/ 1493 h 1538"/>
                  <a:gd name="T84" fmla="*/ 143 w 441"/>
                  <a:gd name="T85" fmla="*/ 1525 h 1538"/>
                  <a:gd name="T86" fmla="*/ 264 w 441"/>
                  <a:gd name="T87" fmla="*/ 1534 h 1538"/>
                  <a:gd name="T88" fmla="*/ 284 w 441"/>
                  <a:gd name="T89" fmla="*/ 1506 h 1538"/>
                  <a:gd name="T90" fmla="*/ 242 w 441"/>
                  <a:gd name="T91" fmla="*/ 1478 h 1538"/>
                  <a:gd name="T92" fmla="*/ 200 w 441"/>
                  <a:gd name="T93" fmla="*/ 1437 h 1538"/>
                  <a:gd name="T94" fmla="*/ 211 w 441"/>
                  <a:gd name="T95" fmla="*/ 1422 h 1538"/>
                  <a:gd name="T96" fmla="*/ 330 w 441"/>
                  <a:gd name="T97" fmla="*/ 1457 h 1538"/>
                  <a:gd name="T98" fmla="*/ 394 w 441"/>
                  <a:gd name="T99" fmla="*/ 1433 h 1538"/>
                  <a:gd name="T100" fmla="*/ 374 w 441"/>
                  <a:gd name="T101" fmla="*/ 1406 h 1538"/>
                  <a:gd name="T102" fmla="*/ 319 w 441"/>
                  <a:gd name="T103" fmla="*/ 1396 h 1538"/>
                  <a:gd name="T104" fmla="*/ 264 w 441"/>
                  <a:gd name="T105" fmla="*/ 1361 h 1538"/>
                  <a:gd name="T106" fmla="*/ 243 w 441"/>
                  <a:gd name="T107" fmla="*/ 1308 h 1538"/>
                  <a:gd name="T108" fmla="*/ 254 w 441"/>
                  <a:gd name="T109" fmla="*/ 1282 h 1538"/>
                  <a:gd name="T110" fmla="*/ 239 w 441"/>
                  <a:gd name="T111" fmla="*/ 1208 h 1538"/>
                  <a:gd name="T112" fmla="*/ 257 w 441"/>
                  <a:gd name="T113" fmla="*/ 1154 h 1538"/>
                  <a:gd name="T114" fmla="*/ 279 w 441"/>
                  <a:gd name="T115" fmla="*/ 1041 h 1538"/>
                  <a:gd name="T116" fmla="*/ 325 w 441"/>
                  <a:gd name="T117" fmla="*/ 789 h 1538"/>
                  <a:gd name="T118" fmla="*/ 334 w 441"/>
                  <a:gd name="T119" fmla="*/ 650 h 1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1" h="1538">
                    <a:moveTo>
                      <a:pt x="334" y="650"/>
                    </a:moveTo>
                    <a:lnTo>
                      <a:pt x="334" y="650"/>
                    </a:lnTo>
                    <a:lnTo>
                      <a:pt x="340" y="649"/>
                    </a:lnTo>
                    <a:lnTo>
                      <a:pt x="344" y="646"/>
                    </a:lnTo>
                    <a:lnTo>
                      <a:pt x="345" y="642"/>
                    </a:lnTo>
                    <a:lnTo>
                      <a:pt x="345" y="636"/>
                    </a:lnTo>
                    <a:lnTo>
                      <a:pt x="345" y="636"/>
                    </a:lnTo>
                    <a:lnTo>
                      <a:pt x="341" y="599"/>
                    </a:lnTo>
                    <a:lnTo>
                      <a:pt x="341" y="599"/>
                    </a:lnTo>
                    <a:lnTo>
                      <a:pt x="342" y="582"/>
                    </a:lnTo>
                    <a:lnTo>
                      <a:pt x="342" y="582"/>
                    </a:lnTo>
                    <a:lnTo>
                      <a:pt x="342" y="565"/>
                    </a:lnTo>
                    <a:lnTo>
                      <a:pt x="342" y="549"/>
                    </a:lnTo>
                    <a:lnTo>
                      <a:pt x="342" y="549"/>
                    </a:lnTo>
                    <a:lnTo>
                      <a:pt x="339" y="495"/>
                    </a:lnTo>
                    <a:lnTo>
                      <a:pt x="339" y="495"/>
                    </a:lnTo>
                    <a:lnTo>
                      <a:pt x="336" y="453"/>
                    </a:lnTo>
                    <a:lnTo>
                      <a:pt x="336" y="453"/>
                    </a:lnTo>
                    <a:lnTo>
                      <a:pt x="335" y="449"/>
                    </a:lnTo>
                    <a:lnTo>
                      <a:pt x="335" y="449"/>
                    </a:lnTo>
                    <a:lnTo>
                      <a:pt x="332" y="429"/>
                    </a:lnTo>
                    <a:lnTo>
                      <a:pt x="329" y="409"/>
                    </a:lnTo>
                    <a:lnTo>
                      <a:pt x="329" y="409"/>
                    </a:lnTo>
                    <a:lnTo>
                      <a:pt x="329" y="408"/>
                    </a:lnTo>
                    <a:lnTo>
                      <a:pt x="329" y="408"/>
                    </a:lnTo>
                    <a:lnTo>
                      <a:pt x="332" y="407"/>
                    </a:lnTo>
                    <a:lnTo>
                      <a:pt x="336" y="407"/>
                    </a:lnTo>
                    <a:lnTo>
                      <a:pt x="344" y="409"/>
                    </a:lnTo>
                    <a:lnTo>
                      <a:pt x="344" y="409"/>
                    </a:lnTo>
                    <a:lnTo>
                      <a:pt x="346" y="406"/>
                    </a:lnTo>
                    <a:lnTo>
                      <a:pt x="346" y="402"/>
                    </a:lnTo>
                    <a:lnTo>
                      <a:pt x="348" y="393"/>
                    </a:lnTo>
                    <a:lnTo>
                      <a:pt x="348" y="393"/>
                    </a:lnTo>
                    <a:lnTo>
                      <a:pt x="352" y="377"/>
                    </a:lnTo>
                    <a:lnTo>
                      <a:pt x="352" y="377"/>
                    </a:lnTo>
                    <a:lnTo>
                      <a:pt x="353" y="370"/>
                    </a:lnTo>
                    <a:lnTo>
                      <a:pt x="355" y="365"/>
                    </a:lnTo>
                    <a:lnTo>
                      <a:pt x="356" y="361"/>
                    </a:lnTo>
                    <a:lnTo>
                      <a:pt x="356" y="361"/>
                    </a:lnTo>
                    <a:lnTo>
                      <a:pt x="363" y="365"/>
                    </a:lnTo>
                    <a:lnTo>
                      <a:pt x="371" y="371"/>
                    </a:lnTo>
                    <a:lnTo>
                      <a:pt x="371" y="371"/>
                    </a:lnTo>
                    <a:lnTo>
                      <a:pt x="376" y="375"/>
                    </a:lnTo>
                    <a:lnTo>
                      <a:pt x="381" y="377"/>
                    </a:lnTo>
                    <a:lnTo>
                      <a:pt x="386" y="378"/>
                    </a:lnTo>
                    <a:lnTo>
                      <a:pt x="392" y="378"/>
                    </a:lnTo>
                    <a:lnTo>
                      <a:pt x="392" y="378"/>
                    </a:lnTo>
                    <a:lnTo>
                      <a:pt x="410" y="378"/>
                    </a:lnTo>
                    <a:lnTo>
                      <a:pt x="410" y="378"/>
                    </a:lnTo>
                    <a:lnTo>
                      <a:pt x="414" y="378"/>
                    </a:lnTo>
                    <a:lnTo>
                      <a:pt x="418" y="377"/>
                    </a:lnTo>
                    <a:lnTo>
                      <a:pt x="425" y="373"/>
                    </a:lnTo>
                    <a:lnTo>
                      <a:pt x="425" y="373"/>
                    </a:lnTo>
                    <a:lnTo>
                      <a:pt x="430" y="368"/>
                    </a:lnTo>
                    <a:lnTo>
                      <a:pt x="435" y="361"/>
                    </a:lnTo>
                    <a:lnTo>
                      <a:pt x="435" y="361"/>
                    </a:lnTo>
                    <a:lnTo>
                      <a:pt x="439" y="350"/>
                    </a:lnTo>
                    <a:lnTo>
                      <a:pt x="441" y="337"/>
                    </a:lnTo>
                    <a:lnTo>
                      <a:pt x="441" y="337"/>
                    </a:lnTo>
                    <a:lnTo>
                      <a:pt x="441" y="313"/>
                    </a:lnTo>
                    <a:lnTo>
                      <a:pt x="440" y="300"/>
                    </a:lnTo>
                    <a:lnTo>
                      <a:pt x="439" y="288"/>
                    </a:lnTo>
                    <a:lnTo>
                      <a:pt x="439" y="288"/>
                    </a:lnTo>
                    <a:lnTo>
                      <a:pt x="439" y="280"/>
                    </a:lnTo>
                    <a:lnTo>
                      <a:pt x="439" y="280"/>
                    </a:lnTo>
                    <a:lnTo>
                      <a:pt x="438" y="272"/>
                    </a:lnTo>
                    <a:lnTo>
                      <a:pt x="435" y="264"/>
                    </a:lnTo>
                    <a:lnTo>
                      <a:pt x="435" y="264"/>
                    </a:lnTo>
                    <a:lnTo>
                      <a:pt x="433" y="256"/>
                    </a:lnTo>
                    <a:lnTo>
                      <a:pt x="433" y="256"/>
                    </a:lnTo>
                    <a:lnTo>
                      <a:pt x="431" y="248"/>
                    </a:lnTo>
                    <a:lnTo>
                      <a:pt x="428" y="239"/>
                    </a:lnTo>
                    <a:lnTo>
                      <a:pt x="428" y="239"/>
                    </a:lnTo>
                    <a:lnTo>
                      <a:pt x="425" y="236"/>
                    </a:lnTo>
                    <a:lnTo>
                      <a:pt x="424" y="232"/>
                    </a:lnTo>
                    <a:lnTo>
                      <a:pt x="424" y="232"/>
                    </a:lnTo>
                    <a:lnTo>
                      <a:pt x="420" y="220"/>
                    </a:lnTo>
                    <a:lnTo>
                      <a:pt x="420" y="220"/>
                    </a:lnTo>
                    <a:lnTo>
                      <a:pt x="392" y="140"/>
                    </a:lnTo>
                    <a:lnTo>
                      <a:pt x="392" y="140"/>
                    </a:lnTo>
                    <a:lnTo>
                      <a:pt x="386" y="125"/>
                    </a:lnTo>
                    <a:lnTo>
                      <a:pt x="386" y="125"/>
                    </a:lnTo>
                    <a:lnTo>
                      <a:pt x="384" y="120"/>
                    </a:lnTo>
                    <a:lnTo>
                      <a:pt x="383" y="116"/>
                    </a:lnTo>
                    <a:lnTo>
                      <a:pt x="383" y="109"/>
                    </a:lnTo>
                    <a:lnTo>
                      <a:pt x="383" y="104"/>
                    </a:lnTo>
                    <a:lnTo>
                      <a:pt x="383" y="104"/>
                    </a:lnTo>
                    <a:lnTo>
                      <a:pt x="389" y="75"/>
                    </a:lnTo>
                    <a:lnTo>
                      <a:pt x="389" y="75"/>
                    </a:lnTo>
                    <a:lnTo>
                      <a:pt x="392" y="62"/>
                    </a:lnTo>
                    <a:lnTo>
                      <a:pt x="392" y="62"/>
                    </a:lnTo>
                    <a:lnTo>
                      <a:pt x="393" y="57"/>
                    </a:lnTo>
                    <a:lnTo>
                      <a:pt x="392" y="52"/>
                    </a:lnTo>
                    <a:lnTo>
                      <a:pt x="392" y="52"/>
                    </a:lnTo>
                    <a:lnTo>
                      <a:pt x="391" y="46"/>
                    </a:lnTo>
                    <a:lnTo>
                      <a:pt x="389" y="44"/>
                    </a:lnTo>
                    <a:lnTo>
                      <a:pt x="387" y="42"/>
                    </a:lnTo>
                    <a:lnTo>
                      <a:pt x="387" y="42"/>
                    </a:lnTo>
                    <a:lnTo>
                      <a:pt x="384" y="39"/>
                    </a:lnTo>
                    <a:lnTo>
                      <a:pt x="384" y="39"/>
                    </a:lnTo>
                    <a:lnTo>
                      <a:pt x="383" y="36"/>
                    </a:lnTo>
                    <a:lnTo>
                      <a:pt x="383" y="36"/>
                    </a:lnTo>
                    <a:lnTo>
                      <a:pt x="376" y="32"/>
                    </a:lnTo>
                    <a:lnTo>
                      <a:pt x="368" y="28"/>
                    </a:lnTo>
                    <a:lnTo>
                      <a:pt x="368" y="28"/>
                    </a:lnTo>
                    <a:lnTo>
                      <a:pt x="362" y="26"/>
                    </a:lnTo>
                    <a:lnTo>
                      <a:pt x="362" y="26"/>
                    </a:lnTo>
                    <a:lnTo>
                      <a:pt x="356" y="24"/>
                    </a:lnTo>
                    <a:lnTo>
                      <a:pt x="356" y="24"/>
                    </a:lnTo>
                    <a:lnTo>
                      <a:pt x="346" y="20"/>
                    </a:lnTo>
                    <a:lnTo>
                      <a:pt x="341" y="18"/>
                    </a:lnTo>
                    <a:lnTo>
                      <a:pt x="337" y="14"/>
                    </a:lnTo>
                    <a:lnTo>
                      <a:pt x="337" y="14"/>
                    </a:lnTo>
                    <a:lnTo>
                      <a:pt x="331" y="9"/>
                    </a:lnTo>
                    <a:lnTo>
                      <a:pt x="331" y="9"/>
                    </a:lnTo>
                    <a:lnTo>
                      <a:pt x="327" y="6"/>
                    </a:lnTo>
                    <a:lnTo>
                      <a:pt x="325" y="6"/>
                    </a:lnTo>
                    <a:lnTo>
                      <a:pt x="321" y="8"/>
                    </a:lnTo>
                    <a:lnTo>
                      <a:pt x="319" y="10"/>
                    </a:lnTo>
                    <a:lnTo>
                      <a:pt x="319" y="10"/>
                    </a:lnTo>
                    <a:lnTo>
                      <a:pt x="315" y="16"/>
                    </a:lnTo>
                    <a:lnTo>
                      <a:pt x="315" y="16"/>
                    </a:lnTo>
                    <a:lnTo>
                      <a:pt x="311" y="21"/>
                    </a:lnTo>
                    <a:lnTo>
                      <a:pt x="311" y="21"/>
                    </a:lnTo>
                    <a:lnTo>
                      <a:pt x="308" y="16"/>
                    </a:lnTo>
                    <a:lnTo>
                      <a:pt x="308" y="16"/>
                    </a:lnTo>
                    <a:lnTo>
                      <a:pt x="304" y="14"/>
                    </a:lnTo>
                    <a:lnTo>
                      <a:pt x="301" y="11"/>
                    </a:lnTo>
                    <a:lnTo>
                      <a:pt x="301" y="11"/>
                    </a:lnTo>
                    <a:lnTo>
                      <a:pt x="296" y="11"/>
                    </a:lnTo>
                    <a:lnTo>
                      <a:pt x="294" y="13"/>
                    </a:lnTo>
                    <a:lnTo>
                      <a:pt x="291" y="15"/>
                    </a:lnTo>
                    <a:lnTo>
                      <a:pt x="290" y="20"/>
                    </a:lnTo>
                    <a:lnTo>
                      <a:pt x="290" y="20"/>
                    </a:lnTo>
                    <a:lnTo>
                      <a:pt x="293" y="31"/>
                    </a:lnTo>
                    <a:lnTo>
                      <a:pt x="293" y="31"/>
                    </a:lnTo>
                    <a:lnTo>
                      <a:pt x="299" y="52"/>
                    </a:lnTo>
                    <a:lnTo>
                      <a:pt x="299" y="52"/>
                    </a:lnTo>
                    <a:lnTo>
                      <a:pt x="300" y="62"/>
                    </a:lnTo>
                    <a:lnTo>
                      <a:pt x="300" y="62"/>
                    </a:lnTo>
                    <a:lnTo>
                      <a:pt x="301" y="71"/>
                    </a:lnTo>
                    <a:lnTo>
                      <a:pt x="303" y="80"/>
                    </a:lnTo>
                    <a:lnTo>
                      <a:pt x="303" y="80"/>
                    </a:lnTo>
                    <a:lnTo>
                      <a:pt x="309" y="96"/>
                    </a:lnTo>
                    <a:lnTo>
                      <a:pt x="309" y="96"/>
                    </a:lnTo>
                    <a:lnTo>
                      <a:pt x="313" y="103"/>
                    </a:lnTo>
                    <a:lnTo>
                      <a:pt x="319" y="109"/>
                    </a:lnTo>
                    <a:lnTo>
                      <a:pt x="319" y="109"/>
                    </a:lnTo>
                    <a:lnTo>
                      <a:pt x="325" y="116"/>
                    </a:lnTo>
                    <a:lnTo>
                      <a:pt x="325" y="116"/>
                    </a:lnTo>
                    <a:lnTo>
                      <a:pt x="329" y="122"/>
                    </a:lnTo>
                    <a:lnTo>
                      <a:pt x="329" y="122"/>
                    </a:lnTo>
                    <a:lnTo>
                      <a:pt x="316" y="119"/>
                    </a:lnTo>
                    <a:lnTo>
                      <a:pt x="308" y="114"/>
                    </a:lnTo>
                    <a:lnTo>
                      <a:pt x="308" y="114"/>
                    </a:lnTo>
                    <a:lnTo>
                      <a:pt x="296" y="107"/>
                    </a:lnTo>
                    <a:lnTo>
                      <a:pt x="296" y="107"/>
                    </a:lnTo>
                    <a:lnTo>
                      <a:pt x="280" y="96"/>
                    </a:lnTo>
                    <a:lnTo>
                      <a:pt x="280" y="96"/>
                    </a:lnTo>
                    <a:lnTo>
                      <a:pt x="268" y="89"/>
                    </a:lnTo>
                    <a:lnTo>
                      <a:pt x="268" y="89"/>
                    </a:lnTo>
                    <a:lnTo>
                      <a:pt x="264" y="87"/>
                    </a:lnTo>
                    <a:lnTo>
                      <a:pt x="262" y="83"/>
                    </a:lnTo>
                    <a:lnTo>
                      <a:pt x="262" y="83"/>
                    </a:lnTo>
                    <a:lnTo>
                      <a:pt x="260" y="77"/>
                    </a:lnTo>
                    <a:lnTo>
                      <a:pt x="260" y="77"/>
                    </a:lnTo>
                    <a:lnTo>
                      <a:pt x="258" y="68"/>
                    </a:lnTo>
                    <a:lnTo>
                      <a:pt x="256" y="62"/>
                    </a:lnTo>
                    <a:lnTo>
                      <a:pt x="247" y="49"/>
                    </a:lnTo>
                    <a:lnTo>
                      <a:pt x="247" y="49"/>
                    </a:lnTo>
                    <a:lnTo>
                      <a:pt x="244" y="46"/>
                    </a:lnTo>
                    <a:lnTo>
                      <a:pt x="244" y="46"/>
                    </a:lnTo>
                    <a:lnTo>
                      <a:pt x="238" y="41"/>
                    </a:lnTo>
                    <a:lnTo>
                      <a:pt x="233" y="40"/>
                    </a:lnTo>
                    <a:lnTo>
                      <a:pt x="230" y="41"/>
                    </a:lnTo>
                    <a:lnTo>
                      <a:pt x="225" y="42"/>
                    </a:lnTo>
                    <a:lnTo>
                      <a:pt x="225" y="42"/>
                    </a:lnTo>
                    <a:lnTo>
                      <a:pt x="222" y="44"/>
                    </a:lnTo>
                    <a:lnTo>
                      <a:pt x="222" y="44"/>
                    </a:lnTo>
                    <a:lnTo>
                      <a:pt x="220" y="46"/>
                    </a:lnTo>
                    <a:lnTo>
                      <a:pt x="217" y="50"/>
                    </a:lnTo>
                    <a:lnTo>
                      <a:pt x="216" y="52"/>
                    </a:lnTo>
                    <a:lnTo>
                      <a:pt x="217" y="56"/>
                    </a:lnTo>
                    <a:lnTo>
                      <a:pt x="217" y="56"/>
                    </a:lnTo>
                    <a:lnTo>
                      <a:pt x="218" y="61"/>
                    </a:lnTo>
                    <a:lnTo>
                      <a:pt x="222" y="66"/>
                    </a:lnTo>
                    <a:lnTo>
                      <a:pt x="222" y="66"/>
                    </a:lnTo>
                    <a:lnTo>
                      <a:pt x="234" y="80"/>
                    </a:lnTo>
                    <a:lnTo>
                      <a:pt x="234" y="80"/>
                    </a:lnTo>
                    <a:lnTo>
                      <a:pt x="238" y="85"/>
                    </a:lnTo>
                    <a:lnTo>
                      <a:pt x="239" y="92"/>
                    </a:lnTo>
                    <a:lnTo>
                      <a:pt x="239" y="92"/>
                    </a:lnTo>
                    <a:lnTo>
                      <a:pt x="246" y="127"/>
                    </a:lnTo>
                    <a:lnTo>
                      <a:pt x="246" y="127"/>
                    </a:lnTo>
                    <a:lnTo>
                      <a:pt x="242" y="122"/>
                    </a:lnTo>
                    <a:lnTo>
                      <a:pt x="242" y="122"/>
                    </a:lnTo>
                    <a:lnTo>
                      <a:pt x="217" y="87"/>
                    </a:lnTo>
                    <a:lnTo>
                      <a:pt x="192" y="54"/>
                    </a:lnTo>
                    <a:lnTo>
                      <a:pt x="192" y="54"/>
                    </a:lnTo>
                    <a:lnTo>
                      <a:pt x="181" y="39"/>
                    </a:lnTo>
                    <a:lnTo>
                      <a:pt x="169" y="26"/>
                    </a:lnTo>
                    <a:lnTo>
                      <a:pt x="169" y="26"/>
                    </a:lnTo>
                    <a:lnTo>
                      <a:pt x="151" y="11"/>
                    </a:lnTo>
                    <a:lnTo>
                      <a:pt x="151" y="11"/>
                    </a:lnTo>
                    <a:lnTo>
                      <a:pt x="146" y="8"/>
                    </a:lnTo>
                    <a:lnTo>
                      <a:pt x="140" y="5"/>
                    </a:lnTo>
                    <a:lnTo>
                      <a:pt x="134" y="3"/>
                    </a:lnTo>
                    <a:lnTo>
                      <a:pt x="128" y="1"/>
                    </a:lnTo>
                    <a:lnTo>
                      <a:pt x="128" y="1"/>
                    </a:lnTo>
                    <a:lnTo>
                      <a:pt x="124" y="1"/>
                    </a:lnTo>
                    <a:lnTo>
                      <a:pt x="124" y="1"/>
                    </a:lnTo>
                    <a:lnTo>
                      <a:pt x="122" y="0"/>
                    </a:lnTo>
                    <a:lnTo>
                      <a:pt x="118" y="1"/>
                    </a:lnTo>
                    <a:lnTo>
                      <a:pt x="115" y="3"/>
                    </a:lnTo>
                    <a:lnTo>
                      <a:pt x="114" y="5"/>
                    </a:lnTo>
                    <a:lnTo>
                      <a:pt x="114" y="5"/>
                    </a:lnTo>
                    <a:lnTo>
                      <a:pt x="109" y="13"/>
                    </a:lnTo>
                    <a:lnTo>
                      <a:pt x="109" y="13"/>
                    </a:lnTo>
                    <a:lnTo>
                      <a:pt x="104" y="19"/>
                    </a:lnTo>
                    <a:lnTo>
                      <a:pt x="101" y="21"/>
                    </a:lnTo>
                    <a:lnTo>
                      <a:pt x="96" y="23"/>
                    </a:lnTo>
                    <a:lnTo>
                      <a:pt x="96" y="23"/>
                    </a:lnTo>
                    <a:lnTo>
                      <a:pt x="91" y="25"/>
                    </a:lnTo>
                    <a:lnTo>
                      <a:pt x="86" y="28"/>
                    </a:lnTo>
                    <a:lnTo>
                      <a:pt x="86" y="28"/>
                    </a:lnTo>
                    <a:lnTo>
                      <a:pt x="78" y="30"/>
                    </a:lnTo>
                    <a:lnTo>
                      <a:pt x="78" y="30"/>
                    </a:lnTo>
                    <a:lnTo>
                      <a:pt x="58" y="35"/>
                    </a:lnTo>
                    <a:lnTo>
                      <a:pt x="58" y="35"/>
                    </a:lnTo>
                    <a:lnTo>
                      <a:pt x="51" y="36"/>
                    </a:lnTo>
                    <a:lnTo>
                      <a:pt x="51" y="36"/>
                    </a:lnTo>
                    <a:lnTo>
                      <a:pt x="45" y="37"/>
                    </a:lnTo>
                    <a:lnTo>
                      <a:pt x="39" y="40"/>
                    </a:lnTo>
                    <a:lnTo>
                      <a:pt x="26" y="46"/>
                    </a:lnTo>
                    <a:lnTo>
                      <a:pt x="26" y="46"/>
                    </a:lnTo>
                    <a:lnTo>
                      <a:pt x="19" y="52"/>
                    </a:lnTo>
                    <a:lnTo>
                      <a:pt x="13" y="62"/>
                    </a:lnTo>
                    <a:lnTo>
                      <a:pt x="13" y="62"/>
                    </a:lnTo>
                    <a:lnTo>
                      <a:pt x="8" y="70"/>
                    </a:lnTo>
                    <a:lnTo>
                      <a:pt x="5" y="78"/>
                    </a:lnTo>
                    <a:lnTo>
                      <a:pt x="3" y="87"/>
                    </a:lnTo>
                    <a:lnTo>
                      <a:pt x="1" y="96"/>
                    </a:lnTo>
                    <a:lnTo>
                      <a:pt x="0" y="113"/>
                    </a:lnTo>
                    <a:lnTo>
                      <a:pt x="3" y="132"/>
                    </a:lnTo>
                    <a:lnTo>
                      <a:pt x="3" y="132"/>
                    </a:lnTo>
                    <a:lnTo>
                      <a:pt x="8" y="154"/>
                    </a:lnTo>
                    <a:lnTo>
                      <a:pt x="14" y="175"/>
                    </a:lnTo>
                    <a:lnTo>
                      <a:pt x="14" y="175"/>
                    </a:lnTo>
                    <a:lnTo>
                      <a:pt x="16" y="182"/>
                    </a:lnTo>
                    <a:lnTo>
                      <a:pt x="16" y="182"/>
                    </a:lnTo>
                    <a:lnTo>
                      <a:pt x="18" y="190"/>
                    </a:lnTo>
                    <a:lnTo>
                      <a:pt x="19" y="196"/>
                    </a:lnTo>
                    <a:lnTo>
                      <a:pt x="19" y="196"/>
                    </a:lnTo>
                    <a:lnTo>
                      <a:pt x="23" y="210"/>
                    </a:lnTo>
                    <a:lnTo>
                      <a:pt x="25" y="223"/>
                    </a:lnTo>
                    <a:lnTo>
                      <a:pt x="25" y="223"/>
                    </a:lnTo>
                    <a:lnTo>
                      <a:pt x="28" y="232"/>
                    </a:lnTo>
                    <a:lnTo>
                      <a:pt x="30" y="236"/>
                    </a:lnTo>
                    <a:lnTo>
                      <a:pt x="32" y="239"/>
                    </a:lnTo>
                    <a:lnTo>
                      <a:pt x="32" y="239"/>
                    </a:lnTo>
                    <a:lnTo>
                      <a:pt x="34" y="241"/>
                    </a:lnTo>
                    <a:lnTo>
                      <a:pt x="35" y="243"/>
                    </a:lnTo>
                    <a:lnTo>
                      <a:pt x="35" y="243"/>
                    </a:lnTo>
                    <a:lnTo>
                      <a:pt x="35" y="246"/>
                    </a:lnTo>
                    <a:lnTo>
                      <a:pt x="36" y="248"/>
                    </a:lnTo>
                    <a:lnTo>
                      <a:pt x="39" y="252"/>
                    </a:lnTo>
                    <a:lnTo>
                      <a:pt x="39" y="252"/>
                    </a:lnTo>
                    <a:lnTo>
                      <a:pt x="41" y="258"/>
                    </a:lnTo>
                    <a:lnTo>
                      <a:pt x="41" y="258"/>
                    </a:lnTo>
                    <a:lnTo>
                      <a:pt x="49" y="274"/>
                    </a:lnTo>
                    <a:lnTo>
                      <a:pt x="51" y="282"/>
                    </a:lnTo>
                    <a:lnTo>
                      <a:pt x="54" y="290"/>
                    </a:lnTo>
                    <a:lnTo>
                      <a:pt x="54" y="290"/>
                    </a:lnTo>
                    <a:lnTo>
                      <a:pt x="57" y="300"/>
                    </a:lnTo>
                    <a:lnTo>
                      <a:pt x="61" y="309"/>
                    </a:lnTo>
                    <a:lnTo>
                      <a:pt x="61" y="309"/>
                    </a:lnTo>
                    <a:lnTo>
                      <a:pt x="62" y="311"/>
                    </a:lnTo>
                    <a:lnTo>
                      <a:pt x="63" y="315"/>
                    </a:lnTo>
                    <a:lnTo>
                      <a:pt x="63" y="315"/>
                    </a:lnTo>
                    <a:lnTo>
                      <a:pt x="63" y="325"/>
                    </a:lnTo>
                    <a:lnTo>
                      <a:pt x="65" y="334"/>
                    </a:lnTo>
                    <a:lnTo>
                      <a:pt x="68" y="342"/>
                    </a:lnTo>
                    <a:lnTo>
                      <a:pt x="72" y="351"/>
                    </a:lnTo>
                    <a:lnTo>
                      <a:pt x="72" y="351"/>
                    </a:lnTo>
                    <a:lnTo>
                      <a:pt x="76" y="356"/>
                    </a:lnTo>
                    <a:lnTo>
                      <a:pt x="77" y="363"/>
                    </a:lnTo>
                    <a:lnTo>
                      <a:pt x="77" y="363"/>
                    </a:lnTo>
                    <a:lnTo>
                      <a:pt x="77" y="367"/>
                    </a:lnTo>
                    <a:lnTo>
                      <a:pt x="77" y="367"/>
                    </a:lnTo>
                    <a:lnTo>
                      <a:pt x="78" y="371"/>
                    </a:lnTo>
                    <a:lnTo>
                      <a:pt x="77" y="375"/>
                    </a:lnTo>
                    <a:lnTo>
                      <a:pt x="75" y="383"/>
                    </a:lnTo>
                    <a:lnTo>
                      <a:pt x="75" y="383"/>
                    </a:lnTo>
                    <a:lnTo>
                      <a:pt x="71" y="392"/>
                    </a:lnTo>
                    <a:lnTo>
                      <a:pt x="68" y="401"/>
                    </a:lnTo>
                    <a:lnTo>
                      <a:pt x="63" y="419"/>
                    </a:lnTo>
                    <a:lnTo>
                      <a:pt x="63" y="419"/>
                    </a:lnTo>
                    <a:lnTo>
                      <a:pt x="60" y="435"/>
                    </a:lnTo>
                    <a:lnTo>
                      <a:pt x="60" y="435"/>
                    </a:lnTo>
                    <a:lnTo>
                      <a:pt x="51" y="463"/>
                    </a:lnTo>
                    <a:lnTo>
                      <a:pt x="51" y="463"/>
                    </a:lnTo>
                    <a:lnTo>
                      <a:pt x="50" y="476"/>
                    </a:lnTo>
                    <a:lnTo>
                      <a:pt x="51" y="491"/>
                    </a:lnTo>
                    <a:lnTo>
                      <a:pt x="51" y="491"/>
                    </a:lnTo>
                    <a:lnTo>
                      <a:pt x="51" y="501"/>
                    </a:lnTo>
                    <a:lnTo>
                      <a:pt x="50" y="511"/>
                    </a:lnTo>
                    <a:lnTo>
                      <a:pt x="50" y="511"/>
                    </a:lnTo>
                    <a:lnTo>
                      <a:pt x="46" y="541"/>
                    </a:lnTo>
                    <a:lnTo>
                      <a:pt x="44" y="569"/>
                    </a:lnTo>
                    <a:lnTo>
                      <a:pt x="44" y="569"/>
                    </a:lnTo>
                    <a:lnTo>
                      <a:pt x="42" y="627"/>
                    </a:lnTo>
                    <a:lnTo>
                      <a:pt x="42" y="627"/>
                    </a:lnTo>
                    <a:lnTo>
                      <a:pt x="42" y="632"/>
                    </a:lnTo>
                    <a:lnTo>
                      <a:pt x="42" y="635"/>
                    </a:lnTo>
                    <a:lnTo>
                      <a:pt x="44" y="637"/>
                    </a:lnTo>
                    <a:lnTo>
                      <a:pt x="44" y="637"/>
                    </a:lnTo>
                    <a:lnTo>
                      <a:pt x="45" y="639"/>
                    </a:lnTo>
                    <a:lnTo>
                      <a:pt x="45" y="641"/>
                    </a:lnTo>
                    <a:lnTo>
                      <a:pt x="45" y="641"/>
                    </a:lnTo>
                    <a:lnTo>
                      <a:pt x="47" y="658"/>
                    </a:lnTo>
                    <a:lnTo>
                      <a:pt x="47" y="658"/>
                    </a:lnTo>
                    <a:lnTo>
                      <a:pt x="49" y="670"/>
                    </a:lnTo>
                    <a:lnTo>
                      <a:pt x="51" y="682"/>
                    </a:lnTo>
                    <a:lnTo>
                      <a:pt x="51" y="682"/>
                    </a:lnTo>
                    <a:lnTo>
                      <a:pt x="54" y="694"/>
                    </a:lnTo>
                    <a:lnTo>
                      <a:pt x="56" y="708"/>
                    </a:lnTo>
                    <a:lnTo>
                      <a:pt x="56" y="708"/>
                    </a:lnTo>
                    <a:lnTo>
                      <a:pt x="56" y="710"/>
                    </a:lnTo>
                    <a:lnTo>
                      <a:pt x="56" y="710"/>
                    </a:lnTo>
                    <a:lnTo>
                      <a:pt x="57" y="717"/>
                    </a:lnTo>
                    <a:lnTo>
                      <a:pt x="58" y="722"/>
                    </a:lnTo>
                    <a:lnTo>
                      <a:pt x="58" y="722"/>
                    </a:lnTo>
                    <a:lnTo>
                      <a:pt x="57" y="727"/>
                    </a:lnTo>
                    <a:lnTo>
                      <a:pt x="56" y="732"/>
                    </a:lnTo>
                    <a:lnTo>
                      <a:pt x="56" y="732"/>
                    </a:lnTo>
                    <a:lnTo>
                      <a:pt x="58" y="750"/>
                    </a:lnTo>
                    <a:lnTo>
                      <a:pt x="58" y="750"/>
                    </a:lnTo>
                    <a:lnTo>
                      <a:pt x="58" y="754"/>
                    </a:lnTo>
                    <a:lnTo>
                      <a:pt x="56" y="758"/>
                    </a:lnTo>
                    <a:lnTo>
                      <a:pt x="56" y="758"/>
                    </a:lnTo>
                    <a:lnTo>
                      <a:pt x="54" y="764"/>
                    </a:lnTo>
                    <a:lnTo>
                      <a:pt x="51" y="769"/>
                    </a:lnTo>
                    <a:lnTo>
                      <a:pt x="51" y="775"/>
                    </a:lnTo>
                    <a:lnTo>
                      <a:pt x="51" y="781"/>
                    </a:lnTo>
                    <a:lnTo>
                      <a:pt x="51" y="781"/>
                    </a:lnTo>
                    <a:lnTo>
                      <a:pt x="54" y="796"/>
                    </a:lnTo>
                    <a:lnTo>
                      <a:pt x="55" y="803"/>
                    </a:lnTo>
                    <a:lnTo>
                      <a:pt x="57" y="811"/>
                    </a:lnTo>
                    <a:lnTo>
                      <a:pt x="57" y="811"/>
                    </a:lnTo>
                    <a:lnTo>
                      <a:pt x="58" y="816"/>
                    </a:lnTo>
                    <a:lnTo>
                      <a:pt x="58" y="821"/>
                    </a:lnTo>
                    <a:lnTo>
                      <a:pt x="57" y="827"/>
                    </a:lnTo>
                    <a:lnTo>
                      <a:pt x="55" y="832"/>
                    </a:lnTo>
                    <a:lnTo>
                      <a:pt x="55" y="832"/>
                    </a:lnTo>
                    <a:lnTo>
                      <a:pt x="54" y="837"/>
                    </a:lnTo>
                    <a:lnTo>
                      <a:pt x="51" y="843"/>
                    </a:lnTo>
                    <a:lnTo>
                      <a:pt x="51" y="849"/>
                    </a:lnTo>
                    <a:lnTo>
                      <a:pt x="51" y="854"/>
                    </a:lnTo>
                    <a:lnTo>
                      <a:pt x="51" y="854"/>
                    </a:lnTo>
                    <a:lnTo>
                      <a:pt x="52" y="873"/>
                    </a:lnTo>
                    <a:lnTo>
                      <a:pt x="52" y="873"/>
                    </a:lnTo>
                    <a:lnTo>
                      <a:pt x="51" y="904"/>
                    </a:lnTo>
                    <a:lnTo>
                      <a:pt x="51" y="904"/>
                    </a:lnTo>
                    <a:lnTo>
                      <a:pt x="52" y="919"/>
                    </a:lnTo>
                    <a:lnTo>
                      <a:pt x="54" y="925"/>
                    </a:lnTo>
                    <a:lnTo>
                      <a:pt x="56" y="932"/>
                    </a:lnTo>
                    <a:lnTo>
                      <a:pt x="56" y="932"/>
                    </a:lnTo>
                    <a:lnTo>
                      <a:pt x="57" y="937"/>
                    </a:lnTo>
                    <a:lnTo>
                      <a:pt x="56" y="944"/>
                    </a:lnTo>
                    <a:lnTo>
                      <a:pt x="56" y="944"/>
                    </a:lnTo>
                    <a:lnTo>
                      <a:pt x="50" y="961"/>
                    </a:lnTo>
                    <a:lnTo>
                      <a:pt x="50" y="961"/>
                    </a:lnTo>
                    <a:lnTo>
                      <a:pt x="45" y="982"/>
                    </a:lnTo>
                    <a:lnTo>
                      <a:pt x="40" y="1003"/>
                    </a:lnTo>
                    <a:lnTo>
                      <a:pt x="40" y="1003"/>
                    </a:lnTo>
                    <a:lnTo>
                      <a:pt x="29" y="1082"/>
                    </a:lnTo>
                    <a:lnTo>
                      <a:pt x="29" y="1082"/>
                    </a:lnTo>
                    <a:lnTo>
                      <a:pt x="26" y="1097"/>
                    </a:lnTo>
                    <a:lnTo>
                      <a:pt x="26" y="1112"/>
                    </a:lnTo>
                    <a:lnTo>
                      <a:pt x="26" y="1112"/>
                    </a:lnTo>
                    <a:lnTo>
                      <a:pt x="26" y="1214"/>
                    </a:lnTo>
                    <a:lnTo>
                      <a:pt x="26" y="1214"/>
                    </a:lnTo>
                    <a:lnTo>
                      <a:pt x="25" y="1262"/>
                    </a:lnTo>
                    <a:lnTo>
                      <a:pt x="25" y="1262"/>
                    </a:lnTo>
                    <a:lnTo>
                      <a:pt x="25" y="1278"/>
                    </a:lnTo>
                    <a:lnTo>
                      <a:pt x="26" y="1293"/>
                    </a:lnTo>
                    <a:lnTo>
                      <a:pt x="28" y="1309"/>
                    </a:lnTo>
                    <a:lnTo>
                      <a:pt x="31" y="1324"/>
                    </a:lnTo>
                    <a:lnTo>
                      <a:pt x="31" y="1324"/>
                    </a:lnTo>
                    <a:lnTo>
                      <a:pt x="34" y="1335"/>
                    </a:lnTo>
                    <a:lnTo>
                      <a:pt x="37" y="1346"/>
                    </a:lnTo>
                    <a:lnTo>
                      <a:pt x="42" y="1356"/>
                    </a:lnTo>
                    <a:lnTo>
                      <a:pt x="49" y="1366"/>
                    </a:lnTo>
                    <a:lnTo>
                      <a:pt x="49" y="1366"/>
                    </a:lnTo>
                    <a:lnTo>
                      <a:pt x="52" y="1374"/>
                    </a:lnTo>
                    <a:lnTo>
                      <a:pt x="54" y="1377"/>
                    </a:lnTo>
                    <a:lnTo>
                      <a:pt x="54" y="1382"/>
                    </a:lnTo>
                    <a:lnTo>
                      <a:pt x="54" y="1382"/>
                    </a:lnTo>
                    <a:lnTo>
                      <a:pt x="55" y="1397"/>
                    </a:lnTo>
                    <a:lnTo>
                      <a:pt x="55" y="1397"/>
                    </a:lnTo>
                    <a:lnTo>
                      <a:pt x="54" y="1408"/>
                    </a:lnTo>
                    <a:lnTo>
                      <a:pt x="52" y="1421"/>
                    </a:lnTo>
                    <a:lnTo>
                      <a:pt x="52" y="1421"/>
                    </a:lnTo>
                    <a:lnTo>
                      <a:pt x="51" y="1424"/>
                    </a:lnTo>
                    <a:lnTo>
                      <a:pt x="51" y="1424"/>
                    </a:lnTo>
                    <a:lnTo>
                      <a:pt x="50" y="1444"/>
                    </a:lnTo>
                    <a:lnTo>
                      <a:pt x="50" y="1465"/>
                    </a:lnTo>
                    <a:lnTo>
                      <a:pt x="50" y="1465"/>
                    </a:lnTo>
                    <a:lnTo>
                      <a:pt x="51" y="1469"/>
                    </a:lnTo>
                    <a:lnTo>
                      <a:pt x="52" y="1473"/>
                    </a:lnTo>
                    <a:lnTo>
                      <a:pt x="54" y="1477"/>
                    </a:lnTo>
                    <a:lnTo>
                      <a:pt x="57" y="1479"/>
                    </a:lnTo>
                    <a:lnTo>
                      <a:pt x="57" y="1479"/>
                    </a:lnTo>
                    <a:lnTo>
                      <a:pt x="62" y="1483"/>
                    </a:lnTo>
                    <a:lnTo>
                      <a:pt x="70" y="1486"/>
                    </a:lnTo>
                    <a:lnTo>
                      <a:pt x="82" y="1493"/>
                    </a:lnTo>
                    <a:lnTo>
                      <a:pt x="82" y="1493"/>
                    </a:lnTo>
                    <a:lnTo>
                      <a:pt x="85" y="1494"/>
                    </a:lnTo>
                    <a:lnTo>
                      <a:pt x="87" y="1493"/>
                    </a:lnTo>
                    <a:lnTo>
                      <a:pt x="87" y="1493"/>
                    </a:lnTo>
                    <a:lnTo>
                      <a:pt x="94" y="1488"/>
                    </a:lnTo>
                    <a:lnTo>
                      <a:pt x="94" y="1488"/>
                    </a:lnTo>
                    <a:lnTo>
                      <a:pt x="99" y="1491"/>
                    </a:lnTo>
                    <a:lnTo>
                      <a:pt x="99" y="1491"/>
                    </a:lnTo>
                    <a:lnTo>
                      <a:pt x="112" y="1506"/>
                    </a:lnTo>
                    <a:lnTo>
                      <a:pt x="112" y="1506"/>
                    </a:lnTo>
                    <a:lnTo>
                      <a:pt x="119" y="1512"/>
                    </a:lnTo>
                    <a:lnTo>
                      <a:pt x="127" y="1517"/>
                    </a:lnTo>
                    <a:lnTo>
                      <a:pt x="134" y="1522"/>
                    </a:lnTo>
                    <a:lnTo>
                      <a:pt x="143" y="1525"/>
                    </a:lnTo>
                    <a:lnTo>
                      <a:pt x="143" y="1525"/>
                    </a:lnTo>
                    <a:lnTo>
                      <a:pt x="175" y="1535"/>
                    </a:lnTo>
                    <a:lnTo>
                      <a:pt x="175" y="1535"/>
                    </a:lnTo>
                    <a:lnTo>
                      <a:pt x="185" y="1536"/>
                    </a:lnTo>
                    <a:lnTo>
                      <a:pt x="195" y="1537"/>
                    </a:lnTo>
                    <a:lnTo>
                      <a:pt x="216" y="1538"/>
                    </a:lnTo>
                    <a:lnTo>
                      <a:pt x="216" y="1538"/>
                    </a:lnTo>
                    <a:lnTo>
                      <a:pt x="239" y="1537"/>
                    </a:lnTo>
                    <a:lnTo>
                      <a:pt x="252" y="1535"/>
                    </a:lnTo>
                    <a:lnTo>
                      <a:pt x="264" y="1534"/>
                    </a:lnTo>
                    <a:lnTo>
                      <a:pt x="264" y="1534"/>
                    </a:lnTo>
                    <a:lnTo>
                      <a:pt x="275" y="1530"/>
                    </a:lnTo>
                    <a:lnTo>
                      <a:pt x="285" y="1525"/>
                    </a:lnTo>
                    <a:lnTo>
                      <a:pt x="285" y="1525"/>
                    </a:lnTo>
                    <a:lnTo>
                      <a:pt x="289" y="1522"/>
                    </a:lnTo>
                    <a:lnTo>
                      <a:pt x="290" y="1520"/>
                    </a:lnTo>
                    <a:lnTo>
                      <a:pt x="290" y="1516"/>
                    </a:lnTo>
                    <a:lnTo>
                      <a:pt x="288" y="1512"/>
                    </a:lnTo>
                    <a:lnTo>
                      <a:pt x="288" y="1512"/>
                    </a:lnTo>
                    <a:lnTo>
                      <a:pt x="284" y="1506"/>
                    </a:lnTo>
                    <a:lnTo>
                      <a:pt x="284" y="1506"/>
                    </a:lnTo>
                    <a:lnTo>
                      <a:pt x="283" y="1501"/>
                    </a:lnTo>
                    <a:lnTo>
                      <a:pt x="280" y="1498"/>
                    </a:lnTo>
                    <a:lnTo>
                      <a:pt x="277" y="1495"/>
                    </a:lnTo>
                    <a:lnTo>
                      <a:pt x="272" y="1493"/>
                    </a:lnTo>
                    <a:lnTo>
                      <a:pt x="272" y="1493"/>
                    </a:lnTo>
                    <a:lnTo>
                      <a:pt x="256" y="1485"/>
                    </a:lnTo>
                    <a:lnTo>
                      <a:pt x="256" y="1485"/>
                    </a:lnTo>
                    <a:lnTo>
                      <a:pt x="249" y="1483"/>
                    </a:lnTo>
                    <a:lnTo>
                      <a:pt x="242" y="1478"/>
                    </a:lnTo>
                    <a:lnTo>
                      <a:pt x="242" y="1478"/>
                    </a:lnTo>
                    <a:lnTo>
                      <a:pt x="237" y="1474"/>
                    </a:lnTo>
                    <a:lnTo>
                      <a:pt x="237" y="1474"/>
                    </a:lnTo>
                    <a:lnTo>
                      <a:pt x="232" y="1470"/>
                    </a:lnTo>
                    <a:lnTo>
                      <a:pt x="232" y="1470"/>
                    </a:lnTo>
                    <a:lnTo>
                      <a:pt x="220" y="1459"/>
                    </a:lnTo>
                    <a:lnTo>
                      <a:pt x="220" y="1459"/>
                    </a:lnTo>
                    <a:lnTo>
                      <a:pt x="213" y="1454"/>
                    </a:lnTo>
                    <a:lnTo>
                      <a:pt x="208" y="1448"/>
                    </a:lnTo>
                    <a:lnTo>
                      <a:pt x="200" y="1437"/>
                    </a:lnTo>
                    <a:lnTo>
                      <a:pt x="200" y="1437"/>
                    </a:lnTo>
                    <a:lnTo>
                      <a:pt x="199" y="1433"/>
                    </a:lnTo>
                    <a:lnTo>
                      <a:pt x="197" y="1429"/>
                    </a:lnTo>
                    <a:lnTo>
                      <a:pt x="197" y="1426"/>
                    </a:lnTo>
                    <a:lnTo>
                      <a:pt x="200" y="1422"/>
                    </a:lnTo>
                    <a:lnTo>
                      <a:pt x="200" y="1422"/>
                    </a:lnTo>
                    <a:lnTo>
                      <a:pt x="202" y="1417"/>
                    </a:lnTo>
                    <a:lnTo>
                      <a:pt x="202" y="1417"/>
                    </a:lnTo>
                    <a:lnTo>
                      <a:pt x="211" y="1422"/>
                    </a:lnTo>
                    <a:lnTo>
                      <a:pt x="211" y="1422"/>
                    </a:lnTo>
                    <a:lnTo>
                      <a:pt x="247" y="1442"/>
                    </a:lnTo>
                    <a:lnTo>
                      <a:pt x="247" y="1442"/>
                    </a:lnTo>
                    <a:lnTo>
                      <a:pt x="257" y="1447"/>
                    </a:lnTo>
                    <a:lnTo>
                      <a:pt x="267" y="1449"/>
                    </a:lnTo>
                    <a:lnTo>
                      <a:pt x="277" y="1452"/>
                    </a:lnTo>
                    <a:lnTo>
                      <a:pt x="287" y="1454"/>
                    </a:lnTo>
                    <a:lnTo>
                      <a:pt x="287" y="1454"/>
                    </a:lnTo>
                    <a:lnTo>
                      <a:pt x="314" y="1457"/>
                    </a:lnTo>
                    <a:lnTo>
                      <a:pt x="314" y="1457"/>
                    </a:lnTo>
                    <a:lnTo>
                      <a:pt x="330" y="1457"/>
                    </a:lnTo>
                    <a:lnTo>
                      <a:pt x="345" y="1455"/>
                    </a:lnTo>
                    <a:lnTo>
                      <a:pt x="360" y="1453"/>
                    </a:lnTo>
                    <a:lnTo>
                      <a:pt x="374" y="1449"/>
                    </a:lnTo>
                    <a:lnTo>
                      <a:pt x="374" y="1449"/>
                    </a:lnTo>
                    <a:lnTo>
                      <a:pt x="379" y="1447"/>
                    </a:lnTo>
                    <a:lnTo>
                      <a:pt x="384" y="1444"/>
                    </a:lnTo>
                    <a:lnTo>
                      <a:pt x="388" y="1442"/>
                    </a:lnTo>
                    <a:lnTo>
                      <a:pt x="392" y="1437"/>
                    </a:lnTo>
                    <a:lnTo>
                      <a:pt x="392" y="1437"/>
                    </a:lnTo>
                    <a:lnTo>
                      <a:pt x="394" y="1433"/>
                    </a:lnTo>
                    <a:lnTo>
                      <a:pt x="396" y="1431"/>
                    </a:lnTo>
                    <a:lnTo>
                      <a:pt x="394" y="1427"/>
                    </a:lnTo>
                    <a:lnTo>
                      <a:pt x="392" y="1423"/>
                    </a:lnTo>
                    <a:lnTo>
                      <a:pt x="392" y="1423"/>
                    </a:lnTo>
                    <a:lnTo>
                      <a:pt x="391" y="1419"/>
                    </a:lnTo>
                    <a:lnTo>
                      <a:pt x="391" y="1419"/>
                    </a:lnTo>
                    <a:lnTo>
                      <a:pt x="388" y="1415"/>
                    </a:lnTo>
                    <a:lnTo>
                      <a:pt x="384" y="1411"/>
                    </a:lnTo>
                    <a:lnTo>
                      <a:pt x="379" y="1408"/>
                    </a:lnTo>
                    <a:lnTo>
                      <a:pt x="374" y="1406"/>
                    </a:lnTo>
                    <a:lnTo>
                      <a:pt x="374" y="1406"/>
                    </a:lnTo>
                    <a:lnTo>
                      <a:pt x="365" y="1405"/>
                    </a:lnTo>
                    <a:lnTo>
                      <a:pt x="355" y="1403"/>
                    </a:lnTo>
                    <a:lnTo>
                      <a:pt x="355" y="1403"/>
                    </a:lnTo>
                    <a:lnTo>
                      <a:pt x="345" y="1403"/>
                    </a:lnTo>
                    <a:lnTo>
                      <a:pt x="345" y="1403"/>
                    </a:lnTo>
                    <a:lnTo>
                      <a:pt x="335" y="1402"/>
                    </a:lnTo>
                    <a:lnTo>
                      <a:pt x="325" y="1398"/>
                    </a:lnTo>
                    <a:lnTo>
                      <a:pt x="325" y="1398"/>
                    </a:lnTo>
                    <a:lnTo>
                      <a:pt x="319" y="1396"/>
                    </a:lnTo>
                    <a:lnTo>
                      <a:pt x="319" y="1396"/>
                    </a:lnTo>
                    <a:lnTo>
                      <a:pt x="305" y="1392"/>
                    </a:lnTo>
                    <a:lnTo>
                      <a:pt x="291" y="1386"/>
                    </a:lnTo>
                    <a:lnTo>
                      <a:pt x="291" y="1386"/>
                    </a:lnTo>
                    <a:lnTo>
                      <a:pt x="282" y="1380"/>
                    </a:lnTo>
                    <a:lnTo>
                      <a:pt x="272" y="1372"/>
                    </a:lnTo>
                    <a:lnTo>
                      <a:pt x="272" y="1372"/>
                    </a:lnTo>
                    <a:lnTo>
                      <a:pt x="268" y="1367"/>
                    </a:lnTo>
                    <a:lnTo>
                      <a:pt x="268" y="1367"/>
                    </a:lnTo>
                    <a:lnTo>
                      <a:pt x="264" y="1361"/>
                    </a:lnTo>
                    <a:lnTo>
                      <a:pt x="264" y="1361"/>
                    </a:lnTo>
                    <a:lnTo>
                      <a:pt x="262" y="1358"/>
                    </a:lnTo>
                    <a:lnTo>
                      <a:pt x="260" y="1353"/>
                    </a:lnTo>
                    <a:lnTo>
                      <a:pt x="260" y="1353"/>
                    </a:lnTo>
                    <a:lnTo>
                      <a:pt x="258" y="1345"/>
                    </a:lnTo>
                    <a:lnTo>
                      <a:pt x="258" y="1345"/>
                    </a:lnTo>
                    <a:lnTo>
                      <a:pt x="246" y="1314"/>
                    </a:lnTo>
                    <a:lnTo>
                      <a:pt x="246" y="1314"/>
                    </a:lnTo>
                    <a:lnTo>
                      <a:pt x="243" y="1308"/>
                    </a:lnTo>
                    <a:lnTo>
                      <a:pt x="243" y="1308"/>
                    </a:lnTo>
                    <a:lnTo>
                      <a:pt x="243" y="1304"/>
                    </a:lnTo>
                    <a:lnTo>
                      <a:pt x="243" y="1302"/>
                    </a:lnTo>
                    <a:lnTo>
                      <a:pt x="244" y="1298"/>
                    </a:lnTo>
                    <a:lnTo>
                      <a:pt x="247" y="1296"/>
                    </a:lnTo>
                    <a:lnTo>
                      <a:pt x="247" y="1296"/>
                    </a:lnTo>
                    <a:lnTo>
                      <a:pt x="249" y="1293"/>
                    </a:lnTo>
                    <a:lnTo>
                      <a:pt x="249" y="1293"/>
                    </a:lnTo>
                    <a:lnTo>
                      <a:pt x="252" y="1289"/>
                    </a:lnTo>
                    <a:lnTo>
                      <a:pt x="253" y="1286"/>
                    </a:lnTo>
                    <a:lnTo>
                      <a:pt x="254" y="1282"/>
                    </a:lnTo>
                    <a:lnTo>
                      <a:pt x="254" y="1277"/>
                    </a:lnTo>
                    <a:lnTo>
                      <a:pt x="254" y="1277"/>
                    </a:lnTo>
                    <a:lnTo>
                      <a:pt x="253" y="1268"/>
                    </a:lnTo>
                    <a:lnTo>
                      <a:pt x="251" y="1260"/>
                    </a:lnTo>
                    <a:lnTo>
                      <a:pt x="251" y="1260"/>
                    </a:lnTo>
                    <a:lnTo>
                      <a:pt x="238" y="1220"/>
                    </a:lnTo>
                    <a:lnTo>
                      <a:pt x="238" y="1220"/>
                    </a:lnTo>
                    <a:lnTo>
                      <a:pt x="237" y="1214"/>
                    </a:lnTo>
                    <a:lnTo>
                      <a:pt x="239" y="1208"/>
                    </a:lnTo>
                    <a:lnTo>
                      <a:pt x="239" y="1208"/>
                    </a:lnTo>
                    <a:lnTo>
                      <a:pt x="244" y="1198"/>
                    </a:lnTo>
                    <a:lnTo>
                      <a:pt x="244" y="1198"/>
                    </a:lnTo>
                    <a:lnTo>
                      <a:pt x="248" y="1191"/>
                    </a:lnTo>
                    <a:lnTo>
                      <a:pt x="248" y="1191"/>
                    </a:lnTo>
                    <a:lnTo>
                      <a:pt x="253" y="1184"/>
                    </a:lnTo>
                    <a:lnTo>
                      <a:pt x="256" y="1178"/>
                    </a:lnTo>
                    <a:lnTo>
                      <a:pt x="257" y="1173"/>
                    </a:lnTo>
                    <a:lnTo>
                      <a:pt x="257" y="1163"/>
                    </a:lnTo>
                    <a:lnTo>
                      <a:pt x="257" y="1163"/>
                    </a:lnTo>
                    <a:lnTo>
                      <a:pt x="257" y="1154"/>
                    </a:lnTo>
                    <a:lnTo>
                      <a:pt x="257" y="1154"/>
                    </a:lnTo>
                    <a:lnTo>
                      <a:pt x="257" y="1149"/>
                    </a:lnTo>
                    <a:lnTo>
                      <a:pt x="257" y="1144"/>
                    </a:lnTo>
                    <a:lnTo>
                      <a:pt x="259" y="1136"/>
                    </a:lnTo>
                    <a:lnTo>
                      <a:pt x="259" y="1136"/>
                    </a:lnTo>
                    <a:lnTo>
                      <a:pt x="265" y="1115"/>
                    </a:lnTo>
                    <a:lnTo>
                      <a:pt x="270" y="1093"/>
                    </a:lnTo>
                    <a:lnTo>
                      <a:pt x="270" y="1093"/>
                    </a:lnTo>
                    <a:lnTo>
                      <a:pt x="279" y="1041"/>
                    </a:lnTo>
                    <a:lnTo>
                      <a:pt x="279" y="1041"/>
                    </a:lnTo>
                    <a:lnTo>
                      <a:pt x="285" y="998"/>
                    </a:lnTo>
                    <a:lnTo>
                      <a:pt x="285" y="998"/>
                    </a:lnTo>
                    <a:lnTo>
                      <a:pt x="291" y="948"/>
                    </a:lnTo>
                    <a:lnTo>
                      <a:pt x="295" y="925"/>
                    </a:lnTo>
                    <a:lnTo>
                      <a:pt x="300" y="900"/>
                    </a:lnTo>
                    <a:lnTo>
                      <a:pt x="300" y="900"/>
                    </a:lnTo>
                    <a:lnTo>
                      <a:pt x="313" y="846"/>
                    </a:lnTo>
                    <a:lnTo>
                      <a:pt x="313" y="846"/>
                    </a:lnTo>
                    <a:lnTo>
                      <a:pt x="325" y="789"/>
                    </a:lnTo>
                    <a:lnTo>
                      <a:pt x="325" y="789"/>
                    </a:lnTo>
                    <a:lnTo>
                      <a:pt x="329" y="769"/>
                    </a:lnTo>
                    <a:lnTo>
                      <a:pt x="331" y="748"/>
                    </a:lnTo>
                    <a:lnTo>
                      <a:pt x="331" y="748"/>
                    </a:lnTo>
                    <a:lnTo>
                      <a:pt x="332" y="729"/>
                    </a:lnTo>
                    <a:lnTo>
                      <a:pt x="334" y="712"/>
                    </a:lnTo>
                    <a:lnTo>
                      <a:pt x="334" y="712"/>
                    </a:lnTo>
                    <a:lnTo>
                      <a:pt x="334" y="657"/>
                    </a:lnTo>
                    <a:lnTo>
                      <a:pt x="334" y="657"/>
                    </a:lnTo>
                    <a:lnTo>
                      <a:pt x="334" y="650"/>
                    </a:lnTo>
                    <a:lnTo>
                      <a:pt x="334" y="6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8" name="îsľíḋê"/>
              <p:cNvSpPr/>
              <p:nvPr/>
            </p:nvSpPr>
            <p:spPr>
              <a:xfrm>
                <a:off x="3829901" y="3433078"/>
                <a:ext cx="138072" cy="208161"/>
              </a:xfrm>
              <a:custGeom>
                <a:avLst/>
                <a:gdLst>
                  <a:gd name="T0" fmla="*/ 4 w 197"/>
                  <a:gd name="T1" fmla="*/ 127 h 297"/>
                  <a:gd name="T2" fmla="*/ 5 w 197"/>
                  <a:gd name="T3" fmla="*/ 109 h 297"/>
                  <a:gd name="T4" fmla="*/ 5 w 197"/>
                  <a:gd name="T5" fmla="*/ 88 h 297"/>
                  <a:gd name="T6" fmla="*/ 7 w 197"/>
                  <a:gd name="T7" fmla="*/ 77 h 297"/>
                  <a:gd name="T8" fmla="*/ 8 w 197"/>
                  <a:gd name="T9" fmla="*/ 69 h 297"/>
                  <a:gd name="T10" fmla="*/ 5 w 197"/>
                  <a:gd name="T11" fmla="*/ 69 h 297"/>
                  <a:gd name="T12" fmla="*/ 15 w 197"/>
                  <a:gd name="T13" fmla="*/ 62 h 297"/>
                  <a:gd name="T14" fmla="*/ 25 w 197"/>
                  <a:gd name="T15" fmla="*/ 51 h 297"/>
                  <a:gd name="T16" fmla="*/ 30 w 197"/>
                  <a:gd name="T17" fmla="*/ 46 h 297"/>
                  <a:gd name="T18" fmla="*/ 39 w 197"/>
                  <a:gd name="T19" fmla="*/ 38 h 297"/>
                  <a:gd name="T20" fmla="*/ 43 w 197"/>
                  <a:gd name="T21" fmla="*/ 30 h 297"/>
                  <a:gd name="T22" fmla="*/ 51 w 197"/>
                  <a:gd name="T23" fmla="*/ 30 h 297"/>
                  <a:gd name="T24" fmla="*/ 72 w 197"/>
                  <a:gd name="T25" fmla="*/ 20 h 297"/>
                  <a:gd name="T26" fmla="*/ 88 w 197"/>
                  <a:gd name="T27" fmla="*/ 15 h 297"/>
                  <a:gd name="T28" fmla="*/ 103 w 197"/>
                  <a:gd name="T29" fmla="*/ 13 h 297"/>
                  <a:gd name="T30" fmla="*/ 111 w 197"/>
                  <a:gd name="T31" fmla="*/ 8 h 297"/>
                  <a:gd name="T32" fmla="*/ 115 w 197"/>
                  <a:gd name="T33" fmla="*/ 5 h 297"/>
                  <a:gd name="T34" fmla="*/ 116 w 197"/>
                  <a:gd name="T35" fmla="*/ 10 h 297"/>
                  <a:gd name="T36" fmla="*/ 124 w 197"/>
                  <a:gd name="T37" fmla="*/ 7 h 297"/>
                  <a:gd name="T38" fmla="*/ 125 w 197"/>
                  <a:gd name="T39" fmla="*/ 2 h 297"/>
                  <a:gd name="T40" fmla="*/ 135 w 197"/>
                  <a:gd name="T41" fmla="*/ 0 h 297"/>
                  <a:gd name="T42" fmla="*/ 147 w 197"/>
                  <a:gd name="T43" fmla="*/ 10 h 297"/>
                  <a:gd name="T44" fmla="*/ 155 w 197"/>
                  <a:gd name="T45" fmla="*/ 8 h 297"/>
                  <a:gd name="T46" fmla="*/ 158 w 197"/>
                  <a:gd name="T47" fmla="*/ 5 h 297"/>
                  <a:gd name="T48" fmla="*/ 160 w 197"/>
                  <a:gd name="T49" fmla="*/ 14 h 297"/>
                  <a:gd name="T50" fmla="*/ 175 w 197"/>
                  <a:gd name="T51" fmla="*/ 30 h 297"/>
                  <a:gd name="T52" fmla="*/ 180 w 197"/>
                  <a:gd name="T53" fmla="*/ 26 h 297"/>
                  <a:gd name="T54" fmla="*/ 180 w 197"/>
                  <a:gd name="T55" fmla="*/ 33 h 297"/>
                  <a:gd name="T56" fmla="*/ 186 w 197"/>
                  <a:gd name="T57" fmla="*/ 48 h 297"/>
                  <a:gd name="T58" fmla="*/ 187 w 197"/>
                  <a:gd name="T59" fmla="*/ 55 h 297"/>
                  <a:gd name="T60" fmla="*/ 184 w 197"/>
                  <a:gd name="T61" fmla="*/ 59 h 297"/>
                  <a:gd name="T62" fmla="*/ 191 w 197"/>
                  <a:gd name="T63" fmla="*/ 65 h 297"/>
                  <a:gd name="T64" fmla="*/ 196 w 197"/>
                  <a:gd name="T65" fmla="*/ 70 h 297"/>
                  <a:gd name="T66" fmla="*/ 189 w 197"/>
                  <a:gd name="T67" fmla="*/ 75 h 297"/>
                  <a:gd name="T68" fmla="*/ 188 w 197"/>
                  <a:gd name="T69" fmla="*/ 77 h 297"/>
                  <a:gd name="T70" fmla="*/ 189 w 197"/>
                  <a:gd name="T71" fmla="*/ 81 h 297"/>
                  <a:gd name="T72" fmla="*/ 186 w 197"/>
                  <a:gd name="T73" fmla="*/ 83 h 297"/>
                  <a:gd name="T74" fmla="*/ 188 w 197"/>
                  <a:gd name="T75" fmla="*/ 92 h 297"/>
                  <a:gd name="T76" fmla="*/ 184 w 197"/>
                  <a:gd name="T77" fmla="*/ 92 h 297"/>
                  <a:gd name="T78" fmla="*/ 183 w 197"/>
                  <a:gd name="T79" fmla="*/ 119 h 297"/>
                  <a:gd name="T80" fmla="*/ 180 w 197"/>
                  <a:gd name="T81" fmla="*/ 143 h 297"/>
                  <a:gd name="T82" fmla="*/ 180 w 197"/>
                  <a:gd name="T83" fmla="*/ 173 h 297"/>
                  <a:gd name="T84" fmla="*/ 171 w 197"/>
                  <a:gd name="T85" fmla="*/ 206 h 297"/>
                  <a:gd name="T86" fmla="*/ 156 w 197"/>
                  <a:gd name="T87" fmla="*/ 237 h 297"/>
                  <a:gd name="T88" fmla="*/ 136 w 197"/>
                  <a:gd name="T89" fmla="*/ 252 h 297"/>
                  <a:gd name="T90" fmla="*/ 127 w 197"/>
                  <a:gd name="T91" fmla="*/ 264 h 297"/>
                  <a:gd name="T92" fmla="*/ 123 w 197"/>
                  <a:gd name="T93" fmla="*/ 287 h 297"/>
                  <a:gd name="T94" fmla="*/ 113 w 197"/>
                  <a:gd name="T95" fmla="*/ 290 h 297"/>
                  <a:gd name="T96" fmla="*/ 69 w 197"/>
                  <a:gd name="T97" fmla="*/ 258 h 297"/>
                  <a:gd name="T98" fmla="*/ 32 w 197"/>
                  <a:gd name="T99" fmla="*/ 243 h 297"/>
                  <a:gd name="T100" fmla="*/ 26 w 197"/>
                  <a:gd name="T101" fmla="*/ 241 h 297"/>
                  <a:gd name="T102" fmla="*/ 27 w 197"/>
                  <a:gd name="T103" fmla="*/ 226 h 297"/>
                  <a:gd name="T104" fmla="*/ 23 w 197"/>
                  <a:gd name="T105" fmla="*/ 210 h 297"/>
                  <a:gd name="T106" fmla="*/ 18 w 197"/>
                  <a:gd name="T107" fmla="*/ 193 h 297"/>
                  <a:gd name="T108" fmla="*/ 4 w 197"/>
                  <a:gd name="T109" fmla="*/ 167 h 297"/>
                  <a:gd name="T110" fmla="*/ 2 w 197"/>
                  <a:gd name="T111" fmla="*/ 157 h 297"/>
                  <a:gd name="T112" fmla="*/ 2 w 197"/>
                  <a:gd name="T113" fmla="*/ 14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7" h="297">
                    <a:moveTo>
                      <a:pt x="2" y="140"/>
                    </a:moveTo>
                    <a:lnTo>
                      <a:pt x="2" y="140"/>
                    </a:lnTo>
                    <a:lnTo>
                      <a:pt x="4" y="133"/>
                    </a:lnTo>
                    <a:lnTo>
                      <a:pt x="4" y="127"/>
                    </a:lnTo>
                    <a:lnTo>
                      <a:pt x="4" y="127"/>
                    </a:lnTo>
                    <a:lnTo>
                      <a:pt x="4" y="118"/>
                    </a:lnTo>
                    <a:lnTo>
                      <a:pt x="5" y="109"/>
                    </a:lnTo>
                    <a:lnTo>
                      <a:pt x="5" y="109"/>
                    </a:lnTo>
                    <a:lnTo>
                      <a:pt x="6" y="102"/>
                    </a:lnTo>
                    <a:lnTo>
                      <a:pt x="5" y="93"/>
                    </a:lnTo>
                    <a:lnTo>
                      <a:pt x="5" y="93"/>
                    </a:lnTo>
                    <a:lnTo>
                      <a:pt x="5" y="88"/>
                    </a:lnTo>
                    <a:lnTo>
                      <a:pt x="5" y="83"/>
                    </a:lnTo>
                    <a:lnTo>
                      <a:pt x="5" y="83"/>
                    </a:lnTo>
                    <a:lnTo>
                      <a:pt x="7" y="77"/>
                    </a:lnTo>
                    <a:lnTo>
                      <a:pt x="7" y="77"/>
                    </a:lnTo>
                    <a:lnTo>
                      <a:pt x="8" y="74"/>
                    </a:lnTo>
                    <a:lnTo>
                      <a:pt x="10" y="69"/>
                    </a:lnTo>
                    <a:lnTo>
                      <a:pt x="10" y="69"/>
                    </a:lnTo>
                    <a:lnTo>
                      <a:pt x="8" y="69"/>
                    </a:lnTo>
                    <a:lnTo>
                      <a:pt x="7" y="69"/>
                    </a:lnTo>
                    <a:lnTo>
                      <a:pt x="6" y="70"/>
                    </a:lnTo>
                    <a:lnTo>
                      <a:pt x="5" y="69"/>
                    </a:lnTo>
                    <a:lnTo>
                      <a:pt x="5" y="69"/>
                    </a:lnTo>
                    <a:lnTo>
                      <a:pt x="8" y="66"/>
                    </a:lnTo>
                    <a:lnTo>
                      <a:pt x="8" y="66"/>
                    </a:lnTo>
                    <a:lnTo>
                      <a:pt x="11" y="65"/>
                    </a:lnTo>
                    <a:lnTo>
                      <a:pt x="15" y="62"/>
                    </a:lnTo>
                    <a:lnTo>
                      <a:pt x="18" y="56"/>
                    </a:lnTo>
                    <a:lnTo>
                      <a:pt x="18" y="56"/>
                    </a:lnTo>
                    <a:lnTo>
                      <a:pt x="21" y="54"/>
                    </a:lnTo>
                    <a:lnTo>
                      <a:pt x="25" y="51"/>
                    </a:lnTo>
                    <a:lnTo>
                      <a:pt x="25" y="51"/>
                    </a:lnTo>
                    <a:lnTo>
                      <a:pt x="27" y="50"/>
                    </a:lnTo>
                    <a:lnTo>
                      <a:pt x="30" y="46"/>
                    </a:lnTo>
                    <a:lnTo>
                      <a:pt x="30" y="46"/>
                    </a:lnTo>
                    <a:lnTo>
                      <a:pt x="33" y="44"/>
                    </a:lnTo>
                    <a:lnTo>
                      <a:pt x="33" y="44"/>
                    </a:lnTo>
                    <a:lnTo>
                      <a:pt x="37" y="41"/>
                    </a:lnTo>
                    <a:lnTo>
                      <a:pt x="39" y="38"/>
                    </a:lnTo>
                    <a:lnTo>
                      <a:pt x="39" y="38"/>
                    </a:lnTo>
                    <a:lnTo>
                      <a:pt x="41" y="34"/>
                    </a:lnTo>
                    <a:lnTo>
                      <a:pt x="43" y="30"/>
                    </a:lnTo>
                    <a:lnTo>
                      <a:pt x="43" y="30"/>
                    </a:lnTo>
                    <a:lnTo>
                      <a:pt x="46" y="30"/>
                    </a:lnTo>
                    <a:lnTo>
                      <a:pt x="47" y="30"/>
                    </a:lnTo>
                    <a:lnTo>
                      <a:pt x="47" y="30"/>
                    </a:lnTo>
                    <a:lnTo>
                      <a:pt x="51" y="30"/>
                    </a:lnTo>
                    <a:lnTo>
                      <a:pt x="53" y="29"/>
                    </a:lnTo>
                    <a:lnTo>
                      <a:pt x="53" y="29"/>
                    </a:lnTo>
                    <a:lnTo>
                      <a:pt x="72" y="20"/>
                    </a:lnTo>
                    <a:lnTo>
                      <a:pt x="72" y="20"/>
                    </a:lnTo>
                    <a:lnTo>
                      <a:pt x="79" y="17"/>
                    </a:lnTo>
                    <a:lnTo>
                      <a:pt x="84" y="15"/>
                    </a:lnTo>
                    <a:lnTo>
                      <a:pt x="88" y="15"/>
                    </a:lnTo>
                    <a:lnTo>
                      <a:pt x="88" y="15"/>
                    </a:lnTo>
                    <a:lnTo>
                      <a:pt x="93" y="14"/>
                    </a:lnTo>
                    <a:lnTo>
                      <a:pt x="93" y="14"/>
                    </a:lnTo>
                    <a:lnTo>
                      <a:pt x="98" y="13"/>
                    </a:lnTo>
                    <a:lnTo>
                      <a:pt x="103" y="13"/>
                    </a:lnTo>
                    <a:lnTo>
                      <a:pt x="103" y="13"/>
                    </a:lnTo>
                    <a:lnTo>
                      <a:pt x="108" y="12"/>
                    </a:lnTo>
                    <a:lnTo>
                      <a:pt x="111" y="8"/>
                    </a:lnTo>
                    <a:lnTo>
                      <a:pt x="111" y="8"/>
                    </a:lnTo>
                    <a:lnTo>
                      <a:pt x="113" y="5"/>
                    </a:lnTo>
                    <a:lnTo>
                      <a:pt x="113" y="5"/>
                    </a:lnTo>
                    <a:lnTo>
                      <a:pt x="115" y="5"/>
                    </a:lnTo>
                    <a:lnTo>
                      <a:pt x="115" y="5"/>
                    </a:lnTo>
                    <a:lnTo>
                      <a:pt x="115" y="5"/>
                    </a:lnTo>
                    <a:lnTo>
                      <a:pt x="114" y="10"/>
                    </a:lnTo>
                    <a:lnTo>
                      <a:pt x="114" y="10"/>
                    </a:lnTo>
                    <a:lnTo>
                      <a:pt x="116" y="10"/>
                    </a:lnTo>
                    <a:lnTo>
                      <a:pt x="119" y="10"/>
                    </a:lnTo>
                    <a:lnTo>
                      <a:pt x="123" y="8"/>
                    </a:lnTo>
                    <a:lnTo>
                      <a:pt x="123" y="8"/>
                    </a:lnTo>
                    <a:lnTo>
                      <a:pt x="124" y="7"/>
                    </a:lnTo>
                    <a:lnTo>
                      <a:pt x="124" y="5"/>
                    </a:lnTo>
                    <a:lnTo>
                      <a:pt x="125" y="2"/>
                    </a:lnTo>
                    <a:lnTo>
                      <a:pt x="125" y="2"/>
                    </a:lnTo>
                    <a:lnTo>
                      <a:pt x="125" y="2"/>
                    </a:lnTo>
                    <a:lnTo>
                      <a:pt x="130" y="5"/>
                    </a:lnTo>
                    <a:lnTo>
                      <a:pt x="130" y="5"/>
                    </a:lnTo>
                    <a:lnTo>
                      <a:pt x="135" y="0"/>
                    </a:lnTo>
                    <a:lnTo>
                      <a:pt x="135" y="0"/>
                    </a:lnTo>
                    <a:lnTo>
                      <a:pt x="136" y="4"/>
                    </a:lnTo>
                    <a:lnTo>
                      <a:pt x="141" y="9"/>
                    </a:lnTo>
                    <a:lnTo>
                      <a:pt x="141" y="9"/>
                    </a:lnTo>
                    <a:lnTo>
                      <a:pt x="147" y="10"/>
                    </a:lnTo>
                    <a:lnTo>
                      <a:pt x="147" y="10"/>
                    </a:lnTo>
                    <a:lnTo>
                      <a:pt x="150" y="10"/>
                    </a:lnTo>
                    <a:lnTo>
                      <a:pt x="152" y="9"/>
                    </a:lnTo>
                    <a:lnTo>
                      <a:pt x="155" y="8"/>
                    </a:lnTo>
                    <a:lnTo>
                      <a:pt x="157" y="5"/>
                    </a:lnTo>
                    <a:lnTo>
                      <a:pt x="157" y="5"/>
                    </a:lnTo>
                    <a:lnTo>
                      <a:pt x="158" y="5"/>
                    </a:lnTo>
                    <a:lnTo>
                      <a:pt x="158" y="5"/>
                    </a:lnTo>
                    <a:lnTo>
                      <a:pt x="160" y="8"/>
                    </a:lnTo>
                    <a:lnTo>
                      <a:pt x="160" y="9"/>
                    </a:lnTo>
                    <a:lnTo>
                      <a:pt x="160" y="9"/>
                    </a:lnTo>
                    <a:lnTo>
                      <a:pt x="160" y="14"/>
                    </a:lnTo>
                    <a:lnTo>
                      <a:pt x="162" y="18"/>
                    </a:lnTo>
                    <a:lnTo>
                      <a:pt x="162" y="18"/>
                    </a:lnTo>
                    <a:lnTo>
                      <a:pt x="168" y="24"/>
                    </a:lnTo>
                    <a:lnTo>
                      <a:pt x="175" y="30"/>
                    </a:lnTo>
                    <a:lnTo>
                      <a:pt x="175" y="30"/>
                    </a:lnTo>
                    <a:lnTo>
                      <a:pt x="177" y="30"/>
                    </a:lnTo>
                    <a:lnTo>
                      <a:pt x="177" y="30"/>
                    </a:lnTo>
                    <a:lnTo>
                      <a:pt x="180" y="26"/>
                    </a:lnTo>
                    <a:lnTo>
                      <a:pt x="180" y="26"/>
                    </a:lnTo>
                    <a:lnTo>
                      <a:pt x="180" y="30"/>
                    </a:lnTo>
                    <a:lnTo>
                      <a:pt x="180" y="33"/>
                    </a:lnTo>
                    <a:lnTo>
                      <a:pt x="180" y="33"/>
                    </a:lnTo>
                    <a:lnTo>
                      <a:pt x="182" y="36"/>
                    </a:lnTo>
                    <a:lnTo>
                      <a:pt x="182" y="40"/>
                    </a:lnTo>
                    <a:lnTo>
                      <a:pt x="183" y="44"/>
                    </a:lnTo>
                    <a:lnTo>
                      <a:pt x="186" y="48"/>
                    </a:lnTo>
                    <a:lnTo>
                      <a:pt x="186" y="48"/>
                    </a:lnTo>
                    <a:lnTo>
                      <a:pt x="187" y="51"/>
                    </a:lnTo>
                    <a:lnTo>
                      <a:pt x="187" y="55"/>
                    </a:lnTo>
                    <a:lnTo>
                      <a:pt x="187" y="55"/>
                    </a:lnTo>
                    <a:lnTo>
                      <a:pt x="187" y="56"/>
                    </a:lnTo>
                    <a:lnTo>
                      <a:pt x="186" y="56"/>
                    </a:lnTo>
                    <a:lnTo>
                      <a:pt x="186" y="56"/>
                    </a:lnTo>
                    <a:lnTo>
                      <a:pt x="184" y="59"/>
                    </a:lnTo>
                    <a:lnTo>
                      <a:pt x="184" y="59"/>
                    </a:lnTo>
                    <a:lnTo>
                      <a:pt x="184" y="64"/>
                    </a:lnTo>
                    <a:lnTo>
                      <a:pt x="184" y="64"/>
                    </a:lnTo>
                    <a:lnTo>
                      <a:pt x="191" y="65"/>
                    </a:lnTo>
                    <a:lnTo>
                      <a:pt x="191" y="65"/>
                    </a:lnTo>
                    <a:lnTo>
                      <a:pt x="197" y="67"/>
                    </a:lnTo>
                    <a:lnTo>
                      <a:pt x="197" y="67"/>
                    </a:lnTo>
                    <a:lnTo>
                      <a:pt x="196" y="70"/>
                    </a:lnTo>
                    <a:lnTo>
                      <a:pt x="196" y="70"/>
                    </a:lnTo>
                    <a:lnTo>
                      <a:pt x="193" y="72"/>
                    </a:lnTo>
                    <a:lnTo>
                      <a:pt x="189" y="75"/>
                    </a:lnTo>
                    <a:lnTo>
                      <a:pt x="189" y="75"/>
                    </a:lnTo>
                    <a:lnTo>
                      <a:pt x="188" y="76"/>
                    </a:lnTo>
                    <a:lnTo>
                      <a:pt x="188" y="76"/>
                    </a:lnTo>
                    <a:lnTo>
                      <a:pt x="188" y="77"/>
                    </a:lnTo>
                    <a:lnTo>
                      <a:pt x="188" y="77"/>
                    </a:lnTo>
                    <a:lnTo>
                      <a:pt x="189" y="80"/>
                    </a:lnTo>
                    <a:lnTo>
                      <a:pt x="189" y="80"/>
                    </a:lnTo>
                    <a:lnTo>
                      <a:pt x="189" y="81"/>
                    </a:lnTo>
                    <a:lnTo>
                      <a:pt x="189" y="81"/>
                    </a:lnTo>
                    <a:lnTo>
                      <a:pt x="188" y="83"/>
                    </a:lnTo>
                    <a:lnTo>
                      <a:pt x="188" y="83"/>
                    </a:lnTo>
                    <a:lnTo>
                      <a:pt x="186" y="83"/>
                    </a:lnTo>
                    <a:lnTo>
                      <a:pt x="186" y="83"/>
                    </a:lnTo>
                    <a:lnTo>
                      <a:pt x="184" y="86"/>
                    </a:lnTo>
                    <a:lnTo>
                      <a:pt x="184" y="87"/>
                    </a:lnTo>
                    <a:lnTo>
                      <a:pt x="184" y="87"/>
                    </a:lnTo>
                    <a:lnTo>
                      <a:pt x="188" y="92"/>
                    </a:lnTo>
                    <a:lnTo>
                      <a:pt x="188" y="92"/>
                    </a:lnTo>
                    <a:lnTo>
                      <a:pt x="188" y="92"/>
                    </a:lnTo>
                    <a:lnTo>
                      <a:pt x="188" y="92"/>
                    </a:lnTo>
                    <a:lnTo>
                      <a:pt x="184" y="92"/>
                    </a:lnTo>
                    <a:lnTo>
                      <a:pt x="184" y="92"/>
                    </a:lnTo>
                    <a:lnTo>
                      <a:pt x="184" y="106"/>
                    </a:lnTo>
                    <a:lnTo>
                      <a:pt x="184" y="106"/>
                    </a:lnTo>
                    <a:lnTo>
                      <a:pt x="183" y="119"/>
                    </a:lnTo>
                    <a:lnTo>
                      <a:pt x="181" y="133"/>
                    </a:lnTo>
                    <a:lnTo>
                      <a:pt x="181" y="133"/>
                    </a:lnTo>
                    <a:lnTo>
                      <a:pt x="180" y="138"/>
                    </a:lnTo>
                    <a:lnTo>
                      <a:pt x="180" y="143"/>
                    </a:lnTo>
                    <a:lnTo>
                      <a:pt x="180" y="143"/>
                    </a:lnTo>
                    <a:lnTo>
                      <a:pt x="182" y="158"/>
                    </a:lnTo>
                    <a:lnTo>
                      <a:pt x="181" y="165"/>
                    </a:lnTo>
                    <a:lnTo>
                      <a:pt x="180" y="173"/>
                    </a:lnTo>
                    <a:lnTo>
                      <a:pt x="180" y="173"/>
                    </a:lnTo>
                    <a:lnTo>
                      <a:pt x="175" y="195"/>
                    </a:lnTo>
                    <a:lnTo>
                      <a:pt x="175" y="195"/>
                    </a:lnTo>
                    <a:lnTo>
                      <a:pt x="171" y="206"/>
                    </a:lnTo>
                    <a:lnTo>
                      <a:pt x="167" y="217"/>
                    </a:lnTo>
                    <a:lnTo>
                      <a:pt x="162" y="227"/>
                    </a:lnTo>
                    <a:lnTo>
                      <a:pt x="156" y="237"/>
                    </a:lnTo>
                    <a:lnTo>
                      <a:pt x="156" y="237"/>
                    </a:lnTo>
                    <a:lnTo>
                      <a:pt x="152" y="242"/>
                    </a:lnTo>
                    <a:lnTo>
                      <a:pt x="147" y="247"/>
                    </a:lnTo>
                    <a:lnTo>
                      <a:pt x="142" y="250"/>
                    </a:lnTo>
                    <a:lnTo>
                      <a:pt x="136" y="252"/>
                    </a:lnTo>
                    <a:lnTo>
                      <a:pt x="136" y="252"/>
                    </a:lnTo>
                    <a:lnTo>
                      <a:pt x="131" y="252"/>
                    </a:lnTo>
                    <a:lnTo>
                      <a:pt x="131" y="252"/>
                    </a:lnTo>
                    <a:lnTo>
                      <a:pt x="127" y="264"/>
                    </a:lnTo>
                    <a:lnTo>
                      <a:pt x="125" y="277"/>
                    </a:lnTo>
                    <a:lnTo>
                      <a:pt x="125" y="277"/>
                    </a:lnTo>
                    <a:lnTo>
                      <a:pt x="125" y="282"/>
                    </a:lnTo>
                    <a:lnTo>
                      <a:pt x="123" y="287"/>
                    </a:lnTo>
                    <a:lnTo>
                      <a:pt x="119" y="297"/>
                    </a:lnTo>
                    <a:lnTo>
                      <a:pt x="119" y="297"/>
                    </a:lnTo>
                    <a:lnTo>
                      <a:pt x="115" y="293"/>
                    </a:lnTo>
                    <a:lnTo>
                      <a:pt x="113" y="290"/>
                    </a:lnTo>
                    <a:lnTo>
                      <a:pt x="113" y="290"/>
                    </a:lnTo>
                    <a:lnTo>
                      <a:pt x="98" y="278"/>
                    </a:lnTo>
                    <a:lnTo>
                      <a:pt x="84" y="267"/>
                    </a:lnTo>
                    <a:lnTo>
                      <a:pt x="69" y="258"/>
                    </a:lnTo>
                    <a:lnTo>
                      <a:pt x="53" y="250"/>
                    </a:lnTo>
                    <a:lnTo>
                      <a:pt x="53" y="250"/>
                    </a:lnTo>
                    <a:lnTo>
                      <a:pt x="42" y="246"/>
                    </a:lnTo>
                    <a:lnTo>
                      <a:pt x="32" y="243"/>
                    </a:lnTo>
                    <a:lnTo>
                      <a:pt x="32" y="243"/>
                    </a:lnTo>
                    <a:lnTo>
                      <a:pt x="28" y="243"/>
                    </a:lnTo>
                    <a:lnTo>
                      <a:pt x="27" y="242"/>
                    </a:lnTo>
                    <a:lnTo>
                      <a:pt x="26" y="241"/>
                    </a:lnTo>
                    <a:lnTo>
                      <a:pt x="26" y="241"/>
                    </a:lnTo>
                    <a:lnTo>
                      <a:pt x="27" y="233"/>
                    </a:lnTo>
                    <a:lnTo>
                      <a:pt x="27" y="233"/>
                    </a:lnTo>
                    <a:lnTo>
                      <a:pt x="27" y="226"/>
                    </a:lnTo>
                    <a:lnTo>
                      <a:pt x="25" y="219"/>
                    </a:lnTo>
                    <a:lnTo>
                      <a:pt x="25" y="219"/>
                    </a:lnTo>
                    <a:lnTo>
                      <a:pt x="23" y="215"/>
                    </a:lnTo>
                    <a:lnTo>
                      <a:pt x="23" y="210"/>
                    </a:lnTo>
                    <a:lnTo>
                      <a:pt x="23" y="210"/>
                    </a:lnTo>
                    <a:lnTo>
                      <a:pt x="21" y="201"/>
                    </a:lnTo>
                    <a:lnTo>
                      <a:pt x="21" y="201"/>
                    </a:lnTo>
                    <a:lnTo>
                      <a:pt x="18" y="193"/>
                    </a:lnTo>
                    <a:lnTo>
                      <a:pt x="18" y="193"/>
                    </a:lnTo>
                    <a:lnTo>
                      <a:pt x="15" y="185"/>
                    </a:lnTo>
                    <a:lnTo>
                      <a:pt x="15" y="185"/>
                    </a:lnTo>
                    <a:lnTo>
                      <a:pt x="4" y="167"/>
                    </a:lnTo>
                    <a:lnTo>
                      <a:pt x="4" y="167"/>
                    </a:lnTo>
                    <a:lnTo>
                      <a:pt x="2" y="163"/>
                    </a:lnTo>
                    <a:lnTo>
                      <a:pt x="2" y="163"/>
                    </a:lnTo>
                    <a:lnTo>
                      <a:pt x="2" y="157"/>
                    </a:lnTo>
                    <a:lnTo>
                      <a:pt x="1" y="152"/>
                    </a:lnTo>
                    <a:lnTo>
                      <a:pt x="1" y="152"/>
                    </a:lnTo>
                    <a:lnTo>
                      <a:pt x="0" y="145"/>
                    </a:lnTo>
                    <a:lnTo>
                      <a:pt x="2" y="140"/>
                    </a:lnTo>
                    <a:lnTo>
                      <a:pt x="2"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0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55" name="iṡḷïḍè"/>
            <p:cNvSpPr/>
            <p:nvPr/>
          </p:nvSpPr>
          <p:spPr>
            <a:xfrm>
              <a:off x="7707529" y="4109246"/>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56" name="işļíďe"/>
            <p:cNvGrpSpPr/>
            <p:nvPr/>
          </p:nvGrpSpPr>
          <p:grpSpPr>
            <a:xfrm>
              <a:off x="7968425" y="3058394"/>
              <a:ext cx="376800" cy="1205513"/>
              <a:chOff x="8072736" y="3405452"/>
              <a:chExt cx="393129" cy="1257757"/>
            </a:xfrm>
            <a:solidFill>
              <a:schemeClr val="tx1">
                <a:lumMod val="75000"/>
                <a:lumOff val="25000"/>
              </a:schemeClr>
            </a:solidFill>
          </p:grpSpPr>
          <p:sp>
            <p:nvSpPr>
              <p:cNvPr id="165" name="ïśľîdê"/>
              <p:cNvSpPr/>
              <p:nvPr/>
            </p:nvSpPr>
            <p:spPr>
              <a:xfrm>
                <a:off x="8072736" y="3585768"/>
                <a:ext cx="393129" cy="1077441"/>
              </a:xfrm>
              <a:custGeom>
                <a:avLst/>
                <a:gdLst>
                  <a:gd name="T0" fmla="*/ 577 w 617"/>
                  <a:gd name="T1" fmla="*/ 78 h 1691"/>
                  <a:gd name="T2" fmla="*/ 613 w 617"/>
                  <a:gd name="T3" fmla="*/ 209 h 1691"/>
                  <a:gd name="T4" fmla="*/ 601 w 617"/>
                  <a:gd name="T5" fmla="*/ 295 h 1691"/>
                  <a:gd name="T6" fmla="*/ 598 w 617"/>
                  <a:gd name="T7" fmla="*/ 396 h 1691"/>
                  <a:gd name="T8" fmla="*/ 565 w 617"/>
                  <a:gd name="T9" fmla="*/ 518 h 1691"/>
                  <a:gd name="T10" fmla="*/ 528 w 617"/>
                  <a:gd name="T11" fmla="*/ 608 h 1691"/>
                  <a:gd name="T12" fmla="*/ 523 w 617"/>
                  <a:gd name="T13" fmla="*/ 735 h 1691"/>
                  <a:gd name="T14" fmla="*/ 496 w 617"/>
                  <a:gd name="T15" fmla="*/ 808 h 1691"/>
                  <a:gd name="T16" fmla="*/ 500 w 617"/>
                  <a:gd name="T17" fmla="*/ 854 h 1691"/>
                  <a:gd name="T18" fmla="*/ 491 w 617"/>
                  <a:gd name="T19" fmla="*/ 914 h 1691"/>
                  <a:gd name="T20" fmla="*/ 497 w 617"/>
                  <a:gd name="T21" fmla="*/ 996 h 1691"/>
                  <a:gd name="T22" fmla="*/ 502 w 617"/>
                  <a:gd name="T23" fmla="*/ 1092 h 1691"/>
                  <a:gd name="T24" fmla="*/ 522 w 617"/>
                  <a:gd name="T25" fmla="*/ 1253 h 1691"/>
                  <a:gd name="T26" fmla="*/ 500 w 617"/>
                  <a:gd name="T27" fmla="*/ 1418 h 1691"/>
                  <a:gd name="T28" fmla="*/ 500 w 617"/>
                  <a:gd name="T29" fmla="*/ 1524 h 1691"/>
                  <a:gd name="T30" fmla="*/ 492 w 617"/>
                  <a:gd name="T31" fmla="*/ 1617 h 1691"/>
                  <a:gd name="T32" fmla="*/ 441 w 617"/>
                  <a:gd name="T33" fmla="*/ 1659 h 1691"/>
                  <a:gd name="T34" fmla="*/ 295 w 617"/>
                  <a:gd name="T35" fmla="*/ 1688 h 1691"/>
                  <a:gd name="T36" fmla="*/ 272 w 617"/>
                  <a:gd name="T37" fmla="*/ 1665 h 1691"/>
                  <a:gd name="T38" fmla="*/ 326 w 617"/>
                  <a:gd name="T39" fmla="*/ 1610 h 1691"/>
                  <a:gd name="T40" fmla="*/ 375 w 617"/>
                  <a:gd name="T41" fmla="*/ 1496 h 1691"/>
                  <a:gd name="T42" fmla="*/ 386 w 617"/>
                  <a:gd name="T43" fmla="*/ 1440 h 1691"/>
                  <a:gd name="T44" fmla="*/ 368 w 617"/>
                  <a:gd name="T45" fmla="*/ 1237 h 1691"/>
                  <a:gd name="T46" fmla="*/ 367 w 617"/>
                  <a:gd name="T47" fmla="*/ 1145 h 1691"/>
                  <a:gd name="T48" fmla="*/ 331 w 617"/>
                  <a:gd name="T49" fmla="*/ 1078 h 1691"/>
                  <a:gd name="T50" fmla="*/ 328 w 617"/>
                  <a:gd name="T51" fmla="*/ 1292 h 1691"/>
                  <a:gd name="T52" fmla="*/ 312 w 617"/>
                  <a:gd name="T53" fmla="*/ 1437 h 1691"/>
                  <a:gd name="T54" fmla="*/ 318 w 617"/>
                  <a:gd name="T55" fmla="*/ 1532 h 1691"/>
                  <a:gd name="T56" fmla="*/ 291 w 617"/>
                  <a:gd name="T57" fmla="*/ 1577 h 1691"/>
                  <a:gd name="T58" fmla="*/ 137 w 617"/>
                  <a:gd name="T59" fmla="*/ 1574 h 1691"/>
                  <a:gd name="T60" fmla="*/ 25 w 617"/>
                  <a:gd name="T61" fmla="*/ 1543 h 1691"/>
                  <a:gd name="T62" fmla="*/ 100 w 617"/>
                  <a:gd name="T63" fmla="*/ 1515 h 1691"/>
                  <a:gd name="T64" fmla="*/ 171 w 617"/>
                  <a:gd name="T65" fmla="*/ 1481 h 1691"/>
                  <a:gd name="T66" fmla="*/ 192 w 617"/>
                  <a:gd name="T67" fmla="*/ 1416 h 1691"/>
                  <a:gd name="T68" fmla="*/ 189 w 617"/>
                  <a:gd name="T69" fmla="*/ 1353 h 1691"/>
                  <a:gd name="T70" fmla="*/ 182 w 617"/>
                  <a:gd name="T71" fmla="*/ 1082 h 1691"/>
                  <a:gd name="T72" fmla="*/ 196 w 617"/>
                  <a:gd name="T73" fmla="*/ 863 h 1691"/>
                  <a:gd name="T74" fmla="*/ 198 w 617"/>
                  <a:gd name="T75" fmla="*/ 813 h 1691"/>
                  <a:gd name="T76" fmla="*/ 224 w 617"/>
                  <a:gd name="T77" fmla="*/ 727 h 1691"/>
                  <a:gd name="T78" fmla="*/ 208 w 617"/>
                  <a:gd name="T79" fmla="*/ 699 h 1691"/>
                  <a:gd name="T80" fmla="*/ 218 w 617"/>
                  <a:gd name="T81" fmla="*/ 535 h 1691"/>
                  <a:gd name="T82" fmla="*/ 255 w 617"/>
                  <a:gd name="T83" fmla="*/ 332 h 1691"/>
                  <a:gd name="T84" fmla="*/ 220 w 617"/>
                  <a:gd name="T85" fmla="*/ 278 h 1691"/>
                  <a:gd name="T86" fmla="*/ 109 w 617"/>
                  <a:gd name="T87" fmla="*/ 199 h 1691"/>
                  <a:gd name="T88" fmla="*/ 75 w 617"/>
                  <a:gd name="T89" fmla="*/ 151 h 1691"/>
                  <a:gd name="T90" fmla="*/ 23 w 617"/>
                  <a:gd name="T91" fmla="*/ 101 h 1691"/>
                  <a:gd name="T92" fmla="*/ 9 w 617"/>
                  <a:gd name="T93" fmla="*/ 70 h 1691"/>
                  <a:gd name="T94" fmla="*/ 30 w 617"/>
                  <a:gd name="T95" fmla="*/ 71 h 1691"/>
                  <a:gd name="T96" fmla="*/ 10 w 617"/>
                  <a:gd name="T97" fmla="*/ 44 h 1691"/>
                  <a:gd name="T98" fmla="*/ 53 w 617"/>
                  <a:gd name="T99" fmla="*/ 68 h 1691"/>
                  <a:gd name="T100" fmla="*/ 32 w 617"/>
                  <a:gd name="T101" fmla="*/ 29 h 1691"/>
                  <a:gd name="T102" fmla="*/ 90 w 617"/>
                  <a:gd name="T103" fmla="*/ 50 h 1691"/>
                  <a:gd name="T104" fmla="*/ 99 w 617"/>
                  <a:gd name="T105" fmla="*/ 22 h 1691"/>
                  <a:gd name="T106" fmla="*/ 106 w 617"/>
                  <a:gd name="T107" fmla="*/ 81 h 1691"/>
                  <a:gd name="T108" fmla="*/ 202 w 617"/>
                  <a:gd name="T109" fmla="*/ 162 h 1691"/>
                  <a:gd name="T110" fmla="*/ 240 w 617"/>
                  <a:gd name="T111" fmla="*/ 174 h 1691"/>
                  <a:gd name="T112" fmla="*/ 290 w 617"/>
                  <a:gd name="T113" fmla="*/ 102 h 1691"/>
                  <a:gd name="T114" fmla="*/ 328 w 617"/>
                  <a:gd name="T115" fmla="*/ 52 h 1691"/>
                  <a:gd name="T116" fmla="*/ 321 w 617"/>
                  <a:gd name="T117" fmla="*/ 101 h 1691"/>
                  <a:gd name="T118" fmla="*/ 336 w 617"/>
                  <a:gd name="T119" fmla="*/ 119 h 1691"/>
                  <a:gd name="T120" fmla="*/ 467 w 617"/>
                  <a:gd name="T121" fmla="*/ 2 h 1691"/>
                  <a:gd name="T122" fmla="*/ 268 w 617"/>
                  <a:gd name="T123" fmla="*/ 241 h 1691"/>
                  <a:gd name="T124" fmla="*/ 263 w 617"/>
                  <a:gd name="T125" fmla="*/ 259 h 1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7" h="1691">
                    <a:moveTo>
                      <a:pt x="478" y="29"/>
                    </a:moveTo>
                    <a:lnTo>
                      <a:pt x="478" y="29"/>
                    </a:lnTo>
                    <a:lnTo>
                      <a:pt x="484" y="29"/>
                    </a:lnTo>
                    <a:lnTo>
                      <a:pt x="489" y="32"/>
                    </a:lnTo>
                    <a:lnTo>
                      <a:pt x="499" y="37"/>
                    </a:lnTo>
                    <a:lnTo>
                      <a:pt x="499" y="37"/>
                    </a:lnTo>
                    <a:lnTo>
                      <a:pt x="510" y="42"/>
                    </a:lnTo>
                    <a:lnTo>
                      <a:pt x="522" y="47"/>
                    </a:lnTo>
                    <a:lnTo>
                      <a:pt x="522" y="47"/>
                    </a:lnTo>
                    <a:lnTo>
                      <a:pt x="543" y="57"/>
                    </a:lnTo>
                    <a:lnTo>
                      <a:pt x="561" y="69"/>
                    </a:lnTo>
                    <a:lnTo>
                      <a:pt x="561" y="69"/>
                    </a:lnTo>
                    <a:lnTo>
                      <a:pt x="572" y="74"/>
                    </a:lnTo>
                    <a:lnTo>
                      <a:pt x="572" y="74"/>
                    </a:lnTo>
                    <a:lnTo>
                      <a:pt x="577" y="78"/>
                    </a:lnTo>
                    <a:lnTo>
                      <a:pt x="582" y="81"/>
                    </a:lnTo>
                    <a:lnTo>
                      <a:pt x="586" y="85"/>
                    </a:lnTo>
                    <a:lnTo>
                      <a:pt x="590" y="90"/>
                    </a:lnTo>
                    <a:lnTo>
                      <a:pt x="590" y="90"/>
                    </a:lnTo>
                    <a:lnTo>
                      <a:pt x="597" y="102"/>
                    </a:lnTo>
                    <a:lnTo>
                      <a:pt x="605" y="115"/>
                    </a:lnTo>
                    <a:lnTo>
                      <a:pt x="605" y="115"/>
                    </a:lnTo>
                    <a:lnTo>
                      <a:pt x="611" y="128"/>
                    </a:lnTo>
                    <a:lnTo>
                      <a:pt x="613" y="142"/>
                    </a:lnTo>
                    <a:lnTo>
                      <a:pt x="616" y="156"/>
                    </a:lnTo>
                    <a:lnTo>
                      <a:pt x="617" y="171"/>
                    </a:lnTo>
                    <a:lnTo>
                      <a:pt x="617" y="171"/>
                    </a:lnTo>
                    <a:lnTo>
                      <a:pt x="616" y="190"/>
                    </a:lnTo>
                    <a:lnTo>
                      <a:pt x="613" y="209"/>
                    </a:lnTo>
                    <a:lnTo>
                      <a:pt x="613" y="209"/>
                    </a:lnTo>
                    <a:lnTo>
                      <a:pt x="613" y="223"/>
                    </a:lnTo>
                    <a:lnTo>
                      <a:pt x="613" y="223"/>
                    </a:lnTo>
                    <a:lnTo>
                      <a:pt x="611" y="230"/>
                    </a:lnTo>
                    <a:lnTo>
                      <a:pt x="607" y="237"/>
                    </a:lnTo>
                    <a:lnTo>
                      <a:pt x="607" y="237"/>
                    </a:lnTo>
                    <a:lnTo>
                      <a:pt x="606" y="240"/>
                    </a:lnTo>
                    <a:lnTo>
                      <a:pt x="606" y="242"/>
                    </a:lnTo>
                    <a:lnTo>
                      <a:pt x="606" y="242"/>
                    </a:lnTo>
                    <a:lnTo>
                      <a:pt x="606" y="257"/>
                    </a:lnTo>
                    <a:lnTo>
                      <a:pt x="605" y="272"/>
                    </a:lnTo>
                    <a:lnTo>
                      <a:pt x="605" y="272"/>
                    </a:lnTo>
                    <a:lnTo>
                      <a:pt x="603" y="280"/>
                    </a:lnTo>
                    <a:lnTo>
                      <a:pt x="603" y="280"/>
                    </a:lnTo>
                    <a:lnTo>
                      <a:pt x="601" y="295"/>
                    </a:lnTo>
                    <a:lnTo>
                      <a:pt x="601" y="295"/>
                    </a:lnTo>
                    <a:lnTo>
                      <a:pt x="600" y="299"/>
                    </a:lnTo>
                    <a:lnTo>
                      <a:pt x="600" y="299"/>
                    </a:lnTo>
                    <a:lnTo>
                      <a:pt x="598" y="318"/>
                    </a:lnTo>
                    <a:lnTo>
                      <a:pt x="598" y="318"/>
                    </a:lnTo>
                    <a:lnTo>
                      <a:pt x="598" y="324"/>
                    </a:lnTo>
                    <a:lnTo>
                      <a:pt x="598" y="324"/>
                    </a:lnTo>
                    <a:lnTo>
                      <a:pt x="600" y="337"/>
                    </a:lnTo>
                    <a:lnTo>
                      <a:pt x="600" y="337"/>
                    </a:lnTo>
                    <a:lnTo>
                      <a:pt x="600" y="344"/>
                    </a:lnTo>
                    <a:lnTo>
                      <a:pt x="600" y="344"/>
                    </a:lnTo>
                    <a:lnTo>
                      <a:pt x="600" y="369"/>
                    </a:lnTo>
                    <a:lnTo>
                      <a:pt x="600" y="369"/>
                    </a:lnTo>
                    <a:lnTo>
                      <a:pt x="600" y="383"/>
                    </a:lnTo>
                    <a:lnTo>
                      <a:pt x="600" y="390"/>
                    </a:lnTo>
                    <a:lnTo>
                      <a:pt x="598" y="396"/>
                    </a:lnTo>
                    <a:lnTo>
                      <a:pt x="598" y="396"/>
                    </a:lnTo>
                    <a:lnTo>
                      <a:pt x="597" y="404"/>
                    </a:lnTo>
                    <a:lnTo>
                      <a:pt x="597" y="410"/>
                    </a:lnTo>
                    <a:lnTo>
                      <a:pt x="597" y="410"/>
                    </a:lnTo>
                    <a:lnTo>
                      <a:pt x="597" y="421"/>
                    </a:lnTo>
                    <a:lnTo>
                      <a:pt x="596" y="432"/>
                    </a:lnTo>
                    <a:lnTo>
                      <a:pt x="595" y="443"/>
                    </a:lnTo>
                    <a:lnTo>
                      <a:pt x="592" y="454"/>
                    </a:lnTo>
                    <a:lnTo>
                      <a:pt x="592" y="454"/>
                    </a:lnTo>
                    <a:lnTo>
                      <a:pt x="586" y="473"/>
                    </a:lnTo>
                    <a:lnTo>
                      <a:pt x="579" y="493"/>
                    </a:lnTo>
                    <a:lnTo>
                      <a:pt x="579" y="493"/>
                    </a:lnTo>
                    <a:lnTo>
                      <a:pt x="571" y="508"/>
                    </a:lnTo>
                    <a:lnTo>
                      <a:pt x="571" y="508"/>
                    </a:lnTo>
                    <a:lnTo>
                      <a:pt x="565" y="518"/>
                    </a:lnTo>
                    <a:lnTo>
                      <a:pt x="557" y="526"/>
                    </a:lnTo>
                    <a:lnTo>
                      <a:pt x="557" y="526"/>
                    </a:lnTo>
                    <a:lnTo>
                      <a:pt x="554" y="530"/>
                    </a:lnTo>
                    <a:lnTo>
                      <a:pt x="551" y="535"/>
                    </a:lnTo>
                    <a:lnTo>
                      <a:pt x="549" y="540"/>
                    </a:lnTo>
                    <a:lnTo>
                      <a:pt x="549" y="545"/>
                    </a:lnTo>
                    <a:lnTo>
                      <a:pt x="549" y="545"/>
                    </a:lnTo>
                    <a:lnTo>
                      <a:pt x="548" y="552"/>
                    </a:lnTo>
                    <a:lnTo>
                      <a:pt x="545" y="560"/>
                    </a:lnTo>
                    <a:lnTo>
                      <a:pt x="545" y="560"/>
                    </a:lnTo>
                    <a:lnTo>
                      <a:pt x="538" y="581"/>
                    </a:lnTo>
                    <a:lnTo>
                      <a:pt x="529" y="601"/>
                    </a:lnTo>
                    <a:lnTo>
                      <a:pt x="529" y="601"/>
                    </a:lnTo>
                    <a:lnTo>
                      <a:pt x="528" y="608"/>
                    </a:lnTo>
                    <a:lnTo>
                      <a:pt x="528" y="608"/>
                    </a:lnTo>
                    <a:lnTo>
                      <a:pt x="528" y="634"/>
                    </a:lnTo>
                    <a:lnTo>
                      <a:pt x="528" y="634"/>
                    </a:lnTo>
                    <a:lnTo>
                      <a:pt x="529" y="656"/>
                    </a:lnTo>
                    <a:lnTo>
                      <a:pt x="529" y="666"/>
                    </a:lnTo>
                    <a:lnTo>
                      <a:pt x="528" y="678"/>
                    </a:lnTo>
                    <a:lnTo>
                      <a:pt x="528" y="678"/>
                    </a:lnTo>
                    <a:lnTo>
                      <a:pt x="528" y="691"/>
                    </a:lnTo>
                    <a:lnTo>
                      <a:pt x="528" y="691"/>
                    </a:lnTo>
                    <a:lnTo>
                      <a:pt x="528" y="696"/>
                    </a:lnTo>
                    <a:lnTo>
                      <a:pt x="526" y="700"/>
                    </a:lnTo>
                    <a:lnTo>
                      <a:pt x="526" y="700"/>
                    </a:lnTo>
                    <a:lnTo>
                      <a:pt x="526" y="704"/>
                    </a:lnTo>
                    <a:lnTo>
                      <a:pt x="526" y="704"/>
                    </a:lnTo>
                    <a:lnTo>
                      <a:pt x="525" y="720"/>
                    </a:lnTo>
                    <a:lnTo>
                      <a:pt x="523" y="735"/>
                    </a:lnTo>
                    <a:lnTo>
                      <a:pt x="518" y="749"/>
                    </a:lnTo>
                    <a:lnTo>
                      <a:pt x="512" y="764"/>
                    </a:lnTo>
                    <a:lnTo>
                      <a:pt x="512" y="764"/>
                    </a:lnTo>
                    <a:lnTo>
                      <a:pt x="503" y="780"/>
                    </a:lnTo>
                    <a:lnTo>
                      <a:pt x="503" y="780"/>
                    </a:lnTo>
                    <a:lnTo>
                      <a:pt x="502" y="783"/>
                    </a:lnTo>
                    <a:lnTo>
                      <a:pt x="502" y="783"/>
                    </a:lnTo>
                    <a:lnTo>
                      <a:pt x="499" y="798"/>
                    </a:lnTo>
                    <a:lnTo>
                      <a:pt x="499" y="798"/>
                    </a:lnTo>
                    <a:lnTo>
                      <a:pt x="497" y="801"/>
                    </a:lnTo>
                    <a:lnTo>
                      <a:pt x="497" y="801"/>
                    </a:lnTo>
                    <a:lnTo>
                      <a:pt x="494" y="805"/>
                    </a:lnTo>
                    <a:lnTo>
                      <a:pt x="494" y="806"/>
                    </a:lnTo>
                    <a:lnTo>
                      <a:pt x="496" y="808"/>
                    </a:lnTo>
                    <a:lnTo>
                      <a:pt x="496" y="808"/>
                    </a:lnTo>
                    <a:lnTo>
                      <a:pt x="498" y="815"/>
                    </a:lnTo>
                    <a:lnTo>
                      <a:pt x="498" y="815"/>
                    </a:lnTo>
                    <a:lnTo>
                      <a:pt x="499" y="819"/>
                    </a:lnTo>
                    <a:lnTo>
                      <a:pt x="500" y="821"/>
                    </a:lnTo>
                    <a:lnTo>
                      <a:pt x="499" y="825"/>
                    </a:lnTo>
                    <a:lnTo>
                      <a:pt x="498" y="829"/>
                    </a:lnTo>
                    <a:lnTo>
                      <a:pt x="498" y="829"/>
                    </a:lnTo>
                    <a:lnTo>
                      <a:pt x="496" y="832"/>
                    </a:lnTo>
                    <a:lnTo>
                      <a:pt x="496" y="839"/>
                    </a:lnTo>
                    <a:lnTo>
                      <a:pt x="496" y="839"/>
                    </a:lnTo>
                    <a:lnTo>
                      <a:pt x="496" y="845"/>
                    </a:lnTo>
                    <a:lnTo>
                      <a:pt x="496" y="847"/>
                    </a:lnTo>
                    <a:lnTo>
                      <a:pt x="498" y="850"/>
                    </a:lnTo>
                    <a:lnTo>
                      <a:pt x="498" y="850"/>
                    </a:lnTo>
                    <a:lnTo>
                      <a:pt x="500" y="854"/>
                    </a:lnTo>
                    <a:lnTo>
                      <a:pt x="500" y="857"/>
                    </a:lnTo>
                    <a:lnTo>
                      <a:pt x="499" y="861"/>
                    </a:lnTo>
                    <a:lnTo>
                      <a:pt x="496" y="865"/>
                    </a:lnTo>
                    <a:lnTo>
                      <a:pt x="496" y="865"/>
                    </a:lnTo>
                    <a:lnTo>
                      <a:pt x="493" y="867"/>
                    </a:lnTo>
                    <a:lnTo>
                      <a:pt x="491" y="870"/>
                    </a:lnTo>
                    <a:lnTo>
                      <a:pt x="491" y="873"/>
                    </a:lnTo>
                    <a:lnTo>
                      <a:pt x="491" y="876"/>
                    </a:lnTo>
                    <a:lnTo>
                      <a:pt x="491" y="876"/>
                    </a:lnTo>
                    <a:lnTo>
                      <a:pt x="491" y="893"/>
                    </a:lnTo>
                    <a:lnTo>
                      <a:pt x="491" y="893"/>
                    </a:lnTo>
                    <a:lnTo>
                      <a:pt x="489" y="906"/>
                    </a:lnTo>
                    <a:lnTo>
                      <a:pt x="489" y="906"/>
                    </a:lnTo>
                    <a:lnTo>
                      <a:pt x="489" y="911"/>
                    </a:lnTo>
                    <a:lnTo>
                      <a:pt x="491" y="914"/>
                    </a:lnTo>
                    <a:lnTo>
                      <a:pt x="491" y="914"/>
                    </a:lnTo>
                    <a:lnTo>
                      <a:pt x="493" y="924"/>
                    </a:lnTo>
                    <a:lnTo>
                      <a:pt x="494" y="935"/>
                    </a:lnTo>
                    <a:lnTo>
                      <a:pt x="494" y="935"/>
                    </a:lnTo>
                    <a:lnTo>
                      <a:pt x="494" y="940"/>
                    </a:lnTo>
                    <a:lnTo>
                      <a:pt x="494" y="940"/>
                    </a:lnTo>
                    <a:lnTo>
                      <a:pt x="492" y="949"/>
                    </a:lnTo>
                    <a:lnTo>
                      <a:pt x="492" y="949"/>
                    </a:lnTo>
                    <a:lnTo>
                      <a:pt x="491" y="953"/>
                    </a:lnTo>
                    <a:lnTo>
                      <a:pt x="491" y="956"/>
                    </a:lnTo>
                    <a:lnTo>
                      <a:pt x="491" y="956"/>
                    </a:lnTo>
                    <a:lnTo>
                      <a:pt x="494" y="976"/>
                    </a:lnTo>
                    <a:lnTo>
                      <a:pt x="496" y="986"/>
                    </a:lnTo>
                    <a:lnTo>
                      <a:pt x="497" y="996"/>
                    </a:lnTo>
                    <a:lnTo>
                      <a:pt x="497" y="996"/>
                    </a:lnTo>
                    <a:lnTo>
                      <a:pt x="496" y="1012"/>
                    </a:lnTo>
                    <a:lnTo>
                      <a:pt x="496" y="1012"/>
                    </a:lnTo>
                    <a:lnTo>
                      <a:pt x="494" y="1022"/>
                    </a:lnTo>
                    <a:lnTo>
                      <a:pt x="491" y="1032"/>
                    </a:lnTo>
                    <a:lnTo>
                      <a:pt x="491" y="1032"/>
                    </a:lnTo>
                    <a:lnTo>
                      <a:pt x="488" y="1035"/>
                    </a:lnTo>
                    <a:lnTo>
                      <a:pt x="488" y="1035"/>
                    </a:lnTo>
                    <a:lnTo>
                      <a:pt x="487" y="1037"/>
                    </a:lnTo>
                    <a:lnTo>
                      <a:pt x="487" y="1041"/>
                    </a:lnTo>
                    <a:lnTo>
                      <a:pt x="488" y="1046"/>
                    </a:lnTo>
                    <a:lnTo>
                      <a:pt x="488" y="1046"/>
                    </a:lnTo>
                    <a:lnTo>
                      <a:pt x="500" y="1078"/>
                    </a:lnTo>
                    <a:lnTo>
                      <a:pt x="500" y="1078"/>
                    </a:lnTo>
                    <a:lnTo>
                      <a:pt x="502" y="1084"/>
                    </a:lnTo>
                    <a:lnTo>
                      <a:pt x="502" y="1092"/>
                    </a:lnTo>
                    <a:lnTo>
                      <a:pt x="502" y="1092"/>
                    </a:lnTo>
                    <a:lnTo>
                      <a:pt x="502" y="1098"/>
                    </a:lnTo>
                    <a:lnTo>
                      <a:pt x="503" y="1104"/>
                    </a:lnTo>
                    <a:lnTo>
                      <a:pt x="503" y="1104"/>
                    </a:lnTo>
                    <a:lnTo>
                      <a:pt x="510" y="1136"/>
                    </a:lnTo>
                    <a:lnTo>
                      <a:pt x="517" y="1168"/>
                    </a:lnTo>
                    <a:lnTo>
                      <a:pt x="517" y="1168"/>
                    </a:lnTo>
                    <a:lnTo>
                      <a:pt x="519" y="1186"/>
                    </a:lnTo>
                    <a:lnTo>
                      <a:pt x="519" y="1186"/>
                    </a:lnTo>
                    <a:lnTo>
                      <a:pt x="520" y="1203"/>
                    </a:lnTo>
                    <a:lnTo>
                      <a:pt x="522" y="1220"/>
                    </a:lnTo>
                    <a:lnTo>
                      <a:pt x="522" y="1220"/>
                    </a:lnTo>
                    <a:lnTo>
                      <a:pt x="522" y="1237"/>
                    </a:lnTo>
                    <a:lnTo>
                      <a:pt x="522" y="1253"/>
                    </a:lnTo>
                    <a:lnTo>
                      <a:pt x="522" y="1253"/>
                    </a:lnTo>
                    <a:lnTo>
                      <a:pt x="520" y="1263"/>
                    </a:lnTo>
                    <a:lnTo>
                      <a:pt x="520" y="1263"/>
                    </a:lnTo>
                    <a:lnTo>
                      <a:pt x="519" y="1289"/>
                    </a:lnTo>
                    <a:lnTo>
                      <a:pt x="515" y="1313"/>
                    </a:lnTo>
                    <a:lnTo>
                      <a:pt x="515" y="1313"/>
                    </a:lnTo>
                    <a:lnTo>
                      <a:pt x="514" y="1326"/>
                    </a:lnTo>
                    <a:lnTo>
                      <a:pt x="514" y="1338"/>
                    </a:lnTo>
                    <a:lnTo>
                      <a:pt x="514" y="1338"/>
                    </a:lnTo>
                    <a:lnTo>
                      <a:pt x="513" y="1354"/>
                    </a:lnTo>
                    <a:lnTo>
                      <a:pt x="512" y="1372"/>
                    </a:lnTo>
                    <a:lnTo>
                      <a:pt x="508" y="1388"/>
                    </a:lnTo>
                    <a:lnTo>
                      <a:pt x="504" y="1404"/>
                    </a:lnTo>
                    <a:lnTo>
                      <a:pt x="504" y="1404"/>
                    </a:lnTo>
                    <a:lnTo>
                      <a:pt x="500" y="1418"/>
                    </a:lnTo>
                    <a:lnTo>
                      <a:pt x="500" y="1418"/>
                    </a:lnTo>
                    <a:lnTo>
                      <a:pt x="499" y="1424"/>
                    </a:lnTo>
                    <a:lnTo>
                      <a:pt x="498" y="1430"/>
                    </a:lnTo>
                    <a:lnTo>
                      <a:pt x="500" y="1442"/>
                    </a:lnTo>
                    <a:lnTo>
                      <a:pt x="500" y="1442"/>
                    </a:lnTo>
                    <a:lnTo>
                      <a:pt x="503" y="1451"/>
                    </a:lnTo>
                    <a:lnTo>
                      <a:pt x="503" y="1451"/>
                    </a:lnTo>
                    <a:lnTo>
                      <a:pt x="504" y="1457"/>
                    </a:lnTo>
                    <a:lnTo>
                      <a:pt x="505" y="1463"/>
                    </a:lnTo>
                    <a:lnTo>
                      <a:pt x="505" y="1477"/>
                    </a:lnTo>
                    <a:lnTo>
                      <a:pt x="505" y="1477"/>
                    </a:lnTo>
                    <a:lnTo>
                      <a:pt x="504" y="1497"/>
                    </a:lnTo>
                    <a:lnTo>
                      <a:pt x="504" y="1497"/>
                    </a:lnTo>
                    <a:lnTo>
                      <a:pt x="503" y="1510"/>
                    </a:lnTo>
                    <a:lnTo>
                      <a:pt x="500" y="1524"/>
                    </a:lnTo>
                    <a:lnTo>
                      <a:pt x="500" y="1524"/>
                    </a:lnTo>
                    <a:lnTo>
                      <a:pt x="497" y="1532"/>
                    </a:lnTo>
                    <a:lnTo>
                      <a:pt x="497" y="1532"/>
                    </a:lnTo>
                    <a:lnTo>
                      <a:pt x="489" y="1550"/>
                    </a:lnTo>
                    <a:lnTo>
                      <a:pt x="489" y="1550"/>
                    </a:lnTo>
                    <a:lnTo>
                      <a:pt x="489" y="1553"/>
                    </a:lnTo>
                    <a:lnTo>
                      <a:pt x="489" y="1555"/>
                    </a:lnTo>
                    <a:lnTo>
                      <a:pt x="489" y="1555"/>
                    </a:lnTo>
                    <a:lnTo>
                      <a:pt x="492" y="1561"/>
                    </a:lnTo>
                    <a:lnTo>
                      <a:pt x="493" y="1569"/>
                    </a:lnTo>
                    <a:lnTo>
                      <a:pt x="493" y="1576"/>
                    </a:lnTo>
                    <a:lnTo>
                      <a:pt x="493" y="1584"/>
                    </a:lnTo>
                    <a:lnTo>
                      <a:pt x="493" y="1584"/>
                    </a:lnTo>
                    <a:lnTo>
                      <a:pt x="492" y="1587"/>
                    </a:lnTo>
                    <a:lnTo>
                      <a:pt x="492" y="1587"/>
                    </a:lnTo>
                    <a:lnTo>
                      <a:pt x="492" y="1617"/>
                    </a:lnTo>
                    <a:lnTo>
                      <a:pt x="492" y="1617"/>
                    </a:lnTo>
                    <a:lnTo>
                      <a:pt x="491" y="1621"/>
                    </a:lnTo>
                    <a:lnTo>
                      <a:pt x="488" y="1625"/>
                    </a:lnTo>
                    <a:lnTo>
                      <a:pt x="488" y="1625"/>
                    </a:lnTo>
                    <a:lnTo>
                      <a:pt x="471" y="1637"/>
                    </a:lnTo>
                    <a:lnTo>
                      <a:pt x="471" y="1637"/>
                    </a:lnTo>
                    <a:lnTo>
                      <a:pt x="468" y="1638"/>
                    </a:lnTo>
                    <a:lnTo>
                      <a:pt x="466" y="1638"/>
                    </a:lnTo>
                    <a:lnTo>
                      <a:pt x="466" y="1638"/>
                    </a:lnTo>
                    <a:lnTo>
                      <a:pt x="457" y="1633"/>
                    </a:lnTo>
                    <a:lnTo>
                      <a:pt x="457" y="1633"/>
                    </a:lnTo>
                    <a:lnTo>
                      <a:pt x="453" y="1638"/>
                    </a:lnTo>
                    <a:lnTo>
                      <a:pt x="453" y="1638"/>
                    </a:lnTo>
                    <a:lnTo>
                      <a:pt x="441" y="1659"/>
                    </a:lnTo>
                    <a:lnTo>
                      <a:pt x="441" y="1659"/>
                    </a:lnTo>
                    <a:lnTo>
                      <a:pt x="436" y="1664"/>
                    </a:lnTo>
                    <a:lnTo>
                      <a:pt x="432" y="1669"/>
                    </a:lnTo>
                    <a:lnTo>
                      <a:pt x="426" y="1673"/>
                    </a:lnTo>
                    <a:lnTo>
                      <a:pt x="421" y="1675"/>
                    </a:lnTo>
                    <a:lnTo>
                      <a:pt x="421" y="1675"/>
                    </a:lnTo>
                    <a:lnTo>
                      <a:pt x="408" y="1680"/>
                    </a:lnTo>
                    <a:lnTo>
                      <a:pt x="394" y="1685"/>
                    </a:lnTo>
                    <a:lnTo>
                      <a:pt x="380" y="1688"/>
                    </a:lnTo>
                    <a:lnTo>
                      <a:pt x="365" y="1690"/>
                    </a:lnTo>
                    <a:lnTo>
                      <a:pt x="365" y="1690"/>
                    </a:lnTo>
                    <a:lnTo>
                      <a:pt x="349" y="1691"/>
                    </a:lnTo>
                    <a:lnTo>
                      <a:pt x="332" y="1691"/>
                    </a:lnTo>
                    <a:lnTo>
                      <a:pt x="332" y="1691"/>
                    </a:lnTo>
                    <a:lnTo>
                      <a:pt x="307" y="1689"/>
                    </a:lnTo>
                    <a:lnTo>
                      <a:pt x="295" y="1688"/>
                    </a:lnTo>
                    <a:lnTo>
                      <a:pt x="284" y="1684"/>
                    </a:lnTo>
                    <a:lnTo>
                      <a:pt x="284" y="1684"/>
                    </a:lnTo>
                    <a:lnTo>
                      <a:pt x="271" y="1680"/>
                    </a:lnTo>
                    <a:lnTo>
                      <a:pt x="271" y="1680"/>
                    </a:lnTo>
                    <a:lnTo>
                      <a:pt x="269" y="1678"/>
                    </a:lnTo>
                    <a:lnTo>
                      <a:pt x="268" y="1678"/>
                    </a:lnTo>
                    <a:lnTo>
                      <a:pt x="268" y="1675"/>
                    </a:lnTo>
                    <a:lnTo>
                      <a:pt x="268" y="1675"/>
                    </a:lnTo>
                    <a:lnTo>
                      <a:pt x="268" y="1672"/>
                    </a:lnTo>
                    <a:lnTo>
                      <a:pt x="269" y="1670"/>
                    </a:lnTo>
                    <a:lnTo>
                      <a:pt x="271" y="1669"/>
                    </a:lnTo>
                    <a:lnTo>
                      <a:pt x="271" y="1669"/>
                    </a:lnTo>
                    <a:lnTo>
                      <a:pt x="272" y="1668"/>
                    </a:lnTo>
                    <a:lnTo>
                      <a:pt x="272" y="1665"/>
                    </a:lnTo>
                    <a:lnTo>
                      <a:pt x="272" y="1665"/>
                    </a:lnTo>
                    <a:lnTo>
                      <a:pt x="274" y="1662"/>
                    </a:lnTo>
                    <a:lnTo>
                      <a:pt x="275" y="1657"/>
                    </a:lnTo>
                    <a:lnTo>
                      <a:pt x="280" y="1651"/>
                    </a:lnTo>
                    <a:lnTo>
                      <a:pt x="280" y="1651"/>
                    </a:lnTo>
                    <a:lnTo>
                      <a:pt x="289" y="1646"/>
                    </a:lnTo>
                    <a:lnTo>
                      <a:pt x="289" y="1646"/>
                    </a:lnTo>
                    <a:lnTo>
                      <a:pt x="295" y="1642"/>
                    </a:lnTo>
                    <a:lnTo>
                      <a:pt x="295" y="1642"/>
                    </a:lnTo>
                    <a:lnTo>
                      <a:pt x="301" y="1638"/>
                    </a:lnTo>
                    <a:lnTo>
                      <a:pt x="307" y="1633"/>
                    </a:lnTo>
                    <a:lnTo>
                      <a:pt x="313" y="1627"/>
                    </a:lnTo>
                    <a:lnTo>
                      <a:pt x="317" y="1621"/>
                    </a:lnTo>
                    <a:lnTo>
                      <a:pt x="317" y="1621"/>
                    </a:lnTo>
                    <a:lnTo>
                      <a:pt x="326" y="1610"/>
                    </a:lnTo>
                    <a:lnTo>
                      <a:pt x="326" y="1610"/>
                    </a:lnTo>
                    <a:lnTo>
                      <a:pt x="337" y="1597"/>
                    </a:lnTo>
                    <a:lnTo>
                      <a:pt x="337" y="1597"/>
                    </a:lnTo>
                    <a:lnTo>
                      <a:pt x="342" y="1590"/>
                    </a:lnTo>
                    <a:lnTo>
                      <a:pt x="342" y="1590"/>
                    </a:lnTo>
                    <a:lnTo>
                      <a:pt x="353" y="1575"/>
                    </a:lnTo>
                    <a:lnTo>
                      <a:pt x="353" y="1575"/>
                    </a:lnTo>
                    <a:lnTo>
                      <a:pt x="354" y="1571"/>
                    </a:lnTo>
                    <a:lnTo>
                      <a:pt x="354" y="1571"/>
                    </a:lnTo>
                    <a:lnTo>
                      <a:pt x="360" y="1550"/>
                    </a:lnTo>
                    <a:lnTo>
                      <a:pt x="360" y="1550"/>
                    </a:lnTo>
                    <a:lnTo>
                      <a:pt x="368" y="1508"/>
                    </a:lnTo>
                    <a:lnTo>
                      <a:pt x="368" y="1508"/>
                    </a:lnTo>
                    <a:lnTo>
                      <a:pt x="370" y="1501"/>
                    </a:lnTo>
                    <a:lnTo>
                      <a:pt x="372" y="1498"/>
                    </a:lnTo>
                    <a:lnTo>
                      <a:pt x="375" y="1496"/>
                    </a:lnTo>
                    <a:lnTo>
                      <a:pt x="375" y="1496"/>
                    </a:lnTo>
                    <a:lnTo>
                      <a:pt x="377" y="1493"/>
                    </a:lnTo>
                    <a:lnTo>
                      <a:pt x="378" y="1491"/>
                    </a:lnTo>
                    <a:lnTo>
                      <a:pt x="378" y="1491"/>
                    </a:lnTo>
                    <a:lnTo>
                      <a:pt x="379" y="1476"/>
                    </a:lnTo>
                    <a:lnTo>
                      <a:pt x="379" y="1476"/>
                    </a:lnTo>
                    <a:lnTo>
                      <a:pt x="383" y="1466"/>
                    </a:lnTo>
                    <a:lnTo>
                      <a:pt x="383" y="1466"/>
                    </a:lnTo>
                    <a:lnTo>
                      <a:pt x="385" y="1458"/>
                    </a:lnTo>
                    <a:lnTo>
                      <a:pt x="385" y="1458"/>
                    </a:lnTo>
                    <a:lnTo>
                      <a:pt x="388" y="1447"/>
                    </a:lnTo>
                    <a:lnTo>
                      <a:pt x="388" y="1447"/>
                    </a:lnTo>
                    <a:lnTo>
                      <a:pt x="388" y="1444"/>
                    </a:lnTo>
                    <a:lnTo>
                      <a:pt x="386" y="1440"/>
                    </a:lnTo>
                    <a:lnTo>
                      <a:pt x="386" y="1440"/>
                    </a:lnTo>
                    <a:lnTo>
                      <a:pt x="384" y="1435"/>
                    </a:lnTo>
                    <a:lnTo>
                      <a:pt x="382" y="1430"/>
                    </a:lnTo>
                    <a:lnTo>
                      <a:pt x="380" y="1424"/>
                    </a:lnTo>
                    <a:lnTo>
                      <a:pt x="380" y="1419"/>
                    </a:lnTo>
                    <a:lnTo>
                      <a:pt x="380" y="1419"/>
                    </a:lnTo>
                    <a:lnTo>
                      <a:pt x="383" y="1385"/>
                    </a:lnTo>
                    <a:lnTo>
                      <a:pt x="383" y="1385"/>
                    </a:lnTo>
                    <a:lnTo>
                      <a:pt x="382" y="1357"/>
                    </a:lnTo>
                    <a:lnTo>
                      <a:pt x="382" y="1357"/>
                    </a:lnTo>
                    <a:lnTo>
                      <a:pt x="382" y="1346"/>
                    </a:lnTo>
                    <a:lnTo>
                      <a:pt x="382" y="1346"/>
                    </a:lnTo>
                    <a:lnTo>
                      <a:pt x="379" y="1311"/>
                    </a:lnTo>
                    <a:lnTo>
                      <a:pt x="374" y="1276"/>
                    </a:lnTo>
                    <a:lnTo>
                      <a:pt x="374" y="1276"/>
                    </a:lnTo>
                    <a:lnTo>
                      <a:pt x="368" y="1237"/>
                    </a:lnTo>
                    <a:lnTo>
                      <a:pt x="368" y="1237"/>
                    </a:lnTo>
                    <a:lnTo>
                      <a:pt x="367" y="1228"/>
                    </a:lnTo>
                    <a:lnTo>
                      <a:pt x="367" y="1220"/>
                    </a:lnTo>
                    <a:lnTo>
                      <a:pt x="368" y="1213"/>
                    </a:lnTo>
                    <a:lnTo>
                      <a:pt x="369" y="1206"/>
                    </a:lnTo>
                    <a:lnTo>
                      <a:pt x="369" y="1206"/>
                    </a:lnTo>
                    <a:lnTo>
                      <a:pt x="378" y="1171"/>
                    </a:lnTo>
                    <a:lnTo>
                      <a:pt x="378" y="1171"/>
                    </a:lnTo>
                    <a:lnTo>
                      <a:pt x="379" y="1165"/>
                    </a:lnTo>
                    <a:lnTo>
                      <a:pt x="378" y="1162"/>
                    </a:lnTo>
                    <a:lnTo>
                      <a:pt x="377" y="1160"/>
                    </a:lnTo>
                    <a:lnTo>
                      <a:pt x="377" y="1160"/>
                    </a:lnTo>
                    <a:lnTo>
                      <a:pt x="375" y="1157"/>
                    </a:lnTo>
                    <a:lnTo>
                      <a:pt x="375" y="1157"/>
                    </a:lnTo>
                    <a:lnTo>
                      <a:pt x="367" y="1145"/>
                    </a:lnTo>
                    <a:lnTo>
                      <a:pt x="363" y="1137"/>
                    </a:lnTo>
                    <a:lnTo>
                      <a:pt x="360" y="1129"/>
                    </a:lnTo>
                    <a:lnTo>
                      <a:pt x="358" y="1113"/>
                    </a:lnTo>
                    <a:lnTo>
                      <a:pt x="358" y="1113"/>
                    </a:lnTo>
                    <a:lnTo>
                      <a:pt x="344" y="1057"/>
                    </a:lnTo>
                    <a:lnTo>
                      <a:pt x="344" y="1057"/>
                    </a:lnTo>
                    <a:lnTo>
                      <a:pt x="343" y="1053"/>
                    </a:lnTo>
                    <a:lnTo>
                      <a:pt x="343" y="1053"/>
                    </a:lnTo>
                    <a:lnTo>
                      <a:pt x="341" y="1056"/>
                    </a:lnTo>
                    <a:lnTo>
                      <a:pt x="341" y="1056"/>
                    </a:lnTo>
                    <a:lnTo>
                      <a:pt x="331" y="1073"/>
                    </a:lnTo>
                    <a:lnTo>
                      <a:pt x="331" y="1073"/>
                    </a:lnTo>
                    <a:lnTo>
                      <a:pt x="331" y="1075"/>
                    </a:lnTo>
                    <a:lnTo>
                      <a:pt x="331" y="1078"/>
                    </a:lnTo>
                    <a:lnTo>
                      <a:pt x="331" y="1078"/>
                    </a:lnTo>
                    <a:lnTo>
                      <a:pt x="332" y="1092"/>
                    </a:lnTo>
                    <a:lnTo>
                      <a:pt x="332" y="1092"/>
                    </a:lnTo>
                    <a:lnTo>
                      <a:pt x="333" y="1106"/>
                    </a:lnTo>
                    <a:lnTo>
                      <a:pt x="333" y="1106"/>
                    </a:lnTo>
                    <a:lnTo>
                      <a:pt x="334" y="1160"/>
                    </a:lnTo>
                    <a:lnTo>
                      <a:pt x="334" y="1160"/>
                    </a:lnTo>
                    <a:lnTo>
                      <a:pt x="333" y="1178"/>
                    </a:lnTo>
                    <a:lnTo>
                      <a:pt x="332" y="1197"/>
                    </a:lnTo>
                    <a:lnTo>
                      <a:pt x="332" y="1197"/>
                    </a:lnTo>
                    <a:lnTo>
                      <a:pt x="331" y="1225"/>
                    </a:lnTo>
                    <a:lnTo>
                      <a:pt x="331" y="1225"/>
                    </a:lnTo>
                    <a:lnTo>
                      <a:pt x="329" y="1265"/>
                    </a:lnTo>
                    <a:lnTo>
                      <a:pt x="329" y="1265"/>
                    </a:lnTo>
                    <a:lnTo>
                      <a:pt x="328" y="1292"/>
                    </a:lnTo>
                    <a:lnTo>
                      <a:pt x="328" y="1292"/>
                    </a:lnTo>
                    <a:lnTo>
                      <a:pt x="326" y="1330"/>
                    </a:lnTo>
                    <a:lnTo>
                      <a:pt x="326" y="1330"/>
                    </a:lnTo>
                    <a:lnTo>
                      <a:pt x="325" y="1364"/>
                    </a:lnTo>
                    <a:lnTo>
                      <a:pt x="325" y="1364"/>
                    </a:lnTo>
                    <a:lnTo>
                      <a:pt x="323" y="1400"/>
                    </a:lnTo>
                    <a:lnTo>
                      <a:pt x="323" y="1400"/>
                    </a:lnTo>
                    <a:lnTo>
                      <a:pt x="322" y="1404"/>
                    </a:lnTo>
                    <a:lnTo>
                      <a:pt x="322" y="1406"/>
                    </a:lnTo>
                    <a:lnTo>
                      <a:pt x="320" y="1410"/>
                    </a:lnTo>
                    <a:lnTo>
                      <a:pt x="316" y="1411"/>
                    </a:lnTo>
                    <a:lnTo>
                      <a:pt x="316" y="1411"/>
                    </a:lnTo>
                    <a:lnTo>
                      <a:pt x="315" y="1414"/>
                    </a:lnTo>
                    <a:lnTo>
                      <a:pt x="313" y="1416"/>
                    </a:lnTo>
                    <a:lnTo>
                      <a:pt x="313" y="1416"/>
                    </a:lnTo>
                    <a:lnTo>
                      <a:pt x="312" y="1437"/>
                    </a:lnTo>
                    <a:lnTo>
                      <a:pt x="312" y="1437"/>
                    </a:lnTo>
                    <a:lnTo>
                      <a:pt x="312" y="1452"/>
                    </a:lnTo>
                    <a:lnTo>
                      <a:pt x="313" y="1467"/>
                    </a:lnTo>
                    <a:lnTo>
                      <a:pt x="313" y="1467"/>
                    </a:lnTo>
                    <a:lnTo>
                      <a:pt x="315" y="1482"/>
                    </a:lnTo>
                    <a:lnTo>
                      <a:pt x="315" y="1496"/>
                    </a:lnTo>
                    <a:lnTo>
                      <a:pt x="315" y="1496"/>
                    </a:lnTo>
                    <a:lnTo>
                      <a:pt x="316" y="1502"/>
                    </a:lnTo>
                    <a:lnTo>
                      <a:pt x="316" y="1502"/>
                    </a:lnTo>
                    <a:lnTo>
                      <a:pt x="318" y="1515"/>
                    </a:lnTo>
                    <a:lnTo>
                      <a:pt x="318" y="1515"/>
                    </a:lnTo>
                    <a:lnTo>
                      <a:pt x="318" y="1523"/>
                    </a:lnTo>
                    <a:lnTo>
                      <a:pt x="318" y="1527"/>
                    </a:lnTo>
                    <a:lnTo>
                      <a:pt x="318" y="1532"/>
                    </a:lnTo>
                    <a:lnTo>
                      <a:pt x="318" y="1532"/>
                    </a:lnTo>
                    <a:lnTo>
                      <a:pt x="318" y="1533"/>
                    </a:lnTo>
                    <a:lnTo>
                      <a:pt x="318" y="1533"/>
                    </a:lnTo>
                    <a:lnTo>
                      <a:pt x="320" y="1535"/>
                    </a:lnTo>
                    <a:lnTo>
                      <a:pt x="320" y="1539"/>
                    </a:lnTo>
                    <a:lnTo>
                      <a:pt x="321" y="1545"/>
                    </a:lnTo>
                    <a:lnTo>
                      <a:pt x="321" y="1545"/>
                    </a:lnTo>
                    <a:lnTo>
                      <a:pt x="321" y="1558"/>
                    </a:lnTo>
                    <a:lnTo>
                      <a:pt x="321" y="1558"/>
                    </a:lnTo>
                    <a:lnTo>
                      <a:pt x="320" y="1563"/>
                    </a:lnTo>
                    <a:lnTo>
                      <a:pt x="318" y="1568"/>
                    </a:lnTo>
                    <a:lnTo>
                      <a:pt x="313" y="1571"/>
                    </a:lnTo>
                    <a:lnTo>
                      <a:pt x="308" y="1574"/>
                    </a:lnTo>
                    <a:lnTo>
                      <a:pt x="308" y="1574"/>
                    </a:lnTo>
                    <a:lnTo>
                      <a:pt x="300" y="1576"/>
                    </a:lnTo>
                    <a:lnTo>
                      <a:pt x="291" y="1577"/>
                    </a:lnTo>
                    <a:lnTo>
                      <a:pt x="291" y="1577"/>
                    </a:lnTo>
                    <a:lnTo>
                      <a:pt x="276" y="1577"/>
                    </a:lnTo>
                    <a:lnTo>
                      <a:pt x="263" y="1576"/>
                    </a:lnTo>
                    <a:lnTo>
                      <a:pt x="263" y="1576"/>
                    </a:lnTo>
                    <a:lnTo>
                      <a:pt x="229" y="1574"/>
                    </a:lnTo>
                    <a:lnTo>
                      <a:pt x="229" y="1574"/>
                    </a:lnTo>
                    <a:lnTo>
                      <a:pt x="229" y="1556"/>
                    </a:lnTo>
                    <a:lnTo>
                      <a:pt x="229" y="1556"/>
                    </a:lnTo>
                    <a:lnTo>
                      <a:pt x="224" y="1555"/>
                    </a:lnTo>
                    <a:lnTo>
                      <a:pt x="220" y="1556"/>
                    </a:lnTo>
                    <a:lnTo>
                      <a:pt x="220" y="1556"/>
                    </a:lnTo>
                    <a:lnTo>
                      <a:pt x="186" y="1565"/>
                    </a:lnTo>
                    <a:lnTo>
                      <a:pt x="186" y="1565"/>
                    </a:lnTo>
                    <a:lnTo>
                      <a:pt x="161" y="1571"/>
                    </a:lnTo>
                    <a:lnTo>
                      <a:pt x="137" y="1574"/>
                    </a:lnTo>
                    <a:lnTo>
                      <a:pt x="137" y="1574"/>
                    </a:lnTo>
                    <a:lnTo>
                      <a:pt x="125" y="1574"/>
                    </a:lnTo>
                    <a:lnTo>
                      <a:pt x="113" y="1574"/>
                    </a:lnTo>
                    <a:lnTo>
                      <a:pt x="113" y="1574"/>
                    </a:lnTo>
                    <a:lnTo>
                      <a:pt x="92" y="1571"/>
                    </a:lnTo>
                    <a:lnTo>
                      <a:pt x="92" y="1571"/>
                    </a:lnTo>
                    <a:lnTo>
                      <a:pt x="77" y="1569"/>
                    </a:lnTo>
                    <a:lnTo>
                      <a:pt x="63" y="1566"/>
                    </a:lnTo>
                    <a:lnTo>
                      <a:pt x="49" y="1561"/>
                    </a:lnTo>
                    <a:lnTo>
                      <a:pt x="36" y="1555"/>
                    </a:lnTo>
                    <a:lnTo>
                      <a:pt x="36" y="1555"/>
                    </a:lnTo>
                    <a:lnTo>
                      <a:pt x="28" y="1550"/>
                    </a:lnTo>
                    <a:lnTo>
                      <a:pt x="28" y="1550"/>
                    </a:lnTo>
                    <a:lnTo>
                      <a:pt x="26" y="1546"/>
                    </a:lnTo>
                    <a:lnTo>
                      <a:pt x="25" y="1543"/>
                    </a:lnTo>
                    <a:lnTo>
                      <a:pt x="25" y="1543"/>
                    </a:lnTo>
                    <a:lnTo>
                      <a:pt x="28" y="1534"/>
                    </a:lnTo>
                    <a:lnTo>
                      <a:pt x="30" y="1530"/>
                    </a:lnTo>
                    <a:lnTo>
                      <a:pt x="33" y="1528"/>
                    </a:lnTo>
                    <a:lnTo>
                      <a:pt x="33" y="1528"/>
                    </a:lnTo>
                    <a:lnTo>
                      <a:pt x="36" y="1524"/>
                    </a:lnTo>
                    <a:lnTo>
                      <a:pt x="39" y="1520"/>
                    </a:lnTo>
                    <a:lnTo>
                      <a:pt x="39" y="1520"/>
                    </a:lnTo>
                    <a:lnTo>
                      <a:pt x="43" y="1517"/>
                    </a:lnTo>
                    <a:lnTo>
                      <a:pt x="48" y="1513"/>
                    </a:lnTo>
                    <a:lnTo>
                      <a:pt x="53" y="1512"/>
                    </a:lnTo>
                    <a:lnTo>
                      <a:pt x="59" y="1512"/>
                    </a:lnTo>
                    <a:lnTo>
                      <a:pt x="59" y="1512"/>
                    </a:lnTo>
                    <a:lnTo>
                      <a:pt x="80" y="1513"/>
                    </a:lnTo>
                    <a:lnTo>
                      <a:pt x="100" y="1515"/>
                    </a:lnTo>
                    <a:lnTo>
                      <a:pt x="100" y="1515"/>
                    </a:lnTo>
                    <a:lnTo>
                      <a:pt x="106" y="1515"/>
                    </a:lnTo>
                    <a:lnTo>
                      <a:pt x="111" y="1515"/>
                    </a:lnTo>
                    <a:lnTo>
                      <a:pt x="111" y="1515"/>
                    </a:lnTo>
                    <a:lnTo>
                      <a:pt x="130" y="1512"/>
                    </a:lnTo>
                    <a:lnTo>
                      <a:pt x="130" y="1512"/>
                    </a:lnTo>
                    <a:lnTo>
                      <a:pt x="136" y="1510"/>
                    </a:lnTo>
                    <a:lnTo>
                      <a:pt x="144" y="1508"/>
                    </a:lnTo>
                    <a:lnTo>
                      <a:pt x="144" y="1508"/>
                    </a:lnTo>
                    <a:lnTo>
                      <a:pt x="151" y="1502"/>
                    </a:lnTo>
                    <a:lnTo>
                      <a:pt x="157" y="1496"/>
                    </a:lnTo>
                    <a:lnTo>
                      <a:pt x="170" y="1483"/>
                    </a:lnTo>
                    <a:lnTo>
                      <a:pt x="170" y="1483"/>
                    </a:lnTo>
                    <a:lnTo>
                      <a:pt x="171" y="1481"/>
                    </a:lnTo>
                    <a:lnTo>
                      <a:pt x="171" y="1481"/>
                    </a:lnTo>
                    <a:lnTo>
                      <a:pt x="175" y="1471"/>
                    </a:lnTo>
                    <a:lnTo>
                      <a:pt x="180" y="1462"/>
                    </a:lnTo>
                    <a:lnTo>
                      <a:pt x="189" y="1444"/>
                    </a:lnTo>
                    <a:lnTo>
                      <a:pt x="189" y="1444"/>
                    </a:lnTo>
                    <a:lnTo>
                      <a:pt x="192" y="1441"/>
                    </a:lnTo>
                    <a:lnTo>
                      <a:pt x="194" y="1439"/>
                    </a:lnTo>
                    <a:lnTo>
                      <a:pt x="194" y="1439"/>
                    </a:lnTo>
                    <a:lnTo>
                      <a:pt x="197" y="1437"/>
                    </a:lnTo>
                    <a:lnTo>
                      <a:pt x="197" y="1437"/>
                    </a:lnTo>
                    <a:lnTo>
                      <a:pt x="198" y="1431"/>
                    </a:lnTo>
                    <a:lnTo>
                      <a:pt x="198" y="1429"/>
                    </a:lnTo>
                    <a:lnTo>
                      <a:pt x="197" y="1425"/>
                    </a:lnTo>
                    <a:lnTo>
                      <a:pt x="197" y="1425"/>
                    </a:lnTo>
                    <a:lnTo>
                      <a:pt x="192" y="1416"/>
                    </a:lnTo>
                    <a:lnTo>
                      <a:pt x="192" y="1416"/>
                    </a:lnTo>
                    <a:lnTo>
                      <a:pt x="189" y="1413"/>
                    </a:lnTo>
                    <a:lnTo>
                      <a:pt x="189" y="1408"/>
                    </a:lnTo>
                    <a:lnTo>
                      <a:pt x="188" y="1404"/>
                    </a:lnTo>
                    <a:lnTo>
                      <a:pt x="189" y="1399"/>
                    </a:lnTo>
                    <a:lnTo>
                      <a:pt x="189" y="1399"/>
                    </a:lnTo>
                    <a:lnTo>
                      <a:pt x="192" y="1387"/>
                    </a:lnTo>
                    <a:lnTo>
                      <a:pt x="192" y="1387"/>
                    </a:lnTo>
                    <a:lnTo>
                      <a:pt x="192" y="1384"/>
                    </a:lnTo>
                    <a:lnTo>
                      <a:pt x="191" y="1380"/>
                    </a:lnTo>
                    <a:lnTo>
                      <a:pt x="191" y="1380"/>
                    </a:lnTo>
                    <a:lnTo>
                      <a:pt x="189" y="1377"/>
                    </a:lnTo>
                    <a:lnTo>
                      <a:pt x="188" y="1374"/>
                    </a:lnTo>
                    <a:lnTo>
                      <a:pt x="188" y="1374"/>
                    </a:lnTo>
                    <a:lnTo>
                      <a:pt x="189" y="1353"/>
                    </a:lnTo>
                    <a:lnTo>
                      <a:pt x="189" y="1353"/>
                    </a:lnTo>
                    <a:lnTo>
                      <a:pt x="189" y="1312"/>
                    </a:lnTo>
                    <a:lnTo>
                      <a:pt x="189" y="1312"/>
                    </a:lnTo>
                    <a:lnTo>
                      <a:pt x="188" y="1255"/>
                    </a:lnTo>
                    <a:lnTo>
                      <a:pt x="188" y="1255"/>
                    </a:lnTo>
                    <a:lnTo>
                      <a:pt x="188" y="1230"/>
                    </a:lnTo>
                    <a:lnTo>
                      <a:pt x="188" y="1230"/>
                    </a:lnTo>
                    <a:lnTo>
                      <a:pt x="186" y="1194"/>
                    </a:lnTo>
                    <a:lnTo>
                      <a:pt x="186" y="1194"/>
                    </a:lnTo>
                    <a:lnTo>
                      <a:pt x="184" y="1184"/>
                    </a:lnTo>
                    <a:lnTo>
                      <a:pt x="184" y="1184"/>
                    </a:lnTo>
                    <a:lnTo>
                      <a:pt x="184" y="1142"/>
                    </a:lnTo>
                    <a:lnTo>
                      <a:pt x="184" y="1142"/>
                    </a:lnTo>
                    <a:lnTo>
                      <a:pt x="183" y="1108"/>
                    </a:lnTo>
                    <a:lnTo>
                      <a:pt x="183" y="1108"/>
                    </a:lnTo>
                    <a:lnTo>
                      <a:pt x="182" y="1082"/>
                    </a:lnTo>
                    <a:lnTo>
                      <a:pt x="183" y="1054"/>
                    </a:lnTo>
                    <a:lnTo>
                      <a:pt x="183" y="1054"/>
                    </a:lnTo>
                    <a:lnTo>
                      <a:pt x="184" y="1032"/>
                    </a:lnTo>
                    <a:lnTo>
                      <a:pt x="187" y="1011"/>
                    </a:lnTo>
                    <a:lnTo>
                      <a:pt x="187" y="1011"/>
                    </a:lnTo>
                    <a:lnTo>
                      <a:pt x="188" y="986"/>
                    </a:lnTo>
                    <a:lnTo>
                      <a:pt x="188" y="986"/>
                    </a:lnTo>
                    <a:lnTo>
                      <a:pt x="192" y="950"/>
                    </a:lnTo>
                    <a:lnTo>
                      <a:pt x="192" y="950"/>
                    </a:lnTo>
                    <a:lnTo>
                      <a:pt x="193" y="917"/>
                    </a:lnTo>
                    <a:lnTo>
                      <a:pt x="193" y="917"/>
                    </a:lnTo>
                    <a:lnTo>
                      <a:pt x="193" y="889"/>
                    </a:lnTo>
                    <a:lnTo>
                      <a:pt x="194" y="877"/>
                    </a:lnTo>
                    <a:lnTo>
                      <a:pt x="196" y="863"/>
                    </a:lnTo>
                    <a:lnTo>
                      <a:pt x="196" y="863"/>
                    </a:lnTo>
                    <a:lnTo>
                      <a:pt x="197" y="854"/>
                    </a:lnTo>
                    <a:lnTo>
                      <a:pt x="197" y="850"/>
                    </a:lnTo>
                    <a:lnTo>
                      <a:pt x="198" y="845"/>
                    </a:lnTo>
                    <a:lnTo>
                      <a:pt x="198" y="845"/>
                    </a:lnTo>
                    <a:lnTo>
                      <a:pt x="198" y="841"/>
                    </a:lnTo>
                    <a:lnTo>
                      <a:pt x="198" y="841"/>
                    </a:lnTo>
                    <a:lnTo>
                      <a:pt x="197" y="832"/>
                    </a:lnTo>
                    <a:lnTo>
                      <a:pt x="197" y="829"/>
                    </a:lnTo>
                    <a:lnTo>
                      <a:pt x="199" y="825"/>
                    </a:lnTo>
                    <a:lnTo>
                      <a:pt x="199" y="825"/>
                    </a:lnTo>
                    <a:lnTo>
                      <a:pt x="199" y="823"/>
                    </a:lnTo>
                    <a:lnTo>
                      <a:pt x="199" y="819"/>
                    </a:lnTo>
                    <a:lnTo>
                      <a:pt x="199" y="819"/>
                    </a:lnTo>
                    <a:lnTo>
                      <a:pt x="198" y="816"/>
                    </a:lnTo>
                    <a:lnTo>
                      <a:pt x="198" y="813"/>
                    </a:lnTo>
                    <a:lnTo>
                      <a:pt x="201" y="805"/>
                    </a:lnTo>
                    <a:lnTo>
                      <a:pt x="201" y="805"/>
                    </a:lnTo>
                    <a:lnTo>
                      <a:pt x="203" y="799"/>
                    </a:lnTo>
                    <a:lnTo>
                      <a:pt x="203" y="799"/>
                    </a:lnTo>
                    <a:lnTo>
                      <a:pt x="207" y="789"/>
                    </a:lnTo>
                    <a:lnTo>
                      <a:pt x="208" y="779"/>
                    </a:lnTo>
                    <a:lnTo>
                      <a:pt x="208" y="779"/>
                    </a:lnTo>
                    <a:lnTo>
                      <a:pt x="209" y="774"/>
                    </a:lnTo>
                    <a:lnTo>
                      <a:pt x="211" y="770"/>
                    </a:lnTo>
                    <a:lnTo>
                      <a:pt x="211" y="770"/>
                    </a:lnTo>
                    <a:lnTo>
                      <a:pt x="213" y="767"/>
                    </a:lnTo>
                    <a:lnTo>
                      <a:pt x="213" y="767"/>
                    </a:lnTo>
                    <a:lnTo>
                      <a:pt x="223" y="732"/>
                    </a:lnTo>
                    <a:lnTo>
                      <a:pt x="223" y="732"/>
                    </a:lnTo>
                    <a:lnTo>
                      <a:pt x="224" y="727"/>
                    </a:lnTo>
                    <a:lnTo>
                      <a:pt x="224" y="727"/>
                    </a:lnTo>
                    <a:lnTo>
                      <a:pt x="225" y="718"/>
                    </a:lnTo>
                    <a:lnTo>
                      <a:pt x="225" y="710"/>
                    </a:lnTo>
                    <a:lnTo>
                      <a:pt x="225" y="710"/>
                    </a:lnTo>
                    <a:lnTo>
                      <a:pt x="224" y="700"/>
                    </a:lnTo>
                    <a:lnTo>
                      <a:pt x="227" y="690"/>
                    </a:lnTo>
                    <a:lnTo>
                      <a:pt x="227" y="690"/>
                    </a:lnTo>
                    <a:lnTo>
                      <a:pt x="225" y="690"/>
                    </a:lnTo>
                    <a:lnTo>
                      <a:pt x="225" y="690"/>
                    </a:lnTo>
                    <a:lnTo>
                      <a:pt x="217" y="700"/>
                    </a:lnTo>
                    <a:lnTo>
                      <a:pt x="217" y="700"/>
                    </a:lnTo>
                    <a:lnTo>
                      <a:pt x="214" y="702"/>
                    </a:lnTo>
                    <a:lnTo>
                      <a:pt x="212" y="704"/>
                    </a:lnTo>
                    <a:lnTo>
                      <a:pt x="209" y="702"/>
                    </a:lnTo>
                    <a:lnTo>
                      <a:pt x="208" y="699"/>
                    </a:lnTo>
                    <a:lnTo>
                      <a:pt x="208" y="699"/>
                    </a:lnTo>
                    <a:lnTo>
                      <a:pt x="207" y="692"/>
                    </a:lnTo>
                    <a:lnTo>
                      <a:pt x="207" y="687"/>
                    </a:lnTo>
                    <a:lnTo>
                      <a:pt x="207" y="687"/>
                    </a:lnTo>
                    <a:lnTo>
                      <a:pt x="208" y="661"/>
                    </a:lnTo>
                    <a:lnTo>
                      <a:pt x="208" y="661"/>
                    </a:lnTo>
                    <a:lnTo>
                      <a:pt x="214" y="611"/>
                    </a:lnTo>
                    <a:lnTo>
                      <a:pt x="214" y="611"/>
                    </a:lnTo>
                    <a:lnTo>
                      <a:pt x="215" y="592"/>
                    </a:lnTo>
                    <a:lnTo>
                      <a:pt x="215" y="592"/>
                    </a:lnTo>
                    <a:lnTo>
                      <a:pt x="217" y="577"/>
                    </a:lnTo>
                    <a:lnTo>
                      <a:pt x="217" y="577"/>
                    </a:lnTo>
                    <a:lnTo>
                      <a:pt x="217" y="556"/>
                    </a:lnTo>
                    <a:lnTo>
                      <a:pt x="218" y="535"/>
                    </a:lnTo>
                    <a:lnTo>
                      <a:pt x="218" y="535"/>
                    </a:lnTo>
                    <a:lnTo>
                      <a:pt x="219" y="508"/>
                    </a:lnTo>
                    <a:lnTo>
                      <a:pt x="222" y="494"/>
                    </a:lnTo>
                    <a:lnTo>
                      <a:pt x="224" y="480"/>
                    </a:lnTo>
                    <a:lnTo>
                      <a:pt x="224" y="480"/>
                    </a:lnTo>
                    <a:lnTo>
                      <a:pt x="227" y="467"/>
                    </a:lnTo>
                    <a:lnTo>
                      <a:pt x="227" y="467"/>
                    </a:lnTo>
                    <a:lnTo>
                      <a:pt x="238" y="431"/>
                    </a:lnTo>
                    <a:lnTo>
                      <a:pt x="248" y="394"/>
                    </a:lnTo>
                    <a:lnTo>
                      <a:pt x="248" y="394"/>
                    </a:lnTo>
                    <a:lnTo>
                      <a:pt x="254" y="360"/>
                    </a:lnTo>
                    <a:lnTo>
                      <a:pt x="254" y="360"/>
                    </a:lnTo>
                    <a:lnTo>
                      <a:pt x="255" y="347"/>
                    </a:lnTo>
                    <a:lnTo>
                      <a:pt x="255" y="333"/>
                    </a:lnTo>
                    <a:lnTo>
                      <a:pt x="255" y="333"/>
                    </a:lnTo>
                    <a:lnTo>
                      <a:pt x="255" y="332"/>
                    </a:lnTo>
                    <a:lnTo>
                      <a:pt x="255" y="332"/>
                    </a:lnTo>
                    <a:lnTo>
                      <a:pt x="255" y="324"/>
                    </a:lnTo>
                    <a:lnTo>
                      <a:pt x="254" y="316"/>
                    </a:lnTo>
                    <a:lnTo>
                      <a:pt x="251" y="301"/>
                    </a:lnTo>
                    <a:lnTo>
                      <a:pt x="251" y="301"/>
                    </a:lnTo>
                    <a:lnTo>
                      <a:pt x="249" y="280"/>
                    </a:lnTo>
                    <a:lnTo>
                      <a:pt x="249" y="280"/>
                    </a:lnTo>
                    <a:lnTo>
                      <a:pt x="248" y="276"/>
                    </a:lnTo>
                    <a:lnTo>
                      <a:pt x="248" y="276"/>
                    </a:lnTo>
                    <a:lnTo>
                      <a:pt x="238" y="277"/>
                    </a:lnTo>
                    <a:lnTo>
                      <a:pt x="238" y="277"/>
                    </a:lnTo>
                    <a:lnTo>
                      <a:pt x="230" y="278"/>
                    </a:lnTo>
                    <a:lnTo>
                      <a:pt x="230" y="278"/>
                    </a:lnTo>
                    <a:lnTo>
                      <a:pt x="225" y="278"/>
                    </a:lnTo>
                    <a:lnTo>
                      <a:pt x="220" y="278"/>
                    </a:lnTo>
                    <a:lnTo>
                      <a:pt x="217" y="277"/>
                    </a:lnTo>
                    <a:lnTo>
                      <a:pt x="212" y="275"/>
                    </a:lnTo>
                    <a:lnTo>
                      <a:pt x="212" y="275"/>
                    </a:lnTo>
                    <a:lnTo>
                      <a:pt x="178" y="254"/>
                    </a:lnTo>
                    <a:lnTo>
                      <a:pt x="178" y="254"/>
                    </a:lnTo>
                    <a:lnTo>
                      <a:pt x="172" y="250"/>
                    </a:lnTo>
                    <a:lnTo>
                      <a:pt x="165" y="245"/>
                    </a:lnTo>
                    <a:lnTo>
                      <a:pt x="154" y="234"/>
                    </a:lnTo>
                    <a:lnTo>
                      <a:pt x="154" y="234"/>
                    </a:lnTo>
                    <a:lnTo>
                      <a:pt x="127" y="213"/>
                    </a:lnTo>
                    <a:lnTo>
                      <a:pt x="127" y="213"/>
                    </a:lnTo>
                    <a:lnTo>
                      <a:pt x="123" y="209"/>
                    </a:lnTo>
                    <a:lnTo>
                      <a:pt x="118" y="205"/>
                    </a:lnTo>
                    <a:lnTo>
                      <a:pt x="118" y="205"/>
                    </a:lnTo>
                    <a:lnTo>
                      <a:pt x="109" y="199"/>
                    </a:lnTo>
                    <a:lnTo>
                      <a:pt x="109" y="199"/>
                    </a:lnTo>
                    <a:lnTo>
                      <a:pt x="93" y="184"/>
                    </a:lnTo>
                    <a:lnTo>
                      <a:pt x="93" y="184"/>
                    </a:lnTo>
                    <a:lnTo>
                      <a:pt x="88" y="179"/>
                    </a:lnTo>
                    <a:lnTo>
                      <a:pt x="84" y="174"/>
                    </a:lnTo>
                    <a:lnTo>
                      <a:pt x="80" y="168"/>
                    </a:lnTo>
                    <a:lnTo>
                      <a:pt x="78" y="162"/>
                    </a:lnTo>
                    <a:lnTo>
                      <a:pt x="78" y="162"/>
                    </a:lnTo>
                    <a:lnTo>
                      <a:pt x="79" y="162"/>
                    </a:lnTo>
                    <a:lnTo>
                      <a:pt x="82" y="162"/>
                    </a:lnTo>
                    <a:lnTo>
                      <a:pt x="82" y="162"/>
                    </a:lnTo>
                    <a:lnTo>
                      <a:pt x="82" y="158"/>
                    </a:lnTo>
                    <a:lnTo>
                      <a:pt x="80" y="156"/>
                    </a:lnTo>
                    <a:lnTo>
                      <a:pt x="75" y="151"/>
                    </a:lnTo>
                    <a:lnTo>
                      <a:pt x="75" y="151"/>
                    </a:lnTo>
                    <a:lnTo>
                      <a:pt x="72" y="149"/>
                    </a:lnTo>
                    <a:lnTo>
                      <a:pt x="69" y="147"/>
                    </a:lnTo>
                    <a:lnTo>
                      <a:pt x="66" y="142"/>
                    </a:lnTo>
                    <a:lnTo>
                      <a:pt x="66" y="142"/>
                    </a:lnTo>
                    <a:lnTo>
                      <a:pt x="62" y="138"/>
                    </a:lnTo>
                    <a:lnTo>
                      <a:pt x="56" y="135"/>
                    </a:lnTo>
                    <a:lnTo>
                      <a:pt x="56" y="135"/>
                    </a:lnTo>
                    <a:lnTo>
                      <a:pt x="36" y="120"/>
                    </a:lnTo>
                    <a:lnTo>
                      <a:pt x="36" y="120"/>
                    </a:lnTo>
                    <a:lnTo>
                      <a:pt x="32" y="116"/>
                    </a:lnTo>
                    <a:lnTo>
                      <a:pt x="30" y="111"/>
                    </a:lnTo>
                    <a:lnTo>
                      <a:pt x="30" y="111"/>
                    </a:lnTo>
                    <a:lnTo>
                      <a:pt x="28" y="107"/>
                    </a:lnTo>
                    <a:lnTo>
                      <a:pt x="26" y="104"/>
                    </a:lnTo>
                    <a:lnTo>
                      <a:pt x="23" y="101"/>
                    </a:lnTo>
                    <a:lnTo>
                      <a:pt x="20" y="99"/>
                    </a:lnTo>
                    <a:lnTo>
                      <a:pt x="20" y="99"/>
                    </a:lnTo>
                    <a:lnTo>
                      <a:pt x="18" y="99"/>
                    </a:lnTo>
                    <a:lnTo>
                      <a:pt x="18" y="99"/>
                    </a:lnTo>
                    <a:lnTo>
                      <a:pt x="5" y="84"/>
                    </a:lnTo>
                    <a:lnTo>
                      <a:pt x="5" y="84"/>
                    </a:lnTo>
                    <a:lnTo>
                      <a:pt x="4" y="81"/>
                    </a:lnTo>
                    <a:lnTo>
                      <a:pt x="4" y="78"/>
                    </a:lnTo>
                    <a:lnTo>
                      <a:pt x="4" y="78"/>
                    </a:lnTo>
                    <a:lnTo>
                      <a:pt x="5" y="76"/>
                    </a:lnTo>
                    <a:lnTo>
                      <a:pt x="6" y="75"/>
                    </a:lnTo>
                    <a:lnTo>
                      <a:pt x="10" y="76"/>
                    </a:lnTo>
                    <a:lnTo>
                      <a:pt x="10" y="76"/>
                    </a:lnTo>
                    <a:lnTo>
                      <a:pt x="10" y="73"/>
                    </a:lnTo>
                    <a:lnTo>
                      <a:pt x="9" y="70"/>
                    </a:lnTo>
                    <a:lnTo>
                      <a:pt x="9" y="70"/>
                    </a:lnTo>
                    <a:lnTo>
                      <a:pt x="1" y="64"/>
                    </a:lnTo>
                    <a:lnTo>
                      <a:pt x="1" y="64"/>
                    </a:lnTo>
                    <a:lnTo>
                      <a:pt x="0" y="63"/>
                    </a:lnTo>
                    <a:lnTo>
                      <a:pt x="0" y="60"/>
                    </a:lnTo>
                    <a:lnTo>
                      <a:pt x="1" y="58"/>
                    </a:lnTo>
                    <a:lnTo>
                      <a:pt x="1" y="55"/>
                    </a:lnTo>
                    <a:lnTo>
                      <a:pt x="1" y="55"/>
                    </a:lnTo>
                    <a:lnTo>
                      <a:pt x="5" y="54"/>
                    </a:lnTo>
                    <a:lnTo>
                      <a:pt x="7" y="55"/>
                    </a:lnTo>
                    <a:lnTo>
                      <a:pt x="7" y="55"/>
                    </a:lnTo>
                    <a:lnTo>
                      <a:pt x="15" y="61"/>
                    </a:lnTo>
                    <a:lnTo>
                      <a:pt x="15" y="61"/>
                    </a:lnTo>
                    <a:lnTo>
                      <a:pt x="30" y="71"/>
                    </a:lnTo>
                    <a:lnTo>
                      <a:pt x="30" y="71"/>
                    </a:lnTo>
                    <a:lnTo>
                      <a:pt x="38" y="79"/>
                    </a:lnTo>
                    <a:lnTo>
                      <a:pt x="38" y="79"/>
                    </a:lnTo>
                    <a:lnTo>
                      <a:pt x="41" y="80"/>
                    </a:lnTo>
                    <a:lnTo>
                      <a:pt x="41" y="80"/>
                    </a:lnTo>
                    <a:lnTo>
                      <a:pt x="41" y="80"/>
                    </a:lnTo>
                    <a:lnTo>
                      <a:pt x="41" y="80"/>
                    </a:lnTo>
                    <a:lnTo>
                      <a:pt x="39" y="78"/>
                    </a:lnTo>
                    <a:lnTo>
                      <a:pt x="39" y="78"/>
                    </a:lnTo>
                    <a:lnTo>
                      <a:pt x="32" y="71"/>
                    </a:lnTo>
                    <a:lnTo>
                      <a:pt x="26" y="64"/>
                    </a:lnTo>
                    <a:lnTo>
                      <a:pt x="26" y="64"/>
                    </a:lnTo>
                    <a:lnTo>
                      <a:pt x="21" y="59"/>
                    </a:lnTo>
                    <a:lnTo>
                      <a:pt x="21" y="59"/>
                    </a:lnTo>
                    <a:lnTo>
                      <a:pt x="10" y="44"/>
                    </a:lnTo>
                    <a:lnTo>
                      <a:pt x="10" y="44"/>
                    </a:lnTo>
                    <a:lnTo>
                      <a:pt x="10" y="43"/>
                    </a:lnTo>
                    <a:lnTo>
                      <a:pt x="9" y="40"/>
                    </a:lnTo>
                    <a:lnTo>
                      <a:pt x="11" y="38"/>
                    </a:lnTo>
                    <a:lnTo>
                      <a:pt x="11" y="38"/>
                    </a:lnTo>
                    <a:lnTo>
                      <a:pt x="13" y="35"/>
                    </a:lnTo>
                    <a:lnTo>
                      <a:pt x="16" y="35"/>
                    </a:lnTo>
                    <a:lnTo>
                      <a:pt x="18" y="37"/>
                    </a:lnTo>
                    <a:lnTo>
                      <a:pt x="18" y="37"/>
                    </a:lnTo>
                    <a:lnTo>
                      <a:pt x="25" y="42"/>
                    </a:lnTo>
                    <a:lnTo>
                      <a:pt x="25" y="42"/>
                    </a:lnTo>
                    <a:lnTo>
                      <a:pt x="41" y="57"/>
                    </a:lnTo>
                    <a:lnTo>
                      <a:pt x="41" y="57"/>
                    </a:lnTo>
                    <a:lnTo>
                      <a:pt x="49" y="65"/>
                    </a:lnTo>
                    <a:lnTo>
                      <a:pt x="49" y="65"/>
                    </a:lnTo>
                    <a:lnTo>
                      <a:pt x="53" y="68"/>
                    </a:lnTo>
                    <a:lnTo>
                      <a:pt x="53" y="68"/>
                    </a:lnTo>
                    <a:lnTo>
                      <a:pt x="54" y="69"/>
                    </a:lnTo>
                    <a:lnTo>
                      <a:pt x="57" y="69"/>
                    </a:lnTo>
                    <a:lnTo>
                      <a:pt x="57" y="69"/>
                    </a:lnTo>
                    <a:lnTo>
                      <a:pt x="57" y="66"/>
                    </a:lnTo>
                    <a:lnTo>
                      <a:pt x="57" y="64"/>
                    </a:lnTo>
                    <a:lnTo>
                      <a:pt x="57" y="64"/>
                    </a:lnTo>
                    <a:lnTo>
                      <a:pt x="36" y="42"/>
                    </a:lnTo>
                    <a:lnTo>
                      <a:pt x="36" y="42"/>
                    </a:lnTo>
                    <a:lnTo>
                      <a:pt x="31" y="37"/>
                    </a:lnTo>
                    <a:lnTo>
                      <a:pt x="31" y="37"/>
                    </a:lnTo>
                    <a:lnTo>
                      <a:pt x="30" y="35"/>
                    </a:lnTo>
                    <a:lnTo>
                      <a:pt x="30" y="33"/>
                    </a:lnTo>
                    <a:lnTo>
                      <a:pt x="32" y="29"/>
                    </a:lnTo>
                    <a:lnTo>
                      <a:pt x="32" y="29"/>
                    </a:lnTo>
                    <a:lnTo>
                      <a:pt x="35" y="27"/>
                    </a:lnTo>
                    <a:lnTo>
                      <a:pt x="39" y="28"/>
                    </a:lnTo>
                    <a:lnTo>
                      <a:pt x="39" y="28"/>
                    </a:lnTo>
                    <a:lnTo>
                      <a:pt x="46" y="33"/>
                    </a:lnTo>
                    <a:lnTo>
                      <a:pt x="46" y="33"/>
                    </a:lnTo>
                    <a:lnTo>
                      <a:pt x="56" y="40"/>
                    </a:lnTo>
                    <a:lnTo>
                      <a:pt x="64" y="49"/>
                    </a:lnTo>
                    <a:lnTo>
                      <a:pt x="64" y="49"/>
                    </a:lnTo>
                    <a:lnTo>
                      <a:pt x="73" y="57"/>
                    </a:lnTo>
                    <a:lnTo>
                      <a:pt x="84" y="63"/>
                    </a:lnTo>
                    <a:lnTo>
                      <a:pt x="84" y="63"/>
                    </a:lnTo>
                    <a:lnTo>
                      <a:pt x="88" y="61"/>
                    </a:lnTo>
                    <a:lnTo>
                      <a:pt x="90" y="58"/>
                    </a:lnTo>
                    <a:lnTo>
                      <a:pt x="90" y="54"/>
                    </a:lnTo>
                    <a:lnTo>
                      <a:pt x="90" y="50"/>
                    </a:lnTo>
                    <a:lnTo>
                      <a:pt x="90" y="50"/>
                    </a:lnTo>
                    <a:lnTo>
                      <a:pt x="88" y="40"/>
                    </a:lnTo>
                    <a:lnTo>
                      <a:pt x="88" y="40"/>
                    </a:lnTo>
                    <a:lnTo>
                      <a:pt x="88" y="35"/>
                    </a:lnTo>
                    <a:lnTo>
                      <a:pt x="88" y="30"/>
                    </a:lnTo>
                    <a:lnTo>
                      <a:pt x="90" y="26"/>
                    </a:lnTo>
                    <a:lnTo>
                      <a:pt x="92" y="22"/>
                    </a:lnTo>
                    <a:lnTo>
                      <a:pt x="92" y="22"/>
                    </a:lnTo>
                    <a:lnTo>
                      <a:pt x="94" y="19"/>
                    </a:lnTo>
                    <a:lnTo>
                      <a:pt x="94" y="19"/>
                    </a:lnTo>
                    <a:lnTo>
                      <a:pt x="97" y="18"/>
                    </a:lnTo>
                    <a:lnTo>
                      <a:pt x="98" y="19"/>
                    </a:lnTo>
                    <a:lnTo>
                      <a:pt x="99" y="19"/>
                    </a:lnTo>
                    <a:lnTo>
                      <a:pt x="99" y="22"/>
                    </a:lnTo>
                    <a:lnTo>
                      <a:pt x="99" y="22"/>
                    </a:lnTo>
                    <a:lnTo>
                      <a:pt x="100" y="30"/>
                    </a:lnTo>
                    <a:lnTo>
                      <a:pt x="104" y="38"/>
                    </a:lnTo>
                    <a:lnTo>
                      <a:pt x="104" y="38"/>
                    </a:lnTo>
                    <a:lnTo>
                      <a:pt x="105" y="42"/>
                    </a:lnTo>
                    <a:lnTo>
                      <a:pt x="105" y="42"/>
                    </a:lnTo>
                    <a:lnTo>
                      <a:pt x="109" y="57"/>
                    </a:lnTo>
                    <a:lnTo>
                      <a:pt x="109" y="57"/>
                    </a:lnTo>
                    <a:lnTo>
                      <a:pt x="110" y="61"/>
                    </a:lnTo>
                    <a:lnTo>
                      <a:pt x="109" y="65"/>
                    </a:lnTo>
                    <a:lnTo>
                      <a:pt x="109" y="65"/>
                    </a:lnTo>
                    <a:lnTo>
                      <a:pt x="106" y="73"/>
                    </a:lnTo>
                    <a:lnTo>
                      <a:pt x="106" y="73"/>
                    </a:lnTo>
                    <a:lnTo>
                      <a:pt x="106" y="78"/>
                    </a:lnTo>
                    <a:lnTo>
                      <a:pt x="106" y="81"/>
                    </a:lnTo>
                    <a:lnTo>
                      <a:pt x="106" y="81"/>
                    </a:lnTo>
                    <a:lnTo>
                      <a:pt x="106" y="85"/>
                    </a:lnTo>
                    <a:lnTo>
                      <a:pt x="106" y="89"/>
                    </a:lnTo>
                    <a:lnTo>
                      <a:pt x="106" y="89"/>
                    </a:lnTo>
                    <a:lnTo>
                      <a:pt x="106" y="92"/>
                    </a:lnTo>
                    <a:lnTo>
                      <a:pt x="108" y="96"/>
                    </a:lnTo>
                    <a:lnTo>
                      <a:pt x="108" y="96"/>
                    </a:lnTo>
                    <a:lnTo>
                      <a:pt x="119" y="106"/>
                    </a:lnTo>
                    <a:lnTo>
                      <a:pt x="130" y="116"/>
                    </a:lnTo>
                    <a:lnTo>
                      <a:pt x="130" y="116"/>
                    </a:lnTo>
                    <a:lnTo>
                      <a:pt x="163" y="137"/>
                    </a:lnTo>
                    <a:lnTo>
                      <a:pt x="163" y="137"/>
                    </a:lnTo>
                    <a:lnTo>
                      <a:pt x="193" y="154"/>
                    </a:lnTo>
                    <a:lnTo>
                      <a:pt x="193" y="154"/>
                    </a:lnTo>
                    <a:lnTo>
                      <a:pt x="198" y="157"/>
                    </a:lnTo>
                    <a:lnTo>
                      <a:pt x="202" y="162"/>
                    </a:lnTo>
                    <a:lnTo>
                      <a:pt x="202" y="162"/>
                    </a:lnTo>
                    <a:lnTo>
                      <a:pt x="203" y="163"/>
                    </a:lnTo>
                    <a:lnTo>
                      <a:pt x="206" y="164"/>
                    </a:lnTo>
                    <a:lnTo>
                      <a:pt x="206" y="164"/>
                    </a:lnTo>
                    <a:lnTo>
                      <a:pt x="218" y="168"/>
                    </a:lnTo>
                    <a:lnTo>
                      <a:pt x="218" y="168"/>
                    </a:lnTo>
                    <a:lnTo>
                      <a:pt x="222" y="169"/>
                    </a:lnTo>
                    <a:lnTo>
                      <a:pt x="222" y="169"/>
                    </a:lnTo>
                    <a:lnTo>
                      <a:pt x="227" y="169"/>
                    </a:lnTo>
                    <a:lnTo>
                      <a:pt x="229" y="171"/>
                    </a:lnTo>
                    <a:lnTo>
                      <a:pt x="232" y="173"/>
                    </a:lnTo>
                    <a:lnTo>
                      <a:pt x="234" y="177"/>
                    </a:lnTo>
                    <a:lnTo>
                      <a:pt x="234" y="177"/>
                    </a:lnTo>
                    <a:lnTo>
                      <a:pt x="240" y="174"/>
                    </a:lnTo>
                    <a:lnTo>
                      <a:pt x="240" y="174"/>
                    </a:lnTo>
                    <a:lnTo>
                      <a:pt x="241" y="172"/>
                    </a:lnTo>
                    <a:lnTo>
                      <a:pt x="241" y="171"/>
                    </a:lnTo>
                    <a:lnTo>
                      <a:pt x="241" y="171"/>
                    </a:lnTo>
                    <a:lnTo>
                      <a:pt x="244" y="162"/>
                    </a:lnTo>
                    <a:lnTo>
                      <a:pt x="244" y="162"/>
                    </a:lnTo>
                    <a:lnTo>
                      <a:pt x="245" y="154"/>
                    </a:lnTo>
                    <a:lnTo>
                      <a:pt x="249" y="147"/>
                    </a:lnTo>
                    <a:lnTo>
                      <a:pt x="254" y="141"/>
                    </a:lnTo>
                    <a:lnTo>
                      <a:pt x="259" y="135"/>
                    </a:lnTo>
                    <a:lnTo>
                      <a:pt x="259" y="135"/>
                    </a:lnTo>
                    <a:lnTo>
                      <a:pt x="272" y="120"/>
                    </a:lnTo>
                    <a:lnTo>
                      <a:pt x="287" y="106"/>
                    </a:lnTo>
                    <a:lnTo>
                      <a:pt x="287" y="106"/>
                    </a:lnTo>
                    <a:lnTo>
                      <a:pt x="290" y="102"/>
                    </a:lnTo>
                    <a:lnTo>
                      <a:pt x="290" y="102"/>
                    </a:lnTo>
                    <a:lnTo>
                      <a:pt x="291" y="100"/>
                    </a:lnTo>
                    <a:lnTo>
                      <a:pt x="291" y="100"/>
                    </a:lnTo>
                    <a:lnTo>
                      <a:pt x="294" y="90"/>
                    </a:lnTo>
                    <a:lnTo>
                      <a:pt x="297" y="81"/>
                    </a:lnTo>
                    <a:lnTo>
                      <a:pt x="302" y="73"/>
                    </a:lnTo>
                    <a:lnTo>
                      <a:pt x="308" y="65"/>
                    </a:lnTo>
                    <a:lnTo>
                      <a:pt x="308" y="65"/>
                    </a:lnTo>
                    <a:lnTo>
                      <a:pt x="312" y="61"/>
                    </a:lnTo>
                    <a:lnTo>
                      <a:pt x="316" y="58"/>
                    </a:lnTo>
                    <a:lnTo>
                      <a:pt x="316" y="58"/>
                    </a:lnTo>
                    <a:lnTo>
                      <a:pt x="323" y="52"/>
                    </a:lnTo>
                    <a:lnTo>
                      <a:pt x="323" y="52"/>
                    </a:lnTo>
                    <a:lnTo>
                      <a:pt x="326" y="50"/>
                    </a:lnTo>
                    <a:lnTo>
                      <a:pt x="328" y="52"/>
                    </a:lnTo>
                    <a:lnTo>
                      <a:pt x="328" y="52"/>
                    </a:lnTo>
                    <a:lnTo>
                      <a:pt x="329" y="52"/>
                    </a:lnTo>
                    <a:lnTo>
                      <a:pt x="329" y="52"/>
                    </a:lnTo>
                    <a:lnTo>
                      <a:pt x="333" y="53"/>
                    </a:lnTo>
                    <a:lnTo>
                      <a:pt x="336" y="55"/>
                    </a:lnTo>
                    <a:lnTo>
                      <a:pt x="338" y="59"/>
                    </a:lnTo>
                    <a:lnTo>
                      <a:pt x="341" y="63"/>
                    </a:lnTo>
                    <a:lnTo>
                      <a:pt x="341" y="63"/>
                    </a:lnTo>
                    <a:lnTo>
                      <a:pt x="342" y="66"/>
                    </a:lnTo>
                    <a:lnTo>
                      <a:pt x="343" y="69"/>
                    </a:lnTo>
                    <a:lnTo>
                      <a:pt x="342" y="71"/>
                    </a:lnTo>
                    <a:lnTo>
                      <a:pt x="339" y="75"/>
                    </a:lnTo>
                    <a:lnTo>
                      <a:pt x="339" y="75"/>
                    </a:lnTo>
                    <a:lnTo>
                      <a:pt x="331" y="88"/>
                    </a:lnTo>
                    <a:lnTo>
                      <a:pt x="331" y="88"/>
                    </a:lnTo>
                    <a:lnTo>
                      <a:pt x="321" y="101"/>
                    </a:lnTo>
                    <a:lnTo>
                      <a:pt x="321" y="101"/>
                    </a:lnTo>
                    <a:lnTo>
                      <a:pt x="316" y="106"/>
                    </a:lnTo>
                    <a:lnTo>
                      <a:pt x="316" y="106"/>
                    </a:lnTo>
                    <a:lnTo>
                      <a:pt x="311" y="114"/>
                    </a:lnTo>
                    <a:lnTo>
                      <a:pt x="307" y="121"/>
                    </a:lnTo>
                    <a:lnTo>
                      <a:pt x="305" y="128"/>
                    </a:lnTo>
                    <a:lnTo>
                      <a:pt x="303" y="136"/>
                    </a:lnTo>
                    <a:lnTo>
                      <a:pt x="303" y="136"/>
                    </a:lnTo>
                    <a:lnTo>
                      <a:pt x="301" y="153"/>
                    </a:lnTo>
                    <a:lnTo>
                      <a:pt x="301" y="153"/>
                    </a:lnTo>
                    <a:lnTo>
                      <a:pt x="300" y="158"/>
                    </a:lnTo>
                    <a:lnTo>
                      <a:pt x="300" y="158"/>
                    </a:lnTo>
                    <a:lnTo>
                      <a:pt x="303" y="156"/>
                    </a:lnTo>
                    <a:lnTo>
                      <a:pt x="303" y="156"/>
                    </a:lnTo>
                    <a:lnTo>
                      <a:pt x="336" y="119"/>
                    </a:lnTo>
                    <a:lnTo>
                      <a:pt x="352" y="100"/>
                    </a:lnTo>
                    <a:lnTo>
                      <a:pt x="368" y="80"/>
                    </a:lnTo>
                    <a:lnTo>
                      <a:pt x="368" y="80"/>
                    </a:lnTo>
                    <a:lnTo>
                      <a:pt x="377" y="69"/>
                    </a:lnTo>
                    <a:lnTo>
                      <a:pt x="386" y="58"/>
                    </a:lnTo>
                    <a:lnTo>
                      <a:pt x="398" y="47"/>
                    </a:lnTo>
                    <a:lnTo>
                      <a:pt x="409" y="37"/>
                    </a:lnTo>
                    <a:lnTo>
                      <a:pt x="432" y="18"/>
                    </a:lnTo>
                    <a:lnTo>
                      <a:pt x="458" y="2"/>
                    </a:lnTo>
                    <a:lnTo>
                      <a:pt x="458" y="2"/>
                    </a:lnTo>
                    <a:lnTo>
                      <a:pt x="460" y="1"/>
                    </a:lnTo>
                    <a:lnTo>
                      <a:pt x="460" y="1"/>
                    </a:lnTo>
                    <a:lnTo>
                      <a:pt x="463" y="0"/>
                    </a:lnTo>
                    <a:lnTo>
                      <a:pt x="466" y="0"/>
                    </a:lnTo>
                    <a:lnTo>
                      <a:pt x="467" y="2"/>
                    </a:lnTo>
                    <a:lnTo>
                      <a:pt x="469" y="4"/>
                    </a:lnTo>
                    <a:lnTo>
                      <a:pt x="469" y="4"/>
                    </a:lnTo>
                    <a:lnTo>
                      <a:pt x="473" y="13"/>
                    </a:lnTo>
                    <a:lnTo>
                      <a:pt x="473" y="13"/>
                    </a:lnTo>
                    <a:lnTo>
                      <a:pt x="478" y="29"/>
                    </a:lnTo>
                    <a:lnTo>
                      <a:pt x="478" y="29"/>
                    </a:lnTo>
                    <a:close/>
                    <a:moveTo>
                      <a:pt x="269" y="277"/>
                    </a:moveTo>
                    <a:lnTo>
                      <a:pt x="269" y="277"/>
                    </a:lnTo>
                    <a:lnTo>
                      <a:pt x="270" y="275"/>
                    </a:lnTo>
                    <a:lnTo>
                      <a:pt x="270" y="275"/>
                    </a:lnTo>
                    <a:lnTo>
                      <a:pt x="270" y="270"/>
                    </a:lnTo>
                    <a:lnTo>
                      <a:pt x="270" y="264"/>
                    </a:lnTo>
                    <a:lnTo>
                      <a:pt x="270" y="264"/>
                    </a:lnTo>
                    <a:lnTo>
                      <a:pt x="268" y="249"/>
                    </a:lnTo>
                    <a:lnTo>
                      <a:pt x="268" y="241"/>
                    </a:lnTo>
                    <a:lnTo>
                      <a:pt x="268" y="234"/>
                    </a:lnTo>
                    <a:lnTo>
                      <a:pt x="268" y="234"/>
                    </a:lnTo>
                    <a:lnTo>
                      <a:pt x="272" y="187"/>
                    </a:lnTo>
                    <a:lnTo>
                      <a:pt x="272" y="187"/>
                    </a:lnTo>
                    <a:lnTo>
                      <a:pt x="272" y="183"/>
                    </a:lnTo>
                    <a:lnTo>
                      <a:pt x="272" y="183"/>
                    </a:lnTo>
                    <a:lnTo>
                      <a:pt x="271" y="185"/>
                    </a:lnTo>
                    <a:lnTo>
                      <a:pt x="271" y="185"/>
                    </a:lnTo>
                    <a:lnTo>
                      <a:pt x="261" y="226"/>
                    </a:lnTo>
                    <a:lnTo>
                      <a:pt x="261" y="226"/>
                    </a:lnTo>
                    <a:lnTo>
                      <a:pt x="260" y="234"/>
                    </a:lnTo>
                    <a:lnTo>
                      <a:pt x="260" y="242"/>
                    </a:lnTo>
                    <a:lnTo>
                      <a:pt x="260" y="242"/>
                    </a:lnTo>
                    <a:lnTo>
                      <a:pt x="261" y="251"/>
                    </a:lnTo>
                    <a:lnTo>
                      <a:pt x="263" y="259"/>
                    </a:lnTo>
                    <a:lnTo>
                      <a:pt x="268" y="275"/>
                    </a:lnTo>
                    <a:lnTo>
                      <a:pt x="268" y="275"/>
                    </a:lnTo>
                    <a:lnTo>
                      <a:pt x="269" y="277"/>
                    </a:lnTo>
                    <a:lnTo>
                      <a:pt x="269" y="2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6" name="íšľíḑê"/>
              <p:cNvSpPr/>
              <p:nvPr/>
            </p:nvSpPr>
            <p:spPr>
              <a:xfrm>
                <a:off x="8242221" y="3405452"/>
                <a:ext cx="133804" cy="210901"/>
              </a:xfrm>
              <a:custGeom>
                <a:avLst/>
                <a:gdLst>
                  <a:gd name="T0" fmla="*/ 206 w 210"/>
                  <a:gd name="T1" fmla="*/ 115 h 331"/>
                  <a:gd name="T2" fmla="*/ 202 w 210"/>
                  <a:gd name="T3" fmla="*/ 99 h 331"/>
                  <a:gd name="T4" fmla="*/ 203 w 210"/>
                  <a:gd name="T5" fmla="*/ 82 h 331"/>
                  <a:gd name="T6" fmla="*/ 197 w 210"/>
                  <a:gd name="T7" fmla="*/ 68 h 331"/>
                  <a:gd name="T8" fmla="*/ 191 w 210"/>
                  <a:gd name="T9" fmla="*/ 59 h 331"/>
                  <a:gd name="T10" fmla="*/ 187 w 210"/>
                  <a:gd name="T11" fmla="*/ 53 h 331"/>
                  <a:gd name="T12" fmla="*/ 176 w 210"/>
                  <a:gd name="T13" fmla="*/ 47 h 331"/>
                  <a:gd name="T14" fmla="*/ 170 w 210"/>
                  <a:gd name="T15" fmla="*/ 42 h 331"/>
                  <a:gd name="T16" fmla="*/ 163 w 210"/>
                  <a:gd name="T17" fmla="*/ 31 h 331"/>
                  <a:gd name="T18" fmla="*/ 155 w 210"/>
                  <a:gd name="T19" fmla="*/ 27 h 331"/>
                  <a:gd name="T20" fmla="*/ 143 w 210"/>
                  <a:gd name="T21" fmla="*/ 21 h 331"/>
                  <a:gd name="T22" fmla="*/ 119 w 210"/>
                  <a:gd name="T23" fmla="*/ 12 h 331"/>
                  <a:gd name="T24" fmla="*/ 98 w 210"/>
                  <a:gd name="T25" fmla="*/ 10 h 331"/>
                  <a:gd name="T26" fmla="*/ 82 w 210"/>
                  <a:gd name="T27" fmla="*/ 6 h 331"/>
                  <a:gd name="T28" fmla="*/ 77 w 210"/>
                  <a:gd name="T29" fmla="*/ 0 h 331"/>
                  <a:gd name="T30" fmla="*/ 70 w 210"/>
                  <a:gd name="T31" fmla="*/ 7 h 331"/>
                  <a:gd name="T32" fmla="*/ 62 w 210"/>
                  <a:gd name="T33" fmla="*/ 6 h 331"/>
                  <a:gd name="T34" fmla="*/ 61 w 210"/>
                  <a:gd name="T35" fmla="*/ 5 h 331"/>
                  <a:gd name="T36" fmla="*/ 54 w 210"/>
                  <a:gd name="T37" fmla="*/ 0 h 331"/>
                  <a:gd name="T38" fmla="*/ 54 w 210"/>
                  <a:gd name="T39" fmla="*/ 5 h 331"/>
                  <a:gd name="T40" fmla="*/ 52 w 210"/>
                  <a:gd name="T41" fmla="*/ 5 h 331"/>
                  <a:gd name="T42" fmla="*/ 41 w 210"/>
                  <a:gd name="T43" fmla="*/ 7 h 331"/>
                  <a:gd name="T44" fmla="*/ 30 w 210"/>
                  <a:gd name="T45" fmla="*/ 5 h 331"/>
                  <a:gd name="T46" fmla="*/ 28 w 210"/>
                  <a:gd name="T47" fmla="*/ 16 h 331"/>
                  <a:gd name="T48" fmla="*/ 18 w 210"/>
                  <a:gd name="T49" fmla="*/ 26 h 331"/>
                  <a:gd name="T50" fmla="*/ 11 w 210"/>
                  <a:gd name="T51" fmla="*/ 33 h 331"/>
                  <a:gd name="T52" fmla="*/ 10 w 210"/>
                  <a:gd name="T53" fmla="*/ 40 h 331"/>
                  <a:gd name="T54" fmla="*/ 9 w 210"/>
                  <a:gd name="T55" fmla="*/ 43 h 331"/>
                  <a:gd name="T56" fmla="*/ 9 w 210"/>
                  <a:gd name="T57" fmla="*/ 35 h 331"/>
                  <a:gd name="T58" fmla="*/ 6 w 210"/>
                  <a:gd name="T59" fmla="*/ 28 h 331"/>
                  <a:gd name="T60" fmla="*/ 4 w 210"/>
                  <a:gd name="T61" fmla="*/ 40 h 331"/>
                  <a:gd name="T62" fmla="*/ 0 w 210"/>
                  <a:gd name="T63" fmla="*/ 52 h 331"/>
                  <a:gd name="T64" fmla="*/ 2 w 210"/>
                  <a:gd name="T65" fmla="*/ 58 h 331"/>
                  <a:gd name="T66" fmla="*/ 4 w 210"/>
                  <a:gd name="T67" fmla="*/ 66 h 331"/>
                  <a:gd name="T68" fmla="*/ 4 w 210"/>
                  <a:gd name="T69" fmla="*/ 67 h 331"/>
                  <a:gd name="T70" fmla="*/ 4 w 210"/>
                  <a:gd name="T71" fmla="*/ 88 h 331"/>
                  <a:gd name="T72" fmla="*/ 6 w 210"/>
                  <a:gd name="T73" fmla="*/ 88 h 331"/>
                  <a:gd name="T74" fmla="*/ 4 w 210"/>
                  <a:gd name="T75" fmla="*/ 100 h 331"/>
                  <a:gd name="T76" fmla="*/ 4 w 210"/>
                  <a:gd name="T77" fmla="*/ 113 h 331"/>
                  <a:gd name="T78" fmla="*/ 4 w 210"/>
                  <a:gd name="T79" fmla="*/ 130 h 331"/>
                  <a:gd name="T80" fmla="*/ 10 w 210"/>
                  <a:gd name="T81" fmla="*/ 155 h 331"/>
                  <a:gd name="T82" fmla="*/ 10 w 210"/>
                  <a:gd name="T83" fmla="*/ 180 h 331"/>
                  <a:gd name="T84" fmla="*/ 18 w 210"/>
                  <a:gd name="T85" fmla="*/ 201 h 331"/>
                  <a:gd name="T86" fmla="*/ 25 w 210"/>
                  <a:gd name="T87" fmla="*/ 235 h 331"/>
                  <a:gd name="T88" fmla="*/ 41 w 210"/>
                  <a:gd name="T89" fmla="*/ 268 h 331"/>
                  <a:gd name="T90" fmla="*/ 62 w 210"/>
                  <a:gd name="T91" fmla="*/ 280 h 331"/>
                  <a:gd name="T92" fmla="*/ 68 w 210"/>
                  <a:gd name="T93" fmla="*/ 320 h 331"/>
                  <a:gd name="T94" fmla="*/ 73 w 210"/>
                  <a:gd name="T95" fmla="*/ 331 h 331"/>
                  <a:gd name="T96" fmla="*/ 94 w 210"/>
                  <a:gd name="T97" fmla="*/ 309 h 331"/>
                  <a:gd name="T98" fmla="*/ 149 w 210"/>
                  <a:gd name="T99" fmla="*/ 275 h 331"/>
                  <a:gd name="T100" fmla="*/ 180 w 210"/>
                  <a:gd name="T101" fmla="*/ 245 h 331"/>
                  <a:gd name="T102" fmla="*/ 186 w 210"/>
                  <a:gd name="T103" fmla="*/ 222 h 331"/>
                  <a:gd name="T104" fmla="*/ 192 w 210"/>
                  <a:gd name="T105" fmla="*/ 203 h 331"/>
                  <a:gd name="T106" fmla="*/ 201 w 210"/>
                  <a:gd name="T107" fmla="*/ 186 h 331"/>
                  <a:gd name="T108" fmla="*/ 208 w 210"/>
                  <a:gd name="T109" fmla="*/ 170 h 331"/>
                  <a:gd name="T110" fmla="*/ 207 w 210"/>
                  <a:gd name="T111" fmla="*/ 144 h 331"/>
                  <a:gd name="T112" fmla="*/ 6 w 210"/>
                  <a:gd name="T113" fmla="*/ 102 h 331"/>
                  <a:gd name="T114" fmla="*/ 6 w 210"/>
                  <a:gd name="T115" fmla="*/ 102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0" h="331">
                    <a:moveTo>
                      <a:pt x="207" y="139"/>
                    </a:moveTo>
                    <a:lnTo>
                      <a:pt x="207" y="139"/>
                    </a:lnTo>
                    <a:lnTo>
                      <a:pt x="207" y="128"/>
                    </a:lnTo>
                    <a:lnTo>
                      <a:pt x="207" y="128"/>
                    </a:lnTo>
                    <a:lnTo>
                      <a:pt x="206" y="115"/>
                    </a:lnTo>
                    <a:lnTo>
                      <a:pt x="203" y="104"/>
                    </a:lnTo>
                    <a:lnTo>
                      <a:pt x="203" y="104"/>
                    </a:lnTo>
                    <a:lnTo>
                      <a:pt x="202" y="102"/>
                    </a:lnTo>
                    <a:lnTo>
                      <a:pt x="202" y="99"/>
                    </a:lnTo>
                    <a:lnTo>
                      <a:pt x="202" y="99"/>
                    </a:lnTo>
                    <a:lnTo>
                      <a:pt x="203" y="95"/>
                    </a:lnTo>
                    <a:lnTo>
                      <a:pt x="203" y="90"/>
                    </a:lnTo>
                    <a:lnTo>
                      <a:pt x="203" y="87"/>
                    </a:lnTo>
                    <a:lnTo>
                      <a:pt x="203" y="82"/>
                    </a:lnTo>
                    <a:lnTo>
                      <a:pt x="203" y="82"/>
                    </a:lnTo>
                    <a:lnTo>
                      <a:pt x="202" y="80"/>
                    </a:lnTo>
                    <a:lnTo>
                      <a:pt x="202" y="80"/>
                    </a:lnTo>
                    <a:lnTo>
                      <a:pt x="200" y="74"/>
                    </a:lnTo>
                    <a:lnTo>
                      <a:pt x="200" y="74"/>
                    </a:lnTo>
                    <a:lnTo>
                      <a:pt x="197" y="68"/>
                    </a:lnTo>
                    <a:lnTo>
                      <a:pt x="197" y="68"/>
                    </a:lnTo>
                    <a:lnTo>
                      <a:pt x="195" y="64"/>
                    </a:lnTo>
                    <a:lnTo>
                      <a:pt x="192" y="61"/>
                    </a:lnTo>
                    <a:lnTo>
                      <a:pt x="192" y="61"/>
                    </a:lnTo>
                    <a:lnTo>
                      <a:pt x="191" y="59"/>
                    </a:lnTo>
                    <a:lnTo>
                      <a:pt x="191" y="59"/>
                    </a:lnTo>
                    <a:lnTo>
                      <a:pt x="190" y="58"/>
                    </a:lnTo>
                    <a:lnTo>
                      <a:pt x="190" y="58"/>
                    </a:lnTo>
                    <a:lnTo>
                      <a:pt x="187" y="53"/>
                    </a:lnTo>
                    <a:lnTo>
                      <a:pt x="187" y="53"/>
                    </a:lnTo>
                    <a:lnTo>
                      <a:pt x="185" y="51"/>
                    </a:lnTo>
                    <a:lnTo>
                      <a:pt x="184" y="49"/>
                    </a:lnTo>
                    <a:lnTo>
                      <a:pt x="184" y="49"/>
                    </a:lnTo>
                    <a:lnTo>
                      <a:pt x="179" y="48"/>
                    </a:lnTo>
                    <a:lnTo>
                      <a:pt x="176" y="47"/>
                    </a:lnTo>
                    <a:lnTo>
                      <a:pt x="175" y="45"/>
                    </a:lnTo>
                    <a:lnTo>
                      <a:pt x="175" y="45"/>
                    </a:lnTo>
                    <a:lnTo>
                      <a:pt x="174" y="42"/>
                    </a:lnTo>
                    <a:lnTo>
                      <a:pt x="171" y="42"/>
                    </a:lnTo>
                    <a:lnTo>
                      <a:pt x="170" y="42"/>
                    </a:lnTo>
                    <a:lnTo>
                      <a:pt x="170" y="42"/>
                    </a:lnTo>
                    <a:lnTo>
                      <a:pt x="169" y="38"/>
                    </a:lnTo>
                    <a:lnTo>
                      <a:pt x="166" y="36"/>
                    </a:lnTo>
                    <a:lnTo>
                      <a:pt x="166" y="36"/>
                    </a:lnTo>
                    <a:lnTo>
                      <a:pt x="163" y="31"/>
                    </a:lnTo>
                    <a:lnTo>
                      <a:pt x="161" y="26"/>
                    </a:lnTo>
                    <a:lnTo>
                      <a:pt x="161" y="26"/>
                    </a:lnTo>
                    <a:lnTo>
                      <a:pt x="156" y="25"/>
                    </a:lnTo>
                    <a:lnTo>
                      <a:pt x="156" y="25"/>
                    </a:lnTo>
                    <a:lnTo>
                      <a:pt x="155" y="27"/>
                    </a:lnTo>
                    <a:lnTo>
                      <a:pt x="155" y="27"/>
                    </a:lnTo>
                    <a:lnTo>
                      <a:pt x="149" y="25"/>
                    </a:lnTo>
                    <a:lnTo>
                      <a:pt x="145" y="23"/>
                    </a:lnTo>
                    <a:lnTo>
                      <a:pt x="143" y="21"/>
                    </a:lnTo>
                    <a:lnTo>
                      <a:pt x="143" y="21"/>
                    </a:lnTo>
                    <a:lnTo>
                      <a:pt x="140" y="22"/>
                    </a:lnTo>
                    <a:lnTo>
                      <a:pt x="140" y="22"/>
                    </a:lnTo>
                    <a:lnTo>
                      <a:pt x="122" y="12"/>
                    </a:lnTo>
                    <a:lnTo>
                      <a:pt x="122" y="12"/>
                    </a:lnTo>
                    <a:lnTo>
                      <a:pt x="119" y="12"/>
                    </a:lnTo>
                    <a:lnTo>
                      <a:pt x="119" y="12"/>
                    </a:lnTo>
                    <a:lnTo>
                      <a:pt x="114" y="12"/>
                    </a:lnTo>
                    <a:lnTo>
                      <a:pt x="109" y="11"/>
                    </a:lnTo>
                    <a:lnTo>
                      <a:pt x="109" y="11"/>
                    </a:lnTo>
                    <a:lnTo>
                      <a:pt x="98" y="10"/>
                    </a:lnTo>
                    <a:lnTo>
                      <a:pt x="93" y="9"/>
                    </a:lnTo>
                    <a:lnTo>
                      <a:pt x="87" y="9"/>
                    </a:lnTo>
                    <a:lnTo>
                      <a:pt x="87" y="9"/>
                    </a:lnTo>
                    <a:lnTo>
                      <a:pt x="85" y="9"/>
                    </a:lnTo>
                    <a:lnTo>
                      <a:pt x="82" y="6"/>
                    </a:lnTo>
                    <a:lnTo>
                      <a:pt x="82" y="6"/>
                    </a:lnTo>
                    <a:lnTo>
                      <a:pt x="77" y="0"/>
                    </a:lnTo>
                    <a:lnTo>
                      <a:pt x="77" y="0"/>
                    </a:lnTo>
                    <a:lnTo>
                      <a:pt x="77" y="0"/>
                    </a:lnTo>
                    <a:lnTo>
                      <a:pt x="77" y="0"/>
                    </a:lnTo>
                    <a:lnTo>
                      <a:pt x="81" y="9"/>
                    </a:lnTo>
                    <a:lnTo>
                      <a:pt x="81" y="9"/>
                    </a:lnTo>
                    <a:lnTo>
                      <a:pt x="72" y="7"/>
                    </a:lnTo>
                    <a:lnTo>
                      <a:pt x="72" y="7"/>
                    </a:lnTo>
                    <a:lnTo>
                      <a:pt x="70" y="7"/>
                    </a:lnTo>
                    <a:lnTo>
                      <a:pt x="70" y="7"/>
                    </a:lnTo>
                    <a:lnTo>
                      <a:pt x="68" y="9"/>
                    </a:lnTo>
                    <a:lnTo>
                      <a:pt x="66" y="9"/>
                    </a:lnTo>
                    <a:lnTo>
                      <a:pt x="62" y="6"/>
                    </a:lnTo>
                    <a:lnTo>
                      <a:pt x="62" y="6"/>
                    </a:lnTo>
                    <a:lnTo>
                      <a:pt x="67" y="1"/>
                    </a:lnTo>
                    <a:lnTo>
                      <a:pt x="67" y="1"/>
                    </a:lnTo>
                    <a:lnTo>
                      <a:pt x="65" y="2"/>
                    </a:lnTo>
                    <a:lnTo>
                      <a:pt x="63" y="4"/>
                    </a:lnTo>
                    <a:lnTo>
                      <a:pt x="61" y="5"/>
                    </a:lnTo>
                    <a:lnTo>
                      <a:pt x="61" y="5"/>
                    </a:lnTo>
                    <a:lnTo>
                      <a:pt x="60" y="5"/>
                    </a:lnTo>
                    <a:lnTo>
                      <a:pt x="57" y="2"/>
                    </a:lnTo>
                    <a:lnTo>
                      <a:pt x="56" y="1"/>
                    </a:lnTo>
                    <a:lnTo>
                      <a:pt x="54" y="0"/>
                    </a:lnTo>
                    <a:lnTo>
                      <a:pt x="54" y="0"/>
                    </a:lnTo>
                    <a:lnTo>
                      <a:pt x="56" y="4"/>
                    </a:lnTo>
                    <a:lnTo>
                      <a:pt x="56" y="4"/>
                    </a:lnTo>
                    <a:lnTo>
                      <a:pt x="54" y="5"/>
                    </a:lnTo>
                    <a:lnTo>
                      <a:pt x="54" y="5"/>
                    </a:lnTo>
                    <a:lnTo>
                      <a:pt x="56" y="7"/>
                    </a:lnTo>
                    <a:lnTo>
                      <a:pt x="56" y="7"/>
                    </a:lnTo>
                    <a:lnTo>
                      <a:pt x="55" y="9"/>
                    </a:lnTo>
                    <a:lnTo>
                      <a:pt x="54" y="7"/>
                    </a:lnTo>
                    <a:lnTo>
                      <a:pt x="52" y="5"/>
                    </a:lnTo>
                    <a:lnTo>
                      <a:pt x="52" y="5"/>
                    </a:lnTo>
                    <a:lnTo>
                      <a:pt x="50" y="7"/>
                    </a:lnTo>
                    <a:lnTo>
                      <a:pt x="47" y="7"/>
                    </a:lnTo>
                    <a:lnTo>
                      <a:pt x="41" y="7"/>
                    </a:lnTo>
                    <a:lnTo>
                      <a:pt x="41" y="7"/>
                    </a:lnTo>
                    <a:lnTo>
                      <a:pt x="45" y="10"/>
                    </a:lnTo>
                    <a:lnTo>
                      <a:pt x="45" y="10"/>
                    </a:lnTo>
                    <a:lnTo>
                      <a:pt x="35" y="9"/>
                    </a:lnTo>
                    <a:lnTo>
                      <a:pt x="31" y="7"/>
                    </a:lnTo>
                    <a:lnTo>
                      <a:pt x="30" y="5"/>
                    </a:lnTo>
                    <a:lnTo>
                      <a:pt x="30" y="5"/>
                    </a:lnTo>
                    <a:lnTo>
                      <a:pt x="29" y="9"/>
                    </a:lnTo>
                    <a:lnTo>
                      <a:pt x="29" y="12"/>
                    </a:lnTo>
                    <a:lnTo>
                      <a:pt x="29" y="12"/>
                    </a:lnTo>
                    <a:lnTo>
                      <a:pt x="28" y="16"/>
                    </a:lnTo>
                    <a:lnTo>
                      <a:pt x="26" y="18"/>
                    </a:lnTo>
                    <a:lnTo>
                      <a:pt x="26" y="18"/>
                    </a:lnTo>
                    <a:lnTo>
                      <a:pt x="23" y="22"/>
                    </a:lnTo>
                    <a:lnTo>
                      <a:pt x="18" y="26"/>
                    </a:lnTo>
                    <a:lnTo>
                      <a:pt x="18" y="26"/>
                    </a:lnTo>
                    <a:lnTo>
                      <a:pt x="16" y="28"/>
                    </a:lnTo>
                    <a:lnTo>
                      <a:pt x="16" y="28"/>
                    </a:lnTo>
                    <a:lnTo>
                      <a:pt x="15" y="31"/>
                    </a:lnTo>
                    <a:lnTo>
                      <a:pt x="15" y="31"/>
                    </a:lnTo>
                    <a:lnTo>
                      <a:pt x="11" y="33"/>
                    </a:lnTo>
                    <a:lnTo>
                      <a:pt x="11" y="36"/>
                    </a:lnTo>
                    <a:lnTo>
                      <a:pt x="11" y="38"/>
                    </a:lnTo>
                    <a:lnTo>
                      <a:pt x="11" y="38"/>
                    </a:lnTo>
                    <a:lnTo>
                      <a:pt x="11" y="40"/>
                    </a:lnTo>
                    <a:lnTo>
                      <a:pt x="10" y="40"/>
                    </a:lnTo>
                    <a:lnTo>
                      <a:pt x="10" y="40"/>
                    </a:lnTo>
                    <a:lnTo>
                      <a:pt x="11" y="47"/>
                    </a:lnTo>
                    <a:lnTo>
                      <a:pt x="11" y="47"/>
                    </a:lnTo>
                    <a:lnTo>
                      <a:pt x="9" y="45"/>
                    </a:lnTo>
                    <a:lnTo>
                      <a:pt x="9" y="43"/>
                    </a:lnTo>
                    <a:lnTo>
                      <a:pt x="9" y="38"/>
                    </a:lnTo>
                    <a:lnTo>
                      <a:pt x="9" y="38"/>
                    </a:lnTo>
                    <a:lnTo>
                      <a:pt x="9" y="38"/>
                    </a:lnTo>
                    <a:lnTo>
                      <a:pt x="9" y="37"/>
                    </a:lnTo>
                    <a:lnTo>
                      <a:pt x="9" y="35"/>
                    </a:lnTo>
                    <a:lnTo>
                      <a:pt x="9" y="35"/>
                    </a:lnTo>
                    <a:lnTo>
                      <a:pt x="8" y="33"/>
                    </a:lnTo>
                    <a:lnTo>
                      <a:pt x="8" y="32"/>
                    </a:lnTo>
                    <a:lnTo>
                      <a:pt x="8" y="30"/>
                    </a:lnTo>
                    <a:lnTo>
                      <a:pt x="6" y="28"/>
                    </a:lnTo>
                    <a:lnTo>
                      <a:pt x="6" y="28"/>
                    </a:lnTo>
                    <a:lnTo>
                      <a:pt x="6" y="35"/>
                    </a:lnTo>
                    <a:lnTo>
                      <a:pt x="5" y="37"/>
                    </a:lnTo>
                    <a:lnTo>
                      <a:pt x="4" y="40"/>
                    </a:lnTo>
                    <a:lnTo>
                      <a:pt x="4" y="40"/>
                    </a:lnTo>
                    <a:lnTo>
                      <a:pt x="4" y="41"/>
                    </a:lnTo>
                    <a:lnTo>
                      <a:pt x="4" y="41"/>
                    </a:lnTo>
                    <a:lnTo>
                      <a:pt x="3" y="47"/>
                    </a:lnTo>
                    <a:lnTo>
                      <a:pt x="3" y="49"/>
                    </a:lnTo>
                    <a:lnTo>
                      <a:pt x="0" y="52"/>
                    </a:lnTo>
                    <a:lnTo>
                      <a:pt x="0" y="52"/>
                    </a:lnTo>
                    <a:lnTo>
                      <a:pt x="0" y="56"/>
                    </a:lnTo>
                    <a:lnTo>
                      <a:pt x="0" y="57"/>
                    </a:lnTo>
                    <a:lnTo>
                      <a:pt x="2" y="58"/>
                    </a:lnTo>
                    <a:lnTo>
                      <a:pt x="2" y="58"/>
                    </a:lnTo>
                    <a:lnTo>
                      <a:pt x="4" y="58"/>
                    </a:lnTo>
                    <a:lnTo>
                      <a:pt x="5" y="59"/>
                    </a:lnTo>
                    <a:lnTo>
                      <a:pt x="6" y="63"/>
                    </a:lnTo>
                    <a:lnTo>
                      <a:pt x="6" y="63"/>
                    </a:lnTo>
                    <a:lnTo>
                      <a:pt x="4" y="66"/>
                    </a:lnTo>
                    <a:lnTo>
                      <a:pt x="4" y="66"/>
                    </a:lnTo>
                    <a:lnTo>
                      <a:pt x="5" y="68"/>
                    </a:lnTo>
                    <a:lnTo>
                      <a:pt x="5" y="68"/>
                    </a:lnTo>
                    <a:lnTo>
                      <a:pt x="4" y="67"/>
                    </a:lnTo>
                    <a:lnTo>
                      <a:pt x="4" y="67"/>
                    </a:lnTo>
                    <a:lnTo>
                      <a:pt x="3" y="67"/>
                    </a:lnTo>
                    <a:lnTo>
                      <a:pt x="3" y="67"/>
                    </a:lnTo>
                    <a:lnTo>
                      <a:pt x="2" y="69"/>
                    </a:lnTo>
                    <a:lnTo>
                      <a:pt x="2" y="69"/>
                    </a:lnTo>
                    <a:lnTo>
                      <a:pt x="4" y="88"/>
                    </a:lnTo>
                    <a:lnTo>
                      <a:pt x="4" y="88"/>
                    </a:lnTo>
                    <a:lnTo>
                      <a:pt x="5" y="87"/>
                    </a:lnTo>
                    <a:lnTo>
                      <a:pt x="5" y="87"/>
                    </a:lnTo>
                    <a:lnTo>
                      <a:pt x="6" y="88"/>
                    </a:lnTo>
                    <a:lnTo>
                      <a:pt x="6" y="88"/>
                    </a:lnTo>
                    <a:lnTo>
                      <a:pt x="4" y="92"/>
                    </a:lnTo>
                    <a:lnTo>
                      <a:pt x="4" y="92"/>
                    </a:lnTo>
                    <a:lnTo>
                      <a:pt x="5" y="100"/>
                    </a:lnTo>
                    <a:lnTo>
                      <a:pt x="5" y="100"/>
                    </a:lnTo>
                    <a:lnTo>
                      <a:pt x="4" y="100"/>
                    </a:lnTo>
                    <a:lnTo>
                      <a:pt x="4" y="100"/>
                    </a:lnTo>
                    <a:lnTo>
                      <a:pt x="4" y="108"/>
                    </a:lnTo>
                    <a:lnTo>
                      <a:pt x="4" y="108"/>
                    </a:lnTo>
                    <a:lnTo>
                      <a:pt x="4" y="113"/>
                    </a:lnTo>
                    <a:lnTo>
                      <a:pt x="4" y="113"/>
                    </a:lnTo>
                    <a:lnTo>
                      <a:pt x="5" y="119"/>
                    </a:lnTo>
                    <a:lnTo>
                      <a:pt x="5" y="119"/>
                    </a:lnTo>
                    <a:lnTo>
                      <a:pt x="4" y="125"/>
                    </a:lnTo>
                    <a:lnTo>
                      <a:pt x="4" y="125"/>
                    </a:lnTo>
                    <a:lnTo>
                      <a:pt x="4" y="130"/>
                    </a:lnTo>
                    <a:lnTo>
                      <a:pt x="5" y="135"/>
                    </a:lnTo>
                    <a:lnTo>
                      <a:pt x="5" y="135"/>
                    </a:lnTo>
                    <a:lnTo>
                      <a:pt x="10" y="151"/>
                    </a:lnTo>
                    <a:lnTo>
                      <a:pt x="10" y="151"/>
                    </a:lnTo>
                    <a:lnTo>
                      <a:pt x="10" y="155"/>
                    </a:lnTo>
                    <a:lnTo>
                      <a:pt x="10" y="157"/>
                    </a:lnTo>
                    <a:lnTo>
                      <a:pt x="10" y="157"/>
                    </a:lnTo>
                    <a:lnTo>
                      <a:pt x="9" y="165"/>
                    </a:lnTo>
                    <a:lnTo>
                      <a:pt x="9" y="172"/>
                    </a:lnTo>
                    <a:lnTo>
                      <a:pt x="10" y="180"/>
                    </a:lnTo>
                    <a:lnTo>
                      <a:pt x="13" y="186"/>
                    </a:lnTo>
                    <a:lnTo>
                      <a:pt x="13" y="186"/>
                    </a:lnTo>
                    <a:lnTo>
                      <a:pt x="15" y="193"/>
                    </a:lnTo>
                    <a:lnTo>
                      <a:pt x="18" y="201"/>
                    </a:lnTo>
                    <a:lnTo>
                      <a:pt x="18" y="201"/>
                    </a:lnTo>
                    <a:lnTo>
                      <a:pt x="25" y="225"/>
                    </a:lnTo>
                    <a:lnTo>
                      <a:pt x="25" y="225"/>
                    </a:lnTo>
                    <a:lnTo>
                      <a:pt x="25" y="230"/>
                    </a:lnTo>
                    <a:lnTo>
                      <a:pt x="25" y="230"/>
                    </a:lnTo>
                    <a:lnTo>
                      <a:pt x="25" y="235"/>
                    </a:lnTo>
                    <a:lnTo>
                      <a:pt x="26" y="239"/>
                    </a:lnTo>
                    <a:lnTo>
                      <a:pt x="26" y="239"/>
                    </a:lnTo>
                    <a:lnTo>
                      <a:pt x="37" y="261"/>
                    </a:lnTo>
                    <a:lnTo>
                      <a:pt x="37" y="261"/>
                    </a:lnTo>
                    <a:lnTo>
                      <a:pt x="41" y="268"/>
                    </a:lnTo>
                    <a:lnTo>
                      <a:pt x="46" y="273"/>
                    </a:lnTo>
                    <a:lnTo>
                      <a:pt x="52" y="276"/>
                    </a:lnTo>
                    <a:lnTo>
                      <a:pt x="60" y="279"/>
                    </a:lnTo>
                    <a:lnTo>
                      <a:pt x="60" y="279"/>
                    </a:lnTo>
                    <a:lnTo>
                      <a:pt x="62" y="280"/>
                    </a:lnTo>
                    <a:lnTo>
                      <a:pt x="63" y="283"/>
                    </a:lnTo>
                    <a:lnTo>
                      <a:pt x="63" y="283"/>
                    </a:lnTo>
                    <a:lnTo>
                      <a:pt x="68" y="313"/>
                    </a:lnTo>
                    <a:lnTo>
                      <a:pt x="68" y="313"/>
                    </a:lnTo>
                    <a:lnTo>
                      <a:pt x="68" y="320"/>
                    </a:lnTo>
                    <a:lnTo>
                      <a:pt x="68" y="320"/>
                    </a:lnTo>
                    <a:lnTo>
                      <a:pt x="71" y="322"/>
                    </a:lnTo>
                    <a:lnTo>
                      <a:pt x="71" y="325"/>
                    </a:lnTo>
                    <a:lnTo>
                      <a:pt x="72" y="328"/>
                    </a:lnTo>
                    <a:lnTo>
                      <a:pt x="73" y="331"/>
                    </a:lnTo>
                    <a:lnTo>
                      <a:pt x="73" y="331"/>
                    </a:lnTo>
                    <a:lnTo>
                      <a:pt x="75" y="330"/>
                    </a:lnTo>
                    <a:lnTo>
                      <a:pt x="75" y="330"/>
                    </a:lnTo>
                    <a:lnTo>
                      <a:pt x="85" y="318"/>
                    </a:lnTo>
                    <a:lnTo>
                      <a:pt x="94" y="309"/>
                    </a:lnTo>
                    <a:lnTo>
                      <a:pt x="106" y="300"/>
                    </a:lnTo>
                    <a:lnTo>
                      <a:pt x="118" y="291"/>
                    </a:lnTo>
                    <a:lnTo>
                      <a:pt x="118" y="291"/>
                    </a:lnTo>
                    <a:lnTo>
                      <a:pt x="133" y="283"/>
                    </a:lnTo>
                    <a:lnTo>
                      <a:pt x="149" y="275"/>
                    </a:lnTo>
                    <a:lnTo>
                      <a:pt x="165" y="269"/>
                    </a:lnTo>
                    <a:lnTo>
                      <a:pt x="181" y="263"/>
                    </a:lnTo>
                    <a:lnTo>
                      <a:pt x="181" y="263"/>
                    </a:lnTo>
                    <a:lnTo>
                      <a:pt x="180" y="245"/>
                    </a:lnTo>
                    <a:lnTo>
                      <a:pt x="180" y="245"/>
                    </a:lnTo>
                    <a:lnTo>
                      <a:pt x="180" y="243"/>
                    </a:lnTo>
                    <a:lnTo>
                      <a:pt x="181" y="239"/>
                    </a:lnTo>
                    <a:lnTo>
                      <a:pt x="181" y="239"/>
                    </a:lnTo>
                    <a:lnTo>
                      <a:pt x="185" y="230"/>
                    </a:lnTo>
                    <a:lnTo>
                      <a:pt x="186" y="222"/>
                    </a:lnTo>
                    <a:lnTo>
                      <a:pt x="186" y="222"/>
                    </a:lnTo>
                    <a:lnTo>
                      <a:pt x="187" y="218"/>
                    </a:lnTo>
                    <a:lnTo>
                      <a:pt x="187" y="218"/>
                    </a:lnTo>
                    <a:lnTo>
                      <a:pt x="192" y="203"/>
                    </a:lnTo>
                    <a:lnTo>
                      <a:pt x="192" y="203"/>
                    </a:lnTo>
                    <a:lnTo>
                      <a:pt x="197" y="192"/>
                    </a:lnTo>
                    <a:lnTo>
                      <a:pt x="197" y="192"/>
                    </a:lnTo>
                    <a:lnTo>
                      <a:pt x="200" y="190"/>
                    </a:lnTo>
                    <a:lnTo>
                      <a:pt x="201" y="186"/>
                    </a:lnTo>
                    <a:lnTo>
                      <a:pt x="201" y="186"/>
                    </a:lnTo>
                    <a:lnTo>
                      <a:pt x="202" y="182"/>
                    </a:lnTo>
                    <a:lnTo>
                      <a:pt x="205" y="178"/>
                    </a:lnTo>
                    <a:lnTo>
                      <a:pt x="205" y="178"/>
                    </a:lnTo>
                    <a:lnTo>
                      <a:pt x="207" y="173"/>
                    </a:lnTo>
                    <a:lnTo>
                      <a:pt x="208" y="170"/>
                    </a:lnTo>
                    <a:lnTo>
                      <a:pt x="208" y="170"/>
                    </a:lnTo>
                    <a:lnTo>
                      <a:pt x="210" y="156"/>
                    </a:lnTo>
                    <a:lnTo>
                      <a:pt x="210" y="156"/>
                    </a:lnTo>
                    <a:lnTo>
                      <a:pt x="210" y="150"/>
                    </a:lnTo>
                    <a:lnTo>
                      <a:pt x="207" y="144"/>
                    </a:lnTo>
                    <a:lnTo>
                      <a:pt x="207" y="144"/>
                    </a:lnTo>
                    <a:lnTo>
                      <a:pt x="207" y="139"/>
                    </a:lnTo>
                    <a:lnTo>
                      <a:pt x="207" y="139"/>
                    </a:lnTo>
                    <a:close/>
                    <a:moveTo>
                      <a:pt x="6" y="102"/>
                    </a:moveTo>
                    <a:lnTo>
                      <a:pt x="6" y="102"/>
                    </a:lnTo>
                    <a:lnTo>
                      <a:pt x="5" y="97"/>
                    </a:lnTo>
                    <a:lnTo>
                      <a:pt x="8" y="93"/>
                    </a:lnTo>
                    <a:lnTo>
                      <a:pt x="8" y="93"/>
                    </a:lnTo>
                    <a:lnTo>
                      <a:pt x="6" y="102"/>
                    </a:lnTo>
                    <a:lnTo>
                      <a:pt x="6"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75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57" name="iṥḷïḑê"/>
            <p:cNvSpPr/>
            <p:nvPr/>
          </p:nvSpPr>
          <p:spPr>
            <a:xfrm>
              <a:off x="6945946" y="2860499"/>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58" name="iṥ1îḑé"/>
            <p:cNvSpPr/>
            <p:nvPr/>
          </p:nvSpPr>
          <p:spPr>
            <a:xfrm>
              <a:off x="7189131" y="1818805"/>
              <a:ext cx="412220" cy="1196354"/>
            </a:xfrm>
            <a:custGeom>
              <a:avLst/>
              <a:gdLst>
                <a:gd name="T0" fmla="*/ 651 w 675"/>
                <a:gd name="T1" fmla="*/ 517 h 1959"/>
                <a:gd name="T2" fmla="*/ 621 w 675"/>
                <a:gd name="T3" fmla="*/ 387 h 1959"/>
                <a:gd name="T4" fmla="*/ 459 w 675"/>
                <a:gd name="T5" fmla="*/ 375 h 1959"/>
                <a:gd name="T6" fmla="*/ 398 w 675"/>
                <a:gd name="T7" fmla="*/ 365 h 1959"/>
                <a:gd name="T8" fmla="*/ 461 w 675"/>
                <a:gd name="T9" fmla="*/ 263 h 1959"/>
                <a:gd name="T10" fmla="*/ 510 w 675"/>
                <a:gd name="T11" fmla="*/ 170 h 1959"/>
                <a:gd name="T12" fmla="*/ 507 w 675"/>
                <a:gd name="T13" fmla="*/ 75 h 1959"/>
                <a:gd name="T14" fmla="*/ 477 w 675"/>
                <a:gd name="T15" fmla="*/ 16 h 1959"/>
                <a:gd name="T16" fmla="*/ 453 w 675"/>
                <a:gd name="T17" fmla="*/ 11 h 1959"/>
                <a:gd name="T18" fmla="*/ 425 w 675"/>
                <a:gd name="T19" fmla="*/ 7 h 1959"/>
                <a:gd name="T20" fmla="*/ 365 w 675"/>
                <a:gd name="T21" fmla="*/ 29 h 1959"/>
                <a:gd name="T22" fmla="*/ 330 w 675"/>
                <a:gd name="T23" fmla="*/ 78 h 1959"/>
                <a:gd name="T24" fmla="*/ 316 w 675"/>
                <a:gd name="T25" fmla="*/ 150 h 1959"/>
                <a:gd name="T26" fmla="*/ 345 w 675"/>
                <a:gd name="T27" fmla="*/ 288 h 1959"/>
                <a:gd name="T28" fmla="*/ 367 w 675"/>
                <a:gd name="T29" fmla="*/ 355 h 1959"/>
                <a:gd name="T30" fmla="*/ 318 w 675"/>
                <a:gd name="T31" fmla="*/ 323 h 1959"/>
                <a:gd name="T32" fmla="*/ 174 w 675"/>
                <a:gd name="T33" fmla="*/ 366 h 1959"/>
                <a:gd name="T34" fmla="*/ 133 w 675"/>
                <a:gd name="T35" fmla="*/ 407 h 1959"/>
                <a:gd name="T36" fmla="*/ 91 w 675"/>
                <a:gd name="T37" fmla="*/ 460 h 1959"/>
                <a:gd name="T38" fmla="*/ 55 w 675"/>
                <a:gd name="T39" fmla="*/ 573 h 1959"/>
                <a:gd name="T40" fmla="*/ 72 w 675"/>
                <a:gd name="T41" fmla="*/ 599 h 1959"/>
                <a:gd name="T42" fmla="*/ 143 w 675"/>
                <a:gd name="T43" fmla="*/ 574 h 1959"/>
                <a:gd name="T44" fmla="*/ 196 w 675"/>
                <a:gd name="T45" fmla="*/ 572 h 1959"/>
                <a:gd name="T46" fmla="*/ 160 w 675"/>
                <a:gd name="T47" fmla="*/ 844 h 1959"/>
                <a:gd name="T48" fmla="*/ 154 w 675"/>
                <a:gd name="T49" fmla="*/ 1023 h 1959"/>
                <a:gd name="T50" fmla="*/ 129 w 675"/>
                <a:gd name="T51" fmla="*/ 1113 h 1959"/>
                <a:gd name="T52" fmla="*/ 118 w 675"/>
                <a:gd name="T53" fmla="*/ 1263 h 1959"/>
                <a:gd name="T54" fmla="*/ 111 w 675"/>
                <a:gd name="T55" fmla="*/ 1406 h 1959"/>
                <a:gd name="T56" fmla="*/ 144 w 675"/>
                <a:gd name="T57" fmla="*/ 1664 h 1959"/>
                <a:gd name="T58" fmla="*/ 140 w 675"/>
                <a:gd name="T59" fmla="*/ 1757 h 1959"/>
                <a:gd name="T60" fmla="*/ 137 w 675"/>
                <a:gd name="T61" fmla="*/ 1830 h 1959"/>
                <a:gd name="T62" fmla="*/ 24 w 675"/>
                <a:gd name="T63" fmla="*/ 1908 h 1959"/>
                <a:gd name="T64" fmla="*/ 44 w 675"/>
                <a:gd name="T65" fmla="*/ 1956 h 1959"/>
                <a:gd name="T66" fmla="*/ 204 w 675"/>
                <a:gd name="T67" fmla="*/ 1901 h 1959"/>
                <a:gd name="T68" fmla="*/ 274 w 675"/>
                <a:gd name="T69" fmla="*/ 1844 h 1959"/>
                <a:gd name="T70" fmla="*/ 258 w 675"/>
                <a:gd name="T71" fmla="*/ 1677 h 1959"/>
                <a:gd name="T72" fmla="*/ 252 w 675"/>
                <a:gd name="T73" fmla="*/ 1469 h 1959"/>
                <a:gd name="T74" fmla="*/ 276 w 675"/>
                <a:gd name="T75" fmla="*/ 1334 h 1959"/>
                <a:gd name="T76" fmla="*/ 342 w 675"/>
                <a:gd name="T77" fmla="*/ 1137 h 1959"/>
                <a:gd name="T78" fmla="*/ 382 w 675"/>
                <a:gd name="T79" fmla="*/ 1379 h 1959"/>
                <a:gd name="T80" fmla="*/ 372 w 675"/>
                <a:gd name="T81" fmla="*/ 1615 h 1959"/>
                <a:gd name="T82" fmla="*/ 370 w 675"/>
                <a:gd name="T83" fmla="*/ 1791 h 1959"/>
                <a:gd name="T84" fmla="*/ 407 w 675"/>
                <a:gd name="T85" fmla="*/ 1898 h 1959"/>
                <a:gd name="T86" fmla="*/ 510 w 675"/>
                <a:gd name="T87" fmla="*/ 1945 h 1959"/>
                <a:gd name="T88" fmla="*/ 496 w 675"/>
                <a:gd name="T89" fmla="*/ 1855 h 1959"/>
                <a:gd name="T90" fmla="*/ 504 w 675"/>
                <a:gd name="T91" fmla="*/ 1754 h 1959"/>
                <a:gd name="T92" fmla="*/ 505 w 675"/>
                <a:gd name="T93" fmla="*/ 1661 h 1959"/>
                <a:gd name="T94" fmla="*/ 512 w 675"/>
                <a:gd name="T95" fmla="*/ 1363 h 1959"/>
                <a:gd name="T96" fmla="*/ 543 w 675"/>
                <a:gd name="T97" fmla="*/ 1148 h 1959"/>
                <a:gd name="T98" fmla="*/ 559 w 675"/>
                <a:gd name="T99" fmla="*/ 1043 h 1959"/>
                <a:gd name="T100" fmla="*/ 622 w 675"/>
                <a:gd name="T101" fmla="*/ 986 h 1959"/>
                <a:gd name="T102" fmla="*/ 655 w 675"/>
                <a:gd name="T103" fmla="*/ 909 h 1959"/>
                <a:gd name="T104" fmla="*/ 350 w 675"/>
                <a:gd name="T105" fmla="*/ 833 h 1959"/>
                <a:gd name="T106" fmla="*/ 387 w 675"/>
                <a:gd name="T107" fmla="*/ 820 h 1959"/>
                <a:gd name="T108" fmla="*/ 526 w 675"/>
                <a:gd name="T109" fmla="*/ 949 h 1959"/>
                <a:gd name="T110" fmla="*/ 526 w 675"/>
                <a:gd name="T111" fmla="*/ 982 h 1959"/>
                <a:gd name="T112" fmla="*/ 523 w 675"/>
                <a:gd name="T113" fmla="*/ 1011 h 1959"/>
                <a:gd name="T114" fmla="*/ 409 w 675"/>
                <a:gd name="T115" fmla="*/ 883 h 1959"/>
                <a:gd name="T116" fmla="*/ 547 w 675"/>
                <a:gd name="T117" fmla="*/ 780 h 1959"/>
                <a:gd name="T118" fmla="*/ 567 w 675"/>
                <a:gd name="T119" fmla="*/ 642 h 1959"/>
                <a:gd name="T120" fmla="*/ 575 w 675"/>
                <a:gd name="T121" fmla="*/ 779 h 1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75" h="1959">
                  <a:moveTo>
                    <a:pt x="675" y="722"/>
                  </a:moveTo>
                  <a:lnTo>
                    <a:pt x="675" y="722"/>
                  </a:lnTo>
                  <a:lnTo>
                    <a:pt x="675" y="706"/>
                  </a:lnTo>
                  <a:lnTo>
                    <a:pt x="675" y="697"/>
                  </a:lnTo>
                  <a:lnTo>
                    <a:pt x="672" y="690"/>
                  </a:lnTo>
                  <a:lnTo>
                    <a:pt x="672" y="690"/>
                  </a:lnTo>
                  <a:lnTo>
                    <a:pt x="671" y="678"/>
                  </a:lnTo>
                  <a:lnTo>
                    <a:pt x="670" y="667"/>
                  </a:lnTo>
                  <a:lnTo>
                    <a:pt x="670" y="667"/>
                  </a:lnTo>
                  <a:lnTo>
                    <a:pt x="667" y="635"/>
                  </a:lnTo>
                  <a:lnTo>
                    <a:pt x="667" y="635"/>
                  </a:lnTo>
                  <a:lnTo>
                    <a:pt x="665" y="611"/>
                  </a:lnTo>
                  <a:lnTo>
                    <a:pt x="660" y="588"/>
                  </a:lnTo>
                  <a:lnTo>
                    <a:pt x="660" y="588"/>
                  </a:lnTo>
                  <a:lnTo>
                    <a:pt x="657" y="568"/>
                  </a:lnTo>
                  <a:lnTo>
                    <a:pt x="657" y="568"/>
                  </a:lnTo>
                  <a:lnTo>
                    <a:pt x="655" y="544"/>
                  </a:lnTo>
                  <a:lnTo>
                    <a:pt x="655" y="544"/>
                  </a:lnTo>
                  <a:lnTo>
                    <a:pt x="651" y="517"/>
                  </a:lnTo>
                  <a:lnTo>
                    <a:pt x="650" y="505"/>
                  </a:lnTo>
                  <a:lnTo>
                    <a:pt x="648" y="491"/>
                  </a:lnTo>
                  <a:lnTo>
                    <a:pt x="648" y="491"/>
                  </a:lnTo>
                  <a:lnTo>
                    <a:pt x="648" y="478"/>
                  </a:lnTo>
                  <a:lnTo>
                    <a:pt x="647" y="463"/>
                  </a:lnTo>
                  <a:lnTo>
                    <a:pt x="647" y="463"/>
                  </a:lnTo>
                  <a:lnTo>
                    <a:pt x="646" y="452"/>
                  </a:lnTo>
                  <a:lnTo>
                    <a:pt x="645" y="440"/>
                  </a:lnTo>
                  <a:lnTo>
                    <a:pt x="641" y="429"/>
                  </a:lnTo>
                  <a:lnTo>
                    <a:pt x="637" y="418"/>
                  </a:lnTo>
                  <a:lnTo>
                    <a:pt x="637" y="418"/>
                  </a:lnTo>
                  <a:lnTo>
                    <a:pt x="631" y="398"/>
                  </a:lnTo>
                  <a:lnTo>
                    <a:pt x="631" y="398"/>
                  </a:lnTo>
                  <a:lnTo>
                    <a:pt x="629" y="393"/>
                  </a:lnTo>
                  <a:lnTo>
                    <a:pt x="626" y="390"/>
                  </a:lnTo>
                  <a:lnTo>
                    <a:pt x="626" y="390"/>
                  </a:lnTo>
                  <a:lnTo>
                    <a:pt x="624" y="388"/>
                  </a:lnTo>
                  <a:lnTo>
                    <a:pt x="621" y="387"/>
                  </a:lnTo>
                  <a:lnTo>
                    <a:pt x="621" y="387"/>
                  </a:lnTo>
                  <a:lnTo>
                    <a:pt x="619" y="388"/>
                  </a:lnTo>
                  <a:lnTo>
                    <a:pt x="616" y="387"/>
                  </a:lnTo>
                  <a:lnTo>
                    <a:pt x="613" y="386"/>
                  </a:lnTo>
                  <a:lnTo>
                    <a:pt x="613" y="386"/>
                  </a:lnTo>
                  <a:lnTo>
                    <a:pt x="580" y="371"/>
                  </a:lnTo>
                  <a:lnTo>
                    <a:pt x="580" y="371"/>
                  </a:lnTo>
                  <a:lnTo>
                    <a:pt x="497" y="336"/>
                  </a:lnTo>
                  <a:lnTo>
                    <a:pt x="497" y="336"/>
                  </a:lnTo>
                  <a:lnTo>
                    <a:pt x="485" y="330"/>
                  </a:lnTo>
                  <a:lnTo>
                    <a:pt x="475" y="321"/>
                  </a:lnTo>
                  <a:lnTo>
                    <a:pt x="475" y="321"/>
                  </a:lnTo>
                  <a:lnTo>
                    <a:pt x="471" y="316"/>
                  </a:lnTo>
                  <a:lnTo>
                    <a:pt x="471" y="316"/>
                  </a:lnTo>
                  <a:lnTo>
                    <a:pt x="469" y="315"/>
                  </a:lnTo>
                  <a:lnTo>
                    <a:pt x="466" y="315"/>
                  </a:lnTo>
                  <a:lnTo>
                    <a:pt x="466" y="315"/>
                  </a:lnTo>
                  <a:lnTo>
                    <a:pt x="465" y="333"/>
                  </a:lnTo>
                  <a:lnTo>
                    <a:pt x="465" y="333"/>
                  </a:lnTo>
                  <a:lnTo>
                    <a:pt x="459" y="375"/>
                  </a:lnTo>
                  <a:lnTo>
                    <a:pt x="459" y="375"/>
                  </a:lnTo>
                  <a:lnTo>
                    <a:pt x="455" y="393"/>
                  </a:lnTo>
                  <a:lnTo>
                    <a:pt x="450" y="413"/>
                  </a:lnTo>
                  <a:lnTo>
                    <a:pt x="450" y="413"/>
                  </a:lnTo>
                  <a:lnTo>
                    <a:pt x="428" y="491"/>
                  </a:lnTo>
                  <a:lnTo>
                    <a:pt x="428" y="491"/>
                  </a:lnTo>
                  <a:lnTo>
                    <a:pt x="413" y="549"/>
                  </a:lnTo>
                  <a:lnTo>
                    <a:pt x="413" y="549"/>
                  </a:lnTo>
                  <a:lnTo>
                    <a:pt x="412" y="553"/>
                  </a:lnTo>
                  <a:lnTo>
                    <a:pt x="409" y="557"/>
                  </a:lnTo>
                  <a:lnTo>
                    <a:pt x="409" y="557"/>
                  </a:lnTo>
                  <a:lnTo>
                    <a:pt x="409" y="547"/>
                  </a:lnTo>
                  <a:lnTo>
                    <a:pt x="409" y="547"/>
                  </a:lnTo>
                  <a:lnTo>
                    <a:pt x="407" y="479"/>
                  </a:lnTo>
                  <a:lnTo>
                    <a:pt x="407" y="479"/>
                  </a:lnTo>
                  <a:lnTo>
                    <a:pt x="403" y="383"/>
                  </a:lnTo>
                  <a:lnTo>
                    <a:pt x="403" y="383"/>
                  </a:lnTo>
                  <a:lnTo>
                    <a:pt x="402" y="373"/>
                  </a:lnTo>
                  <a:lnTo>
                    <a:pt x="398" y="365"/>
                  </a:lnTo>
                  <a:lnTo>
                    <a:pt x="398" y="365"/>
                  </a:lnTo>
                  <a:lnTo>
                    <a:pt x="394" y="357"/>
                  </a:lnTo>
                  <a:lnTo>
                    <a:pt x="394" y="357"/>
                  </a:lnTo>
                  <a:lnTo>
                    <a:pt x="399" y="345"/>
                  </a:lnTo>
                  <a:lnTo>
                    <a:pt x="399" y="345"/>
                  </a:lnTo>
                  <a:lnTo>
                    <a:pt x="404" y="331"/>
                  </a:lnTo>
                  <a:lnTo>
                    <a:pt x="404" y="331"/>
                  </a:lnTo>
                  <a:lnTo>
                    <a:pt x="406" y="328"/>
                  </a:lnTo>
                  <a:lnTo>
                    <a:pt x="404" y="324"/>
                  </a:lnTo>
                  <a:lnTo>
                    <a:pt x="402" y="321"/>
                  </a:lnTo>
                  <a:lnTo>
                    <a:pt x="398" y="319"/>
                  </a:lnTo>
                  <a:lnTo>
                    <a:pt x="398" y="319"/>
                  </a:lnTo>
                  <a:lnTo>
                    <a:pt x="394" y="316"/>
                  </a:lnTo>
                  <a:lnTo>
                    <a:pt x="394" y="316"/>
                  </a:lnTo>
                  <a:lnTo>
                    <a:pt x="455" y="283"/>
                  </a:lnTo>
                  <a:lnTo>
                    <a:pt x="455" y="283"/>
                  </a:lnTo>
                  <a:lnTo>
                    <a:pt x="460" y="269"/>
                  </a:lnTo>
                  <a:lnTo>
                    <a:pt x="460" y="269"/>
                  </a:lnTo>
                  <a:lnTo>
                    <a:pt x="461" y="263"/>
                  </a:lnTo>
                  <a:lnTo>
                    <a:pt x="465" y="257"/>
                  </a:lnTo>
                  <a:lnTo>
                    <a:pt x="465" y="257"/>
                  </a:lnTo>
                  <a:lnTo>
                    <a:pt x="471" y="248"/>
                  </a:lnTo>
                  <a:lnTo>
                    <a:pt x="476" y="238"/>
                  </a:lnTo>
                  <a:lnTo>
                    <a:pt x="476" y="238"/>
                  </a:lnTo>
                  <a:lnTo>
                    <a:pt x="482" y="223"/>
                  </a:lnTo>
                  <a:lnTo>
                    <a:pt x="490" y="210"/>
                  </a:lnTo>
                  <a:lnTo>
                    <a:pt x="490" y="210"/>
                  </a:lnTo>
                  <a:lnTo>
                    <a:pt x="494" y="204"/>
                  </a:lnTo>
                  <a:lnTo>
                    <a:pt x="495" y="200"/>
                  </a:lnTo>
                  <a:lnTo>
                    <a:pt x="499" y="199"/>
                  </a:lnTo>
                  <a:lnTo>
                    <a:pt x="499" y="199"/>
                  </a:lnTo>
                  <a:lnTo>
                    <a:pt x="502" y="194"/>
                  </a:lnTo>
                  <a:lnTo>
                    <a:pt x="506" y="189"/>
                  </a:lnTo>
                  <a:lnTo>
                    <a:pt x="506" y="189"/>
                  </a:lnTo>
                  <a:lnTo>
                    <a:pt x="508" y="181"/>
                  </a:lnTo>
                  <a:lnTo>
                    <a:pt x="510" y="174"/>
                  </a:lnTo>
                  <a:lnTo>
                    <a:pt x="510" y="174"/>
                  </a:lnTo>
                  <a:lnTo>
                    <a:pt x="510" y="170"/>
                  </a:lnTo>
                  <a:lnTo>
                    <a:pt x="511" y="166"/>
                  </a:lnTo>
                  <a:lnTo>
                    <a:pt x="511" y="166"/>
                  </a:lnTo>
                  <a:lnTo>
                    <a:pt x="515" y="157"/>
                  </a:lnTo>
                  <a:lnTo>
                    <a:pt x="517" y="145"/>
                  </a:lnTo>
                  <a:lnTo>
                    <a:pt x="517" y="145"/>
                  </a:lnTo>
                  <a:lnTo>
                    <a:pt x="518" y="139"/>
                  </a:lnTo>
                  <a:lnTo>
                    <a:pt x="520" y="134"/>
                  </a:lnTo>
                  <a:lnTo>
                    <a:pt x="520" y="128"/>
                  </a:lnTo>
                  <a:lnTo>
                    <a:pt x="517" y="122"/>
                  </a:lnTo>
                  <a:lnTo>
                    <a:pt x="517" y="122"/>
                  </a:lnTo>
                  <a:lnTo>
                    <a:pt x="516" y="119"/>
                  </a:lnTo>
                  <a:lnTo>
                    <a:pt x="516" y="117"/>
                  </a:lnTo>
                  <a:lnTo>
                    <a:pt x="520" y="111"/>
                  </a:lnTo>
                  <a:lnTo>
                    <a:pt x="520" y="111"/>
                  </a:lnTo>
                  <a:lnTo>
                    <a:pt x="515" y="93"/>
                  </a:lnTo>
                  <a:lnTo>
                    <a:pt x="515" y="93"/>
                  </a:lnTo>
                  <a:lnTo>
                    <a:pt x="511" y="85"/>
                  </a:lnTo>
                  <a:lnTo>
                    <a:pt x="507" y="75"/>
                  </a:lnTo>
                  <a:lnTo>
                    <a:pt x="507" y="75"/>
                  </a:lnTo>
                  <a:lnTo>
                    <a:pt x="506" y="71"/>
                  </a:lnTo>
                  <a:lnTo>
                    <a:pt x="506" y="67"/>
                  </a:lnTo>
                  <a:lnTo>
                    <a:pt x="506" y="67"/>
                  </a:lnTo>
                  <a:lnTo>
                    <a:pt x="506" y="65"/>
                  </a:lnTo>
                  <a:lnTo>
                    <a:pt x="505" y="64"/>
                  </a:lnTo>
                  <a:lnTo>
                    <a:pt x="505" y="64"/>
                  </a:lnTo>
                  <a:lnTo>
                    <a:pt x="502" y="59"/>
                  </a:lnTo>
                  <a:lnTo>
                    <a:pt x="502" y="59"/>
                  </a:lnTo>
                  <a:lnTo>
                    <a:pt x="500" y="51"/>
                  </a:lnTo>
                  <a:lnTo>
                    <a:pt x="494" y="45"/>
                  </a:lnTo>
                  <a:lnTo>
                    <a:pt x="494" y="45"/>
                  </a:lnTo>
                  <a:lnTo>
                    <a:pt x="490" y="40"/>
                  </a:lnTo>
                  <a:lnTo>
                    <a:pt x="487" y="35"/>
                  </a:lnTo>
                  <a:lnTo>
                    <a:pt x="487" y="35"/>
                  </a:lnTo>
                  <a:lnTo>
                    <a:pt x="485" y="33"/>
                  </a:lnTo>
                  <a:lnTo>
                    <a:pt x="482" y="30"/>
                  </a:lnTo>
                  <a:lnTo>
                    <a:pt x="480" y="23"/>
                  </a:lnTo>
                  <a:lnTo>
                    <a:pt x="480" y="23"/>
                  </a:lnTo>
                  <a:lnTo>
                    <a:pt x="477" y="16"/>
                  </a:lnTo>
                  <a:lnTo>
                    <a:pt x="477" y="16"/>
                  </a:lnTo>
                  <a:lnTo>
                    <a:pt x="474" y="21"/>
                  </a:lnTo>
                  <a:lnTo>
                    <a:pt x="474" y="21"/>
                  </a:lnTo>
                  <a:lnTo>
                    <a:pt x="473" y="13"/>
                  </a:lnTo>
                  <a:lnTo>
                    <a:pt x="470" y="9"/>
                  </a:lnTo>
                  <a:lnTo>
                    <a:pt x="468" y="5"/>
                  </a:lnTo>
                  <a:lnTo>
                    <a:pt x="468" y="5"/>
                  </a:lnTo>
                  <a:lnTo>
                    <a:pt x="469" y="10"/>
                  </a:lnTo>
                  <a:lnTo>
                    <a:pt x="469" y="10"/>
                  </a:lnTo>
                  <a:lnTo>
                    <a:pt x="469" y="18"/>
                  </a:lnTo>
                  <a:lnTo>
                    <a:pt x="469" y="18"/>
                  </a:lnTo>
                  <a:lnTo>
                    <a:pt x="466" y="16"/>
                  </a:lnTo>
                  <a:lnTo>
                    <a:pt x="465" y="16"/>
                  </a:lnTo>
                  <a:lnTo>
                    <a:pt x="464" y="18"/>
                  </a:lnTo>
                  <a:lnTo>
                    <a:pt x="464" y="18"/>
                  </a:lnTo>
                  <a:lnTo>
                    <a:pt x="460" y="18"/>
                  </a:lnTo>
                  <a:lnTo>
                    <a:pt x="458" y="15"/>
                  </a:lnTo>
                  <a:lnTo>
                    <a:pt x="455" y="13"/>
                  </a:lnTo>
                  <a:lnTo>
                    <a:pt x="453" y="11"/>
                  </a:lnTo>
                  <a:lnTo>
                    <a:pt x="453" y="11"/>
                  </a:lnTo>
                  <a:lnTo>
                    <a:pt x="451" y="10"/>
                  </a:lnTo>
                  <a:lnTo>
                    <a:pt x="451" y="10"/>
                  </a:lnTo>
                  <a:lnTo>
                    <a:pt x="450" y="7"/>
                  </a:lnTo>
                  <a:lnTo>
                    <a:pt x="450" y="7"/>
                  </a:lnTo>
                  <a:lnTo>
                    <a:pt x="448" y="5"/>
                  </a:lnTo>
                  <a:lnTo>
                    <a:pt x="447" y="5"/>
                  </a:lnTo>
                  <a:lnTo>
                    <a:pt x="445" y="4"/>
                  </a:lnTo>
                  <a:lnTo>
                    <a:pt x="445" y="4"/>
                  </a:lnTo>
                  <a:lnTo>
                    <a:pt x="445" y="4"/>
                  </a:lnTo>
                  <a:lnTo>
                    <a:pt x="442" y="0"/>
                  </a:lnTo>
                  <a:lnTo>
                    <a:pt x="442" y="0"/>
                  </a:lnTo>
                  <a:lnTo>
                    <a:pt x="439" y="2"/>
                  </a:lnTo>
                  <a:lnTo>
                    <a:pt x="437" y="3"/>
                  </a:lnTo>
                  <a:lnTo>
                    <a:pt x="434" y="4"/>
                  </a:lnTo>
                  <a:lnTo>
                    <a:pt x="430" y="4"/>
                  </a:lnTo>
                  <a:lnTo>
                    <a:pt x="430" y="4"/>
                  </a:lnTo>
                  <a:lnTo>
                    <a:pt x="428" y="7"/>
                  </a:lnTo>
                  <a:lnTo>
                    <a:pt x="425" y="7"/>
                  </a:lnTo>
                  <a:lnTo>
                    <a:pt x="419" y="8"/>
                  </a:lnTo>
                  <a:lnTo>
                    <a:pt x="419" y="8"/>
                  </a:lnTo>
                  <a:lnTo>
                    <a:pt x="416" y="9"/>
                  </a:lnTo>
                  <a:lnTo>
                    <a:pt x="412" y="9"/>
                  </a:lnTo>
                  <a:lnTo>
                    <a:pt x="412" y="9"/>
                  </a:lnTo>
                  <a:lnTo>
                    <a:pt x="411" y="9"/>
                  </a:lnTo>
                  <a:lnTo>
                    <a:pt x="408" y="9"/>
                  </a:lnTo>
                  <a:lnTo>
                    <a:pt x="408" y="9"/>
                  </a:lnTo>
                  <a:lnTo>
                    <a:pt x="388" y="16"/>
                  </a:lnTo>
                  <a:lnTo>
                    <a:pt x="388" y="16"/>
                  </a:lnTo>
                  <a:lnTo>
                    <a:pt x="386" y="16"/>
                  </a:lnTo>
                  <a:lnTo>
                    <a:pt x="383" y="18"/>
                  </a:lnTo>
                  <a:lnTo>
                    <a:pt x="383" y="18"/>
                  </a:lnTo>
                  <a:lnTo>
                    <a:pt x="378" y="23"/>
                  </a:lnTo>
                  <a:lnTo>
                    <a:pt x="375" y="24"/>
                  </a:lnTo>
                  <a:lnTo>
                    <a:pt x="371" y="24"/>
                  </a:lnTo>
                  <a:lnTo>
                    <a:pt x="371" y="24"/>
                  </a:lnTo>
                  <a:lnTo>
                    <a:pt x="367" y="25"/>
                  </a:lnTo>
                  <a:lnTo>
                    <a:pt x="365" y="29"/>
                  </a:lnTo>
                  <a:lnTo>
                    <a:pt x="365" y="29"/>
                  </a:lnTo>
                  <a:lnTo>
                    <a:pt x="363" y="33"/>
                  </a:lnTo>
                  <a:lnTo>
                    <a:pt x="361" y="36"/>
                  </a:lnTo>
                  <a:lnTo>
                    <a:pt x="355" y="41"/>
                  </a:lnTo>
                  <a:lnTo>
                    <a:pt x="355" y="41"/>
                  </a:lnTo>
                  <a:lnTo>
                    <a:pt x="352" y="42"/>
                  </a:lnTo>
                  <a:lnTo>
                    <a:pt x="351" y="46"/>
                  </a:lnTo>
                  <a:lnTo>
                    <a:pt x="351" y="46"/>
                  </a:lnTo>
                  <a:lnTo>
                    <a:pt x="350" y="50"/>
                  </a:lnTo>
                  <a:lnTo>
                    <a:pt x="347" y="52"/>
                  </a:lnTo>
                  <a:lnTo>
                    <a:pt x="347" y="52"/>
                  </a:lnTo>
                  <a:lnTo>
                    <a:pt x="344" y="55"/>
                  </a:lnTo>
                  <a:lnTo>
                    <a:pt x="342" y="59"/>
                  </a:lnTo>
                  <a:lnTo>
                    <a:pt x="342" y="59"/>
                  </a:lnTo>
                  <a:lnTo>
                    <a:pt x="340" y="65"/>
                  </a:lnTo>
                  <a:lnTo>
                    <a:pt x="336" y="70"/>
                  </a:lnTo>
                  <a:lnTo>
                    <a:pt x="336" y="70"/>
                  </a:lnTo>
                  <a:lnTo>
                    <a:pt x="330" y="78"/>
                  </a:lnTo>
                  <a:lnTo>
                    <a:pt x="330" y="78"/>
                  </a:lnTo>
                  <a:lnTo>
                    <a:pt x="329" y="81"/>
                  </a:lnTo>
                  <a:lnTo>
                    <a:pt x="330" y="82"/>
                  </a:lnTo>
                  <a:lnTo>
                    <a:pt x="331" y="82"/>
                  </a:lnTo>
                  <a:lnTo>
                    <a:pt x="333" y="83"/>
                  </a:lnTo>
                  <a:lnTo>
                    <a:pt x="333" y="83"/>
                  </a:lnTo>
                  <a:lnTo>
                    <a:pt x="330" y="90"/>
                  </a:lnTo>
                  <a:lnTo>
                    <a:pt x="328" y="96"/>
                  </a:lnTo>
                  <a:lnTo>
                    <a:pt x="324" y="108"/>
                  </a:lnTo>
                  <a:lnTo>
                    <a:pt x="324" y="108"/>
                  </a:lnTo>
                  <a:lnTo>
                    <a:pt x="323" y="114"/>
                  </a:lnTo>
                  <a:lnTo>
                    <a:pt x="323" y="119"/>
                  </a:lnTo>
                  <a:lnTo>
                    <a:pt x="323" y="119"/>
                  </a:lnTo>
                  <a:lnTo>
                    <a:pt x="323" y="126"/>
                  </a:lnTo>
                  <a:lnTo>
                    <a:pt x="320" y="132"/>
                  </a:lnTo>
                  <a:lnTo>
                    <a:pt x="320" y="132"/>
                  </a:lnTo>
                  <a:lnTo>
                    <a:pt x="316" y="142"/>
                  </a:lnTo>
                  <a:lnTo>
                    <a:pt x="316" y="145"/>
                  </a:lnTo>
                  <a:lnTo>
                    <a:pt x="316" y="150"/>
                  </a:lnTo>
                  <a:lnTo>
                    <a:pt x="316" y="150"/>
                  </a:lnTo>
                  <a:lnTo>
                    <a:pt x="319" y="170"/>
                  </a:lnTo>
                  <a:lnTo>
                    <a:pt x="319" y="170"/>
                  </a:lnTo>
                  <a:lnTo>
                    <a:pt x="320" y="176"/>
                  </a:lnTo>
                  <a:lnTo>
                    <a:pt x="321" y="181"/>
                  </a:lnTo>
                  <a:lnTo>
                    <a:pt x="321" y="181"/>
                  </a:lnTo>
                  <a:lnTo>
                    <a:pt x="323" y="185"/>
                  </a:lnTo>
                  <a:lnTo>
                    <a:pt x="325" y="187"/>
                  </a:lnTo>
                  <a:lnTo>
                    <a:pt x="329" y="190"/>
                  </a:lnTo>
                  <a:lnTo>
                    <a:pt x="333" y="190"/>
                  </a:lnTo>
                  <a:lnTo>
                    <a:pt x="333" y="190"/>
                  </a:lnTo>
                  <a:lnTo>
                    <a:pt x="335" y="191"/>
                  </a:lnTo>
                  <a:lnTo>
                    <a:pt x="335" y="191"/>
                  </a:lnTo>
                  <a:lnTo>
                    <a:pt x="339" y="216"/>
                  </a:lnTo>
                  <a:lnTo>
                    <a:pt x="339" y="216"/>
                  </a:lnTo>
                  <a:lnTo>
                    <a:pt x="339" y="220"/>
                  </a:lnTo>
                  <a:lnTo>
                    <a:pt x="339" y="220"/>
                  </a:lnTo>
                  <a:lnTo>
                    <a:pt x="336" y="279"/>
                  </a:lnTo>
                  <a:lnTo>
                    <a:pt x="336" y="279"/>
                  </a:lnTo>
                  <a:lnTo>
                    <a:pt x="345" y="288"/>
                  </a:lnTo>
                  <a:lnTo>
                    <a:pt x="345" y="288"/>
                  </a:lnTo>
                  <a:lnTo>
                    <a:pt x="354" y="295"/>
                  </a:lnTo>
                  <a:lnTo>
                    <a:pt x="354" y="295"/>
                  </a:lnTo>
                  <a:lnTo>
                    <a:pt x="362" y="303"/>
                  </a:lnTo>
                  <a:lnTo>
                    <a:pt x="362" y="303"/>
                  </a:lnTo>
                  <a:lnTo>
                    <a:pt x="367" y="308"/>
                  </a:lnTo>
                  <a:lnTo>
                    <a:pt x="371" y="313"/>
                  </a:lnTo>
                  <a:lnTo>
                    <a:pt x="371" y="313"/>
                  </a:lnTo>
                  <a:lnTo>
                    <a:pt x="365" y="315"/>
                  </a:lnTo>
                  <a:lnTo>
                    <a:pt x="359" y="319"/>
                  </a:lnTo>
                  <a:lnTo>
                    <a:pt x="354" y="323"/>
                  </a:lnTo>
                  <a:lnTo>
                    <a:pt x="350" y="328"/>
                  </a:lnTo>
                  <a:lnTo>
                    <a:pt x="350" y="328"/>
                  </a:lnTo>
                  <a:lnTo>
                    <a:pt x="354" y="334"/>
                  </a:lnTo>
                  <a:lnTo>
                    <a:pt x="354" y="334"/>
                  </a:lnTo>
                  <a:lnTo>
                    <a:pt x="363" y="346"/>
                  </a:lnTo>
                  <a:lnTo>
                    <a:pt x="363" y="346"/>
                  </a:lnTo>
                  <a:lnTo>
                    <a:pt x="366" y="350"/>
                  </a:lnTo>
                  <a:lnTo>
                    <a:pt x="367" y="355"/>
                  </a:lnTo>
                  <a:lnTo>
                    <a:pt x="367" y="359"/>
                  </a:lnTo>
                  <a:lnTo>
                    <a:pt x="366" y="364"/>
                  </a:lnTo>
                  <a:lnTo>
                    <a:pt x="366" y="364"/>
                  </a:lnTo>
                  <a:lnTo>
                    <a:pt x="357" y="383"/>
                  </a:lnTo>
                  <a:lnTo>
                    <a:pt x="354" y="393"/>
                  </a:lnTo>
                  <a:lnTo>
                    <a:pt x="347" y="402"/>
                  </a:lnTo>
                  <a:lnTo>
                    <a:pt x="347" y="402"/>
                  </a:lnTo>
                  <a:lnTo>
                    <a:pt x="344" y="408"/>
                  </a:lnTo>
                  <a:lnTo>
                    <a:pt x="342" y="416"/>
                  </a:lnTo>
                  <a:lnTo>
                    <a:pt x="342" y="416"/>
                  </a:lnTo>
                  <a:lnTo>
                    <a:pt x="341" y="427"/>
                  </a:lnTo>
                  <a:lnTo>
                    <a:pt x="341" y="427"/>
                  </a:lnTo>
                  <a:lnTo>
                    <a:pt x="339" y="430"/>
                  </a:lnTo>
                  <a:lnTo>
                    <a:pt x="339" y="430"/>
                  </a:lnTo>
                  <a:lnTo>
                    <a:pt x="336" y="418"/>
                  </a:lnTo>
                  <a:lnTo>
                    <a:pt x="336" y="418"/>
                  </a:lnTo>
                  <a:lnTo>
                    <a:pt x="320" y="334"/>
                  </a:lnTo>
                  <a:lnTo>
                    <a:pt x="320" y="334"/>
                  </a:lnTo>
                  <a:lnTo>
                    <a:pt x="318" y="323"/>
                  </a:lnTo>
                  <a:lnTo>
                    <a:pt x="318" y="316"/>
                  </a:lnTo>
                  <a:lnTo>
                    <a:pt x="318" y="309"/>
                  </a:lnTo>
                  <a:lnTo>
                    <a:pt x="318" y="309"/>
                  </a:lnTo>
                  <a:lnTo>
                    <a:pt x="313" y="313"/>
                  </a:lnTo>
                  <a:lnTo>
                    <a:pt x="313" y="313"/>
                  </a:lnTo>
                  <a:lnTo>
                    <a:pt x="299" y="326"/>
                  </a:lnTo>
                  <a:lnTo>
                    <a:pt x="299" y="326"/>
                  </a:lnTo>
                  <a:lnTo>
                    <a:pt x="294" y="330"/>
                  </a:lnTo>
                  <a:lnTo>
                    <a:pt x="288" y="334"/>
                  </a:lnTo>
                  <a:lnTo>
                    <a:pt x="288" y="334"/>
                  </a:lnTo>
                  <a:lnTo>
                    <a:pt x="280" y="337"/>
                  </a:lnTo>
                  <a:lnTo>
                    <a:pt x="273" y="341"/>
                  </a:lnTo>
                  <a:lnTo>
                    <a:pt x="273" y="341"/>
                  </a:lnTo>
                  <a:lnTo>
                    <a:pt x="271" y="342"/>
                  </a:lnTo>
                  <a:lnTo>
                    <a:pt x="267" y="344"/>
                  </a:lnTo>
                  <a:lnTo>
                    <a:pt x="267" y="344"/>
                  </a:lnTo>
                  <a:lnTo>
                    <a:pt x="236" y="351"/>
                  </a:lnTo>
                  <a:lnTo>
                    <a:pt x="236" y="351"/>
                  </a:lnTo>
                  <a:lnTo>
                    <a:pt x="174" y="366"/>
                  </a:lnTo>
                  <a:lnTo>
                    <a:pt x="174" y="366"/>
                  </a:lnTo>
                  <a:lnTo>
                    <a:pt x="170" y="367"/>
                  </a:lnTo>
                  <a:lnTo>
                    <a:pt x="166" y="366"/>
                  </a:lnTo>
                  <a:lnTo>
                    <a:pt x="166" y="366"/>
                  </a:lnTo>
                  <a:lnTo>
                    <a:pt x="163" y="365"/>
                  </a:lnTo>
                  <a:lnTo>
                    <a:pt x="160" y="366"/>
                  </a:lnTo>
                  <a:lnTo>
                    <a:pt x="157" y="367"/>
                  </a:lnTo>
                  <a:lnTo>
                    <a:pt x="154" y="370"/>
                  </a:lnTo>
                  <a:lnTo>
                    <a:pt x="154" y="370"/>
                  </a:lnTo>
                  <a:lnTo>
                    <a:pt x="149" y="377"/>
                  </a:lnTo>
                  <a:lnTo>
                    <a:pt x="148" y="381"/>
                  </a:lnTo>
                  <a:lnTo>
                    <a:pt x="147" y="385"/>
                  </a:lnTo>
                  <a:lnTo>
                    <a:pt x="147" y="385"/>
                  </a:lnTo>
                  <a:lnTo>
                    <a:pt x="145" y="390"/>
                  </a:lnTo>
                  <a:lnTo>
                    <a:pt x="143" y="394"/>
                  </a:lnTo>
                  <a:lnTo>
                    <a:pt x="140" y="398"/>
                  </a:lnTo>
                  <a:lnTo>
                    <a:pt x="137" y="402"/>
                  </a:lnTo>
                  <a:lnTo>
                    <a:pt x="137" y="402"/>
                  </a:lnTo>
                  <a:lnTo>
                    <a:pt x="133" y="407"/>
                  </a:lnTo>
                  <a:lnTo>
                    <a:pt x="131" y="412"/>
                  </a:lnTo>
                  <a:lnTo>
                    <a:pt x="129" y="418"/>
                  </a:lnTo>
                  <a:lnTo>
                    <a:pt x="128" y="424"/>
                  </a:lnTo>
                  <a:lnTo>
                    <a:pt x="128" y="424"/>
                  </a:lnTo>
                  <a:lnTo>
                    <a:pt x="128" y="428"/>
                  </a:lnTo>
                  <a:lnTo>
                    <a:pt x="127" y="432"/>
                  </a:lnTo>
                  <a:lnTo>
                    <a:pt x="127" y="432"/>
                  </a:lnTo>
                  <a:lnTo>
                    <a:pt x="123" y="440"/>
                  </a:lnTo>
                  <a:lnTo>
                    <a:pt x="123" y="440"/>
                  </a:lnTo>
                  <a:lnTo>
                    <a:pt x="118" y="442"/>
                  </a:lnTo>
                  <a:lnTo>
                    <a:pt x="118" y="442"/>
                  </a:lnTo>
                  <a:lnTo>
                    <a:pt x="112" y="444"/>
                  </a:lnTo>
                  <a:lnTo>
                    <a:pt x="107" y="447"/>
                  </a:lnTo>
                  <a:lnTo>
                    <a:pt x="102" y="452"/>
                  </a:lnTo>
                  <a:lnTo>
                    <a:pt x="97" y="456"/>
                  </a:lnTo>
                  <a:lnTo>
                    <a:pt x="97" y="456"/>
                  </a:lnTo>
                  <a:lnTo>
                    <a:pt x="95" y="459"/>
                  </a:lnTo>
                  <a:lnTo>
                    <a:pt x="91" y="460"/>
                  </a:lnTo>
                  <a:lnTo>
                    <a:pt x="91" y="460"/>
                  </a:lnTo>
                  <a:lnTo>
                    <a:pt x="69" y="471"/>
                  </a:lnTo>
                  <a:lnTo>
                    <a:pt x="69" y="471"/>
                  </a:lnTo>
                  <a:lnTo>
                    <a:pt x="61" y="476"/>
                  </a:lnTo>
                  <a:lnTo>
                    <a:pt x="55" y="484"/>
                  </a:lnTo>
                  <a:lnTo>
                    <a:pt x="55" y="484"/>
                  </a:lnTo>
                  <a:lnTo>
                    <a:pt x="45" y="497"/>
                  </a:lnTo>
                  <a:lnTo>
                    <a:pt x="45" y="497"/>
                  </a:lnTo>
                  <a:lnTo>
                    <a:pt x="41" y="502"/>
                  </a:lnTo>
                  <a:lnTo>
                    <a:pt x="40" y="509"/>
                  </a:lnTo>
                  <a:lnTo>
                    <a:pt x="39" y="513"/>
                  </a:lnTo>
                  <a:lnTo>
                    <a:pt x="39" y="520"/>
                  </a:lnTo>
                  <a:lnTo>
                    <a:pt x="39" y="520"/>
                  </a:lnTo>
                  <a:lnTo>
                    <a:pt x="40" y="531"/>
                  </a:lnTo>
                  <a:lnTo>
                    <a:pt x="43" y="541"/>
                  </a:lnTo>
                  <a:lnTo>
                    <a:pt x="46" y="551"/>
                  </a:lnTo>
                  <a:lnTo>
                    <a:pt x="51" y="561"/>
                  </a:lnTo>
                  <a:lnTo>
                    <a:pt x="51" y="561"/>
                  </a:lnTo>
                  <a:lnTo>
                    <a:pt x="55" y="567"/>
                  </a:lnTo>
                  <a:lnTo>
                    <a:pt x="55" y="573"/>
                  </a:lnTo>
                  <a:lnTo>
                    <a:pt x="55" y="573"/>
                  </a:lnTo>
                  <a:lnTo>
                    <a:pt x="54" y="587"/>
                  </a:lnTo>
                  <a:lnTo>
                    <a:pt x="54" y="587"/>
                  </a:lnTo>
                  <a:lnTo>
                    <a:pt x="54" y="589"/>
                  </a:lnTo>
                  <a:lnTo>
                    <a:pt x="54" y="590"/>
                  </a:lnTo>
                  <a:lnTo>
                    <a:pt x="55" y="590"/>
                  </a:lnTo>
                  <a:lnTo>
                    <a:pt x="55" y="590"/>
                  </a:lnTo>
                  <a:lnTo>
                    <a:pt x="56" y="590"/>
                  </a:lnTo>
                  <a:lnTo>
                    <a:pt x="57" y="588"/>
                  </a:lnTo>
                  <a:lnTo>
                    <a:pt x="60" y="585"/>
                  </a:lnTo>
                  <a:lnTo>
                    <a:pt x="62" y="585"/>
                  </a:lnTo>
                  <a:lnTo>
                    <a:pt x="62" y="585"/>
                  </a:lnTo>
                  <a:lnTo>
                    <a:pt x="65" y="593"/>
                  </a:lnTo>
                  <a:lnTo>
                    <a:pt x="65" y="593"/>
                  </a:lnTo>
                  <a:lnTo>
                    <a:pt x="66" y="595"/>
                  </a:lnTo>
                  <a:lnTo>
                    <a:pt x="67" y="598"/>
                  </a:lnTo>
                  <a:lnTo>
                    <a:pt x="70" y="599"/>
                  </a:lnTo>
                  <a:lnTo>
                    <a:pt x="72" y="599"/>
                  </a:lnTo>
                  <a:lnTo>
                    <a:pt x="72" y="599"/>
                  </a:lnTo>
                  <a:lnTo>
                    <a:pt x="80" y="598"/>
                  </a:lnTo>
                  <a:lnTo>
                    <a:pt x="80" y="598"/>
                  </a:lnTo>
                  <a:lnTo>
                    <a:pt x="87" y="594"/>
                  </a:lnTo>
                  <a:lnTo>
                    <a:pt x="95" y="589"/>
                  </a:lnTo>
                  <a:lnTo>
                    <a:pt x="95" y="589"/>
                  </a:lnTo>
                  <a:lnTo>
                    <a:pt x="105" y="579"/>
                  </a:lnTo>
                  <a:lnTo>
                    <a:pt x="105" y="579"/>
                  </a:lnTo>
                  <a:lnTo>
                    <a:pt x="108" y="577"/>
                  </a:lnTo>
                  <a:lnTo>
                    <a:pt x="112" y="575"/>
                  </a:lnTo>
                  <a:lnTo>
                    <a:pt x="117" y="574"/>
                  </a:lnTo>
                  <a:lnTo>
                    <a:pt x="121" y="574"/>
                  </a:lnTo>
                  <a:lnTo>
                    <a:pt x="121" y="574"/>
                  </a:lnTo>
                  <a:lnTo>
                    <a:pt x="126" y="574"/>
                  </a:lnTo>
                  <a:lnTo>
                    <a:pt x="129" y="573"/>
                  </a:lnTo>
                  <a:lnTo>
                    <a:pt x="129" y="573"/>
                  </a:lnTo>
                  <a:lnTo>
                    <a:pt x="134" y="573"/>
                  </a:lnTo>
                  <a:lnTo>
                    <a:pt x="139" y="573"/>
                  </a:lnTo>
                  <a:lnTo>
                    <a:pt x="139" y="573"/>
                  </a:lnTo>
                  <a:lnTo>
                    <a:pt x="143" y="574"/>
                  </a:lnTo>
                  <a:lnTo>
                    <a:pt x="147" y="574"/>
                  </a:lnTo>
                  <a:lnTo>
                    <a:pt x="150" y="573"/>
                  </a:lnTo>
                  <a:lnTo>
                    <a:pt x="154" y="569"/>
                  </a:lnTo>
                  <a:lnTo>
                    <a:pt x="154" y="569"/>
                  </a:lnTo>
                  <a:lnTo>
                    <a:pt x="157" y="568"/>
                  </a:lnTo>
                  <a:lnTo>
                    <a:pt x="159" y="567"/>
                  </a:lnTo>
                  <a:lnTo>
                    <a:pt x="159" y="567"/>
                  </a:lnTo>
                  <a:lnTo>
                    <a:pt x="164" y="567"/>
                  </a:lnTo>
                  <a:lnTo>
                    <a:pt x="168" y="566"/>
                  </a:lnTo>
                  <a:lnTo>
                    <a:pt x="171" y="563"/>
                  </a:lnTo>
                  <a:lnTo>
                    <a:pt x="175" y="561"/>
                  </a:lnTo>
                  <a:lnTo>
                    <a:pt x="175" y="561"/>
                  </a:lnTo>
                  <a:lnTo>
                    <a:pt x="180" y="553"/>
                  </a:lnTo>
                  <a:lnTo>
                    <a:pt x="180" y="553"/>
                  </a:lnTo>
                  <a:lnTo>
                    <a:pt x="194" y="563"/>
                  </a:lnTo>
                  <a:lnTo>
                    <a:pt x="194" y="563"/>
                  </a:lnTo>
                  <a:lnTo>
                    <a:pt x="196" y="566"/>
                  </a:lnTo>
                  <a:lnTo>
                    <a:pt x="196" y="566"/>
                  </a:lnTo>
                  <a:lnTo>
                    <a:pt x="196" y="572"/>
                  </a:lnTo>
                  <a:lnTo>
                    <a:pt x="196" y="572"/>
                  </a:lnTo>
                  <a:lnTo>
                    <a:pt x="197" y="609"/>
                  </a:lnTo>
                  <a:lnTo>
                    <a:pt x="196" y="628"/>
                  </a:lnTo>
                  <a:lnTo>
                    <a:pt x="195" y="646"/>
                  </a:lnTo>
                  <a:lnTo>
                    <a:pt x="195" y="646"/>
                  </a:lnTo>
                  <a:lnTo>
                    <a:pt x="191" y="687"/>
                  </a:lnTo>
                  <a:lnTo>
                    <a:pt x="186" y="728"/>
                  </a:lnTo>
                  <a:lnTo>
                    <a:pt x="186" y="728"/>
                  </a:lnTo>
                  <a:lnTo>
                    <a:pt x="184" y="737"/>
                  </a:lnTo>
                  <a:lnTo>
                    <a:pt x="181" y="744"/>
                  </a:lnTo>
                  <a:lnTo>
                    <a:pt x="181" y="744"/>
                  </a:lnTo>
                  <a:lnTo>
                    <a:pt x="180" y="748"/>
                  </a:lnTo>
                  <a:lnTo>
                    <a:pt x="179" y="751"/>
                  </a:lnTo>
                  <a:lnTo>
                    <a:pt x="179" y="751"/>
                  </a:lnTo>
                  <a:lnTo>
                    <a:pt x="175" y="778"/>
                  </a:lnTo>
                  <a:lnTo>
                    <a:pt x="175" y="778"/>
                  </a:lnTo>
                  <a:lnTo>
                    <a:pt x="166" y="813"/>
                  </a:lnTo>
                  <a:lnTo>
                    <a:pt x="166" y="813"/>
                  </a:lnTo>
                  <a:lnTo>
                    <a:pt x="160" y="844"/>
                  </a:lnTo>
                  <a:lnTo>
                    <a:pt x="158" y="859"/>
                  </a:lnTo>
                  <a:lnTo>
                    <a:pt x="154" y="874"/>
                  </a:lnTo>
                  <a:lnTo>
                    <a:pt x="154" y="874"/>
                  </a:lnTo>
                  <a:lnTo>
                    <a:pt x="143" y="918"/>
                  </a:lnTo>
                  <a:lnTo>
                    <a:pt x="132" y="960"/>
                  </a:lnTo>
                  <a:lnTo>
                    <a:pt x="132" y="960"/>
                  </a:lnTo>
                  <a:lnTo>
                    <a:pt x="132" y="965"/>
                  </a:lnTo>
                  <a:lnTo>
                    <a:pt x="132" y="965"/>
                  </a:lnTo>
                  <a:lnTo>
                    <a:pt x="154" y="975"/>
                  </a:lnTo>
                  <a:lnTo>
                    <a:pt x="154" y="975"/>
                  </a:lnTo>
                  <a:lnTo>
                    <a:pt x="155" y="991"/>
                  </a:lnTo>
                  <a:lnTo>
                    <a:pt x="154" y="1006"/>
                  </a:lnTo>
                  <a:lnTo>
                    <a:pt x="154" y="1006"/>
                  </a:lnTo>
                  <a:lnTo>
                    <a:pt x="154" y="1011"/>
                  </a:lnTo>
                  <a:lnTo>
                    <a:pt x="154" y="1015"/>
                  </a:lnTo>
                  <a:lnTo>
                    <a:pt x="154" y="1015"/>
                  </a:lnTo>
                  <a:lnTo>
                    <a:pt x="155" y="1019"/>
                  </a:lnTo>
                  <a:lnTo>
                    <a:pt x="154" y="1023"/>
                  </a:lnTo>
                  <a:lnTo>
                    <a:pt x="154" y="1023"/>
                  </a:lnTo>
                  <a:lnTo>
                    <a:pt x="148" y="1038"/>
                  </a:lnTo>
                  <a:lnTo>
                    <a:pt x="148" y="1038"/>
                  </a:lnTo>
                  <a:lnTo>
                    <a:pt x="143" y="1051"/>
                  </a:lnTo>
                  <a:lnTo>
                    <a:pt x="142" y="1059"/>
                  </a:lnTo>
                  <a:lnTo>
                    <a:pt x="139" y="1066"/>
                  </a:lnTo>
                  <a:lnTo>
                    <a:pt x="139" y="1066"/>
                  </a:lnTo>
                  <a:lnTo>
                    <a:pt x="139" y="1075"/>
                  </a:lnTo>
                  <a:lnTo>
                    <a:pt x="137" y="1084"/>
                  </a:lnTo>
                  <a:lnTo>
                    <a:pt x="137" y="1084"/>
                  </a:lnTo>
                  <a:lnTo>
                    <a:pt x="133" y="1094"/>
                  </a:lnTo>
                  <a:lnTo>
                    <a:pt x="133" y="1097"/>
                  </a:lnTo>
                  <a:lnTo>
                    <a:pt x="134" y="1102"/>
                  </a:lnTo>
                  <a:lnTo>
                    <a:pt x="134" y="1102"/>
                  </a:lnTo>
                  <a:lnTo>
                    <a:pt x="134" y="1104"/>
                  </a:lnTo>
                  <a:lnTo>
                    <a:pt x="134" y="1104"/>
                  </a:lnTo>
                  <a:lnTo>
                    <a:pt x="133" y="1105"/>
                  </a:lnTo>
                  <a:lnTo>
                    <a:pt x="133" y="1105"/>
                  </a:lnTo>
                  <a:lnTo>
                    <a:pt x="131" y="1110"/>
                  </a:lnTo>
                  <a:lnTo>
                    <a:pt x="129" y="1113"/>
                  </a:lnTo>
                  <a:lnTo>
                    <a:pt x="129" y="1117"/>
                  </a:lnTo>
                  <a:lnTo>
                    <a:pt x="131" y="1122"/>
                  </a:lnTo>
                  <a:lnTo>
                    <a:pt x="131" y="1122"/>
                  </a:lnTo>
                  <a:lnTo>
                    <a:pt x="132" y="1126"/>
                  </a:lnTo>
                  <a:lnTo>
                    <a:pt x="131" y="1128"/>
                  </a:lnTo>
                  <a:lnTo>
                    <a:pt x="131" y="1128"/>
                  </a:lnTo>
                  <a:lnTo>
                    <a:pt x="129" y="1136"/>
                  </a:lnTo>
                  <a:lnTo>
                    <a:pt x="128" y="1144"/>
                  </a:lnTo>
                  <a:lnTo>
                    <a:pt x="128" y="1144"/>
                  </a:lnTo>
                  <a:lnTo>
                    <a:pt x="127" y="1151"/>
                  </a:lnTo>
                  <a:lnTo>
                    <a:pt x="127" y="1151"/>
                  </a:lnTo>
                  <a:lnTo>
                    <a:pt x="123" y="1178"/>
                  </a:lnTo>
                  <a:lnTo>
                    <a:pt x="123" y="1178"/>
                  </a:lnTo>
                  <a:lnTo>
                    <a:pt x="121" y="1204"/>
                  </a:lnTo>
                  <a:lnTo>
                    <a:pt x="119" y="1231"/>
                  </a:lnTo>
                  <a:lnTo>
                    <a:pt x="119" y="1231"/>
                  </a:lnTo>
                  <a:lnTo>
                    <a:pt x="119" y="1253"/>
                  </a:lnTo>
                  <a:lnTo>
                    <a:pt x="119" y="1253"/>
                  </a:lnTo>
                  <a:lnTo>
                    <a:pt x="118" y="1263"/>
                  </a:lnTo>
                  <a:lnTo>
                    <a:pt x="118" y="1263"/>
                  </a:lnTo>
                  <a:lnTo>
                    <a:pt x="117" y="1272"/>
                  </a:lnTo>
                  <a:lnTo>
                    <a:pt x="116" y="1280"/>
                  </a:lnTo>
                  <a:lnTo>
                    <a:pt x="116" y="1288"/>
                  </a:lnTo>
                  <a:lnTo>
                    <a:pt x="117" y="1296"/>
                  </a:lnTo>
                  <a:lnTo>
                    <a:pt x="117" y="1296"/>
                  </a:lnTo>
                  <a:lnTo>
                    <a:pt x="118" y="1302"/>
                  </a:lnTo>
                  <a:lnTo>
                    <a:pt x="118" y="1309"/>
                  </a:lnTo>
                  <a:lnTo>
                    <a:pt x="118" y="1309"/>
                  </a:lnTo>
                  <a:lnTo>
                    <a:pt x="116" y="1320"/>
                  </a:lnTo>
                  <a:lnTo>
                    <a:pt x="114" y="1332"/>
                  </a:lnTo>
                  <a:lnTo>
                    <a:pt x="112" y="1355"/>
                  </a:lnTo>
                  <a:lnTo>
                    <a:pt x="112" y="1355"/>
                  </a:lnTo>
                  <a:lnTo>
                    <a:pt x="112" y="1369"/>
                  </a:lnTo>
                  <a:lnTo>
                    <a:pt x="111" y="1382"/>
                  </a:lnTo>
                  <a:lnTo>
                    <a:pt x="111" y="1382"/>
                  </a:lnTo>
                  <a:lnTo>
                    <a:pt x="109" y="1391"/>
                  </a:lnTo>
                  <a:lnTo>
                    <a:pt x="109" y="1399"/>
                  </a:lnTo>
                  <a:lnTo>
                    <a:pt x="111" y="1406"/>
                  </a:lnTo>
                  <a:lnTo>
                    <a:pt x="114" y="1415"/>
                  </a:lnTo>
                  <a:lnTo>
                    <a:pt x="114" y="1415"/>
                  </a:lnTo>
                  <a:lnTo>
                    <a:pt x="117" y="1422"/>
                  </a:lnTo>
                  <a:lnTo>
                    <a:pt x="118" y="1431"/>
                  </a:lnTo>
                  <a:lnTo>
                    <a:pt x="118" y="1431"/>
                  </a:lnTo>
                  <a:lnTo>
                    <a:pt x="118" y="1442"/>
                  </a:lnTo>
                  <a:lnTo>
                    <a:pt x="118" y="1442"/>
                  </a:lnTo>
                  <a:lnTo>
                    <a:pt x="119" y="1469"/>
                  </a:lnTo>
                  <a:lnTo>
                    <a:pt x="124" y="1496"/>
                  </a:lnTo>
                  <a:lnTo>
                    <a:pt x="124" y="1496"/>
                  </a:lnTo>
                  <a:lnTo>
                    <a:pt x="127" y="1510"/>
                  </a:lnTo>
                  <a:lnTo>
                    <a:pt x="128" y="1524"/>
                  </a:lnTo>
                  <a:lnTo>
                    <a:pt x="128" y="1524"/>
                  </a:lnTo>
                  <a:lnTo>
                    <a:pt x="134" y="1583"/>
                  </a:lnTo>
                  <a:lnTo>
                    <a:pt x="134" y="1583"/>
                  </a:lnTo>
                  <a:lnTo>
                    <a:pt x="135" y="1603"/>
                  </a:lnTo>
                  <a:lnTo>
                    <a:pt x="135" y="1603"/>
                  </a:lnTo>
                  <a:lnTo>
                    <a:pt x="140" y="1633"/>
                  </a:lnTo>
                  <a:lnTo>
                    <a:pt x="144" y="1664"/>
                  </a:lnTo>
                  <a:lnTo>
                    <a:pt x="144" y="1664"/>
                  </a:lnTo>
                  <a:lnTo>
                    <a:pt x="145" y="1671"/>
                  </a:lnTo>
                  <a:lnTo>
                    <a:pt x="147" y="1679"/>
                  </a:lnTo>
                  <a:lnTo>
                    <a:pt x="147" y="1679"/>
                  </a:lnTo>
                  <a:lnTo>
                    <a:pt x="148" y="1684"/>
                  </a:lnTo>
                  <a:lnTo>
                    <a:pt x="148" y="1690"/>
                  </a:lnTo>
                  <a:lnTo>
                    <a:pt x="148" y="1695"/>
                  </a:lnTo>
                  <a:lnTo>
                    <a:pt x="147" y="1700"/>
                  </a:lnTo>
                  <a:lnTo>
                    <a:pt x="147" y="1700"/>
                  </a:lnTo>
                  <a:lnTo>
                    <a:pt x="143" y="1711"/>
                  </a:lnTo>
                  <a:lnTo>
                    <a:pt x="143" y="1711"/>
                  </a:lnTo>
                  <a:lnTo>
                    <a:pt x="137" y="1739"/>
                  </a:lnTo>
                  <a:lnTo>
                    <a:pt x="137" y="1739"/>
                  </a:lnTo>
                  <a:lnTo>
                    <a:pt x="135" y="1743"/>
                  </a:lnTo>
                  <a:lnTo>
                    <a:pt x="137" y="1747"/>
                  </a:lnTo>
                  <a:lnTo>
                    <a:pt x="137" y="1751"/>
                  </a:lnTo>
                  <a:lnTo>
                    <a:pt x="139" y="1754"/>
                  </a:lnTo>
                  <a:lnTo>
                    <a:pt x="139" y="1754"/>
                  </a:lnTo>
                  <a:lnTo>
                    <a:pt x="140" y="1757"/>
                  </a:lnTo>
                  <a:lnTo>
                    <a:pt x="142" y="1760"/>
                  </a:lnTo>
                  <a:lnTo>
                    <a:pt x="143" y="1768"/>
                  </a:lnTo>
                  <a:lnTo>
                    <a:pt x="143" y="1768"/>
                  </a:lnTo>
                  <a:lnTo>
                    <a:pt x="142" y="1783"/>
                  </a:lnTo>
                  <a:lnTo>
                    <a:pt x="143" y="1791"/>
                  </a:lnTo>
                  <a:lnTo>
                    <a:pt x="143" y="1799"/>
                  </a:lnTo>
                  <a:lnTo>
                    <a:pt x="143" y="1799"/>
                  </a:lnTo>
                  <a:lnTo>
                    <a:pt x="143" y="1801"/>
                  </a:lnTo>
                  <a:lnTo>
                    <a:pt x="143" y="1805"/>
                  </a:lnTo>
                  <a:lnTo>
                    <a:pt x="143" y="1805"/>
                  </a:lnTo>
                  <a:lnTo>
                    <a:pt x="139" y="1815"/>
                  </a:lnTo>
                  <a:lnTo>
                    <a:pt x="139" y="1815"/>
                  </a:lnTo>
                  <a:lnTo>
                    <a:pt x="138" y="1819"/>
                  </a:lnTo>
                  <a:lnTo>
                    <a:pt x="138" y="1822"/>
                  </a:lnTo>
                  <a:lnTo>
                    <a:pt x="138" y="1825"/>
                  </a:lnTo>
                  <a:lnTo>
                    <a:pt x="138" y="1825"/>
                  </a:lnTo>
                  <a:lnTo>
                    <a:pt x="138" y="1827"/>
                  </a:lnTo>
                  <a:lnTo>
                    <a:pt x="137" y="1830"/>
                  </a:lnTo>
                  <a:lnTo>
                    <a:pt x="137" y="1830"/>
                  </a:lnTo>
                  <a:lnTo>
                    <a:pt x="127" y="1850"/>
                  </a:lnTo>
                  <a:lnTo>
                    <a:pt x="127" y="1850"/>
                  </a:lnTo>
                  <a:lnTo>
                    <a:pt x="119" y="1858"/>
                  </a:lnTo>
                  <a:lnTo>
                    <a:pt x="119" y="1858"/>
                  </a:lnTo>
                  <a:lnTo>
                    <a:pt x="111" y="1867"/>
                  </a:lnTo>
                  <a:lnTo>
                    <a:pt x="102" y="1873"/>
                  </a:lnTo>
                  <a:lnTo>
                    <a:pt x="83" y="1887"/>
                  </a:lnTo>
                  <a:lnTo>
                    <a:pt x="83" y="1887"/>
                  </a:lnTo>
                  <a:lnTo>
                    <a:pt x="77" y="1889"/>
                  </a:lnTo>
                  <a:lnTo>
                    <a:pt x="77" y="1889"/>
                  </a:lnTo>
                  <a:lnTo>
                    <a:pt x="70" y="1892"/>
                  </a:lnTo>
                  <a:lnTo>
                    <a:pt x="65" y="1897"/>
                  </a:lnTo>
                  <a:lnTo>
                    <a:pt x="65" y="1897"/>
                  </a:lnTo>
                  <a:lnTo>
                    <a:pt x="60" y="1899"/>
                  </a:lnTo>
                  <a:lnTo>
                    <a:pt x="54" y="1901"/>
                  </a:lnTo>
                  <a:lnTo>
                    <a:pt x="54" y="1901"/>
                  </a:lnTo>
                  <a:lnTo>
                    <a:pt x="30" y="1907"/>
                  </a:lnTo>
                  <a:lnTo>
                    <a:pt x="30" y="1907"/>
                  </a:lnTo>
                  <a:lnTo>
                    <a:pt x="24" y="1908"/>
                  </a:lnTo>
                  <a:lnTo>
                    <a:pt x="18" y="1910"/>
                  </a:lnTo>
                  <a:lnTo>
                    <a:pt x="18" y="1910"/>
                  </a:lnTo>
                  <a:lnTo>
                    <a:pt x="13" y="1914"/>
                  </a:lnTo>
                  <a:lnTo>
                    <a:pt x="9" y="1918"/>
                  </a:lnTo>
                  <a:lnTo>
                    <a:pt x="8" y="1922"/>
                  </a:lnTo>
                  <a:lnTo>
                    <a:pt x="7" y="1928"/>
                  </a:lnTo>
                  <a:lnTo>
                    <a:pt x="7" y="1928"/>
                  </a:lnTo>
                  <a:lnTo>
                    <a:pt x="5" y="1930"/>
                  </a:lnTo>
                  <a:lnTo>
                    <a:pt x="4" y="1933"/>
                  </a:lnTo>
                  <a:lnTo>
                    <a:pt x="4" y="1933"/>
                  </a:lnTo>
                  <a:lnTo>
                    <a:pt x="2" y="1935"/>
                  </a:lnTo>
                  <a:lnTo>
                    <a:pt x="0" y="1939"/>
                  </a:lnTo>
                  <a:lnTo>
                    <a:pt x="2" y="1941"/>
                  </a:lnTo>
                  <a:lnTo>
                    <a:pt x="5" y="1944"/>
                  </a:lnTo>
                  <a:lnTo>
                    <a:pt x="5" y="1944"/>
                  </a:lnTo>
                  <a:lnTo>
                    <a:pt x="17" y="1949"/>
                  </a:lnTo>
                  <a:lnTo>
                    <a:pt x="28" y="1953"/>
                  </a:lnTo>
                  <a:lnTo>
                    <a:pt x="28" y="1953"/>
                  </a:lnTo>
                  <a:lnTo>
                    <a:pt x="44" y="1956"/>
                  </a:lnTo>
                  <a:lnTo>
                    <a:pt x="60" y="1958"/>
                  </a:lnTo>
                  <a:lnTo>
                    <a:pt x="76" y="1959"/>
                  </a:lnTo>
                  <a:lnTo>
                    <a:pt x="92" y="1958"/>
                  </a:lnTo>
                  <a:lnTo>
                    <a:pt x="92" y="1958"/>
                  </a:lnTo>
                  <a:lnTo>
                    <a:pt x="106" y="1955"/>
                  </a:lnTo>
                  <a:lnTo>
                    <a:pt x="118" y="1953"/>
                  </a:lnTo>
                  <a:lnTo>
                    <a:pt x="143" y="1945"/>
                  </a:lnTo>
                  <a:lnTo>
                    <a:pt x="143" y="1945"/>
                  </a:lnTo>
                  <a:lnTo>
                    <a:pt x="154" y="1940"/>
                  </a:lnTo>
                  <a:lnTo>
                    <a:pt x="163" y="1935"/>
                  </a:lnTo>
                  <a:lnTo>
                    <a:pt x="171" y="1928"/>
                  </a:lnTo>
                  <a:lnTo>
                    <a:pt x="180" y="1920"/>
                  </a:lnTo>
                  <a:lnTo>
                    <a:pt x="180" y="1920"/>
                  </a:lnTo>
                  <a:lnTo>
                    <a:pt x="188" y="1912"/>
                  </a:lnTo>
                  <a:lnTo>
                    <a:pt x="188" y="1912"/>
                  </a:lnTo>
                  <a:lnTo>
                    <a:pt x="195" y="1905"/>
                  </a:lnTo>
                  <a:lnTo>
                    <a:pt x="200" y="1903"/>
                  </a:lnTo>
                  <a:lnTo>
                    <a:pt x="204" y="1901"/>
                  </a:lnTo>
                  <a:lnTo>
                    <a:pt x="204" y="1901"/>
                  </a:lnTo>
                  <a:lnTo>
                    <a:pt x="217" y="1912"/>
                  </a:lnTo>
                  <a:lnTo>
                    <a:pt x="217" y="1912"/>
                  </a:lnTo>
                  <a:lnTo>
                    <a:pt x="230" y="1909"/>
                  </a:lnTo>
                  <a:lnTo>
                    <a:pt x="243" y="1905"/>
                  </a:lnTo>
                  <a:lnTo>
                    <a:pt x="256" y="1902"/>
                  </a:lnTo>
                  <a:lnTo>
                    <a:pt x="268" y="1897"/>
                  </a:lnTo>
                  <a:lnTo>
                    <a:pt x="268" y="1897"/>
                  </a:lnTo>
                  <a:lnTo>
                    <a:pt x="272" y="1894"/>
                  </a:lnTo>
                  <a:lnTo>
                    <a:pt x="274" y="1892"/>
                  </a:lnTo>
                  <a:lnTo>
                    <a:pt x="276" y="1888"/>
                  </a:lnTo>
                  <a:lnTo>
                    <a:pt x="277" y="1884"/>
                  </a:lnTo>
                  <a:lnTo>
                    <a:pt x="277" y="1884"/>
                  </a:lnTo>
                  <a:lnTo>
                    <a:pt x="276" y="1873"/>
                  </a:lnTo>
                  <a:lnTo>
                    <a:pt x="276" y="1861"/>
                  </a:lnTo>
                  <a:lnTo>
                    <a:pt x="276" y="1861"/>
                  </a:lnTo>
                  <a:lnTo>
                    <a:pt x="274" y="1856"/>
                  </a:lnTo>
                  <a:lnTo>
                    <a:pt x="274" y="1850"/>
                  </a:lnTo>
                  <a:lnTo>
                    <a:pt x="274" y="1850"/>
                  </a:lnTo>
                  <a:lnTo>
                    <a:pt x="274" y="1844"/>
                  </a:lnTo>
                  <a:lnTo>
                    <a:pt x="273" y="1839"/>
                  </a:lnTo>
                  <a:lnTo>
                    <a:pt x="273" y="1839"/>
                  </a:lnTo>
                  <a:lnTo>
                    <a:pt x="264" y="1806"/>
                  </a:lnTo>
                  <a:lnTo>
                    <a:pt x="264" y="1806"/>
                  </a:lnTo>
                  <a:lnTo>
                    <a:pt x="263" y="1799"/>
                  </a:lnTo>
                  <a:lnTo>
                    <a:pt x="264" y="1790"/>
                  </a:lnTo>
                  <a:lnTo>
                    <a:pt x="264" y="1790"/>
                  </a:lnTo>
                  <a:lnTo>
                    <a:pt x="268" y="1767"/>
                  </a:lnTo>
                  <a:lnTo>
                    <a:pt x="271" y="1742"/>
                  </a:lnTo>
                  <a:lnTo>
                    <a:pt x="271" y="1742"/>
                  </a:lnTo>
                  <a:lnTo>
                    <a:pt x="271" y="1728"/>
                  </a:lnTo>
                  <a:lnTo>
                    <a:pt x="269" y="1716"/>
                  </a:lnTo>
                  <a:lnTo>
                    <a:pt x="269" y="1716"/>
                  </a:lnTo>
                  <a:lnTo>
                    <a:pt x="267" y="1702"/>
                  </a:lnTo>
                  <a:lnTo>
                    <a:pt x="264" y="1695"/>
                  </a:lnTo>
                  <a:lnTo>
                    <a:pt x="262" y="1689"/>
                  </a:lnTo>
                  <a:lnTo>
                    <a:pt x="262" y="1689"/>
                  </a:lnTo>
                  <a:lnTo>
                    <a:pt x="259" y="1682"/>
                  </a:lnTo>
                  <a:lnTo>
                    <a:pt x="258" y="1677"/>
                  </a:lnTo>
                  <a:lnTo>
                    <a:pt x="257" y="1665"/>
                  </a:lnTo>
                  <a:lnTo>
                    <a:pt x="257" y="1665"/>
                  </a:lnTo>
                  <a:lnTo>
                    <a:pt x="256" y="1629"/>
                  </a:lnTo>
                  <a:lnTo>
                    <a:pt x="256" y="1629"/>
                  </a:lnTo>
                  <a:lnTo>
                    <a:pt x="254" y="1598"/>
                  </a:lnTo>
                  <a:lnTo>
                    <a:pt x="254" y="1598"/>
                  </a:lnTo>
                  <a:lnTo>
                    <a:pt x="256" y="1570"/>
                  </a:lnTo>
                  <a:lnTo>
                    <a:pt x="256" y="1570"/>
                  </a:lnTo>
                  <a:lnTo>
                    <a:pt x="256" y="1548"/>
                  </a:lnTo>
                  <a:lnTo>
                    <a:pt x="254" y="1527"/>
                  </a:lnTo>
                  <a:lnTo>
                    <a:pt x="254" y="1527"/>
                  </a:lnTo>
                  <a:lnTo>
                    <a:pt x="253" y="1509"/>
                  </a:lnTo>
                  <a:lnTo>
                    <a:pt x="252" y="1500"/>
                  </a:lnTo>
                  <a:lnTo>
                    <a:pt x="251" y="1491"/>
                  </a:lnTo>
                  <a:lnTo>
                    <a:pt x="251" y="1491"/>
                  </a:lnTo>
                  <a:lnTo>
                    <a:pt x="251" y="1487"/>
                  </a:lnTo>
                  <a:lnTo>
                    <a:pt x="251" y="1487"/>
                  </a:lnTo>
                  <a:lnTo>
                    <a:pt x="252" y="1469"/>
                  </a:lnTo>
                  <a:lnTo>
                    <a:pt x="252" y="1469"/>
                  </a:lnTo>
                  <a:lnTo>
                    <a:pt x="252" y="1446"/>
                  </a:lnTo>
                  <a:lnTo>
                    <a:pt x="252" y="1434"/>
                  </a:lnTo>
                  <a:lnTo>
                    <a:pt x="249" y="1423"/>
                  </a:lnTo>
                  <a:lnTo>
                    <a:pt x="249" y="1423"/>
                  </a:lnTo>
                  <a:lnTo>
                    <a:pt x="249" y="1418"/>
                  </a:lnTo>
                  <a:lnTo>
                    <a:pt x="251" y="1413"/>
                  </a:lnTo>
                  <a:lnTo>
                    <a:pt x="251" y="1413"/>
                  </a:lnTo>
                  <a:lnTo>
                    <a:pt x="253" y="1402"/>
                  </a:lnTo>
                  <a:lnTo>
                    <a:pt x="254" y="1391"/>
                  </a:lnTo>
                  <a:lnTo>
                    <a:pt x="254" y="1391"/>
                  </a:lnTo>
                  <a:lnTo>
                    <a:pt x="256" y="1376"/>
                  </a:lnTo>
                  <a:lnTo>
                    <a:pt x="256" y="1376"/>
                  </a:lnTo>
                  <a:lnTo>
                    <a:pt x="256" y="1372"/>
                  </a:lnTo>
                  <a:lnTo>
                    <a:pt x="258" y="1369"/>
                  </a:lnTo>
                  <a:lnTo>
                    <a:pt x="258" y="1369"/>
                  </a:lnTo>
                  <a:lnTo>
                    <a:pt x="262" y="1363"/>
                  </a:lnTo>
                  <a:lnTo>
                    <a:pt x="266" y="1358"/>
                  </a:lnTo>
                  <a:lnTo>
                    <a:pt x="266" y="1358"/>
                  </a:lnTo>
                  <a:lnTo>
                    <a:pt x="276" y="1334"/>
                  </a:lnTo>
                  <a:lnTo>
                    <a:pt x="280" y="1322"/>
                  </a:lnTo>
                  <a:lnTo>
                    <a:pt x="284" y="1309"/>
                  </a:lnTo>
                  <a:lnTo>
                    <a:pt x="284" y="1309"/>
                  </a:lnTo>
                  <a:lnTo>
                    <a:pt x="288" y="1292"/>
                  </a:lnTo>
                  <a:lnTo>
                    <a:pt x="289" y="1283"/>
                  </a:lnTo>
                  <a:lnTo>
                    <a:pt x="293" y="1276"/>
                  </a:lnTo>
                  <a:lnTo>
                    <a:pt x="293" y="1276"/>
                  </a:lnTo>
                  <a:lnTo>
                    <a:pt x="294" y="1272"/>
                  </a:lnTo>
                  <a:lnTo>
                    <a:pt x="294" y="1272"/>
                  </a:lnTo>
                  <a:lnTo>
                    <a:pt x="297" y="1263"/>
                  </a:lnTo>
                  <a:lnTo>
                    <a:pt x="299" y="1256"/>
                  </a:lnTo>
                  <a:lnTo>
                    <a:pt x="299" y="1256"/>
                  </a:lnTo>
                  <a:lnTo>
                    <a:pt x="309" y="1231"/>
                  </a:lnTo>
                  <a:lnTo>
                    <a:pt x="318" y="1206"/>
                  </a:lnTo>
                  <a:lnTo>
                    <a:pt x="335" y="1156"/>
                  </a:lnTo>
                  <a:lnTo>
                    <a:pt x="335" y="1156"/>
                  </a:lnTo>
                  <a:lnTo>
                    <a:pt x="340" y="1141"/>
                  </a:lnTo>
                  <a:lnTo>
                    <a:pt x="340" y="1141"/>
                  </a:lnTo>
                  <a:lnTo>
                    <a:pt x="342" y="1137"/>
                  </a:lnTo>
                  <a:lnTo>
                    <a:pt x="342" y="1137"/>
                  </a:lnTo>
                  <a:lnTo>
                    <a:pt x="344" y="1141"/>
                  </a:lnTo>
                  <a:lnTo>
                    <a:pt x="344" y="1141"/>
                  </a:lnTo>
                  <a:lnTo>
                    <a:pt x="347" y="1156"/>
                  </a:lnTo>
                  <a:lnTo>
                    <a:pt x="350" y="1169"/>
                  </a:lnTo>
                  <a:lnTo>
                    <a:pt x="350" y="1169"/>
                  </a:lnTo>
                  <a:lnTo>
                    <a:pt x="354" y="1195"/>
                  </a:lnTo>
                  <a:lnTo>
                    <a:pt x="359" y="1221"/>
                  </a:lnTo>
                  <a:lnTo>
                    <a:pt x="359" y="1221"/>
                  </a:lnTo>
                  <a:lnTo>
                    <a:pt x="368" y="1278"/>
                  </a:lnTo>
                  <a:lnTo>
                    <a:pt x="368" y="1278"/>
                  </a:lnTo>
                  <a:lnTo>
                    <a:pt x="375" y="1319"/>
                  </a:lnTo>
                  <a:lnTo>
                    <a:pt x="375" y="1319"/>
                  </a:lnTo>
                  <a:lnTo>
                    <a:pt x="377" y="1332"/>
                  </a:lnTo>
                  <a:lnTo>
                    <a:pt x="377" y="1332"/>
                  </a:lnTo>
                  <a:lnTo>
                    <a:pt x="378" y="1348"/>
                  </a:lnTo>
                  <a:lnTo>
                    <a:pt x="381" y="1364"/>
                  </a:lnTo>
                  <a:lnTo>
                    <a:pt x="381" y="1364"/>
                  </a:lnTo>
                  <a:lnTo>
                    <a:pt x="382" y="1379"/>
                  </a:lnTo>
                  <a:lnTo>
                    <a:pt x="383" y="1395"/>
                  </a:lnTo>
                  <a:lnTo>
                    <a:pt x="383" y="1395"/>
                  </a:lnTo>
                  <a:lnTo>
                    <a:pt x="385" y="1411"/>
                  </a:lnTo>
                  <a:lnTo>
                    <a:pt x="386" y="1426"/>
                  </a:lnTo>
                  <a:lnTo>
                    <a:pt x="388" y="1441"/>
                  </a:lnTo>
                  <a:lnTo>
                    <a:pt x="393" y="1454"/>
                  </a:lnTo>
                  <a:lnTo>
                    <a:pt x="393" y="1454"/>
                  </a:lnTo>
                  <a:lnTo>
                    <a:pt x="394" y="1460"/>
                  </a:lnTo>
                  <a:lnTo>
                    <a:pt x="393" y="1468"/>
                  </a:lnTo>
                  <a:lnTo>
                    <a:pt x="393" y="1468"/>
                  </a:lnTo>
                  <a:lnTo>
                    <a:pt x="390" y="1484"/>
                  </a:lnTo>
                  <a:lnTo>
                    <a:pt x="390" y="1484"/>
                  </a:lnTo>
                  <a:lnTo>
                    <a:pt x="386" y="1525"/>
                  </a:lnTo>
                  <a:lnTo>
                    <a:pt x="386" y="1525"/>
                  </a:lnTo>
                  <a:lnTo>
                    <a:pt x="380" y="1556"/>
                  </a:lnTo>
                  <a:lnTo>
                    <a:pt x="380" y="1556"/>
                  </a:lnTo>
                  <a:lnTo>
                    <a:pt x="373" y="1597"/>
                  </a:lnTo>
                  <a:lnTo>
                    <a:pt x="373" y="1597"/>
                  </a:lnTo>
                  <a:lnTo>
                    <a:pt x="372" y="1615"/>
                  </a:lnTo>
                  <a:lnTo>
                    <a:pt x="372" y="1615"/>
                  </a:lnTo>
                  <a:lnTo>
                    <a:pt x="372" y="1641"/>
                  </a:lnTo>
                  <a:lnTo>
                    <a:pt x="376" y="1667"/>
                  </a:lnTo>
                  <a:lnTo>
                    <a:pt x="376" y="1667"/>
                  </a:lnTo>
                  <a:lnTo>
                    <a:pt x="385" y="1715"/>
                  </a:lnTo>
                  <a:lnTo>
                    <a:pt x="385" y="1715"/>
                  </a:lnTo>
                  <a:lnTo>
                    <a:pt x="385" y="1721"/>
                  </a:lnTo>
                  <a:lnTo>
                    <a:pt x="382" y="1726"/>
                  </a:lnTo>
                  <a:lnTo>
                    <a:pt x="382" y="1726"/>
                  </a:lnTo>
                  <a:lnTo>
                    <a:pt x="362" y="1751"/>
                  </a:lnTo>
                  <a:lnTo>
                    <a:pt x="362" y="1751"/>
                  </a:lnTo>
                  <a:lnTo>
                    <a:pt x="359" y="1757"/>
                  </a:lnTo>
                  <a:lnTo>
                    <a:pt x="359" y="1759"/>
                  </a:lnTo>
                  <a:lnTo>
                    <a:pt x="359" y="1763"/>
                  </a:lnTo>
                  <a:lnTo>
                    <a:pt x="359" y="1763"/>
                  </a:lnTo>
                  <a:lnTo>
                    <a:pt x="363" y="1778"/>
                  </a:lnTo>
                  <a:lnTo>
                    <a:pt x="366" y="1784"/>
                  </a:lnTo>
                  <a:lnTo>
                    <a:pt x="370" y="1791"/>
                  </a:lnTo>
                  <a:lnTo>
                    <a:pt x="370" y="1791"/>
                  </a:lnTo>
                  <a:lnTo>
                    <a:pt x="378" y="1805"/>
                  </a:lnTo>
                  <a:lnTo>
                    <a:pt x="387" y="1819"/>
                  </a:lnTo>
                  <a:lnTo>
                    <a:pt x="387" y="1819"/>
                  </a:lnTo>
                  <a:lnTo>
                    <a:pt x="387" y="1831"/>
                  </a:lnTo>
                  <a:lnTo>
                    <a:pt x="387" y="1837"/>
                  </a:lnTo>
                  <a:lnTo>
                    <a:pt x="388" y="1842"/>
                  </a:lnTo>
                  <a:lnTo>
                    <a:pt x="388" y="1842"/>
                  </a:lnTo>
                  <a:lnTo>
                    <a:pt x="390" y="1845"/>
                  </a:lnTo>
                  <a:lnTo>
                    <a:pt x="390" y="1845"/>
                  </a:lnTo>
                  <a:lnTo>
                    <a:pt x="391" y="1873"/>
                  </a:lnTo>
                  <a:lnTo>
                    <a:pt x="391" y="1873"/>
                  </a:lnTo>
                  <a:lnTo>
                    <a:pt x="392" y="1879"/>
                  </a:lnTo>
                  <a:lnTo>
                    <a:pt x="394" y="1884"/>
                  </a:lnTo>
                  <a:lnTo>
                    <a:pt x="394" y="1884"/>
                  </a:lnTo>
                  <a:lnTo>
                    <a:pt x="403" y="1891"/>
                  </a:lnTo>
                  <a:lnTo>
                    <a:pt x="403" y="1891"/>
                  </a:lnTo>
                  <a:lnTo>
                    <a:pt x="406" y="1893"/>
                  </a:lnTo>
                  <a:lnTo>
                    <a:pt x="407" y="1898"/>
                  </a:lnTo>
                  <a:lnTo>
                    <a:pt x="407" y="1898"/>
                  </a:lnTo>
                  <a:lnTo>
                    <a:pt x="409" y="1912"/>
                  </a:lnTo>
                  <a:lnTo>
                    <a:pt x="409" y="1912"/>
                  </a:lnTo>
                  <a:lnTo>
                    <a:pt x="409" y="1919"/>
                  </a:lnTo>
                  <a:lnTo>
                    <a:pt x="409" y="1919"/>
                  </a:lnTo>
                  <a:lnTo>
                    <a:pt x="408" y="1923"/>
                  </a:lnTo>
                  <a:lnTo>
                    <a:pt x="409" y="1925"/>
                  </a:lnTo>
                  <a:lnTo>
                    <a:pt x="409" y="1925"/>
                  </a:lnTo>
                  <a:lnTo>
                    <a:pt x="414" y="1935"/>
                  </a:lnTo>
                  <a:lnTo>
                    <a:pt x="420" y="1943"/>
                  </a:lnTo>
                  <a:lnTo>
                    <a:pt x="428" y="1949"/>
                  </a:lnTo>
                  <a:lnTo>
                    <a:pt x="433" y="1950"/>
                  </a:lnTo>
                  <a:lnTo>
                    <a:pt x="439" y="1951"/>
                  </a:lnTo>
                  <a:lnTo>
                    <a:pt x="439" y="1951"/>
                  </a:lnTo>
                  <a:lnTo>
                    <a:pt x="445" y="1953"/>
                  </a:lnTo>
                  <a:lnTo>
                    <a:pt x="453" y="1954"/>
                  </a:lnTo>
                  <a:lnTo>
                    <a:pt x="468" y="1953"/>
                  </a:lnTo>
                  <a:lnTo>
                    <a:pt x="468" y="1953"/>
                  </a:lnTo>
                  <a:lnTo>
                    <a:pt x="489" y="1950"/>
                  </a:lnTo>
                  <a:lnTo>
                    <a:pt x="510" y="1945"/>
                  </a:lnTo>
                  <a:lnTo>
                    <a:pt x="510" y="1945"/>
                  </a:lnTo>
                  <a:lnTo>
                    <a:pt x="517" y="1943"/>
                  </a:lnTo>
                  <a:lnTo>
                    <a:pt x="517" y="1943"/>
                  </a:lnTo>
                  <a:lnTo>
                    <a:pt x="521" y="1941"/>
                  </a:lnTo>
                  <a:lnTo>
                    <a:pt x="523" y="1939"/>
                  </a:lnTo>
                  <a:lnTo>
                    <a:pt x="525" y="1936"/>
                  </a:lnTo>
                  <a:lnTo>
                    <a:pt x="525" y="1933"/>
                  </a:lnTo>
                  <a:lnTo>
                    <a:pt x="525" y="1933"/>
                  </a:lnTo>
                  <a:lnTo>
                    <a:pt x="525" y="1919"/>
                  </a:lnTo>
                  <a:lnTo>
                    <a:pt x="525" y="1919"/>
                  </a:lnTo>
                  <a:lnTo>
                    <a:pt x="523" y="1912"/>
                  </a:lnTo>
                  <a:lnTo>
                    <a:pt x="521" y="1905"/>
                  </a:lnTo>
                  <a:lnTo>
                    <a:pt x="521" y="1905"/>
                  </a:lnTo>
                  <a:lnTo>
                    <a:pt x="518" y="1901"/>
                  </a:lnTo>
                  <a:lnTo>
                    <a:pt x="518" y="1901"/>
                  </a:lnTo>
                  <a:lnTo>
                    <a:pt x="516" y="1893"/>
                  </a:lnTo>
                  <a:lnTo>
                    <a:pt x="512" y="1886"/>
                  </a:lnTo>
                  <a:lnTo>
                    <a:pt x="512" y="1886"/>
                  </a:lnTo>
                  <a:lnTo>
                    <a:pt x="496" y="1855"/>
                  </a:lnTo>
                  <a:lnTo>
                    <a:pt x="496" y="1855"/>
                  </a:lnTo>
                  <a:lnTo>
                    <a:pt x="491" y="1846"/>
                  </a:lnTo>
                  <a:lnTo>
                    <a:pt x="487" y="1836"/>
                  </a:lnTo>
                  <a:lnTo>
                    <a:pt x="485" y="1827"/>
                  </a:lnTo>
                  <a:lnTo>
                    <a:pt x="484" y="1816"/>
                  </a:lnTo>
                  <a:lnTo>
                    <a:pt x="484" y="1816"/>
                  </a:lnTo>
                  <a:lnTo>
                    <a:pt x="484" y="1815"/>
                  </a:lnTo>
                  <a:lnTo>
                    <a:pt x="484" y="1815"/>
                  </a:lnTo>
                  <a:lnTo>
                    <a:pt x="487" y="1809"/>
                  </a:lnTo>
                  <a:lnTo>
                    <a:pt x="487" y="1809"/>
                  </a:lnTo>
                  <a:lnTo>
                    <a:pt x="492" y="1798"/>
                  </a:lnTo>
                  <a:lnTo>
                    <a:pt x="496" y="1788"/>
                  </a:lnTo>
                  <a:lnTo>
                    <a:pt x="496" y="1788"/>
                  </a:lnTo>
                  <a:lnTo>
                    <a:pt x="499" y="1783"/>
                  </a:lnTo>
                  <a:lnTo>
                    <a:pt x="500" y="1777"/>
                  </a:lnTo>
                  <a:lnTo>
                    <a:pt x="504" y="1765"/>
                  </a:lnTo>
                  <a:lnTo>
                    <a:pt x="504" y="1765"/>
                  </a:lnTo>
                  <a:lnTo>
                    <a:pt x="505" y="1760"/>
                  </a:lnTo>
                  <a:lnTo>
                    <a:pt x="504" y="1754"/>
                  </a:lnTo>
                  <a:lnTo>
                    <a:pt x="501" y="1751"/>
                  </a:lnTo>
                  <a:lnTo>
                    <a:pt x="496" y="1747"/>
                  </a:lnTo>
                  <a:lnTo>
                    <a:pt x="496" y="1747"/>
                  </a:lnTo>
                  <a:lnTo>
                    <a:pt x="487" y="1742"/>
                  </a:lnTo>
                  <a:lnTo>
                    <a:pt x="487" y="1742"/>
                  </a:lnTo>
                  <a:lnTo>
                    <a:pt x="481" y="1738"/>
                  </a:lnTo>
                  <a:lnTo>
                    <a:pt x="481" y="1738"/>
                  </a:lnTo>
                  <a:lnTo>
                    <a:pt x="479" y="1736"/>
                  </a:lnTo>
                  <a:lnTo>
                    <a:pt x="477" y="1733"/>
                  </a:lnTo>
                  <a:lnTo>
                    <a:pt x="477" y="1731"/>
                  </a:lnTo>
                  <a:lnTo>
                    <a:pt x="479" y="1728"/>
                  </a:lnTo>
                  <a:lnTo>
                    <a:pt x="479" y="1728"/>
                  </a:lnTo>
                  <a:lnTo>
                    <a:pt x="485" y="1717"/>
                  </a:lnTo>
                  <a:lnTo>
                    <a:pt x="485" y="1717"/>
                  </a:lnTo>
                  <a:lnTo>
                    <a:pt x="496" y="1694"/>
                  </a:lnTo>
                  <a:lnTo>
                    <a:pt x="496" y="1694"/>
                  </a:lnTo>
                  <a:lnTo>
                    <a:pt x="501" y="1677"/>
                  </a:lnTo>
                  <a:lnTo>
                    <a:pt x="505" y="1661"/>
                  </a:lnTo>
                  <a:lnTo>
                    <a:pt x="505" y="1661"/>
                  </a:lnTo>
                  <a:lnTo>
                    <a:pt x="508" y="1624"/>
                  </a:lnTo>
                  <a:lnTo>
                    <a:pt x="508" y="1624"/>
                  </a:lnTo>
                  <a:lnTo>
                    <a:pt x="513" y="1546"/>
                  </a:lnTo>
                  <a:lnTo>
                    <a:pt x="513" y="1546"/>
                  </a:lnTo>
                  <a:lnTo>
                    <a:pt x="515" y="1535"/>
                  </a:lnTo>
                  <a:lnTo>
                    <a:pt x="515" y="1522"/>
                  </a:lnTo>
                  <a:lnTo>
                    <a:pt x="515" y="1522"/>
                  </a:lnTo>
                  <a:lnTo>
                    <a:pt x="512" y="1493"/>
                  </a:lnTo>
                  <a:lnTo>
                    <a:pt x="511" y="1463"/>
                  </a:lnTo>
                  <a:lnTo>
                    <a:pt x="511" y="1463"/>
                  </a:lnTo>
                  <a:lnTo>
                    <a:pt x="510" y="1431"/>
                  </a:lnTo>
                  <a:lnTo>
                    <a:pt x="510" y="1431"/>
                  </a:lnTo>
                  <a:lnTo>
                    <a:pt x="510" y="1427"/>
                  </a:lnTo>
                  <a:lnTo>
                    <a:pt x="510" y="1427"/>
                  </a:lnTo>
                  <a:lnTo>
                    <a:pt x="512" y="1407"/>
                  </a:lnTo>
                  <a:lnTo>
                    <a:pt x="512" y="1407"/>
                  </a:lnTo>
                  <a:lnTo>
                    <a:pt x="513" y="1385"/>
                  </a:lnTo>
                  <a:lnTo>
                    <a:pt x="512" y="1363"/>
                  </a:lnTo>
                  <a:lnTo>
                    <a:pt x="512" y="1363"/>
                  </a:lnTo>
                  <a:lnTo>
                    <a:pt x="512" y="1354"/>
                  </a:lnTo>
                  <a:lnTo>
                    <a:pt x="513" y="1344"/>
                  </a:lnTo>
                  <a:lnTo>
                    <a:pt x="513" y="1344"/>
                  </a:lnTo>
                  <a:lnTo>
                    <a:pt x="521" y="1315"/>
                  </a:lnTo>
                  <a:lnTo>
                    <a:pt x="523" y="1301"/>
                  </a:lnTo>
                  <a:lnTo>
                    <a:pt x="526" y="1286"/>
                  </a:lnTo>
                  <a:lnTo>
                    <a:pt x="526" y="1286"/>
                  </a:lnTo>
                  <a:lnTo>
                    <a:pt x="530" y="1256"/>
                  </a:lnTo>
                  <a:lnTo>
                    <a:pt x="532" y="1227"/>
                  </a:lnTo>
                  <a:lnTo>
                    <a:pt x="532" y="1227"/>
                  </a:lnTo>
                  <a:lnTo>
                    <a:pt x="533" y="1208"/>
                  </a:lnTo>
                  <a:lnTo>
                    <a:pt x="536" y="1198"/>
                  </a:lnTo>
                  <a:lnTo>
                    <a:pt x="538" y="1189"/>
                  </a:lnTo>
                  <a:lnTo>
                    <a:pt x="538" y="1189"/>
                  </a:lnTo>
                  <a:lnTo>
                    <a:pt x="541" y="1178"/>
                  </a:lnTo>
                  <a:lnTo>
                    <a:pt x="541" y="1165"/>
                  </a:lnTo>
                  <a:lnTo>
                    <a:pt x="541" y="1165"/>
                  </a:lnTo>
                  <a:lnTo>
                    <a:pt x="541" y="1154"/>
                  </a:lnTo>
                  <a:lnTo>
                    <a:pt x="543" y="1148"/>
                  </a:lnTo>
                  <a:lnTo>
                    <a:pt x="544" y="1142"/>
                  </a:lnTo>
                  <a:lnTo>
                    <a:pt x="544" y="1142"/>
                  </a:lnTo>
                  <a:lnTo>
                    <a:pt x="546" y="1139"/>
                  </a:lnTo>
                  <a:lnTo>
                    <a:pt x="546" y="1139"/>
                  </a:lnTo>
                  <a:lnTo>
                    <a:pt x="548" y="1130"/>
                  </a:lnTo>
                  <a:lnTo>
                    <a:pt x="551" y="1120"/>
                  </a:lnTo>
                  <a:lnTo>
                    <a:pt x="551" y="1110"/>
                  </a:lnTo>
                  <a:lnTo>
                    <a:pt x="551" y="1100"/>
                  </a:lnTo>
                  <a:lnTo>
                    <a:pt x="551" y="1100"/>
                  </a:lnTo>
                  <a:lnTo>
                    <a:pt x="551" y="1096"/>
                  </a:lnTo>
                  <a:lnTo>
                    <a:pt x="553" y="1091"/>
                  </a:lnTo>
                  <a:lnTo>
                    <a:pt x="553" y="1091"/>
                  </a:lnTo>
                  <a:lnTo>
                    <a:pt x="558" y="1082"/>
                  </a:lnTo>
                  <a:lnTo>
                    <a:pt x="561" y="1073"/>
                  </a:lnTo>
                  <a:lnTo>
                    <a:pt x="562" y="1063"/>
                  </a:lnTo>
                  <a:lnTo>
                    <a:pt x="561" y="1053"/>
                  </a:lnTo>
                  <a:lnTo>
                    <a:pt x="561" y="1053"/>
                  </a:lnTo>
                  <a:lnTo>
                    <a:pt x="559" y="1043"/>
                  </a:lnTo>
                  <a:lnTo>
                    <a:pt x="559" y="1043"/>
                  </a:lnTo>
                  <a:lnTo>
                    <a:pt x="561" y="1038"/>
                  </a:lnTo>
                  <a:lnTo>
                    <a:pt x="561" y="1038"/>
                  </a:lnTo>
                  <a:lnTo>
                    <a:pt x="568" y="1038"/>
                  </a:lnTo>
                  <a:lnTo>
                    <a:pt x="568" y="1038"/>
                  </a:lnTo>
                  <a:lnTo>
                    <a:pt x="574" y="1038"/>
                  </a:lnTo>
                  <a:lnTo>
                    <a:pt x="582" y="1037"/>
                  </a:lnTo>
                  <a:lnTo>
                    <a:pt x="582" y="1037"/>
                  </a:lnTo>
                  <a:lnTo>
                    <a:pt x="589" y="1035"/>
                  </a:lnTo>
                  <a:lnTo>
                    <a:pt x="598" y="1034"/>
                  </a:lnTo>
                  <a:lnTo>
                    <a:pt x="598" y="1034"/>
                  </a:lnTo>
                  <a:lnTo>
                    <a:pt x="603" y="1034"/>
                  </a:lnTo>
                  <a:lnTo>
                    <a:pt x="606" y="1030"/>
                  </a:lnTo>
                  <a:lnTo>
                    <a:pt x="606" y="1030"/>
                  </a:lnTo>
                  <a:lnTo>
                    <a:pt x="609" y="1027"/>
                  </a:lnTo>
                  <a:lnTo>
                    <a:pt x="611" y="1022"/>
                  </a:lnTo>
                  <a:lnTo>
                    <a:pt x="611" y="1022"/>
                  </a:lnTo>
                  <a:lnTo>
                    <a:pt x="618" y="1003"/>
                  </a:lnTo>
                  <a:lnTo>
                    <a:pt x="620" y="994"/>
                  </a:lnTo>
                  <a:lnTo>
                    <a:pt x="622" y="986"/>
                  </a:lnTo>
                  <a:lnTo>
                    <a:pt x="622" y="986"/>
                  </a:lnTo>
                  <a:lnTo>
                    <a:pt x="630" y="977"/>
                  </a:lnTo>
                  <a:lnTo>
                    <a:pt x="630" y="977"/>
                  </a:lnTo>
                  <a:lnTo>
                    <a:pt x="632" y="976"/>
                  </a:lnTo>
                  <a:lnTo>
                    <a:pt x="632" y="976"/>
                  </a:lnTo>
                  <a:lnTo>
                    <a:pt x="634" y="985"/>
                  </a:lnTo>
                  <a:lnTo>
                    <a:pt x="636" y="988"/>
                  </a:lnTo>
                  <a:lnTo>
                    <a:pt x="636" y="988"/>
                  </a:lnTo>
                  <a:lnTo>
                    <a:pt x="639" y="983"/>
                  </a:lnTo>
                  <a:lnTo>
                    <a:pt x="639" y="983"/>
                  </a:lnTo>
                  <a:lnTo>
                    <a:pt x="650" y="926"/>
                  </a:lnTo>
                  <a:lnTo>
                    <a:pt x="650" y="926"/>
                  </a:lnTo>
                  <a:lnTo>
                    <a:pt x="651" y="920"/>
                  </a:lnTo>
                  <a:lnTo>
                    <a:pt x="652" y="916"/>
                  </a:lnTo>
                  <a:lnTo>
                    <a:pt x="653" y="913"/>
                  </a:lnTo>
                  <a:lnTo>
                    <a:pt x="653" y="913"/>
                  </a:lnTo>
                  <a:lnTo>
                    <a:pt x="655" y="911"/>
                  </a:lnTo>
                  <a:lnTo>
                    <a:pt x="655" y="909"/>
                  </a:lnTo>
                  <a:lnTo>
                    <a:pt x="655" y="909"/>
                  </a:lnTo>
                  <a:lnTo>
                    <a:pt x="653" y="903"/>
                  </a:lnTo>
                  <a:lnTo>
                    <a:pt x="655" y="895"/>
                  </a:lnTo>
                  <a:lnTo>
                    <a:pt x="657" y="883"/>
                  </a:lnTo>
                  <a:lnTo>
                    <a:pt x="657" y="883"/>
                  </a:lnTo>
                  <a:lnTo>
                    <a:pt x="665" y="842"/>
                  </a:lnTo>
                  <a:lnTo>
                    <a:pt x="672" y="801"/>
                  </a:lnTo>
                  <a:lnTo>
                    <a:pt x="672" y="801"/>
                  </a:lnTo>
                  <a:lnTo>
                    <a:pt x="673" y="789"/>
                  </a:lnTo>
                  <a:lnTo>
                    <a:pt x="675" y="775"/>
                  </a:lnTo>
                  <a:lnTo>
                    <a:pt x="675" y="763"/>
                  </a:lnTo>
                  <a:lnTo>
                    <a:pt x="675" y="749"/>
                  </a:lnTo>
                  <a:lnTo>
                    <a:pt x="675" y="749"/>
                  </a:lnTo>
                  <a:lnTo>
                    <a:pt x="673" y="735"/>
                  </a:lnTo>
                  <a:lnTo>
                    <a:pt x="675" y="722"/>
                  </a:lnTo>
                  <a:lnTo>
                    <a:pt x="675" y="722"/>
                  </a:lnTo>
                  <a:close/>
                  <a:moveTo>
                    <a:pt x="382" y="830"/>
                  </a:moveTo>
                  <a:lnTo>
                    <a:pt x="382" y="830"/>
                  </a:lnTo>
                  <a:lnTo>
                    <a:pt x="366" y="832"/>
                  </a:lnTo>
                  <a:lnTo>
                    <a:pt x="350" y="833"/>
                  </a:lnTo>
                  <a:lnTo>
                    <a:pt x="350" y="833"/>
                  </a:lnTo>
                  <a:lnTo>
                    <a:pt x="346" y="830"/>
                  </a:lnTo>
                  <a:lnTo>
                    <a:pt x="346" y="825"/>
                  </a:lnTo>
                  <a:lnTo>
                    <a:pt x="346" y="825"/>
                  </a:lnTo>
                  <a:lnTo>
                    <a:pt x="354" y="775"/>
                  </a:lnTo>
                  <a:lnTo>
                    <a:pt x="354" y="775"/>
                  </a:lnTo>
                  <a:lnTo>
                    <a:pt x="355" y="771"/>
                  </a:lnTo>
                  <a:lnTo>
                    <a:pt x="355" y="771"/>
                  </a:lnTo>
                  <a:lnTo>
                    <a:pt x="362" y="780"/>
                  </a:lnTo>
                  <a:lnTo>
                    <a:pt x="362" y="780"/>
                  </a:lnTo>
                  <a:lnTo>
                    <a:pt x="368" y="775"/>
                  </a:lnTo>
                  <a:lnTo>
                    <a:pt x="373" y="770"/>
                  </a:lnTo>
                  <a:lnTo>
                    <a:pt x="380" y="764"/>
                  </a:lnTo>
                  <a:lnTo>
                    <a:pt x="385" y="759"/>
                  </a:lnTo>
                  <a:lnTo>
                    <a:pt x="385" y="759"/>
                  </a:lnTo>
                  <a:lnTo>
                    <a:pt x="387" y="761"/>
                  </a:lnTo>
                  <a:lnTo>
                    <a:pt x="387" y="763"/>
                  </a:lnTo>
                  <a:lnTo>
                    <a:pt x="387" y="763"/>
                  </a:lnTo>
                  <a:lnTo>
                    <a:pt x="387" y="820"/>
                  </a:lnTo>
                  <a:lnTo>
                    <a:pt x="387" y="820"/>
                  </a:lnTo>
                  <a:lnTo>
                    <a:pt x="388" y="822"/>
                  </a:lnTo>
                  <a:lnTo>
                    <a:pt x="388" y="822"/>
                  </a:lnTo>
                  <a:lnTo>
                    <a:pt x="387" y="825"/>
                  </a:lnTo>
                  <a:lnTo>
                    <a:pt x="386" y="827"/>
                  </a:lnTo>
                  <a:lnTo>
                    <a:pt x="385" y="828"/>
                  </a:lnTo>
                  <a:lnTo>
                    <a:pt x="382" y="830"/>
                  </a:lnTo>
                  <a:lnTo>
                    <a:pt x="382" y="830"/>
                  </a:lnTo>
                  <a:close/>
                  <a:moveTo>
                    <a:pt x="575" y="862"/>
                  </a:moveTo>
                  <a:lnTo>
                    <a:pt x="575" y="862"/>
                  </a:lnTo>
                  <a:lnTo>
                    <a:pt x="568" y="878"/>
                  </a:lnTo>
                  <a:lnTo>
                    <a:pt x="561" y="894"/>
                  </a:lnTo>
                  <a:lnTo>
                    <a:pt x="546" y="929"/>
                  </a:lnTo>
                  <a:lnTo>
                    <a:pt x="546" y="929"/>
                  </a:lnTo>
                  <a:lnTo>
                    <a:pt x="543" y="934"/>
                  </a:lnTo>
                  <a:lnTo>
                    <a:pt x="538" y="937"/>
                  </a:lnTo>
                  <a:lnTo>
                    <a:pt x="538" y="937"/>
                  </a:lnTo>
                  <a:lnTo>
                    <a:pt x="531" y="942"/>
                  </a:lnTo>
                  <a:lnTo>
                    <a:pt x="526" y="949"/>
                  </a:lnTo>
                  <a:lnTo>
                    <a:pt x="526" y="949"/>
                  </a:lnTo>
                  <a:lnTo>
                    <a:pt x="520" y="955"/>
                  </a:lnTo>
                  <a:lnTo>
                    <a:pt x="520" y="955"/>
                  </a:lnTo>
                  <a:lnTo>
                    <a:pt x="502" y="970"/>
                  </a:lnTo>
                  <a:lnTo>
                    <a:pt x="502" y="970"/>
                  </a:lnTo>
                  <a:lnTo>
                    <a:pt x="500" y="973"/>
                  </a:lnTo>
                  <a:lnTo>
                    <a:pt x="497" y="977"/>
                  </a:lnTo>
                  <a:lnTo>
                    <a:pt x="497" y="977"/>
                  </a:lnTo>
                  <a:lnTo>
                    <a:pt x="496" y="980"/>
                  </a:lnTo>
                  <a:lnTo>
                    <a:pt x="496" y="982"/>
                  </a:lnTo>
                  <a:lnTo>
                    <a:pt x="497" y="983"/>
                  </a:lnTo>
                  <a:lnTo>
                    <a:pt x="500" y="986"/>
                  </a:lnTo>
                  <a:lnTo>
                    <a:pt x="500" y="986"/>
                  </a:lnTo>
                  <a:lnTo>
                    <a:pt x="505" y="987"/>
                  </a:lnTo>
                  <a:lnTo>
                    <a:pt x="511" y="988"/>
                  </a:lnTo>
                  <a:lnTo>
                    <a:pt x="516" y="988"/>
                  </a:lnTo>
                  <a:lnTo>
                    <a:pt x="521" y="986"/>
                  </a:lnTo>
                  <a:lnTo>
                    <a:pt x="521" y="986"/>
                  </a:lnTo>
                  <a:lnTo>
                    <a:pt x="526" y="982"/>
                  </a:lnTo>
                  <a:lnTo>
                    <a:pt x="531" y="978"/>
                  </a:lnTo>
                  <a:lnTo>
                    <a:pt x="531" y="978"/>
                  </a:lnTo>
                  <a:lnTo>
                    <a:pt x="533" y="975"/>
                  </a:lnTo>
                  <a:lnTo>
                    <a:pt x="533" y="975"/>
                  </a:lnTo>
                  <a:lnTo>
                    <a:pt x="536" y="973"/>
                  </a:lnTo>
                  <a:lnTo>
                    <a:pt x="537" y="973"/>
                  </a:lnTo>
                  <a:lnTo>
                    <a:pt x="538" y="975"/>
                  </a:lnTo>
                  <a:lnTo>
                    <a:pt x="539" y="976"/>
                  </a:lnTo>
                  <a:lnTo>
                    <a:pt x="539" y="976"/>
                  </a:lnTo>
                  <a:lnTo>
                    <a:pt x="542" y="981"/>
                  </a:lnTo>
                  <a:lnTo>
                    <a:pt x="542" y="985"/>
                  </a:lnTo>
                  <a:lnTo>
                    <a:pt x="543" y="989"/>
                  </a:lnTo>
                  <a:lnTo>
                    <a:pt x="542" y="994"/>
                  </a:lnTo>
                  <a:lnTo>
                    <a:pt x="542" y="994"/>
                  </a:lnTo>
                  <a:lnTo>
                    <a:pt x="541" y="998"/>
                  </a:lnTo>
                  <a:lnTo>
                    <a:pt x="539" y="1001"/>
                  </a:lnTo>
                  <a:lnTo>
                    <a:pt x="533" y="1006"/>
                  </a:lnTo>
                  <a:lnTo>
                    <a:pt x="533" y="1006"/>
                  </a:lnTo>
                  <a:lnTo>
                    <a:pt x="523" y="1011"/>
                  </a:lnTo>
                  <a:lnTo>
                    <a:pt x="523" y="1011"/>
                  </a:lnTo>
                  <a:lnTo>
                    <a:pt x="521" y="1012"/>
                  </a:lnTo>
                  <a:lnTo>
                    <a:pt x="518" y="1012"/>
                  </a:lnTo>
                  <a:lnTo>
                    <a:pt x="513" y="1011"/>
                  </a:lnTo>
                  <a:lnTo>
                    <a:pt x="513" y="1011"/>
                  </a:lnTo>
                  <a:lnTo>
                    <a:pt x="476" y="1004"/>
                  </a:lnTo>
                  <a:lnTo>
                    <a:pt x="476" y="1004"/>
                  </a:lnTo>
                  <a:lnTo>
                    <a:pt x="440" y="997"/>
                  </a:lnTo>
                  <a:lnTo>
                    <a:pt x="440" y="997"/>
                  </a:lnTo>
                  <a:lnTo>
                    <a:pt x="435" y="996"/>
                  </a:lnTo>
                  <a:lnTo>
                    <a:pt x="435" y="996"/>
                  </a:lnTo>
                  <a:lnTo>
                    <a:pt x="430" y="994"/>
                  </a:lnTo>
                  <a:lnTo>
                    <a:pt x="427" y="992"/>
                  </a:lnTo>
                  <a:lnTo>
                    <a:pt x="424" y="988"/>
                  </a:lnTo>
                  <a:lnTo>
                    <a:pt x="422" y="983"/>
                  </a:lnTo>
                  <a:lnTo>
                    <a:pt x="422" y="983"/>
                  </a:lnTo>
                  <a:lnTo>
                    <a:pt x="420" y="973"/>
                  </a:lnTo>
                  <a:lnTo>
                    <a:pt x="420" y="973"/>
                  </a:lnTo>
                  <a:lnTo>
                    <a:pt x="409" y="883"/>
                  </a:lnTo>
                  <a:lnTo>
                    <a:pt x="409" y="883"/>
                  </a:lnTo>
                  <a:lnTo>
                    <a:pt x="397" y="795"/>
                  </a:lnTo>
                  <a:lnTo>
                    <a:pt x="397" y="795"/>
                  </a:lnTo>
                  <a:lnTo>
                    <a:pt x="393" y="763"/>
                  </a:lnTo>
                  <a:lnTo>
                    <a:pt x="393" y="763"/>
                  </a:lnTo>
                  <a:lnTo>
                    <a:pt x="393" y="758"/>
                  </a:lnTo>
                  <a:lnTo>
                    <a:pt x="394" y="753"/>
                  </a:lnTo>
                  <a:lnTo>
                    <a:pt x="397" y="749"/>
                  </a:lnTo>
                  <a:lnTo>
                    <a:pt x="399" y="745"/>
                  </a:lnTo>
                  <a:lnTo>
                    <a:pt x="399" y="745"/>
                  </a:lnTo>
                  <a:lnTo>
                    <a:pt x="402" y="744"/>
                  </a:lnTo>
                  <a:lnTo>
                    <a:pt x="404" y="743"/>
                  </a:lnTo>
                  <a:lnTo>
                    <a:pt x="411" y="743"/>
                  </a:lnTo>
                  <a:lnTo>
                    <a:pt x="411" y="743"/>
                  </a:lnTo>
                  <a:lnTo>
                    <a:pt x="432" y="748"/>
                  </a:lnTo>
                  <a:lnTo>
                    <a:pt x="432" y="748"/>
                  </a:lnTo>
                  <a:lnTo>
                    <a:pt x="541" y="778"/>
                  </a:lnTo>
                  <a:lnTo>
                    <a:pt x="541" y="778"/>
                  </a:lnTo>
                  <a:lnTo>
                    <a:pt x="547" y="780"/>
                  </a:lnTo>
                  <a:lnTo>
                    <a:pt x="552" y="780"/>
                  </a:lnTo>
                  <a:lnTo>
                    <a:pt x="552" y="780"/>
                  </a:lnTo>
                  <a:lnTo>
                    <a:pt x="552" y="763"/>
                  </a:lnTo>
                  <a:lnTo>
                    <a:pt x="552" y="755"/>
                  </a:lnTo>
                  <a:lnTo>
                    <a:pt x="552" y="747"/>
                  </a:lnTo>
                  <a:lnTo>
                    <a:pt x="552" y="747"/>
                  </a:lnTo>
                  <a:lnTo>
                    <a:pt x="553" y="733"/>
                  </a:lnTo>
                  <a:lnTo>
                    <a:pt x="553" y="719"/>
                  </a:lnTo>
                  <a:lnTo>
                    <a:pt x="553" y="719"/>
                  </a:lnTo>
                  <a:lnTo>
                    <a:pt x="554" y="650"/>
                  </a:lnTo>
                  <a:lnTo>
                    <a:pt x="554" y="650"/>
                  </a:lnTo>
                  <a:lnTo>
                    <a:pt x="556" y="630"/>
                  </a:lnTo>
                  <a:lnTo>
                    <a:pt x="559" y="609"/>
                  </a:lnTo>
                  <a:lnTo>
                    <a:pt x="559" y="609"/>
                  </a:lnTo>
                  <a:lnTo>
                    <a:pt x="562" y="613"/>
                  </a:lnTo>
                  <a:lnTo>
                    <a:pt x="562" y="613"/>
                  </a:lnTo>
                  <a:lnTo>
                    <a:pt x="565" y="635"/>
                  </a:lnTo>
                  <a:lnTo>
                    <a:pt x="565" y="635"/>
                  </a:lnTo>
                  <a:lnTo>
                    <a:pt x="567" y="642"/>
                  </a:lnTo>
                  <a:lnTo>
                    <a:pt x="567" y="642"/>
                  </a:lnTo>
                  <a:lnTo>
                    <a:pt x="568" y="657"/>
                  </a:lnTo>
                  <a:lnTo>
                    <a:pt x="569" y="671"/>
                  </a:lnTo>
                  <a:lnTo>
                    <a:pt x="569" y="671"/>
                  </a:lnTo>
                  <a:lnTo>
                    <a:pt x="570" y="676"/>
                  </a:lnTo>
                  <a:lnTo>
                    <a:pt x="570" y="682"/>
                  </a:lnTo>
                  <a:lnTo>
                    <a:pt x="570" y="682"/>
                  </a:lnTo>
                  <a:lnTo>
                    <a:pt x="569" y="713"/>
                  </a:lnTo>
                  <a:lnTo>
                    <a:pt x="569" y="713"/>
                  </a:lnTo>
                  <a:lnTo>
                    <a:pt x="569" y="719"/>
                  </a:lnTo>
                  <a:lnTo>
                    <a:pt x="572" y="725"/>
                  </a:lnTo>
                  <a:lnTo>
                    <a:pt x="572" y="725"/>
                  </a:lnTo>
                  <a:lnTo>
                    <a:pt x="573" y="735"/>
                  </a:lnTo>
                  <a:lnTo>
                    <a:pt x="575" y="745"/>
                  </a:lnTo>
                  <a:lnTo>
                    <a:pt x="575" y="766"/>
                  </a:lnTo>
                  <a:lnTo>
                    <a:pt x="575" y="766"/>
                  </a:lnTo>
                  <a:lnTo>
                    <a:pt x="575" y="768"/>
                  </a:lnTo>
                  <a:lnTo>
                    <a:pt x="575" y="768"/>
                  </a:lnTo>
                  <a:lnTo>
                    <a:pt x="575" y="779"/>
                  </a:lnTo>
                  <a:lnTo>
                    <a:pt x="575" y="790"/>
                  </a:lnTo>
                  <a:lnTo>
                    <a:pt x="574" y="812"/>
                  </a:lnTo>
                  <a:lnTo>
                    <a:pt x="574" y="812"/>
                  </a:lnTo>
                  <a:lnTo>
                    <a:pt x="574" y="823"/>
                  </a:lnTo>
                  <a:lnTo>
                    <a:pt x="575" y="830"/>
                  </a:lnTo>
                  <a:lnTo>
                    <a:pt x="577" y="835"/>
                  </a:lnTo>
                  <a:lnTo>
                    <a:pt x="577" y="835"/>
                  </a:lnTo>
                  <a:lnTo>
                    <a:pt x="578" y="839"/>
                  </a:lnTo>
                  <a:lnTo>
                    <a:pt x="578" y="844"/>
                  </a:lnTo>
                  <a:lnTo>
                    <a:pt x="579" y="853"/>
                  </a:lnTo>
                  <a:lnTo>
                    <a:pt x="579" y="853"/>
                  </a:lnTo>
                  <a:lnTo>
                    <a:pt x="578" y="857"/>
                  </a:lnTo>
                  <a:lnTo>
                    <a:pt x="575" y="862"/>
                  </a:lnTo>
                  <a:lnTo>
                    <a:pt x="575" y="862"/>
                  </a:lnTo>
                  <a:close/>
                </a:path>
              </a:pathLst>
            </a:custGeom>
            <a:solidFill>
              <a:schemeClr val="tx1">
                <a:lumMod val="75000"/>
                <a:lumOff val="25000"/>
              </a:schemeClr>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9" name="ïšḷíḑé"/>
            <p:cNvSpPr/>
            <p:nvPr/>
          </p:nvSpPr>
          <p:spPr>
            <a:xfrm>
              <a:off x="4269944" y="2860499"/>
              <a:ext cx="898590" cy="18386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60" name="iŝlîḓe"/>
            <p:cNvSpPr/>
            <p:nvPr/>
          </p:nvSpPr>
          <p:spPr>
            <a:xfrm>
              <a:off x="4552306" y="1752912"/>
              <a:ext cx="333866" cy="1262247"/>
            </a:xfrm>
            <a:custGeom>
              <a:avLst/>
              <a:gdLst>
                <a:gd name="T0" fmla="*/ 22 w 497"/>
                <a:gd name="T1" fmla="*/ 991 h 1879"/>
                <a:gd name="T2" fmla="*/ 81 w 497"/>
                <a:gd name="T3" fmla="*/ 1012 h 1879"/>
                <a:gd name="T4" fmla="*/ 113 w 497"/>
                <a:gd name="T5" fmla="*/ 1092 h 1879"/>
                <a:gd name="T6" fmla="*/ 118 w 497"/>
                <a:gd name="T7" fmla="*/ 1238 h 1879"/>
                <a:gd name="T8" fmla="*/ 97 w 497"/>
                <a:gd name="T9" fmla="*/ 1333 h 1879"/>
                <a:gd name="T10" fmla="*/ 71 w 497"/>
                <a:gd name="T11" fmla="*/ 1513 h 1879"/>
                <a:gd name="T12" fmla="*/ 50 w 497"/>
                <a:gd name="T13" fmla="*/ 1659 h 1879"/>
                <a:gd name="T14" fmla="*/ 57 w 497"/>
                <a:gd name="T15" fmla="*/ 1745 h 1879"/>
                <a:gd name="T16" fmla="*/ 72 w 497"/>
                <a:gd name="T17" fmla="*/ 1870 h 1879"/>
                <a:gd name="T18" fmla="*/ 162 w 497"/>
                <a:gd name="T19" fmla="*/ 1859 h 1879"/>
                <a:gd name="T20" fmla="*/ 158 w 497"/>
                <a:gd name="T21" fmla="*/ 1721 h 1879"/>
                <a:gd name="T22" fmla="*/ 184 w 497"/>
                <a:gd name="T23" fmla="*/ 1600 h 1879"/>
                <a:gd name="T24" fmla="*/ 231 w 497"/>
                <a:gd name="T25" fmla="*/ 1327 h 1879"/>
                <a:gd name="T26" fmla="*/ 262 w 497"/>
                <a:gd name="T27" fmla="*/ 1211 h 1879"/>
                <a:gd name="T28" fmla="*/ 249 w 497"/>
                <a:gd name="T29" fmla="*/ 1379 h 1879"/>
                <a:gd name="T30" fmla="*/ 247 w 497"/>
                <a:gd name="T31" fmla="*/ 1506 h 1879"/>
                <a:gd name="T32" fmla="*/ 247 w 497"/>
                <a:gd name="T33" fmla="*/ 1619 h 1879"/>
                <a:gd name="T34" fmla="*/ 242 w 497"/>
                <a:gd name="T35" fmla="*/ 1725 h 1879"/>
                <a:gd name="T36" fmla="*/ 352 w 497"/>
                <a:gd name="T37" fmla="*/ 1759 h 1879"/>
                <a:gd name="T38" fmla="*/ 493 w 497"/>
                <a:gd name="T39" fmla="*/ 1756 h 1879"/>
                <a:gd name="T40" fmla="*/ 439 w 497"/>
                <a:gd name="T41" fmla="*/ 1718 h 1879"/>
                <a:gd name="T42" fmla="*/ 358 w 497"/>
                <a:gd name="T43" fmla="*/ 1642 h 1879"/>
                <a:gd name="T44" fmla="*/ 346 w 497"/>
                <a:gd name="T45" fmla="*/ 1564 h 1879"/>
                <a:gd name="T46" fmla="*/ 384 w 497"/>
                <a:gd name="T47" fmla="*/ 1415 h 1879"/>
                <a:gd name="T48" fmla="*/ 419 w 497"/>
                <a:gd name="T49" fmla="*/ 1170 h 1879"/>
                <a:gd name="T50" fmla="*/ 459 w 497"/>
                <a:gd name="T51" fmla="*/ 999 h 1879"/>
                <a:gd name="T52" fmla="*/ 485 w 497"/>
                <a:gd name="T53" fmla="*/ 913 h 1879"/>
                <a:gd name="T54" fmla="*/ 454 w 497"/>
                <a:gd name="T55" fmla="*/ 699 h 1879"/>
                <a:gd name="T56" fmla="*/ 450 w 497"/>
                <a:gd name="T57" fmla="*/ 447 h 1879"/>
                <a:gd name="T58" fmla="*/ 382 w 497"/>
                <a:gd name="T59" fmla="*/ 354 h 1879"/>
                <a:gd name="T60" fmla="*/ 398 w 497"/>
                <a:gd name="T61" fmla="*/ 461 h 1879"/>
                <a:gd name="T62" fmla="*/ 428 w 497"/>
                <a:gd name="T63" fmla="*/ 798 h 1879"/>
                <a:gd name="T64" fmla="*/ 386 w 497"/>
                <a:gd name="T65" fmla="*/ 760 h 1879"/>
                <a:gd name="T66" fmla="*/ 382 w 497"/>
                <a:gd name="T67" fmla="*/ 456 h 1879"/>
                <a:gd name="T68" fmla="*/ 331 w 497"/>
                <a:gd name="T69" fmla="*/ 315 h 1879"/>
                <a:gd name="T70" fmla="*/ 372 w 497"/>
                <a:gd name="T71" fmla="*/ 217 h 1879"/>
                <a:gd name="T72" fmla="*/ 390 w 497"/>
                <a:gd name="T73" fmla="*/ 129 h 1879"/>
                <a:gd name="T74" fmla="*/ 392 w 497"/>
                <a:gd name="T75" fmla="*/ 86 h 1879"/>
                <a:gd name="T76" fmla="*/ 392 w 497"/>
                <a:gd name="T77" fmla="*/ 63 h 1879"/>
                <a:gd name="T78" fmla="*/ 373 w 497"/>
                <a:gd name="T79" fmla="*/ 34 h 1879"/>
                <a:gd name="T80" fmla="*/ 350 w 497"/>
                <a:gd name="T81" fmla="*/ 21 h 1879"/>
                <a:gd name="T82" fmla="*/ 329 w 497"/>
                <a:gd name="T83" fmla="*/ 5 h 1879"/>
                <a:gd name="T84" fmla="*/ 320 w 497"/>
                <a:gd name="T85" fmla="*/ 6 h 1879"/>
                <a:gd name="T86" fmla="*/ 310 w 497"/>
                <a:gd name="T87" fmla="*/ 1 h 1879"/>
                <a:gd name="T88" fmla="*/ 289 w 497"/>
                <a:gd name="T89" fmla="*/ 10 h 1879"/>
                <a:gd name="T90" fmla="*/ 268 w 497"/>
                <a:gd name="T91" fmla="*/ 28 h 1879"/>
                <a:gd name="T92" fmla="*/ 228 w 497"/>
                <a:gd name="T93" fmla="*/ 57 h 1879"/>
                <a:gd name="T94" fmla="*/ 206 w 497"/>
                <a:gd name="T95" fmla="*/ 99 h 1879"/>
                <a:gd name="T96" fmla="*/ 208 w 497"/>
                <a:gd name="T97" fmla="*/ 136 h 1879"/>
                <a:gd name="T98" fmla="*/ 233 w 497"/>
                <a:gd name="T99" fmla="*/ 210 h 1879"/>
                <a:gd name="T100" fmla="*/ 314 w 497"/>
                <a:gd name="T101" fmla="*/ 318 h 1879"/>
                <a:gd name="T102" fmla="*/ 335 w 497"/>
                <a:gd name="T103" fmla="*/ 527 h 1879"/>
                <a:gd name="T104" fmla="*/ 210 w 497"/>
                <a:gd name="T105" fmla="*/ 287 h 1879"/>
                <a:gd name="T106" fmla="*/ 73 w 497"/>
                <a:gd name="T107" fmla="*/ 341 h 1879"/>
                <a:gd name="T108" fmla="*/ 42 w 497"/>
                <a:gd name="T109" fmla="*/ 479 h 1879"/>
                <a:gd name="T110" fmla="*/ 32 w 497"/>
                <a:gd name="T111" fmla="*/ 598 h 1879"/>
                <a:gd name="T112" fmla="*/ 21 w 497"/>
                <a:gd name="T113" fmla="*/ 704 h 1879"/>
                <a:gd name="T114" fmla="*/ 298 w 497"/>
                <a:gd name="T115" fmla="*/ 12 h 1879"/>
                <a:gd name="T116" fmla="*/ 104 w 497"/>
                <a:gd name="T117" fmla="*/ 985 h 1879"/>
                <a:gd name="T118" fmla="*/ 113 w 497"/>
                <a:gd name="T119" fmla="*/ 772 h 1879"/>
                <a:gd name="T120" fmla="*/ 252 w 497"/>
                <a:gd name="T121" fmla="*/ 1005 h 1879"/>
                <a:gd name="T122" fmla="*/ 124 w 497"/>
                <a:gd name="T123" fmla="*/ 958 h 1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7" h="1879">
                  <a:moveTo>
                    <a:pt x="0" y="933"/>
                  </a:moveTo>
                  <a:lnTo>
                    <a:pt x="0" y="933"/>
                  </a:lnTo>
                  <a:lnTo>
                    <a:pt x="10" y="931"/>
                  </a:lnTo>
                  <a:lnTo>
                    <a:pt x="10" y="931"/>
                  </a:lnTo>
                  <a:lnTo>
                    <a:pt x="10" y="933"/>
                  </a:lnTo>
                  <a:lnTo>
                    <a:pt x="11" y="936"/>
                  </a:lnTo>
                  <a:lnTo>
                    <a:pt x="16" y="938"/>
                  </a:lnTo>
                  <a:lnTo>
                    <a:pt x="16" y="938"/>
                  </a:lnTo>
                  <a:lnTo>
                    <a:pt x="19" y="941"/>
                  </a:lnTo>
                  <a:lnTo>
                    <a:pt x="20" y="944"/>
                  </a:lnTo>
                  <a:lnTo>
                    <a:pt x="20" y="944"/>
                  </a:lnTo>
                  <a:lnTo>
                    <a:pt x="20" y="973"/>
                  </a:lnTo>
                  <a:lnTo>
                    <a:pt x="20" y="973"/>
                  </a:lnTo>
                  <a:lnTo>
                    <a:pt x="20" y="983"/>
                  </a:lnTo>
                  <a:lnTo>
                    <a:pt x="22" y="991"/>
                  </a:lnTo>
                  <a:lnTo>
                    <a:pt x="22" y="991"/>
                  </a:lnTo>
                  <a:lnTo>
                    <a:pt x="25" y="995"/>
                  </a:lnTo>
                  <a:lnTo>
                    <a:pt x="29" y="999"/>
                  </a:lnTo>
                  <a:lnTo>
                    <a:pt x="29" y="999"/>
                  </a:lnTo>
                  <a:lnTo>
                    <a:pt x="39" y="1006"/>
                  </a:lnTo>
                  <a:lnTo>
                    <a:pt x="50" y="1011"/>
                  </a:lnTo>
                  <a:lnTo>
                    <a:pt x="50" y="1011"/>
                  </a:lnTo>
                  <a:lnTo>
                    <a:pt x="53" y="1012"/>
                  </a:lnTo>
                  <a:lnTo>
                    <a:pt x="57" y="1011"/>
                  </a:lnTo>
                  <a:lnTo>
                    <a:pt x="57" y="1011"/>
                  </a:lnTo>
                  <a:lnTo>
                    <a:pt x="61" y="1011"/>
                  </a:lnTo>
                  <a:lnTo>
                    <a:pt x="63" y="1011"/>
                  </a:lnTo>
                  <a:lnTo>
                    <a:pt x="63" y="1011"/>
                  </a:lnTo>
                  <a:lnTo>
                    <a:pt x="72" y="1014"/>
                  </a:lnTo>
                  <a:lnTo>
                    <a:pt x="77" y="1014"/>
                  </a:lnTo>
                  <a:lnTo>
                    <a:pt x="81" y="1012"/>
                  </a:lnTo>
                  <a:lnTo>
                    <a:pt x="81" y="1012"/>
                  </a:lnTo>
                  <a:lnTo>
                    <a:pt x="84" y="1012"/>
                  </a:lnTo>
                  <a:lnTo>
                    <a:pt x="84" y="1012"/>
                  </a:lnTo>
                  <a:lnTo>
                    <a:pt x="91" y="1014"/>
                  </a:lnTo>
                  <a:lnTo>
                    <a:pt x="91" y="1014"/>
                  </a:lnTo>
                  <a:lnTo>
                    <a:pt x="99" y="1012"/>
                  </a:lnTo>
                  <a:lnTo>
                    <a:pt x="107" y="1014"/>
                  </a:lnTo>
                  <a:lnTo>
                    <a:pt x="107" y="1014"/>
                  </a:lnTo>
                  <a:lnTo>
                    <a:pt x="110" y="1014"/>
                  </a:lnTo>
                  <a:lnTo>
                    <a:pt x="114" y="1012"/>
                  </a:lnTo>
                  <a:lnTo>
                    <a:pt x="114" y="1012"/>
                  </a:lnTo>
                  <a:lnTo>
                    <a:pt x="113" y="1022"/>
                  </a:lnTo>
                  <a:lnTo>
                    <a:pt x="113" y="1022"/>
                  </a:lnTo>
                  <a:lnTo>
                    <a:pt x="112" y="1052"/>
                  </a:lnTo>
                  <a:lnTo>
                    <a:pt x="112" y="1052"/>
                  </a:lnTo>
                  <a:lnTo>
                    <a:pt x="113" y="1092"/>
                  </a:lnTo>
                  <a:lnTo>
                    <a:pt x="113" y="1092"/>
                  </a:lnTo>
                  <a:lnTo>
                    <a:pt x="114" y="1125"/>
                  </a:lnTo>
                  <a:lnTo>
                    <a:pt x="114" y="1125"/>
                  </a:lnTo>
                  <a:lnTo>
                    <a:pt x="118" y="1169"/>
                  </a:lnTo>
                  <a:lnTo>
                    <a:pt x="118" y="1169"/>
                  </a:lnTo>
                  <a:lnTo>
                    <a:pt x="119" y="1191"/>
                  </a:lnTo>
                  <a:lnTo>
                    <a:pt x="119" y="1191"/>
                  </a:lnTo>
                  <a:lnTo>
                    <a:pt x="119" y="1200"/>
                  </a:lnTo>
                  <a:lnTo>
                    <a:pt x="118" y="1208"/>
                  </a:lnTo>
                  <a:lnTo>
                    <a:pt x="118" y="1208"/>
                  </a:lnTo>
                  <a:lnTo>
                    <a:pt x="119" y="1216"/>
                  </a:lnTo>
                  <a:lnTo>
                    <a:pt x="120" y="1223"/>
                  </a:lnTo>
                  <a:lnTo>
                    <a:pt x="120" y="1223"/>
                  </a:lnTo>
                  <a:lnTo>
                    <a:pt x="120" y="1227"/>
                  </a:lnTo>
                  <a:lnTo>
                    <a:pt x="119" y="1231"/>
                  </a:lnTo>
                  <a:lnTo>
                    <a:pt x="118" y="1238"/>
                  </a:lnTo>
                  <a:lnTo>
                    <a:pt x="118" y="1238"/>
                  </a:lnTo>
                  <a:lnTo>
                    <a:pt x="118" y="1260"/>
                  </a:lnTo>
                  <a:lnTo>
                    <a:pt x="118" y="1260"/>
                  </a:lnTo>
                  <a:lnTo>
                    <a:pt x="118" y="1268"/>
                  </a:lnTo>
                  <a:lnTo>
                    <a:pt x="118" y="1268"/>
                  </a:lnTo>
                  <a:lnTo>
                    <a:pt x="117" y="1271"/>
                  </a:lnTo>
                  <a:lnTo>
                    <a:pt x="115" y="1276"/>
                  </a:lnTo>
                  <a:lnTo>
                    <a:pt x="115" y="1276"/>
                  </a:lnTo>
                  <a:lnTo>
                    <a:pt x="115" y="1285"/>
                  </a:lnTo>
                  <a:lnTo>
                    <a:pt x="115" y="1294"/>
                  </a:lnTo>
                  <a:lnTo>
                    <a:pt x="112" y="1312"/>
                  </a:lnTo>
                  <a:lnTo>
                    <a:pt x="112" y="1312"/>
                  </a:lnTo>
                  <a:lnTo>
                    <a:pt x="109" y="1317"/>
                  </a:lnTo>
                  <a:lnTo>
                    <a:pt x="105" y="1321"/>
                  </a:lnTo>
                  <a:lnTo>
                    <a:pt x="105" y="1321"/>
                  </a:lnTo>
                  <a:lnTo>
                    <a:pt x="101" y="1327"/>
                  </a:lnTo>
                  <a:lnTo>
                    <a:pt x="97" y="1333"/>
                  </a:lnTo>
                  <a:lnTo>
                    <a:pt x="94" y="1340"/>
                  </a:lnTo>
                  <a:lnTo>
                    <a:pt x="93" y="1347"/>
                  </a:lnTo>
                  <a:lnTo>
                    <a:pt x="93" y="1347"/>
                  </a:lnTo>
                  <a:lnTo>
                    <a:pt x="91" y="1366"/>
                  </a:lnTo>
                  <a:lnTo>
                    <a:pt x="88" y="1384"/>
                  </a:lnTo>
                  <a:lnTo>
                    <a:pt x="88" y="1384"/>
                  </a:lnTo>
                  <a:lnTo>
                    <a:pt x="86" y="1395"/>
                  </a:lnTo>
                  <a:lnTo>
                    <a:pt x="82" y="1407"/>
                  </a:lnTo>
                  <a:lnTo>
                    <a:pt x="82" y="1407"/>
                  </a:lnTo>
                  <a:lnTo>
                    <a:pt x="78" y="1421"/>
                  </a:lnTo>
                  <a:lnTo>
                    <a:pt x="76" y="1438"/>
                  </a:lnTo>
                  <a:lnTo>
                    <a:pt x="76" y="1438"/>
                  </a:lnTo>
                  <a:lnTo>
                    <a:pt x="73" y="1459"/>
                  </a:lnTo>
                  <a:lnTo>
                    <a:pt x="72" y="1481"/>
                  </a:lnTo>
                  <a:lnTo>
                    <a:pt x="72" y="1481"/>
                  </a:lnTo>
                  <a:lnTo>
                    <a:pt x="71" y="1513"/>
                  </a:lnTo>
                  <a:lnTo>
                    <a:pt x="71" y="1513"/>
                  </a:lnTo>
                  <a:lnTo>
                    <a:pt x="71" y="1542"/>
                  </a:lnTo>
                  <a:lnTo>
                    <a:pt x="71" y="1542"/>
                  </a:lnTo>
                  <a:lnTo>
                    <a:pt x="73" y="1554"/>
                  </a:lnTo>
                  <a:lnTo>
                    <a:pt x="73" y="1554"/>
                  </a:lnTo>
                  <a:lnTo>
                    <a:pt x="73" y="1563"/>
                  </a:lnTo>
                  <a:lnTo>
                    <a:pt x="71" y="1571"/>
                  </a:lnTo>
                  <a:lnTo>
                    <a:pt x="66" y="1586"/>
                  </a:lnTo>
                  <a:lnTo>
                    <a:pt x="66" y="1586"/>
                  </a:lnTo>
                  <a:lnTo>
                    <a:pt x="61" y="1599"/>
                  </a:lnTo>
                  <a:lnTo>
                    <a:pt x="57" y="1611"/>
                  </a:lnTo>
                  <a:lnTo>
                    <a:pt x="52" y="1637"/>
                  </a:lnTo>
                  <a:lnTo>
                    <a:pt x="52" y="1637"/>
                  </a:lnTo>
                  <a:lnTo>
                    <a:pt x="50" y="1648"/>
                  </a:lnTo>
                  <a:lnTo>
                    <a:pt x="50" y="1659"/>
                  </a:lnTo>
                  <a:lnTo>
                    <a:pt x="50" y="1659"/>
                  </a:lnTo>
                  <a:lnTo>
                    <a:pt x="47" y="1678"/>
                  </a:lnTo>
                  <a:lnTo>
                    <a:pt x="47" y="1678"/>
                  </a:lnTo>
                  <a:lnTo>
                    <a:pt x="47" y="1687"/>
                  </a:lnTo>
                  <a:lnTo>
                    <a:pt x="48" y="1694"/>
                  </a:lnTo>
                  <a:lnTo>
                    <a:pt x="53" y="1710"/>
                  </a:lnTo>
                  <a:lnTo>
                    <a:pt x="53" y="1710"/>
                  </a:lnTo>
                  <a:lnTo>
                    <a:pt x="58" y="1725"/>
                  </a:lnTo>
                  <a:lnTo>
                    <a:pt x="58" y="1725"/>
                  </a:lnTo>
                  <a:lnTo>
                    <a:pt x="58" y="1725"/>
                  </a:lnTo>
                  <a:lnTo>
                    <a:pt x="58" y="1725"/>
                  </a:lnTo>
                  <a:lnTo>
                    <a:pt x="62" y="1729"/>
                  </a:lnTo>
                  <a:lnTo>
                    <a:pt x="62" y="1730"/>
                  </a:lnTo>
                  <a:lnTo>
                    <a:pt x="61" y="1733"/>
                  </a:lnTo>
                  <a:lnTo>
                    <a:pt x="61" y="1733"/>
                  </a:lnTo>
                  <a:lnTo>
                    <a:pt x="58" y="1739"/>
                  </a:lnTo>
                  <a:lnTo>
                    <a:pt x="57" y="1745"/>
                  </a:lnTo>
                  <a:lnTo>
                    <a:pt x="57" y="1756"/>
                  </a:lnTo>
                  <a:lnTo>
                    <a:pt x="57" y="1756"/>
                  </a:lnTo>
                  <a:lnTo>
                    <a:pt x="55" y="1775"/>
                  </a:lnTo>
                  <a:lnTo>
                    <a:pt x="55" y="1775"/>
                  </a:lnTo>
                  <a:lnTo>
                    <a:pt x="52" y="1795"/>
                  </a:lnTo>
                  <a:lnTo>
                    <a:pt x="52" y="1795"/>
                  </a:lnTo>
                  <a:lnTo>
                    <a:pt x="50" y="1812"/>
                  </a:lnTo>
                  <a:lnTo>
                    <a:pt x="47" y="1828"/>
                  </a:lnTo>
                  <a:lnTo>
                    <a:pt x="47" y="1828"/>
                  </a:lnTo>
                  <a:lnTo>
                    <a:pt x="46" y="1833"/>
                  </a:lnTo>
                  <a:lnTo>
                    <a:pt x="47" y="1838"/>
                  </a:lnTo>
                  <a:lnTo>
                    <a:pt x="50" y="1848"/>
                  </a:lnTo>
                  <a:lnTo>
                    <a:pt x="50" y="1848"/>
                  </a:lnTo>
                  <a:lnTo>
                    <a:pt x="56" y="1857"/>
                  </a:lnTo>
                  <a:lnTo>
                    <a:pt x="63" y="1864"/>
                  </a:lnTo>
                  <a:lnTo>
                    <a:pt x="72" y="1870"/>
                  </a:lnTo>
                  <a:lnTo>
                    <a:pt x="82" y="1875"/>
                  </a:lnTo>
                  <a:lnTo>
                    <a:pt x="82" y="1875"/>
                  </a:lnTo>
                  <a:lnTo>
                    <a:pt x="89" y="1878"/>
                  </a:lnTo>
                  <a:lnTo>
                    <a:pt x="97" y="1878"/>
                  </a:lnTo>
                  <a:lnTo>
                    <a:pt x="97" y="1878"/>
                  </a:lnTo>
                  <a:lnTo>
                    <a:pt x="112" y="1879"/>
                  </a:lnTo>
                  <a:lnTo>
                    <a:pt x="128" y="1879"/>
                  </a:lnTo>
                  <a:lnTo>
                    <a:pt x="128" y="1879"/>
                  </a:lnTo>
                  <a:lnTo>
                    <a:pt x="140" y="1878"/>
                  </a:lnTo>
                  <a:lnTo>
                    <a:pt x="146" y="1876"/>
                  </a:lnTo>
                  <a:lnTo>
                    <a:pt x="153" y="1873"/>
                  </a:lnTo>
                  <a:lnTo>
                    <a:pt x="153" y="1873"/>
                  </a:lnTo>
                  <a:lnTo>
                    <a:pt x="156" y="1870"/>
                  </a:lnTo>
                  <a:lnTo>
                    <a:pt x="160" y="1868"/>
                  </a:lnTo>
                  <a:lnTo>
                    <a:pt x="161" y="1864"/>
                  </a:lnTo>
                  <a:lnTo>
                    <a:pt x="162" y="1859"/>
                  </a:lnTo>
                  <a:lnTo>
                    <a:pt x="162" y="1859"/>
                  </a:lnTo>
                  <a:lnTo>
                    <a:pt x="162" y="1848"/>
                  </a:lnTo>
                  <a:lnTo>
                    <a:pt x="161" y="1835"/>
                  </a:lnTo>
                  <a:lnTo>
                    <a:pt x="161" y="1835"/>
                  </a:lnTo>
                  <a:lnTo>
                    <a:pt x="159" y="1819"/>
                  </a:lnTo>
                  <a:lnTo>
                    <a:pt x="156" y="1803"/>
                  </a:lnTo>
                  <a:lnTo>
                    <a:pt x="156" y="1803"/>
                  </a:lnTo>
                  <a:lnTo>
                    <a:pt x="150" y="1767"/>
                  </a:lnTo>
                  <a:lnTo>
                    <a:pt x="150" y="1767"/>
                  </a:lnTo>
                  <a:lnTo>
                    <a:pt x="149" y="1736"/>
                  </a:lnTo>
                  <a:lnTo>
                    <a:pt x="149" y="1736"/>
                  </a:lnTo>
                  <a:lnTo>
                    <a:pt x="153" y="1736"/>
                  </a:lnTo>
                  <a:lnTo>
                    <a:pt x="154" y="1734"/>
                  </a:lnTo>
                  <a:lnTo>
                    <a:pt x="155" y="1729"/>
                  </a:lnTo>
                  <a:lnTo>
                    <a:pt x="155" y="1729"/>
                  </a:lnTo>
                  <a:lnTo>
                    <a:pt x="158" y="1721"/>
                  </a:lnTo>
                  <a:lnTo>
                    <a:pt x="161" y="1716"/>
                  </a:lnTo>
                  <a:lnTo>
                    <a:pt x="169" y="1704"/>
                  </a:lnTo>
                  <a:lnTo>
                    <a:pt x="169" y="1704"/>
                  </a:lnTo>
                  <a:lnTo>
                    <a:pt x="174" y="1694"/>
                  </a:lnTo>
                  <a:lnTo>
                    <a:pt x="179" y="1684"/>
                  </a:lnTo>
                  <a:lnTo>
                    <a:pt x="181" y="1673"/>
                  </a:lnTo>
                  <a:lnTo>
                    <a:pt x="184" y="1662"/>
                  </a:lnTo>
                  <a:lnTo>
                    <a:pt x="184" y="1662"/>
                  </a:lnTo>
                  <a:lnTo>
                    <a:pt x="184" y="1658"/>
                  </a:lnTo>
                  <a:lnTo>
                    <a:pt x="180" y="1656"/>
                  </a:lnTo>
                  <a:lnTo>
                    <a:pt x="180" y="1656"/>
                  </a:lnTo>
                  <a:lnTo>
                    <a:pt x="179" y="1652"/>
                  </a:lnTo>
                  <a:lnTo>
                    <a:pt x="177" y="1650"/>
                  </a:lnTo>
                  <a:lnTo>
                    <a:pt x="177" y="1647"/>
                  </a:lnTo>
                  <a:lnTo>
                    <a:pt x="177" y="1647"/>
                  </a:lnTo>
                  <a:lnTo>
                    <a:pt x="184" y="1600"/>
                  </a:lnTo>
                  <a:lnTo>
                    <a:pt x="184" y="1600"/>
                  </a:lnTo>
                  <a:lnTo>
                    <a:pt x="189" y="1558"/>
                  </a:lnTo>
                  <a:lnTo>
                    <a:pt x="189" y="1558"/>
                  </a:lnTo>
                  <a:lnTo>
                    <a:pt x="195" y="1531"/>
                  </a:lnTo>
                  <a:lnTo>
                    <a:pt x="195" y="1531"/>
                  </a:lnTo>
                  <a:lnTo>
                    <a:pt x="201" y="1492"/>
                  </a:lnTo>
                  <a:lnTo>
                    <a:pt x="201" y="1492"/>
                  </a:lnTo>
                  <a:lnTo>
                    <a:pt x="207" y="1461"/>
                  </a:lnTo>
                  <a:lnTo>
                    <a:pt x="207" y="1461"/>
                  </a:lnTo>
                  <a:lnTo>
                    <a:pt x="213" y="1421"/>
                  </a:lnTo>
                  <a:lnTo>
                    <a:pt x="213" y="1421"/>
                  </a:lnTo>
                  <a:lnTo>
                    <a:pt x="223" y="1379"/>
                  </a:lnTo>
                  <a:lnTo>
                    <a:pt x="223" y="1379"/>
                  </a:lnTo>
                  <a:lnTo>
                    <a:pt x="227" y="1352"/>
                  </a:lnTo>
                  <a:lnTo>
                    <a:pt x="227" y="1352"/>
                  </a:lnTo>
                  <a:lnTo>
                    <a:pt x="231" y="1327"/>
                  </a:lnTo>
                  <a:lnTo>
                    <a:pt x="231" y="1327"/>
                  </a:lnTo>
                  <a:lnTo>
                    <a:pt x="237" y="1288"/>
                  </a:lnTo>
                  <a:lnTo>
                    <a:pt x="237" y="1288"/>
                  </a:lnTo>
                  <a:lnTo>
                    <a:pt x="239" y="1275"/>
                  </a:lnTo>
                  <a:lnTo>
                    <a:pt x="242" y="1263"/>
                  </a:lnTo>
                  <a:lnTo>
                    <a:pt x="249" y="1240"/>
                  </a:lnTo>
                  <a:lnTo>
                    <a:pt x="249" y="1240"/>
                  </a:lnTo>
                  <a:lnTo>
                    <a:pt x="253" y="1227"/>
                  </a:lnTo>
                  <a:lnTo>
                    <a:pt x="255" y="1213"/>
                  </a:lnTo>
                  <a:lnTo>
                    <a:pt x="255" y="1213"/>
                  </a:lnTo>
                  <a:lnTo>
                    <a:pt x="260" y="1180"/>
                  </a:lnTo>
                  <a:lnTo>
                    <a:pt x="260" y="1180"/>
                  </a:lnTo>
                  <a:lnTo>
                    <a:pt x="263" y="1187"/>
                  </a:lnTo>
                  <a:lnTo>
                    <a:pt x="263" y="1196"/>
                  </a:lnTo>
                  <a:lnTo>
                    <a:pt x="263" y="1203"/>
                  </a:lnTo>
                  <a:lnTo>
                    <a:pt x="262" y="1211"/>
                  </a:lnTo>
                  <a:lnTo>
                    <a:pt x="262" y="1211"/>
                  </a:lnTo>
                  <a:lnTo>
                    <a:pt x="258" y="1236"/>
                  </a:lnTo>
                  <a:lnTo>
                    <a:pt x="257" y="1248"/>
                  </a:lnTo>
                  <a:lnTo>
                    <a:pt x="257" y="1260"/>
                  </a:lnTo>
                  <a:lnTo>
                    <a:pt x="257" y="1260"/>
                  </a:lnTo>
                  <a:lnTo>
                    <a:pt x="257" y="1283"/>
                  </a:lnTo>
                  <a:lnTo>
                    <a:pt x="257" y="1283"/>
                  </a:lnTo>
                  <a:lnTo>
                    <a:pt x="258" y="1294"/>
                  </a:lnTo>
                  <a:lnTo>
                    <a:pt x="258" y="1294"/>
                  </a:lnTo>
                  <a:lnTo>
                    <a:pt x="254" y="1321"/>
                  </a:lnTo>
                  <a:lnTo>
                    <a:pt x="254" y="1321"/>
                  </a:lnTo>
                  <a:lnTo>
                    <a:pt x="253" y="1337"/>
                  </a:lnTo>
                  <a:lnTo>
                    <a:pt x="253" y="1337"/>
                  </a:lnTo>
                  <a:lnTo>
                    <a:pt x="250" y="1357"/>
                  </a:lnTo>
                  <a:lnTo>
                    <a:pt x="250" y="1357"/>
                  </a:lnTo>
                  <a:lnTo>
                    <a:pt x="249" y="1379"/>
                  </a:lnTo>
                  <a:lnTo>
                    <a:pt x="249" y="1379"/>
                  </a:lnTo>
                  <a:lnTo>
                    <a:pt x="249" y="1388"/>
                  </a:lnTo>
                  <a:lnTo>
                    <a:pt x="249" y="1388"/>
                  </a:lnTo>
                  <a:lnTo>
                    <a:pt x="249" y="1405"/>
                  </a:lnTo>
                  <a:lnTo>
                    <a:pt x="249" y="1423"/>
                  </a:lnTo>
                  <a:lnTo>
                    <a:pt x="249" y="1423"/>
                  </a:lnTo>
                  <a:lnTo>
                    <a:pt x="250" y="1434"/>
                  </a:lnTo>
                  <a:lnTo>
                    <a:pt x="253" y="1446"/>
                  </a:lnTo>
                  <a:lnTo>
                    <a:pt x="253" y="1446"/>
                  </a:lnTo>
                  <a:lnTo>
                    <a:pt x="253" y="1454"/>
                  </a:lnTo>
                  <a:lnTo>
                    <a:pt x="252" y="1461"/>
                  </a:lnTo>
                  <a:lnTo>
                    <a:pt x="252" y="1461"/>
                  </a:lnTo>
                  <a:lnTo>
                    <a:pt x="250" y="1481"/>
                  </a:lnTo>
                  <a:lnTo>
                    <a:pt x="250" y="1481"/>
                  </a:lnTo>
                  <a:lnTo>
                    <a:pt x="247" y="1506"/>
                  </a:lnTo>
                  <a:lnTo>
                    <a:pt x="247" y="1506"/>
                  </a:lnTo>
                  <a:lnTo>
                    <a:pt x="247" y="1527"/>
                  </a:lnTo>
                  <a:lnTo>
                    <a:pt x="247" y="1527"/>
                  </a:lnTo>
                  <a:lnTo>
                    <a:pt x="247" y="1540"/>
                  </a:lnTo>
                  <a:lnTo>
                    <a:pt x="247" y="1554"/>
                  </a:lnTo>
                  <a:lnTo>
                    <a:pt x="247" y="1554"/>
                  </a:lnTo>
                  <a:lnTo>
                    <a:pt x="246" y="1564"/>
                  </a:lnTo>
                  <a:lnTo>
                    <a:pt x="242" y="1573"/>
                  </a:lnTo>
                  <a:lnTo>
                    <a:pt x="242" y="1573"/>
                  </a:lnTo>
                  <a:lnTo>
                    <a:pt x="233" y="1595"/>
                  </a:lnTo>
                  <a:lnTo>
                    <a:pt x="233" y="1595"/>
                  </a:lnTo>
                  <a:lnTo>
                    <a:pt x="233" y="1599"/>
                  </a:lnTo>
                  <a:lnTo>
                    <a:pt x="233" y="1602"/>
                  </a:lnTo>
                  <a:lnTo>
                    <a:pt x="236" y="1606"/>
                  </a:lnTo>
                  <a:lnTo>
                    <a:pt x="238" y="1609"/>
                  </a:lnTo>
                  <a:lnTo>
                    <a:pt x="238" y="1609"/>
                  </a:lnTo>
                  <a:lnTo>
                    <a:pt x="247" y="1619"/>
                  </a:lnTo>
                  <a:lnTo>
                    <a:pt x="247" y="1619"/>
                  </a:lnTo>
                  <a:lnTo>
                    <a:pt x="249" y="1622"/>
                  </a:lnTo>
                  <a:lnTo>
                    <a:pt x="250" y="1627"/>
                  </a:lnTo>
                  <a:lnTo>
                    <a:pt x="250" y="1632"/>
                  </a:lnTo>
                  <a:lnTo>
                    <a:pt x="249" y="1637"/>
                  </a:lnTo>
                  <a:lnTo>
                    <a:pt x="249" y="1637"/>
                  </a:lnTo>
                  <a:lnTo>
                    <a:pt x="244" y="1658"/>
                  </a:lnTo>
                  <a:lnTo>
                    <a:pt x="244" y="1658"/>
                  </a:lnTo>
                  <a:lnTo>
                    <a:pt x="239" y="1687"/>
                  </a:lnTo>
                  <a:lnTo>
                    <a:pt x="239" y="1687"/>
                  </a:lnTo>
                  <a:lnTo>
                    <a:pt x="239" y="1709"/>
                  </a:lnTo>
                  <a:lnTo>
                    <a:pt x="239" y="1709"/>
                  </a:lnTo>
                  <a:lnTo>
                    <a:pt x="239" y="1715"/>
                  </a:lnTo>
                  <a:lnTo>
                    <a:pt x="241" y="1721"/>
                  </a:lnTo>
                  <a:lnTo>
                    <a:pt x="241" y="1721"/>
                  </a:lnTo>
                  <a:lnTo>
                    <a:pt x="242" y="1725"/>
                  </a:lnTo>
                  <a:lnTo>
                    <a:pt x="244" y="1728"/>
                  </a:lnTo>
                  <a:lnTo>
                    <a:pt x="244" y="1728"/>
                  </a:lnTo>
                  <a:lnTo>
                    <a:pt x="259" y="1733"/>
                  </a:lnTo>
                  <a:lnTo>
                    <a:pt x="274" y="1738"/>
                  </a:lnTo>
                  <a:lnTo>
                    <a:pt x="274" y="1738"/>
                  </a:lnTo>
                  <a:lnTo>
                    <a:pt x="285" y="1740"/>
                  </a:lnTo>
                  <a:lnTo>
                    <a:pt x="298" y="1741"/>
                  </a:lnTo>
                  <a:lnTo>
                    <a:pt x="298" y="1741"/>
                  </a:lnTo>
                  <a:lnTo>
                    <a:pt x="300" y="1741"/>
                  </a:lnTo>
                  <a:lnTo>
                    <a:pt x="300" y="1741"/>
                  </a:lnTo>
                  <a:lnTo>
                    <a:pt x="303" y="1726"/>
                  </a:lnTo>
                  <a:lnTo>
                    <a:pt x="303" y="1726"/>
                  </a:lnTo>
                  <a:lnTo>
                    <a:pt x="332" y="1746"/>
                  </a:lnTo>
                  <a:lnTo>
                    <a:pt x="332" y="1746"/>
                  </a:lnTo>
                  <a:lnTo>
                    <a:pt x="342" y="1752"/>
                  </a:lnTo>
                  <a:lnTo>
                    <a:pt x="352" y="1759"/>
                  </a:lnTo>
                  <a:lnTo>
                    <a:pt x="362" y="1762"/>
                  </a:lnTo>
                  <a:lnTo>
                    <a:pt x="373" y="1766"/>
                  </a:lnTo>
                  <a:lnTo>
                    <a:pt x="373" y="1766"/>
                  </a:lnTo>
                  <a:lnTo>
                    <a:pt x="390" y="1771"/>
                  </a:lnTo>
                  <a:lnTo>
                    <a:pt x="407" y="1773"/>
                  </a:lnTo>
                  <a:lnTo>
                    <a:pt x="407" y="1773"/>
                  </a:lnTo>
                  <a:lnTo>
                    <a:pt x="423" y="1775"/>
                  </a:lnTo>
                  <a:lnTo>
                    <a:pt x="439" y="1773"/>
                  </a:lnTo>
                  <a:lnTo>
                    <a:pt x="439" y="1773"/>
                  </a:lnTo>
                  <a:lnTo>
                    <a:pt x="452" y="1772"/>
                  </a:lnTo>
                  <a:lnTo>
                    <a:pt x="467" y="1771"/>
                  </a:lnTo>
                  <a:lnTo>
                    <a:pt x="467" y="1771"/>
                  </a:lnTo>
                  <a:lnTo>
                    <a:pt x="475" y="1769"/>
                  </a:lnTo>
                  <a:lnTo>
                    <a:pt x="481" y="1765"/>
                  </a:lnTo>
                  <a:lnTo>
                    <a:pt x="487" y="1761"/>
                  </a:lnTo>
                  <a:lnTo>
                    <a:pt x="493" y="1756"/>
                  </a:lnTo>
                  <a:lnTo>
                    <a:pt x="493" y="1756"/>
                  </a:lnTo>
                  <a:lnTo>
                    <a:pt x="497" y="1752"/>
                  </a:lnTo>
                  <a:lnTo>
                    <a:pt x="497" y="1749"/>
                  </a:lnTo>
                  <a:lnTo>
                    <a:pt x="496" y="1746"/>
                  </a:lnTo>
                  <a:lnTo>
                    <a:pt x="492" y="1744"/>
                  </a:lnTo>
                  <a:lnTo>
                    <a:pt x="492" y="1744"/>
                  </a:lnTo>
                  <a:lnTo>
                    <a:pt x="491" y="1739"/>
                  </a:lnTo>
                  <a:lnTo>
                    <a:pt x="490" y="1734"/>
                  </a:lnTo>
                  <a:lnTo>
                    <a:pt x="486" y="1730"/>
                  </a:lnTo>
                  <a:lnTo>
                    <a:pt x="481" y="1728"/>
                  </a:lnTo>
                  <a:lnTo>
                    <a:pt x="481" y="1728"/>
                  </a:lnTo>
                  <a:lnTo>
                    <a:pt x="474" y="1724"/>
                  </a:lnTo>
                  <a:lnTo>
                    <a:pt x="465" y="1721"/>
                  </a:lnTo>
                  <a:lnTo>
                    <a:pt x="447" y="1720"/>
                  </a:lnTo>
                  <a:lnTo>
                    <a:pt x="447" y="1720"/>
                  </a:lnTo>
                  <a:lnTo>
                    <a:pt x="439" y="1718"/>
                  </a:lnTo>
                  <a:lnTo>
                    <a:pt x="430" y="1714"/>
                  </a:lnTo>
                  <a:lnTo>
                    <a:pt x="430" y="1714"/>
                  </a:lnTo>
                  <a:lnTo>
                    <a:pt x="402" y="1700"/>
                  </a:lnTo>
                  <a:lnTo>
                    <a:pt x="402" y="1700"/>
                  </a:lnTo>
                  <a:lnTo>
                    <a:pt x="390" y="1694"/>
                  </a:lnTo>
                  <a:lnTo>
                    <a:pt x="381" y="1685"/>
                  </a:lnTo>
                  <a:lnTo>
                    <a:pt x="372" y="1676"/>
                  </a:lnTo>
                  <a:lnTo>
                    <a:pt x="366" y="1664"/>
                  </a:lnTo>
                  <a:lnTo>
                    <a:pt x="366" y="1664"/>
                  </a:lnTo>
                  <a:lnTo>
                    <a:pt x="363" y="1659"/>
                  </a:lnTo>
                  <a:lnTo>
                    <a:pt x="362" y="1657"/>
                  </a:lnTo>
                  <a:lnTo>
                    <a:pt x="362" y="1654"/>
                  </a:lnTo>
                  <a:lnTo>
                    <a:pt x="362" y="1654"/>
                  </a:lnTo>
                  <a:lnTo>
                    <a:pt x="362" y="1651"/>
                  </a:lnTo>
                  <a:lnTo>
                    <a:pt x="362" y="1648"/>
                  </a:lnTo>
                  <a:lnTo>
                    <a:pt x="358" y="1642"/>
                  </a:lnTo>
                  <a:lnTo>
                    <a:pt x="358" y="1642"/>
                  </a:lnTo>
                  <a:lnTo>
                    <a:pt x="356" y="1636"/>
                  </a:lnTo>
                  <a:lnTo>
                    <a:pt x="355" y="1630"/>
                  </a:lnTo>
                  <a:lnTo>
                    <a:pt x="351" y="1617"/>
                  </a:lnTo>
                  <a:lnTo>
                    <a:pt x="351" y="1617"/>
                  </a:lnTo>
                  <a:lnTo>
                    <a:pt x="347" y="1602"/>
                  </a:lnTo>
                  <a:lnTo>
                    <a:pt x="347" y="1602"/>
                  </a:lnTo>
                  <a:lnTo>
                    <a:pt x="353" y="1599"/>
                  </a:lnTo>
                  <a:lnTo>
                    <a:pt x="353" y="1599"/>
                  </a:lnTo>
                  <a:lnTo>
                    <a:pt x="356" y="1596"/>
                  </a:lnTo>
                  <a:lnTo>
                    <a:pt x="357" y="1593"/>
                  </a:lnTo>
                  <a:lnTo>
                    <a:pt x="357" y="1589"/>
                  </a:lnTo>
                  <a:lnTo>
                    <a:pt x="356" y="1585"/>
                  </a:lnTo>
                  <a:lnTo>
                    <a:pt x="356" y="1585"/>
                  </a:lnTo>
                  <a:lnTo>
                    <a:pt x="346" y="1564"/>
                  </a:lnTo>
                  <a:lnTo>
                    <a:pt x="346" y="1564"/>
                  </a:lnTo>
                  <a:lnTo>
                    <a:pt x="345" y="1562"/>
                  </a:lnTo>
                  <a:lnTo>
                    <a:pt x="345" y="1559"/>
                  </a:lnTo>
                  <a:lnTo>
                    <a:pt x="345" y="1559"/>
                  </a:lnTo>
                  <a:lnTo>
                    <a:pt x="352" y="1544"/>
                  </a:lnTo>
                  <a:lnTo>
                    <a:pt x="358" y="1528"/>
                  </a:lnTo>
                  <a:lnTo>
                    <a:pt x="371" y="1497"/>
                  </a:lnTo>
                  <a:lnTo>
                    <a:pt x="371" y="1497"/>
                  </a:lnTo>
                  <a:lnTo>
                    <a:pt x="376" y="1480"/>
                  </a:lnTo>
                  <a:lnTo>
                    <a:pt x="381" y="1462"/>
                  </a:lnTo>
                  <a:lnTo>
                    <a:pt x="381" y="1462"/>
                  </a:lnTo>
                  <a:lnTo>
                    <a:pt x="382" y="1454"/>
                  </a:lnTo>
                  <a:lnTo>
                    <a:pt x="381" y="1446"/>
                  </a:lnTo>
                  <a:lnTo>
                    <a:pt x="381" y="1446"/>
                  </a:lnTo>
                  <a:lnTo>
                    <a:pt x="382" y="1438"/>
                  </a:lnTo>
                  <a:lnTo>
                    <a:pt x="382" y="1430"/>
                  </a:lnTo>
                  <a:lnTo>
                    <a:pt x="384" y="1415"/>
                  </a:lnTo>
                  <a:lnTo>
                    <a:pt x="384" y="1415"/>
                  </a:lnTo>
                  <a:lnTo>
                    <a:pt x="389" y="1386"/>
                  </a:lnTo>
                  <a:lnTo>
                    <a:pt x="389" y="1386"/>
                  </a:lnTo>
                  <a:lnTo>
                    <a:pt x="393" y="1359"/>
                  </a:lnTo>
                  <a:lnTo>
                    <a:pt x="393" y="1359"/>
                  </a:lnTo>
                  <a:lnTo>
                    <a:pt x="395" y="1343"/>
                  </a:lnTo>
                  <a:lnTo>
                    <a:pt x="395" y="1343"/>
                  </a:lnTo>
                  <a:lnTo>
                    <a:pt x="398" y="1304"/>
                  </a:lnTo>
                  <a:lnTo>
                    <a:pt x="398" y="1304"/>
                  </a:lnTo>
                  <a:lnTo>
                    <a:pt x="399" y="1289"/>
                  </a:lnTo>
                  <a:lnTo>
                    <a:pt x="399" y="1289"/>
                  </a:lnTo>
                  <a:lnTo>
                    <a:pt x="405" y="1244"/>
                  </a:lnTo>
                  <a:lnTo>
                    <a:pt x="405" y="1244"/>
                  </a:lnTo>
                  <a:lnTo>
                    <a:pt x="412" y="1203"/>
                  </a:lnTo>
                  <a:lnTo>
                    <a:pt x="412" y="1203"/>
                  </a:lnTo>
                  <a:lnTo>
                    <a:pt x="419" y="1170"/>
                  </a:lnTo>
                  <a:lnTo>
                    <a:pt x="419" y="1170"/>
                  </a:lnTo>
                  <a:lnTo>
                    <a:pt x="424" y="1138"/>
                  </a:lnTo>
                  <a:lnTo>
                    <a:pt x="424" y="1138"/>
                  </a:lnTo>
                  <a:lnTo>
                    <a:pt x="430" y="1102"/>
                  </a:lnTo>
                  <a:lnTo>
                    <a:pt x="430" y="1102"/>
                  </a:lnTo>
                  <a:lnTo>
                    <a:pt x="436" y="1074"/>
                  </a:lnTo>
                  <a:lnTo>
                    <a:pt x="436" y="1074"/>
                  </a:lnTo>
                  <a:lnTo>
                    <a:pt x="444" y="1038"/>
                  </a:lnTo>
                  <a:lnTo>
                    <a:pt x="444" y="1038"/>
                  </a:lnTo>
                  <a:lnTo>
                    <a:pt x="445" y="1026"/>
                  </a:lnTo>
                  <a:lnTo>
                    <a:pt x="446" y="1014"/>
                  </a:lnTo>
                  <a:lnTo>
                    <a:pt x="446" y="1014"/>
                  </a:lnTo>
                  <a:lnTo>
                    <a:pt x="447" y="999"/>
                  </a:lnTo>
                  <a:lnTo>
                    <a:pt x="447" y="999"/>
                  </a:lnTo>
                  <a:lnTo>
                    <a:pt x="452" y="1000"/>
                  </a:lnTo>
                  <a:lnTo>
                    <a:pt x="459" y="999"/>
                  </a:lnTo>
                  <a:lnTo>
                    <a:pt x="467" y="994"/>
                  </a:lnTo>
                  <a:lnTo>
                    <a:pt x="467" y="994"/>
                  </a:lnTo>
                  <a:lnTo>
                    <a:pt x="480" y="986"/>
                  </a:lnTo>
                  <a:lnTo>
                    <a:pt x="492" y="979"/>
                  </a:lnTo>
                  <a:lnTo>
                    <a:pt x="492" y="979"/>
                  </a:lnTo>
                  <a:lnTo>
                    <a:pt x="496" y="975"/>
                  </a:lnTo>
                  <a:lnTo>
                    <a:pt x="497" y="973"/>
                  </a:lnTo>
                  <a:lnTo>
                    <a:pt x="497" y="968"/>
                  </a:lnTo>
                  <a:lnTo>
                    <a:pt x="496" y="964"/>
                  </a:lnTo>
                  <a:lnTo>
                    <a:pt x="496" y="964"/>
                  </a:lnTo>
                  <a:lnTo>
                    <a:pt x="492" y="949"/>
                  </a:lnTo>
                  <a:lnTo>
                    <a:pt x="488" y="936"/>
                  </a:lnTo>
                  <a:lnTo>
                    <a:pt x="488" y="936"/>
                  </a:lnTo>
                  <a:lnTo>
                    <a:pt x="485" y="919"/>
                  </a:lnTo>
                  <a:lnTo>
                    <a:pt x="485" y="919"/>
                  </a:lnTo>
                  <a:lnTo>
                    <a:pt x="485" y="913"/>
                  </a:lnTo>
                  <a:lnTo>
                    <a:pt x="485" y="908"/>
                  </a:lnTo>
                  <a:lnTo>
                    <a:pt x="485" y="908"/>
                  </a:lnTo>
                  <a:lnTo>
                    <a:pt x="476" y="865"/>
                  </a:lnTo>
                  <a:lnTo>
                    <a:pt x="476" y="865"/>
                  </a:lnTo>
                  <a:lnTo>
                    <a:pt x="470" y="824"/>
                  </a:lnTo>
                  <a:lnTo>
                    <a:pt x="470" y="824"/>
                  </a:lnTo>
                  <a:lnTo>
                    <a:pt x="465" y="794"/>
                  </a:lnTo>
                  <a:lnTo>
                    <a:pt x="465" y="794"/>
                  </a:lnTo>
                  <a:lnTo>
                    <a:pt x="464" y="781"/>
                  </a:lnTo>
                  <a:lnTo>
                    <a:pt x="464" y="781"/>
                  </a:lnTo>
                  <a:lnTo>
                    <a:pt x="461" y="748"/>
                  </a:lnTo>
                  <a:lnTo>
                    <a:pt x="461" y="748"/>
                  </a:lnTo>
                  <a:lnTo>
                    <a:pt x="457" y="722"/>
                  </a:lnTo>
                  <a:lnTo>
                    <a:pt x="457" y="722"/>
                  </a:lnTo>
                  <a:lnTo>
                    <a:pt x="454" y="699"/>
                  </a:lnTo>
                  <a:lnTo>
                    <a:pt x="454" y="699"/>
                  </a:lnTo>
                  <a:lnTo>
                    <a:pt x="449" y="673"/>
                  </a:lnTo>
                  <a:lnTo>
                    <a:pt x="449" y="673"/>
                  </a:lnTo>
                  <a:lnTo>
                    <a:pt x="445" y="637"/>
                  </a:lnTo>
                  <a:lnTo>
                    <a:pt x="445" y="637"/>
                  </a:lnTo>
                  <a:lnTo>
                    <a:pt x="443" y="612"/>
                  </a:lnTo>
                  <a:lnTo>
                    <a:pt x="441" y="589"/>
                  </a:lnTo>
                  <a:lnTo>
                    <a:pt x="441" y="589"/>
                  </a:lnTo>
                  <a:lnTo>
                    <a:pt x="443" y="574"/>
                  </a:lnTo>
                  <a:lnTo>
                    <a:pt x="444" y="560"/>
                  </a:lnTo>
                  <a:lnTo>
                    <a:pt x="444" y="560"/>
                  </a:lnTo>
                  <a:lnTo>
                    <a:pt x="444" y="530"/>
                  </a:lnTo>
                  <a:lnTo>
                    <a:pt x="444" y="530"/>
                  </a:lnTo>
                  <a:lnTo>
                    <a:pt x="446" y="487"/>
                  </a:lnTo>
                  <a:lnTo>
                    <a:pt x="446" y="487"/>
                  </a:lnTo>
                  <a:lnTo>
                    <a:pt x="450" y="447"/>
                  </a:lnTo>
                  <a:lnTo>
                    <a:pt x="450" y="447"/>
                  </a:lnTo>
                  <a:lnTo>
                    <a:pt x="451" y="435"/>
                  </a:lnTo>
                  <a:lnTo>
                    <a:pt x="450" y="421"/>
                  </a:lnTo>
                  <a:lnTo>
                    <a:pt x="450" y="421"/>
                  </a:lnTo>
                  <a:lnTo>
                    <a:pt x="449" y="414"/>
                  </a:lnTo>
                  <a:lnTo>
                    <a:pt x="447" y="406"/>
                  </a:lnTo>
                  <a:lnTo>
                    <a:pt x="443" y="400"/>
                  </a:lnTo>
                  <a:lnTo>
                    <a:pt x="440" y="398"/>
                  </a:lnTo>
                  <a:lnTo>
                    <a:pt x="436" y="396"/>
                  </a:lnTo>
                  <a:lnTo>
                    <a:pt x="436" y="396"/>
                  </a:lnTo>
                  <a:lnTo>
                    <a:pt x="429" y="391"/>
                  </a:lnTo>
                  <a:lnTo>
                    <a:pt x="423" y="385"/>
                  </a:lnTo>
                  <a:lnTo>
                    <a:pt x="409" y="374"/>
                  </a:lnTo>
                  <a:lnTo>
                    <a:pt x="409" y="374"/>
                  </a:lnTo>
                  <a:lnTo>
                    <a:pt x="393" y="362"/>
                  </a:lnTo>
                  <a:lnTo>
                    <a:pt x="393" y="362"/>
                  </a:lnTo>
                  <a:lnTo>
                    <a:pt x="382" y="354"/>
                  </a:lnTo>
                  <a:lnTo>
                    <a:pt x="372" y="346"/>
                  </a:lnTo>
                  <a:lnTo>
                    <a:pt x="372" y="346"/>
                  </a:lnTo>
                  <a:lnTo>
                    <a:pt x="367" y="341"/>
                  </a:lnTo>
                  <a:lnTo>
                    <a:pt x="362" y="334"/>
                  </a:lnTo>
                  <a:lnTo>
                    <a:pt x="362" y="334"/>
                  </a:lnTo>
                  <a:lnTo>
                    <a:pt x="361" y="333"/>
                  </a:lnTo>
                  <a:lnTo>
                    <a:pt x="360" y="332"/>
                  </a:lnTo>
                  <a:lnTo>
                    <a:pt x="360" y="332"/>
                  </a:lnTo>
                  <a:lnTo>
                    <a:pt x="361" y="336"/>
                  </a:lnTo>
                  <a:lnTo>
                    <a:pt x="361" y="336"/>
                  </a:lnTo>
                  <a:lnTo>
                    <a:pt x="369" y="360"/>
                  </a:lnTo>
                  <a:lnTo>
                    <a:pt x="379" y="386"/>
                  </a:lnTo>
                  <a:lnTo>
                    <a:pt x="387" y="411"/>
                  </a:lnTo>
                  <a:lnTo>
                    <a:pt x="393" y="437"/>
                  </a:lnTo>
                  <a:lnTo>
                    <a:pt x="393" y="437"/>
                  </a:lnTo>
                  <a:lnTo>
                    <a:pt x="398" y="461"/>
                  </a:lnTo>
                  <a:lnTo>
                    <a:pt x="402" y="484"/>
                  </a:lnTo>
                  <a:lnTo>
                    <a:pt x="407" y="530"/>
                  </a:lnTo>
                  <a:lnTo>
                    <a:pt x="407" y="530"/>
                  </a:lnTo>
                  <a:lnTo>
                    <a:pt x="414" y="603"/>
                  </a:lnTo>
                  <a:lnTo>
                    <a:pt x="420" y="677"/>
                  </a:lnTo>
                  <a:lnTo>
                    <a:pt x="420" y="677"/>
                  </a:lnTo>
                  <a:lnTo>
                    <a:pt x="423" y="701"/>
                  </a:lnTo>
                  <a:lnTo>
                    <a:pt x="425" y="726"/>
                  </a:lnTo>
                  <a:lnTo>
                    <a:pt x="435" y="776"/>
                  </a:lnTo>
                  <a:lnTo>
                    <a:pt x="435" y="776"/>
                  </a:lnTo>
                  <a:lnTo>
                    <a:pt x="436" y="781"/>
                  </a:lnTo>
                  <a:lnTo>
                    <a:pt x="435" y="786"/>
                  </a:lnTo>
                  <a:lnTo>
                    <a:pt x="433" y="797"/>
                  </a:lnTo>
                  <a:lnTo>
                    <a:pt x="433" y="797"/>
                  </a:lnTo>
                  <a:lnTo>
                    <a:pt x="430" y="798"/>
                  </a:lnTo>
                  <a:lnTo>
                    <a:pt x="428" y="798"/>
                  </a:lnTo>
                  <a:lnTo>
                    <a:pt x="428" y="798"/>
                  </a:lnTo>
                  <a:lnTo>
                    <a:pt x="390" y="796"/>
                  </a:lnTo>
                  <a:lnTo>
                    <a:pt x="390" y="796"/>
                  </a:lnTo>
                  <a:lnTo>
                    <a:pt x="371" y="794"/>
                  </a:lnTo>
                  <a:lnTo>
                    <a:pt x="371" y="794"/>
                  </a:lnTo>
                  <a:lnTo>
                    <a:pt x="368" y="793"/>
                  </a:lnTo>
                  <a:lnTo>
                    <a:pt x="367" y="791"/>
                  </a:lnTo>
                  <a:lnTo>
                    <a:pt x="367" y="791"/>
                  </a:lnTo>
                  <a:lnTo>
                    <a:pt x="366" y="743"/>
                  </a:lnTo>
                  <a:lnTo>
                    <a:pt x="366" y="743"/>
                  </a:lnTo>
                  <a:lnTo>
                    <a:pt x="367" y="741"/>
                  </a:lnTo>
                  <a:lnTo>
                    <a:pt x="367" y="741"/>
                  </a:lnTo>
                  <a:lnTo>
                    <a:pt x="371" y="745"/>
                  </a:lnTo>
                  <a:lnTo>
                    <a:pt x="371" y="745"/>
                  </a:lnTo>
                  <a:lnTo>
                    <a:pt x="386" y="760"/>
                  </a:lnTo>
                  <a:lnTo>
                    <a:pt x="386" y="760"/>
                  </a:lnTo>
                  <a:lnTo>
                    <a:pt x="389" y="762"/>
                  </a:lnTo>
                  <a:lnTo>
                    <a:pt x="390" y="761"/>
                  </a:lnTo>
                  <a:lnTo>
                    <a:pt x="392" y="760"/>
                  </a:lnTo>
                  <a:lnTo>
                    <a:pt x="392" y="760"/>
                  </a:lnTo>
                  <a:lnTo>
                    <a:pt x="414" y="725"/>
                  </a:lnTo>
                  <a:lnTo>
                    <a:pt x="414" y="725"/>
                  </a:lnTo>
                  <a:lnTo>
                    <a:pt x="414" y="722"/>
                  </a:lnTo>
                  <a:lnTo>
                    <a:pt x="414" y="719"/>
                  </a:lnTo>
                  <a:lnTo>
                    <a:pt x="414" y="719"/>
                  </a:lnTo>
                  <a:lnTo>
                    <a:pt x="398" y="641"/>
                  </a:lnTo>
                  <a:lnTo>
                    <a:pt x="398" y="641"/>
                  </a:lnTo>
                  <a:lnTo>
                    <a:pt x="395" y="623"/>
                  </a:lnTo>
                  <a:lnTo>
                    <a:pt x="393" y="605"/>
                  </a:lnTo>
                  <a:lnTo>
                    <a:pt x="392" y="570"/>
                  </a:lnTo>
                  <a:lnTo>
                    <a:pt x="392" y="570"/>
                  </a:lnTo>
                  <a:lnTo>
                    <a:pt x="382" y="456"/>
                  </a:lnTo>
                  <a:lnTo>
                    <a:pt x="382" y="456"/>
                  </a:lnTo>
                  <a:lnTo>
                    <a:pt x="381" y="450"/>
                  </a:lnTo>
                  <a:lnTo>
                    <a:pt x="379" y="443"/>
                  </a:lnTo>
                  <a:lnTo>
                    <a:pt x="379" y="443"/>
                  </a:lnTo>
                  <a:lnTo>
                    <a:pt x="362" y="388"/>
                  </a:lnTo>
                  <a:lnTo>
                    <a:pt x="362" y="388"/>
                  </a:lnTo>
                  <a:lnTo>
                    <a:pt x="353" y="362"/>
                  </a:lnTo>
                  <a:lnTo>
                    <a:pt x="351" y="348"/>
                  </a:lnTo>
                  <a:lnTo>
                    <a:pt x="348" y="334"/>
                  </a:lnTo>
                  <a:lnTo>
                    <a:pt x="348" y="334"/>
                  </a:lnTo>
                  <a:lnTo>
                    <a:pt x="348" y="331"/>
                  </a:lnTo>
                  <a:lnTo>
                    <a:pt x="346" y="327"/>
                  </a:lnTo>
                  <a:lnTo>
                    <a:pt x="342" y="322"/>
                  </a:lnTo>
                  <a:lnTo>
                    <a:pt x="337" y="318"/>
                  </a:lnTo>
                  <a:lnTo>
                    <a:pt x="331" y="315"/>
                  </a:lnTo>
                  <a:lnTo>
                    <a:pt x="331" y="315"/>
                  </a:lnTo>
                  <a:lnTo>
                    <a:pt x="327" y="315"/>
                  </a:lnTo>
                  <a:lnTo>
                    <a:pt x="327" y="315"/>
                  </a:lnTo>
                  <a:lnTo>
                    <a:pt x="340" y="293"/>
                  </a:lnTo>
                  <a:lnTo>
                    <a:pt x="340" y="293"/>
                  </a:lnTo>
                  <a:lnTo>
                    <a:pt x="342" y="290"/>
                  </a:lnTo>
                  <a:lnTo>
                    <a:pt x="343" y="285"/>
                  </a:lnTo>
                  <a:lnTo>
                    <a:pt x="343" y="285"/>
                  </a:lnTo>
                  <a:lnTo>
                    <a:pt x="346" y="271"/>
                  </a:lnTo>
                  <a:lnTo>
                    <a:pt x="350" y="258"/>
                  </a:lnTo>
                  <a:lnTo>
                    <a:pt x="350" y="258"/>
                  </a:lnTo>
                  <a:lnTo>
                    <a:pt x="352" y="251"/>
                  </a:lnTo>
                  <a:lnTo>
                    <a:pt x="357" y="245"/>
                  </a:lnTo>
                  <a:lnTo>
                    <a:pt x="357" y="245"/>
                  </a:lnTo>
                  <a:lnTo>
                    <a:pt x="363" y="236"/>
                  </a:lnTo>
                  <a:lnTo>
                    <a:pt x="368" y="227"/>
                  </a:lnTo>
                  <a:lnTo>
                    <a:pt x="372" y="217"/>
                  </a:lnTo>
                  <a:lnTo>
                    <a:pt x="374" y="205"/>
                  </a:lnTo>
                  <a:lnTo>
                    <a:pt x="374" y="205"/>
                  </a:lnTo>
                  <a:lnTo>
                    <a:pt x="376" y="204"/>
                  </a:lnTo>
                  <a:lnTo>
                    <a:pt x="376" y="204"/>
                  </a:lnTo>
                  <a:lnTo>
                    <a:pt x="378" y="202"/>
                  </a:lnTo>
                  <a:lnTo>
                    <a:pt x="379" y="198"/>
                  </a:lnTo>
                  <a:lnTo>
                    <a:pt x="382" y="191"/>
                  </a:lnTo>
                  <a:lnTo>
                    <a:pt x="382" y="191"/>
                  </a:lnTo>
                  <a:lnTo>
                    <a:pt x="386" y="182"/>
                  </a:lnTo>
                  <a:lnTo>
                    <a:pt x="387" y="173"/>
                  </a:lnTo>
                  <a:lnTo>
                    <a:pt x="389" y="155"/>
                  </a:lnTo>
                  <a:lnTo>
                    <a:pt x="389" y="155"/>
                  </a:lnTo>
                  <a:lnTo>
                    <a:pt x="389" y="144"/>
                  </a:lnTo>
                  <a:lnTo>
                    <a:pt x="389" y="144"/>
                  </a:lnTo>
                  <a:lnTo>
                    <a:pt x="390" y="129"/>
                  </a:lnTo>
                  <a:lnTo>
                    <a:pt x="390" y="129"/>
                  </a:lnTo>
                  <a:lnTo>
                    <a:pt x="389" y="110"/>
                  </a:lnTo>
                  <a:lnTo>
                    <a:pt x="389" y="110"/>
                  </a:lnTo>
                  <a:lnTo>
                    <a:pt x="389" y="105"/>
                  </a:lnTo>
                  <a:lnTo>
                    <a:pt x="389" y="105"/>
                  </a:lnTo>
                  <a:lnTo>
                    <a:pt x="393" y="106"/>
                  </a:lnTo>
                  <a:lnTo>
                    <a:pt x="393" y="106"/>
                  </a:lnTo>
                  <a:lnTo>
                    <a:pt x="393" y="103"/>
                  </a:lnTo>
                  <a:lnTo>
                    <a:pt x="393" y="103"/>
                  </a:lnTo>
                  <a:lnTo>
                    <a:pt x="392" y="96"/>
                  </a:lnTo>
                  <a:lnTo>
                    <a:pt x="392" y="96"/>
                  </a:lnTo>
                  <a:lnTo>
                    <a:pt x="394" y="95"/>
                  </a:lnTo>
                  <a:lnTo>
                    <a:pt x="394" y="95"/>
                  </a:lnTo>
                  <a:lnTo>
                    <a:pt x="392" y="88"/>
                  </a:lnTo>
                  <a:lnTo>
                    <a:pt x="392" y="88"/>
                  </a:lnTo>
                  <a:lnTo>
                    <a:pt x="392" y="86"/>
                  </a:lnTo>
                  <a:lnTo>
                    <a:pt x="392" y="86"/>
                  </a:lnTo>
                  <a:lnTo>
                    <a:pt x="395" y="89"/>
                  </a:lnTo>
                  <a:lnTo>
                    <a:pt x="395" y="89"/>
                  </a:lnTo>
                  <a:lnTo>
                    <a:pt x="397" y="89"/>
                  </a:lnTo>
                  <a:lnTo>
                    <a:pt x="397" y="89"/>
                  </a:lnTo>
                  <a:lnTo>
                    <a:pt x="390" y="79"/>
                  </a:lnTo>
                  <a:lnTo>
                    <a:pt x="390" y="79"/>
                  </a:lnTo>
                  <a:lnTo>
                    <a:pt x="397" y="77"/>
                  </a:lnTo>
                  <a:lnTo>
                    <a:pt x="397" y="77"/>
                  </a:lnTo>
                  <a:lnTo>
                    <a:pt x="387" y="74"/>
                  </a:lnTo>
                  <a:lnTo>
                    <a:pt x="387" y="74"/>
                  </a:lnTo>
                  <a:lnTo>
                    <a:pt x="389" y="69"/>
                  </a:lnTo>
                  <a:lnTo>
                    <a:pt x="389" y="69"/>
                  </a:lnTo>
                  <a:lnTo>
                    <a:pt x="397" y="68"/>
                  </a:lnTo>
                  <a:lnTo>
                    <a:pt x="397" y="68"/>
                  </a:lnTo>
                  <a:lnTo>
                    <a:pt x="392" y="63"/>
                  </a:lnTo>
                  <a:lnTo>
                    <a:pt x="392" y="63"/>
                  </a:lnTo>
                  <a:lnTo>
                    <a:pt x="386" y="60"/>
                  </a:lnTo>
                  <a:lnTo>
                    <a:pt x="386" y="60"/>
                  </a:lnTo>
                  <a:lnTo>
                    <a:pt x="383" y="60"/>
                  </a:lnTo>
                  <a:lnTo>
                    <a:pt x="383" y="60"/>
                  </a:lnTo>
                  <a:lnTo>
                    <a:pt x="381" y="59"/>
                  </a:lnTo>
                  <a:lnTo>
                    <a:pt x="381" y="57"/>
                  </a:lnTo>
                  <a:lnTo>
                    <a:pt x="381" y="57"/>
                  </a:lnTo>
                  <a:lnTo>
                    <a:pt x="381" y="51"/>
                  </a:lnTo>
                  <a:lnTo>
                    <a:pt x="381" y="44"/>
                  </a:lnTo>
                  <a:lnTo>
                    <a:pt x="381" y="44"/>
                  </a:lnTo>
                  <a:lnTo>
                    <a:pt x="379" y="47"/>
                  </a:lnTo>
                  <a:lnTo>
                    <a:pt x="379" y="47"/>
                  </a:lnTo>
                  <a:lnTo>
                    <a:pt x="374" y="34"/>
                  </a:lnTo>
                  <a:lnTo>
                    <a:pt x="374" y="34"/>
                  </a:lnTo>
                  <a:lnTo>
                    <a:pt x="373" y="34"/>
                  </a:lnTo>
                  <a:lnTo>
                    <a:pt x="373" y="34"/>
                  </a:lnTo>
                  <a:lnTo>
                    <a:pt x="374" y="42"/>
                  </a:lnTo>
                  <a:lnTo>
                    <a:pt x="374" y="42"/>
                  </a:lnTo>
                  <a:lnTo>
                    <a:pt x="373" y="42"/>
                  </a:lnTo>
                  <a:lnTo>
                    <a:pt x="373" y="42"/>
                  </a:lnTo>
                  <a:lnTo>
                    <a:pt x="363" y="18"/>
                  </a:lnTo>
                  <a:lnTo>
                    <a:pt x="363" y="18"/>
                  </a:lnTo>
                  <a:lnTo>
                    <a:pt x="362" y="21"/>
                  </a:lnTo>
                  <a:lnTo>
                    <a:pt x="362" y="22"/>
                  </a:lnTo>
                  <a:lnTo>
                    <a:pt x="361" y="25"/>
                  </a:lnTo>
                  <a:lnTo>
                    <a:pt x="358" y="26"/>
                  </a:lnTo>
                  <a:lnTo>
                    <a:pt x="358" y="26"/>
                  </a:lnTo>
                  <a:lnTo>
                    <a:pt x="361" y="31"/>
                  </a:lnTo>
                  <a:lnTo>
                    <a:pt x="361" y="31"/>
                  </a:lnTo>
                  <a:lnTo>
                    <a:pt x="360" y="31"/>
                  </a:lnTo>
                  <a:lnTo>
                    <a:pt x="360" y="31"/>
                  </a:lnTo>
                  <a:lnTo>
                    <a:pt x="350" y="21"/>
                  </a:lnTo>
                  <a:lnTo>
                    <a:pt x="350" y="21"/>
                  </a:lnTo>
                  <a:lnTo>
                    <a:pt x="343" y="17"/>
                  </a:lnTo>
                  <a:lnTo>
                    <a:pt x="343" y="17"/>
                  </a:lnTo>
                  <a:lnTo>
                    <a:pt x="341" y="18"/>
                  </a:lnTo>
                  <a:lnTo>
                    <a:pt x="341" y="18"/>
                  </a:lnTo>
                  <a:lnTo>
                    <a:pt x="341" y="17"/>
                  </a:lnTo>
                  <a:lnTo>
                    <a:pt x="343" y="11"/>
                  </a:lnTo>
                  <a:lnTo>
                    <a:pt x="343" y="11"/>
                  </a:lnTo>
                  <a:lnTo>
                    <a:pt x="333" y="12"/>
                  </a:lnTo>
                  <a:lnTo>
                    <a:pt x="333" y="12"/>
                  </a:lnTo>
                  <a:lnTo>
                    <a:pt x="335" y="6"/>
                  </a:lnTo>
                  <a:lnTo>
                    <a:pt x="335" y="6"/>
                  </a:lnTo>
                  <a:lnTo>
                    <a:pt x="330" y="8"/>
                  </a:lnTo>
                  <a:lnTo>
                    <a:pt x="330" y="8"/>
                  </a:lnTo>
                  <a:lnTo>
                    <a:pt x="329" y="5"/>
                  </a:lnTo>
                  <a:lnTo>
                    <a:pt x="329" y="5"/>
                  </a:lnTo>
                  <a:lnTo>
                    <a:pt x="327" y="7"/>
                  </a:lnTo>
                  <a:lnTo>
                    <a:pt x="327" y="7"/>
                  </a:lnTo>
                  <a:lnTo>
                    <a:pt x="327" y="8"/>
                  </a:lnTo>
                  <a:lnTo>
                    <a:pt x="327" y="8"/>
                  </a:lnTo>
                  <a:lnTo>
                    <a:pt x="327" y="11"/>
                  </a:lnTo>
                  <a:lnTo>
                    <a:pt x="327" y="11"/>
                  </a:lnTo>
                  <a:lnTo>
                    <a:pt x="324" y="11"/>
                  </a:lnTo>
                  <a:lnTo>
                    <a:pt x="321" y="11"/>
                  </a:lnTo>
                  <a:lnTo>
                    <a:pt x="321" y="11"/>
                  </a:lnTo>
                  <a:lnTo>
                    <a:pt x="320" y="8"/>
                  </a:lnTo>
                  <a:lnTo>
                    <a:pt x="320" y="7"/>
                  </a:lnTo>
                  <a:lnTo>
                    <a:pt x="320" y="7"/>
                  </a:lnTo>
                  <a:lnTo>
                    <a:pt x="320" y="7"/>
                  </a:lnTo>
                  <a:lnTo>
                    <a:pt x="320" y="7"/>
                  </a:lnTo>
                  <a:lnTo>
                    <a:pt x="320" y="6"/>
                  </a:lnTo>
                  <a:lnTo>
                    <a:pt x="320" y="6"/>
                  </a:lnTo>
                  <a:lnTo>
                    <a:pt x="320" y="3"/>
                  </a:lnTo>
                  <a:lnTo>
                    <a:pt x="320" y="3"/>
                  </a:lnTo>
                  <a:lnTo>
                    <a:pt x="320" y="3"/>
                  </a:lnTo>
                  <a:lnTo>
                    <a:pt x="320" y="3"/>
                  </a:lnTo>
                  <a:lnTo>
                    <a:pt x="315" y="10"/>
                  </a:lnTo>
                  <a:lnTo>
                    <a:pt x="315" y="10"/>
                  </a:lnTo>
                  <a:lnTo>
                    <a:pt x="311" y="5"/>
                  </a:lnTo>
                  <a:lnTo>
                    <a:pt x="311" y="5"/>
                  </a:lnTo>
                  <a:lnTo>
                    <a:pt x="309" y="5"/>
                  </a:lnTo>
                  <a:lnTo>
                    <a:pt x="309" y="5"/>
                  </a:lnTo>
                  <a:lnTo>
                    <a:pt x="311" y="2"/>
                  </a:lnTo>
                  <a:lnTo>
                    <a:pt x="312" y="1"/>
                  </a:lnTo>
                  <a:lnTo>
                    <a:pt x="312" y="1"/>
                  </a:lnTo>
                  <a:lnTo>
                    <a:pt x="314" y="0"/>
                  </a:lnTo>
                  <a:lnTo>
                    <a:pt x="314" y="0"/>
                  </a:lnTo>
                  <a:lnTo>
                    <a:pt x="310" y="1"/>
                  </a:lnTo>
                  <a:lnTo>
                    <a:pt x="307" y="2"/>
                  </a:lnTo>
                  <a:lnTo>
                    <a:pt x="307" y="2"/>
                  </a:lnTo>
                  <a:lnTo>
                    <a:pt x="303" y="8"/>
                  </a:lnTo>
                  <a:lnTo>
                    <a:pt x="303" y="8"/>
                  </a:lnTo>
                  <a:lnTo>
                    <a:pt x="301" y="11"/>
                  </a:lnTo>
                  <a:lnTo>
                    <a:pt x="299" y="11"/>
                  </a:lnTo>
                  <a:lnTo>
                    <a:pt x="298" y="10"/>
                  </a:lnTo>
                  <a:lnTo>
                    <a:pt x="298" y="10"/>
                  </a:lnTo>
                  <a:lnTo>
                    <a:pt x="291" y="7"/>
                  </a:lnTo>
                  <a:lnTo>
                    <a:pt x="291" y="7"/>
                  </a:lnTo>
                  <a:lnTo>
                    <a:pt x="294" y="1"/>
                  </a:lnTo>
                  <a:lnTo>
                    <a:pt x="294" y="1"/>
                  </a:lnTo>
                  <a:lnTo>
                    <a:pt x="293" y="2"/>
                  </a:lnTo>
                  <a:lnTo>
                    <a:pt x="291" y="5"/>
                  </a:lnTo>
                  <a:lnTo>
                    <a:pt x="289" y="10"/>
                  </a:lnTo>
                  <a:lnTo>
                    <a:pt x="289" y="10"/>
                  </a:lnTo>
                  <a:lnTo>
                    <a:pt x="289" y="10"/>
                  </a:lnTo>
                  <a:lnTo>
                    <a:pt x="288" y="15"/>
                  </a:lnTo>
                  <a:lnTo>
                    <a:pt x="285" y="18"/>
                  </a:lnTo>
                  <a:lnTo>
                    <a:pt x="281" y="21"/>
                  </a:lnTo>
                  <a:lnTo>
                    <a:pt x="275" y="22"/>
                  </a:lnTo>
                  <a:lnTo>
                    <a:pt x="275" y="22"/>
                  </a:lnTo>
                  <a:lnTo>
                    <a:pt x="278" y="18"/>
                  </a:lnTo>
                  <a:lnTo>
                    <a:pt x="278" y="18"/>
                  </a:lnTo>
                  <a:lnTo>
                    <a:pt x="274" y="21"/>
                  </a:lnTo>
                  <a:lnTo>
                    <a:pt x="274" y="21"/>
                  </a:lnTo>
                  <a:lnTo>
                    <a:pt x="274" y="21"/>
                  </a:lnTo>
                  <a:lnTo>
                    <a:pt x="274" y="21"/>
                  </a:lnTo>
                  <a:lnTo>
                    <a:pt x="272" y="25"/>
                  </a:lnTo>
                  <a:lnTo>
                    <a:pt x="272" y="25"/>
                  </a:lnTo>
                  <a:lnTo>
                    <a:pt x="268" y="28"/>
                  </a:lnTo>
                  <a:lnTo>
                    <a:pt x="268" y="28"/>
                  </a:lnTo>
                  <a:lnTo>
                    <a:pt x="254" y="34"/>
                  </a:lnTo>
                  <a:lnTo>
                    <a:pt x="254" y="34"/>
                  </a:lnTo>
                  <a:lnTo>
                    <a:pt x="248" y="38"/>
                  </a:lnTo>
                  <a:lnTo>
                    <a:pt x="242" y="39"/>
                  </a:lnTo>
                  <a:lnTo>
                    <a:pt x="242" y="39"/>
                  </a:lnTo>
                  <a:lnTo>
                    <a:pt x="239" y="42"/>
                  </a:lnTo>
                  <a:lnTo>
                    <a:pt x="239" y="42"/>
                  </a:lnTo>
                  <a:lnTo>
                    <a:pt x="243" y="43"/>
                  </a:lnTo>
                  <a:lnTo>
                    <a:pt x="243" y="43"/>
                  </a:lnTo>
                  <a:lnTo>
                    <a:pt x="242" y="46"/>
                  </a:lnTo>
                  <a:lnTo>
                    <a:pt x="242" y="46"/>
                  </a:lnTo>
                  <a:lnTo>
                    <a:pt x="238" y="51"/>
                  </a:lnTo>
                  <a:lnTo>
                    <a:pt x="234" y="56"/>
                  </a:lnTo>
                  <a:lnTo>
                    <a:pt x="234" y="56"/>
                  </a:lnTo>
                  <a:lnTo>
                    <a:pt x="232" y="57"/>
                  </a:lnTo>
                  <a:lnTo>
                    <a:pt x="228" y="57"/>
                  </a:lnTo>
                  <a:lnTo>
                    <a:pt x="228" y="57"/>
                  </a:lnTo>
                  <a:lnTo>
                    <a:pt x="229" y="58"/>
                  </a:lnTo>
                  <a:lnTo>
                    <a:pt x="229" y="58"/>
                  </a:lnTo>
                  <a:lnTo>
                    <a:pt x="231" y="59"/>
                  </a:lnTo>
                  <a:lnTo>
                    <a:pt x="231" y="62"/>
                  </a:lnTo>
                  <a:lnTo>
                    <a:pt x="228" y="63"/>
                  </a:lnTo>
                  <a:lnTo>
                    <a:pt x="228" y="63"/>
                  </a:lnTo>
                  <a:lnTo>
                    <a:pt x="224" y="65"/>
                  </a:lnTo>
                  <a:lnTo>
                    <a:pt x="219" y="69"/>
                  </a:lnTo>
                  <a:lnTo>
                    <a:pt x="215" y="77"/>
                  </a:lnTo>
                  <a:lnTo>
                    <a:pt x="215" y="77"/>
                  </a:lnTo>
                  <a:lnTo>
                    <a:pt x="202" y="96"/>
                  </a:lnTo>
                  <a:lnTo>
                    <a:pt x="202" y="96"/>
                  </a:lnTo>
                  <a:lnTo>
                    <a:pt x="206" y="96"/>
                  </a:lnTo>
                  <a:lnTo>
                    <a:pt x="206" y="98"/>
                  </a:lnTo>
                  <a:lnTo>
                    <a:pt x="206" y="99"/>
                  </a:lnTo>
                  <a:lnTo>
                    <a:pt x="206" y="99"/>
                  </a:lnTo>
                  <a:lnTo>
                    <a:pt x="213" y="90"/>
                  </a:lnTo>
                  <a:lnTo>
                    <a:pt x="213" y="90"/>
                  </a:lnTo>
                  <a:lnTo>
                    <a:pt x="215" y="90"/>
                  </a:lnTo>
                  <a:lnTo>
                    <a:pt x="215" y="90"/>
                  </a:lnTo>
                  <a:lnTo>
                    <a:pt x="207" y="108"/>
                  </a:lnTo>
                  <a:lnTo>
                    <a:pt x="207" y="108"/>
                  </a:lnTo>
                  <a:lnTo>
                    <a:pt x="207" y="113"/>
                  </a:lnTo>
                  <a:lnTo>
                    <a:pt x="207" y="115"/>
                  </a:lnTo>
                  <a:lnTo>
                    <a:pt x="207" y="115"/>
                  </a:lnTo>
                  <a:lnTo>
                    <a:pt x="208" y="119"/>
                  </a:lnTo>
                  <a:lnTo>
                    <a:pt x="207" y="122"/>
                  </a:lnTo>
                  <a:lnTo>
                    <a:pt x="206" y="130"/>
                  </a:lnTo>
                  <a:lnTo>
                    <a:pt x="206" y="130"/>
                  </a:lnTo>
                  <a:lnTo>
                    <a:pt x="206" y="132"/>
                  </a:lnTo>
                  <a:lnTo>
                    <a:pt x="208" y="136"/>
                  </a:lnTo>
                  <a:lnTo>
                    <a:pt x="208" y="136"/>
                  </a:lnTo>
                  <a:lnTo>
                    <a:pt x="208" y="140"/>
                  </a:lnTo>
                  <a:lnTo>
                    <a:pt x="210" y="142"/>
                  </a:lnTo>
                  <a:lnTo>
                    <a:pt x="207" y="148"/>
                  </a:lnTo>
                  <a:lnTo>
                    <a:pt x="207" y="148"/>
                  </a:lnTo>
                  <a:lnTo>
                    <a:pt x="206" y="155"/>
                  </a:lnTo>
                  <a:lnTo>
                    <a:pt x="207" y="160"/>
                  </a:lnTo>
                  <a:lnTo>
                    <a:pt x="208" y="166"/>
                  </a:lnTo>
                  <a:lnTo>
                    <a:pt x="211" y="171"/>
                  </a:lnTo>
                  <a:lnTo>
                    <a:pt x="211" y="171"/>
                  </a:lnTo>
                  <a:lnTo>
                    <a:pt x="221" y="187"/>
                  </a:lnTo>
                  <a:lnTo>
                    <a:pt x="221" y="187"/>
                  </a:lnTo>
                  <a:lnTo>
                    <a:pt x="228" y="197"/>
                  </a:lnTo>
                  <a:lnTo>
                    <a:pt x="228" y="197"/>
                  </a:lnTo>
                  <a:lnTo>
                    <a:pt x="232" y="203"/>
                  </a:lnTo>
                  <a:lnTo>
                    <a:pt x="233" y="210"/>
                  </a:lnTo>
                  <a:lnTo>
                    <a:pt x="234" y="224"/>
                  </a:lnTo>
                  <a:lnTo>
                    <a:pt x="234" y="224"/>
                  </a:lnTo>
                  <a:lnTo>
                    <a:pt x="234" y="258"/>
                  </a:lnTo>
                  <a:lnTo>
                    <a:pt x="234" y="258"/>
                  </a:lnTo>
                  <a:lnTo>
                    <a:pt x="234" y="260"/>
                  </a:lnTo>
                  <a:lnTo>
                    <a:pt x="237" y="261"/>
                  </a:lnTo>
                  <a:lnTo>
                    <a:pt x="237" y="261"/>
                  </a:lnTo>
                  <a:lnTo>
                    <a:pt x="263" y="275"/>
                  </a:lnTo>
                  <a:lnTo>
                    <a:pt x="263" y="275"/>
                  </a:lnTo>
                  <a:lnTo>
                    <a:pt x="272" y="280"/>
                  </a:lnTo>
                  <a:lnTo>
                    <a:pt x="280" y="286"/>
                  </a:lnTo>
                  <a:lnTo>
                    <a:pt x="289" y="292"/>
                  </a:lnTo>
                  <a:lnTo>
                    <a:pt x="296" y="300"/>
                  </a:lnTo>
                  <a:lnTo>
                    <a:pt x="296" y="300"/>
                  </a:lnTo>
                  <a:lnTo>
                    <a:pt x="314" y="318"/>
                  </a:lnTo>
                  <a:lnTo>
                    <a:pt x="314" y="318"/>
                  </a:lnTo>
                  <a:lnTo>
                    <a:pt x="306" y="328"/>
                  </a:lnTo>
                  <a:lnTo>
                    <a:pt x="306" y="328"/>
                  </a:lnTo>
                  <a:lnTo>
                    <a:pt x="305" y="332"/>
                  </a:lnTo>
                  <a:lnTo>
                    <a:pt x="307" y="334"/>
                  </a:lnTo>
                  <a:lnTo>
                    <a:pt x="307" y="334"/>
                  </a:lnTo>
                  <a:lnTo>
                    <a:pt x="316" y="343"/>
                  </a:lnTo>
                  <a:lnTo>
                    <a:pt x="316" y="343"/>
                  </a:lnTo>
                  <a:lnTo>
                    <a:pt x="321" y="351"/>
                  </a:lnTo>
                  <a:lnTo>
                    <a:pt x="325" y="357"/>
                  </a:lnTo>
                  <a:lnTo>
                    <a:pt x="327" y="365"/>
                  </a:lnTo>
                  <a:lnTo>
                    <a:pt x="327" y="373"/>
                  </a:lnTo>
                  <a:lnTo>
                    <a:pt x="327" y="373"/>
                  </a:lnTo>
                  <a:lnTo>
                    <a:pt x="336" y="519"/>
                  </a:lnTo>
                  <a:lnTo>
                    <a:pt x="336" y="519"/>
                  </a:lnTo>
                  <a:lnTo>
                    <a:pt x="336" y="523"/>
                  </a:lnTo>
                  <a:lnTo>
                    <a:pt x="335" y="527"/>
                  </a:lnTo>
                  <a:lnTo>
                    <a:pt x="335" y="527"/>
                  </a:lnTo>
                  <a:lnTo>
                    <a:pt x="332" y="522"/>
                  </a:lnTo>
                  <a:lnTo>
                    <a:pt x="332" y="522"/>
                  </a:lnTo>
                  <a:lnTo>
                    <a:pt x="310" y="462"/>
                  </a:lnTo>
                  <a:lnTo>
                    <a:pt x="298" y="432"/>
                  </a:lnTo>
                  <a:lnTo>
                    <a:pt x="284" y="404"/>
                  </a:lnTo>
                  <a:lnTo>
                    <a:pt x="284" y="404"/>
                  </a:lnTo>
                  <a:lnTo>
                    <a:pt x="254" y="348"/>
                  </a:lnTo>
                  <a:lnTo>
                    <a:pt x="223" y="293"/>
                  </a:lnTo>
                  <a:lnTo>
                    <a:pt x="223" y="293"/>
                  </a:lnTo>
                  <a:lnTo>
                    <a:pt x="221" y="289"/>
                  </a:lnTo>
                  <a:lnTo>
                    <a:pt x="221" y="289"/>
                  </a:lnTo>
                  <a:lnTo>
                    <a:pt x="218" y="285"/>
                  </a:lnTo>
                  <a:lnTo>
                    <a:pt x="216" y="284"/>
                  </a:lnTo>
                  <a:lnTo>
                    <a:pt x="213" y="285"/>
                  </a:lnTo>
                  <a:lnTo>
                    <a:pt x="210" y="287"/>
                  </a:lnTo>
                  <a:lnTo>
                    <a:pt x="210" y="287"/>
                  </a:lnTo>
                  <a:lnTo>
                    <a:pt x="206" y="292"/>
                  </a:lnTo>
                  <a:lnTo>
                    <a:pt x="201" y="297"/>
                  </a:lnTo>
                  <a:lnTo>
                    <a:pt x="196" y="301"/>
                  </a:lnTo>
                  <a:lnTo>
                    <a:pt x="190" y="303"/>
                  </a:lnTo>
                  <a:lnTo>
                    <a:pt x="190" y="303"/>
                  </a:lnTo>
                  <a:lnTo>
                    <a:pt x="177" y="308"/>
                  </a:lnTo>
                  <a:lnTo>
                    <a:pt x="164" y="313"/>
                  </a:lnTo>
                  <a:lnTo>
                    <a:pt x="164" y="313"/>
                  </a:lnTo>
                  <a:lnTo>
                    <a:pt x="149" y="318"/>
                  </a:lnTo>
                  <a:lnTo>
                    <a:pt x="149" y="318"/>
                  </a:lnTo>
                  <a:lnTo>
                    <a:pt x="110" y="329"/>
                  </a:lnTo>
                  <a:lnTo>
                    <a:pt x="110" y="329"/>
                  </a:lnTo>
                  <a:lnTo>
                    <a:pt x="83" y="338"/>
                  </a:lnTo>
                  <a:lnTo>
                    <a:pt x="83" y="338"/>
                  </a:lnTo>
                  <a:lnTo>
                    <a:pt x="73" y="341"/>
                  </a:lnTo>
                  <a:lnTo>
                    <a:pt x="73" y="341"/>
                  </a:lnTo>
                  <a:lnTo>
                    <a:pt x="66" y="343"/>
                  </a:lnTo>
                  <a:lnTo>
                    <a:pt x="60" y="348"/>
                  </a:lnTo>
                  <a:lnTo>
                    <a:pt x="55" y="354"/>
                  </a:lnTo>
                  <a:lnTo>
                    <a:pt x="52" y="362"/>
                  </a:lnTo>
                  <a:lnTo>
                    <a:pt x="52" y="362"/>
                  </a:lnTo>
                  <a:lnTo>
                    <a:pt x="45" y="380"/>
                  </a:lnTo>
                  <a:lnTo>
                    <a:pt x="45" y="380"/>
                  </a:lnTo>
                  <a:lnTo>
                    <a:pt x="42" y="390"/>
                  </a:lnTo>
                  <a:lnTo>
                    <a:pt x="41" y="400"/>
                  </a:lnTo>
                  <a:lnTo>
                    <a:pt x="40" y="410"/>
                  </a:lnTo>
                  <a:lnTo>
                    <a:pt x="40" y="420"/>
                  </a:lnTo>
                  <a:lnTo>
                    <a:pt x="40" y="420"/>
                  </a:lnTo>
                  <a:lnTo>
                    <a:pt x="42" y="457"/>
                  </a:lnTo>
                  <a:lnTo>
                    <a:pt x="42" y="457"/>
                  </a:lnTo>
                  <a:lnTo>
                    <a:pt x="42" y="479"/>
                  </a:lnTo>
                  <a:lnTo>
                    <a:pt x="42" y="479"/>
                  </a:lnTo>
                  <a:lnTo>
                    <a:pt x="45" y="504"/>
                  </a:lnTo>
                  <a:lnTo>
                    <a:pt x="45" y="504"/>
                  </a:lnTo>
                  <a:lnTo>
                    <a:pt x="44" y="509"/>
                  </a:lnTo>
                  <a:lnTo>
                    <a:pt x="44" y="509"/>
                  </a:lnTo>
                  <a:lnTo>
                    <a:pt x="41" y="517"/>
                  </a:lnTo>
                  <a:lnTo>
                    <a:pt x="40" y="524"/>
                  </a:lnTo>
                  <a:lnTo>
                    <a:pt x="39" y="540"/>
                  </a:lnTo>
                  <a:lnTo>
                    <a:pt x="39" y="540"/>
                  </a:lnTo>
                  <a:lnTo>
                    <a:pt x="39" y="549"/>
                  </a:lnTo>
                  <a:lnTo>
                    <a:pt x="40" y="558"/>
                  </a:lnTo>
                  <a:lnTo>
                    <a:pt x="40" y="558"/>
                  </a:lnTo>
                  <a:lnTo>
                    <a:pt x="40" y="562"/>
                  </a:lnTo>
                  <a:lnTo>
                    <a:pt x="40" y="567"/>
                  </a:lnTo>
                  <a:lnTo>
                    <a:pt x="40" y="567"/>
                  </a:lnTo>
                  <a:lnTo>
                    <a:pt x="32" y="598"/>
                  </a:lnTo>
                  <a:lnTo>
                    <a:pt x="32" y="598"/>
                  </a:lnTo>
                  <a:lnTo>
                    <a:pt x="31" y="608"/>
                  </a:lnTo>
                  <a:lnTo>
                    <a:pt x="31" y="617"/>
                  </a:lnTo>
                  <a:lnTo>
                    <a:pt x="31" y="617"/>
                  </a:lnTo>
                  <a:lnTo>
                    <a:pt x="32" y="628"/>
                  </a:lnTo>
                  <a:lnTo>
                    <a:pt x="34" y="641"/>
                  </a:lnTo>
                  <a:lnTo>
                    <a:pt x="34" y="641"/>
                  </a:lnTo>
                  <a:lnTo>
                    <a:pt x="34" y="643"/>
                  </a:lnTo>
                  <a:lnTo>
                    <a:pt x="34" y="644"/>
                  </a:lnTo>
                  <a:lnTo>
                    <a:pt x="34" y="644"/>
                  </a:lnTo>
                  <a:lnTo>
                    <a:pt x="31" y="653"/>
                  </a:lnTo>
                  <a:lnTo>
                    <a:pt x="29" y="662"/>
                  </a:lnTo>
                  <a:lnTo>
                    <a:pt x="27" y="679"/>
                  </a:lnTo>
                  <a:lnTo>
                    <a:pt x="27" y="679"/>
                  </a:lnTo>
                  <a:lnTo>
                    <a:pt x="25" y="691"/>
                  </a:lnTo>
                  <a:lnTo>
                    <a:pt x="21" y="704"/>
                  </a:lnTo>
                  <a:lnTo>
                    <a:pt x="21" y="704"/>
                  </a:lnTo>
                  <a:lnTo>
                    <a:pt x="18" y="716"/>
                  </a:lnTo>
                  <a:lnTo>
                    <a:pt x="16" y="729"/>
                  </a:lnTo>
                  <a:lnTo>
                    <a:pt x="15" y="742"/>
                  </a:lnTo>
                  <a:lnTo>
                    <a:pt x="15" y="755"/>
                  </a:lnTo>
                  <a:lnTo>
                    <a:pt x="15" y="755"/>
                  </a:lnTo>
                  <a:lnTo>
                    <a:pt x="14" y="774"/>
                  </a:lnTo>
                  <a:lnTo>
                    <a:pt x="14" y="774"/>
                  </a:lnTo>
                  <a:lnTo>
                    <a:pt x="14" y="803"/>
                  </a:lnTo>
                  <a:lnTo>
                    <a:pt x="13" y="831"/>
                  </a:lnTo>
                  <a:lnTo>
                    <a:pt x="13" y="831"/>
                  </a:lnTo>
                  <a:lnTo>
                    <a:pt x="9" y="857"/>
                  </a:lnTo>
                  <a:lnTo>
                    <a:pt x="9" y="857"/>
                  </a:lnTo>
                  <a:lnTo>
                    <a:pt x="0" y="933"/>
                  </a:lnTo>
                  <a:lnTo>
                    <a:pt x="0" y="933"/>
                  </a:lnTo>
                  <a:close/>
                  <a:moveTo>
                    <a:pt x="298" y="12"/>
                  </a:moveTo>
                  <a:lnTo>
                    <a:pt x="298" y="12"/>
                  </a:lnTo>
                  <a:lnTo>
                    <a:pt x="289" y="18"/>
                  </a:lnTo>
                  <a:lnTo>
                    <a:pt x="289" y="18"/>
                  </a:lnTo>
                  <a:lnTo>
                    <a:pt x="291" y="13"/>
                  </a:lnTo>
                  <a:lnTo>
                    <a:pt x="293" y="11"/>
                  </a:lnTo>
                  <a:lnTo>
                    <a:pt x="294" y="11"/>
                  </a:lnTo>
                  <a:lnTo>
                    <a:pt x="298" y="12"/>
                  </a:lnTo>
                  <a:lnTo>
                    <a:pt x="298" y="12"/>
                  </a:lnTo>
                  <a:close/>
                  <a:moveTo>
                    <a:pt x="104" y="970"/>
                  </a:moveTo>
                  <a:lnTo>
                    <a:pt x="104" y="970"/>
                  </a:lnTo>
                  <a:lnTo>
                    <a:pt x="117" y="998"/>
                  </a:lnTo>
                  <a:lnTo>
                    <a:pt x="117" y="998"/>
                  </a:lnTo>
                  <a:lnTo>
                    <a:pt x="113" y="996"/>
                  </a:lnTo>
                  <a:lnTo>
                    <a:pt x="109" y="994"/>
                  </a:lnTo>
                  <a:lnTo>
                    <a:pt x="107" y="990"/>
                  </a:lnTo>
                  <a:lnTo>
                    <a:pt x="104" y="985"/>
                  </a:lnTo>
                  <a:lnTo>
                    <a:pt x="103" y="981"/>
                  </a:lnTo>
                  <a:lnTo>
                    <a:pt x="103" y="978"/>
                  </a:lnTo>
                  <a:lnTo>
                    <a:pt x="103" y="973"/>
                  </a:lnTo>
                  <a:lnTo>
                    <a:pt x="104" y="970"/>
                  </a:lnTo>
                  <a:lnTo>
                    <a:pt x="104" y="970"/>
                  </a:lnTo>
                  <a:close/>
                  <a:moveTo>
                    <a:pt x="99" y="845"/>
                  </a:moveTo>
                  <a:lnTo>
                    <a:pt x="99" y="845"/>
                  </a:lnTo>
                  <a:lnTo>
                    <a:pt x="102" y="834"/>
                  </a:lnTo>
                  <a:lnTo>
                    <a:pt x="103" y="823"/>
                  </a:lnTo>
                  <a:lnTo>
                    <a:pt x="103" y="823"/>
                  </a:lnTo>
                  <a:lnTo>
                    <a:pt x="107" y="777"/>
                  </a:lnTo>
                  <a:lnTo>
                    <a:pt x="107" y="777"/>
                  </a:lnTo>
                  <a:lnTo>
                    <a:pt x="108" y="774"/>
                  </a:lnTo>
                  <a:lnTo>
                    <a:pt x="109" y="772"/>
                  </a:lnTo>
                  <a:lnTo>
                    <a:pt x="110" y="772"/>
                  </a:lnTo>
                  <a:lnTo>
                    <a:pt x="113" y="772"/>
                  </a:lnTo>
                  <a:lnTo>
                    <a:pt x="113" y="772"/>
                  </a:lnTo>
                  <a:lnTo>
                    <a:pt x="304" y="773"/>
                  </a:lnTo>
                  <a:lnTo>
                    <a:pt x="304" y="773"/>
                  </a:lnTo>
                  <a:lnTo>
                    <a:pt x="309" y="774"/>
                  </a:lnTo>
                  <a:lnTo>
                    <a:pt x="314" y="778"/>
                  </a:lnTo>
                  <a:lnTo>
                    <a:pt x="316" y="783"/>
                  </a:lnTo>
                  <a:lnTo>
                    <a:pt x="316" y="789"/>
                  </a:lnTo>
                  <a:lnTo>
                    <a:pt x="316" y="789"/>
                  </a:lnTo>
                  <a:lnTo>
                    <a:pt x="288" y="917"/>
                  </a:lnTo>
                  <a:lnTo>
                    <a:pt x="288" y="917"/>
                  </a:lnTo>
                  <a:lnTo>
                    <a:pt x="270" y="990"/>
                  </a:lnTo>
                  <a:lnTo>
                    <a:pt x="270" y="990"/>
                  </a:lnTo>
                  <a:lnTo>
                    <a:pt x="268" y="998"/>
                  </a:lnTo>
                  <a:lnTo>
                    <a:pt x="264" y="1001"/>
                  </a:lnTo>
                  <a:lnTo>
                    <a:pt x="259" y="1004"/>
                  </a:lnTo>
                  <a:lnTo>
                    <a:pt x="252" y="1005"/>
                  </a:lnTo>
                  <a:lnTo>
                    <a:pt x="252" y="1005"/>
                  </a:lnTo>
                  <a:lnTo>
                    <a:pt x="200" y="1001"/>
                  </a:lnTo>
                  <a:lnTo>
                    <a:pt x="200" y="1001"/>
                  </a:lnTo>
                  <a:lnTo>
                    <a:pt x="200" y="1001"/>
                  </a:lnTo>
                  <a:lnTo>
                    <a:pt x="143" y="999"/>
                  </a:lnTo>
                  <a:lnTo>
                    <a:pt x="143" y="999"/>
                  </a:lnTo>
                  <a:lnTo>
                    <a:pt x="139" y="998"/>
                  </a:lnTo>
                  <a:lnTo>
                    <a:pt x="138" y="998"/>
                  </a:lnTo>
                  <a:lnTo>
                    <a:pt x="136" y="995"/>
                  </a:lnTo>
                  <a:lnTo>
                    <a:pt x="136" y="993"/>
                  </a:lnTo>
                  <a:lnTo>
                    <a:pt x="136" y="993"/>
                  </a:lnTo>
                  <a:lnTo>
                    <a:pt x="134" y="979"/>
                  </a:lnTo>
                  <a:lnTo>
                    <a:pt x="132" y="972"/>
                  </a:lnTo>
                  <a:lnTo>
                    <a:pt x="128" y="965"/>
                  </a:lnTo>
                  <a:lnTo>
                    <a:pt x="128" y="965"/>
                  </a:lnTo>
                  <a:lnTo>
                    <a:pt x="124" y="958"/>
                  </a:lnTo>
                  <a:lnTo>
                    <a:pt x="122" y="949"/>
                  </a:lnTo>
                  <a:lnTo>
                    <a:pt x="122" y="949"/>
                  </a:lnTo>
                  <a:lnTo>
                    <a:pt x="114" y="929"/>
                  </a:lnTo>
                  <a:lnTo>
                    <a:pt x="114" y="929"/>
                  </a:lnTo>
                  <a:lnTo>
                    <a:pt x="110" y="923"/>
                  </a:lnTo>
                  <a:lnTo>
                    <a:pt x="108" y="916"/>
                  </a:lnTo>
                  <a:lnTo>
                    <a:pt x="108" y="916"/>
                  </a:lnTo>
                  <a:lnTo>
                    <a:pt x="98" y="865"/>
                  </a:lnTo>
                  <a:lnTo>
                    <a:pt x="98" y="865"/>
                  </a:lnTo>
                  <a:lnTo>
                    <a:pt x="97" y="855"/>
                  </a:lnTo>
                  <a:lnTo>
                    <a:pt x="99" y="845"/>
                  </a:lnTo>
                  <a:lnTo>
                    <a:pt x="99" y="845"/>
                  </a:lnTo>
                  <a:close/>
                </a:path>
              </a:pathLst>
            </a:custGeom>
            <a:solidFill>
              <a:schemeClr val="tx1">
                <a:lumMod val="75000"/>
                <a:lumOff val="25000"/>
              </a:schemeClr>
            </a:solidFill>
            <a:ln>
              <a:no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cxnSp>
          <p:nvCxnSpPr>
            <p:cNvPr id="161" name="直接箭头连接符 160"/>
            <p:cNvCxnSpPr/>
            <p:nvPr/>
          </p:nvCxnSpPr>
          <p:spPr>
            <a:xfrm flipH="1" flipV="1">
              <a:off x="4496123" y="4119715"/>
              <a:ext cx="368835" cy="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flipH="1" flipV="1">
              <a:off x="4903529" y="3113446"/>
              <a:ext cx="417647" cy="809146"/>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flipV="1">
              <a:off x="6688043" y="3113222"/>
              <a:ext cx="450197" cy="80937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cxnSp>
          <p:nvCxnSpPr>
            <p:cNvPr id="164" name="直接箭头连接符 163"/>
            <p:cNvCxnSpPr/>
            <p:nvPr/>
          </p:nvCxnSpPr>
          <p:spPr>
            <a:xfrm flipV="1">
              <a:off x="7274698" y="4119715"/>
              <a:ext cx="368835" cy="0"/>
            </a:xfrm>
            <a:prstGeom prst="straightConnector1">
              <a:avLst/>
            </a:prstGeom>
            <a:ln w="12700" cap="rnd" cmpd="sng">
              <a:solidFill>
                <a:schemeClr val="tx1">
                  <a:lumMod val="50000"/>
                  <a:lumOff val="50000"/>
                </a:schemeClr>
              </a:solidFill>
              <a:prstDash val="dash"/>
              <a:round/>
              <a:tailEnd type="oval" w="sm" len="sm"/>
            </a:ln>
          </p:spPr>
          <p:style>
            <a:lnRef idx="1">
              <a:schemeClr val="accent1"/>
            </a:lnRef>
            <a:fillRef idx="0">
              <a:schemeClr val="accent1"/>
            </a:fillRef>
            <a:effectRef idx="0">
              <a:schemeClr val="accent1"/>
            </a:effectRef>
            <a:fontRef idx="minor">
              <a:schemeClr val="tx1"/>
            </a:fontRef>
          </p:style>
        </p:cxnSp>
        <p:grpSp>
          <p:nvGrpSpPr>
            <p:cNvPr id="92" name="îṡḷíďé"/>
            <p:cNvGrpSpPr/>
            <p:nvPr/>
          </p:nvGrpSpPr>
          <p:grpSpPr>
            <a:xfrm>
              <a:off x="1367732" y="1808410"/>
              <a:ext cx="2864226" cy="1092891"/>
              <a:chOff x="8228164" y="1834582"/>
              <a:chExt cx="3290736" cy="1092891"/>
            </a:xfrm>
          </p:grpSpPr>
          <p:sp>
            <p:nvSpPr>
              <p:cNvPr id="105" name="íslîďé"/>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50" name="ïṡļîḍê"/>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3" name="ïs1iḍé"/>
            <p:cNvGrpSpPr/>
            <p:nvPr/>
          </p:nvGrpSpPr>
          <p:grpSpPr>
            <a:xfrm>
              <a:off x="660402" y="3128336"/>
              <a:ext cx="2864226" cy="1092891"/>
              <a:chOff x="8228164" y="1834582"/>
              <a:chExt cx="3290736" cy="1092891"/>
            </a:xfrm>
          </p:grpSpPr>
          <p:sp>
            <p:nvSpPr>
              <p:cNvPr id="103" name="iṩḷïḓê"/>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4" name="í$ḷïḑe"/>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4" name="ïṣ1ïďè"/>
            <p:cNvGrpSpPr/>
            <p:nvPr/>
          </p:nvGrpSpPr>
          <p:grpSpPr>
            <a:xfrm>
              <a:off x="7947343" y="1808410"/>
              <a:ext cx="2864226" cy="1092891"/>
              <a:chOff x="8228164" y="1834582"/>
              <a:chExt cx="3290736" cy="1092891"/>
            </a:xfrm>
          </p:grpSpPr>
          <p:sp>
            <p:nvSpPr>
              <p:cNvPr id="101" name="iSľïḋê"/>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2" name="îṩḷîḋè"/>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5" name="i$ľîḓê"/>
            <p:cNvGrpSpPr/>
            <p:nvPr/>
          </p:nvGrpSpPr>
          <p:grpSpPr>
            <a:xfrm>
              <a:off x="8654672" y="3128336"/>
              <a:ext cx="2864226" cy="1092891"/>
              <a:chOff x="8228164" y="1834582"/>
              <a:chExt cx="3290736" cy="1092891"/>
            </a:xfrm>
          </p:grpSpPr>
          <p:sp>
            <p:nvSpPr>
              <p:cNvPr id="99" name="îṥḷíḑe"/>
              <p:cNvSpPr/>
              <p:nvPr/>
            </p:nvSpPr>
            <p:spPr>
              <a:xfrm>
                <a:off x="8228164" y="2222178"/>
                <a:ext cx="3290736" cy="70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100" name="ïṡļïḋe"/>
              <p:cNvSpPr txBox="1"/>
              <p:nvPr/>
            </p:nvSpPr>
            <p:spPr>
              <a:xfrm>
                <a:off x="8228164" y="1834582"/>
                <a:ext cx="329073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4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grpSp>
          <p:nvGrpSpPr>
            <p:cNvPr id="96" name="ïṣľîḋè"/>
            <p:cNvGrpSpPr/>
            <p:nvPr/>
          </p:nvGrpSpPr>
          <p:grpSpPr>
            <a:xfrm>
              <a:off x="660402" y="4885352"/>
              <a:ext cx="10858495" cy="1248748"/>
              <a:chOff x="660399" y="4885351"/>
              <a:chExt cx="10858500" cy="1248749"/>
            </a:xfrm>
          </p:grpSpPr>
          <p:sp>
            <p:nvSpPr>
              <p:cNvPr id="97" name="ïṩḻíḍé"/>
              <p:cNvSpPr txBox="1"/>
              <p:nvPr/>
            </p:nvSpPr>
            <p:spPr>
              <a:xfrm>
                <a:off x="660399" y="4885351"/>
                <a:ext cx="10858500" cy="461634"/>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 READING MORE FLUENT.</a:t>
                </a:r>
              </a:p>
            </p:txBody>
          </p:sp>
          <p:sp>
            <p:nvSpPr>
              <p:cNvPr id="98" name="íṥľiḍê"/>
              <p:cNvSpPr txBox="1"/>
              <p:nvPr/>
            </p:nvSpPr>
            <p:spPr>
              <a:xfrm>
                <a:off x="660399" y="5346986"/>
                <a:ext cx="10858500" cy="78711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change.Adjust the spacing to adapt to Chinese typesetting, </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use the reference line in PPT.</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41" name="2467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0" y="894932"/>
            <a:ext cx="10845800" cy="5019675"/>
            <a:chOff x="673100" y="1123950"/>
            <a:chExt cx="10845800" cy="5019675"/>
          </a:xfrm>
        </p:grpSpPr>
        <p:grpSp>
          <p:nvGrpSpPr>
            <p:cNvPr id="42" name="iṩļiḍe"/>
            <p:cNvGrpSpPr/>
            <p:nvPr/>
          </p:nvGrpSpPr>
          <p:grpSpPr>
            <a:xfrm>
              <a:off x="3430941" y="1524000"/>
              <a:ext cx="8044442" cy="4552498"/>
              <a:chOff x="3430941" y="1248229"/>
              <a:chExt cx="8044442" cy="4828269"/>
            </a:xfrm>
          </p:grpSpPr>
          <p:sp>
            <p:nvSpPr>
              <p:cNvPr id="53" name="išļíḍe"/>
              <p:cNvSpPr/>
              <p:nvPr/>
            </p:nvSpPr>
            <p:spPr>
              <a:xfrm>
                <a:off x="8490006" y="1248229"/>
                <a:ext cx="2985377" cy="2153164"/>
              </a:xfrm>
              <a:prstGeom prst="rightArrow">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 here</a:t>
                </a:r>
              </a:p>
            </p:txBody>
          </p:sp>
          <p:sp>
            <p:nvSpPr>
              <p:cNvPr id="54" name="ïSlíḓê"/>
              <p:cNvSpPr/>
              <p:nvPr/>
            </p:nvSpPr>
            <p:spPr>
              <a:xfrm>
                <a:off x="6555656" y="2846752"/>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chemeClr val="bg1">
                  <a:lumMod val="9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55" name="ïSḻíḋè"/>
              <p:cNvSpPr/>
              <p:nvPr/>
            </p:nvSpPr>
            <p:spPr>
              <a:xfrm>
                <a:off x="5309490" y="3923334"/>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Text here</a:t>
                </a:r>
              </a:p>
            </p:txBody>
          </p:sp>
          <p:sp>
            <p:nvSpPr>
              <p:cNvPr id="56" name="iṡ1iḍé"/>
              <p:cNvSpPr/>
              <p:nvPr/>
            </p:nvSpPr>
            <p:spPr>
              <a:xfrm>
                <a:off x="3430941" y="4999916"/>
                <a:ext cx="3161916" cy="1076582"/>
              </a:xfrm>
              <a:custGeom>
                <a:avLst/>
                <a:gdLst/>
                <a:ahLst/>
                <a:cxnLst/>
                <a:rect l="l" t="t" r="r" b="b"/>
                <a:pathLst>
                  <a:path w="2159001" h="457200">
                    <a:moveTo>
                      <a:pt x="0" y="0"/>
                    </a:moveTo>
                    <a:lnTo>
                      <a:pt x="1378838" y="0"/>
                    </a:lnTo>
                    <a:lnTo>
                      <a:pt x="1643745" y="0"/>
                    </a:lnTo>
                    <a:lnTo>
                      <a:pt x="2159001" y="0"/>
                    </a:lnTo>
                    <a:lnTo>
                      <a:pt x="1643764" y="457200"/>
                    </a:lnTo>
                    <a:lnTo>
                      <a:pt x="1643745" y="457200"/>
                    </a:lnTo>
                    <a:lnTo>
                      <a:pt x="863601" y="457200"/>
                    </a:lnTo>
                    <a:lnTo>
                      <a:pt x="0" y="457200"/>
                    </a:lnTo>
                    <a:close/>
                  </a:path>
                </a:pathLst>
              </a:custGeom>
              <a:solidFill>
                <a:schemeClr val="bg1">
                  <a:lumMod val="95000"/>
                </a:schemeClr>
              </a:solidFill>
              <a:ln w="38100">
                <a:solidFill>
                  <a:schemeClr val="bg1"/>
                </a:solidFill>
              </a:ln>
              <a:effectLst>
                <a:reflection blurRad="6350" stA="19000" endPos="44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grpSp>
        <p:sp>
          <p:nvSpPr>
            <p:cNvPr id="43" name="ïSļïḍè"/>
            <p:cNvSpPr/>
            <p:nvPr/>
          </p:nvSpPr>
          <p:spPr>
            <a:xfrm>
              <a:off x="9808084" y="1422401"/>
              <a:ext cx="523112" cy="576584"/>
            </a:xfrm>
            <a:custGeom>
              <a:avLst/>
              <a:gdLst>
                <a:gd name="connsiteX0" fmla="*/ 60449 w 523112"/>
                <a:gd name="connsiteY0" fmla="*/ 192969 h 576584"/>
                <a:gd name="connsiteX1" fmla="*/ 102298 w 523112"/>
                <a:gd name="connsiteY1" fmla="*/ 248768 h 576584"/>
                <a:gd name="connsiteX2" fmla="*/ 144146 w 523112"/>
                <a:gd name="connsiteY2" fmla="*/ 192969 h 576584"/>
                <a:gd name="connsiteX3" fmla="*/ 146471 w 523112"/>
                <a:gd name="connsiteY3" fmla="*/ 195294 h 576584"/>
                <a:gd name="connsiteX4" fmla="*/ 151121 w 523112"/>
                <a:gd name="connsiteY4" fmla="*/ 197619 h 576584"/>
                <a:gd name="connsiteX5" fmla="*/ 153446 w 523112"/>
                <a:gd name="connsiteY5" fmla="*/ 202269 h 576584"/>
                <a:gd name="connsiteX6" fmla="*/ 158096 w 523112"/>
                <a:gd name="connsiteY6" fmla="*/ 204594 h 576584"/>
                <a:gd name="connsiteX7" fmla="*/ 162746 w 523112"/>
                <a:gd name="connsiteY7" fmla="*/ 209244 h 576584"/>
                <a:gd name="connsiteX8" fmla="*/ 165071 w 523112"/>
                <a:gd name="connsiteY8" fmla="*/ 213894 h 576584"/>
                <a:gd name="connsiteX9" fmla="*/ 169721 w 523112"/>
                <a:gd name="connsiteY9" fmla="*/ 220868 h 576584"/>
                <a:gd name="connsiteX10" fmla="*/ 174371 w 523112"/>
                <a:gd name="connsiteY10" fmla="*/ 225518 h 576584"/>
                <a:gd name="connsiteX11" fmla="*/ 176696 w 523112"/>
                <a:gd name="connsiteY11" fmla="*/ 232493 h 576584"/>
                <a:gd name="connsiteX12" fmla="*/ 181346 w 523112"/>
                <a:gd name="connsiteY12" fmla="*/ 239468 h 576584"/>
                <a:gd name="connsiteX13" fmla="*/ 183671 w 523112"/>
                <a:gd name="connsiteY13" fmla="*/ 246443 h 576584"/>
                <a:gd name="connsiteX14" fmla="*/ 188320 w 523112"/>
                <a:gd name="connsiteY14" fmla="*/ 255742 h 576584"/>
                <a:gd name="connsiteX15" fmla="*/ 190645 w 523112"/>
                <a:gd name="connsiteY15" fmla="*/ 265042 h 576584"/>
                <a:gd name="connsiteX16" fmla="*/ 192970 w 523112"/>
                <a:gd name="connsiteY16" fmla="*/ 274342 h 576584"/>
                <a:gd name="connsiteX17" fmla="*/ 195295 w 523112"/>
                <a:gd name="connsiteY17" fmla="*/ 283642 h 576584"/>
                <a:gd name="connsiteX18" fmla="*/ 197620 w 523112"/>
                <a:gd name="connsiteY18" fmla="*/ 295266 h 576584"/>
                <a:gd name="connsiteX19" fmla="*/ 199945 w 523112"/>
                <a:gd name="connsiteY19" fmla="*/ 306891 h 576584"/>
                <a:gd name="connsiteX20" fmla="*/ 202270 w 523112"/>
                <a:gd name="connsiteY20" fmla="*/ 318516 h 576584"/>
                <a:gd name="connsiteX21" fmla="*/ 202270 w 523112"/>
                <a:gd name="connsiteY21" fmla="*/ 332465 h 576584"/>
                <a:gd name="connsiteX22" fmla="*/ 204595 w 523112"/>
                <a:gd name="connsiteY22" fmla="*/ 346415 h 576584"/>
                <a:gd name="connsiteX23" fmla="*/ 204595 w 523112"/>
                <a:gd name="connsiteY23" fmla="*/ 362690 h 576584"/>
                <a:gd name="connsiteX24" fmla="*/ 202270 w 523112"/>
                <a:gd name="connsiteY24" fmla="*/ 367340 h 576584"/>
                <a:gd name="connsiteX25" fmla="*/ 202270 w 523112"/>
                <a:gd name="connsiteY25" fmla="*/ 369665 h 576584"/>
                <a:gd name="connsiteX26" fmla="*/ 199945 w 523112"/>
                <a:gd name="connsiteY26" fmla="*/ 374314 h 576584"/>
                <a:gd name="connsiteX27" fmla="*/ 197620 w 523112"/>
                <a:gd name="connsiteY27" fmla="*/ 376639 h 576584"/>
                <a:gd name="connsiteX28" fmla="*/ 195295 w 523112"/>
                <a:gd name="connsiteY28" fmla="*/ 381289 h 576584"/>
                <a:gd name="connsiteX29" fmla="*/ 190645 w 523112"/>
                <a:gd name="connsiteY29" fmla="*/ 381289 h 576584"/>
                <a:gd name="connsiteX30" fmla="*/ 185995 w 523112"/>
                <a:gd name="connsiteY30" fmla="*/ 383614 h 576584"/>
                <a:gd name="connsiteX31" fmla="*/ 181346 w 523112"/>
                <a:gd name="connsiteY31" fmla="*/ 383614 h 576584"/>
                <a:gd name="connsiteX32" fmla="*/ 176696 w 523112"/>
                <a:gd name="connsiteY32" fmla="*/ 383614 h 576584"/>
                <a:gd name="connsiteX33" fmla="*/ 174371 w 523112"/>
                <a:gd name="connsiteY33" fmla="*/ 381289 h 576584"/>
                <a:gd name="connsiteX34" fmla="*/ 169721 w 523112"/>
                <a:gd name="connsiteY34" fmla="*/ 378964 h 576584"/>
                <a:gd name="connsiteX35" fmla="*/ 167396 w 523112"/>
                <a:gd name="connsiteY35" fmla="*/ 376639 h 576584"/>
                <a:gd name="connsiteX36" fmla="*/ 165071 w 523112"/>
                <a:gd name="connsiteY36" fmla="*/ 374314 h 576584"/>
                <a:gd name="connsiteX37" fmla="*/ 162746 w 523112"/>
                <a:gd name="connsiteY37" fmla="*/ 369665 h 576584"/>
                <a:gd name="connsiteX38" fmla="*/ 160421 w 523112"/>
                <a:gd name="connsiteY38" fmla="*/ 367340 h 576584"/>
                <a:gd name="connsiteX39" fmla="*/ 160421 w 523112"/>
                <a:gd name="connsiteY39" fmla="*/ 362690 h 576584"/>
                <a:gd name="connsiteX40" fmla="*/ 160421 w 523112"/>
                <a:gd name="connsiteY40" fmla="*/ 351065 h 576584"/>
                <a:gd name="connsiteX41" fmla="*/ 160421 w 523112"/>
                <a:gd name="connsiteY41" fmla="*/ 339440 h 576584"/>
                <a:gd name="connsiteX42" fmla="*/ 160421 w 523112"/>
                <a:gd name="connsiteY42" fmla="*/ 330141 h 576584"/>
                <a:gd name="connsiteX43" fmla="*/ 158096 w 523112"/>
                <a:gd name="connsiteY43" fmla="*/ 318516 h 576584"/>
                <a:gd name="connsiteX44" fmla="*/ 158096 w 523112"/>
                <a:gd name="connsiteY44" fmla="*/ 311541 h 576584"/>
                <a:gd name="connsiteX45" fmla="*/ 155771 w 523112"/>
                <a:gd name="connsiteY45" fmla="*/ 302241 h 576584"/>
                <a:gd name="connsiteX46" fmla="*/ 155771 w 523112"/>
                <a:gd name="connsiteY46" fmla="*/ 292942 h 576584"/>
                <a:gd name="connsiteX47" fmla="*/ 151121 w 523112"/>
                <a:gd name="connsiteY47" fmla="*/ 285967 h 576584"/>
                <a:gd name="connsiteX48" fmla="*/ 151121 w 523112"/>
                <a:gd name="connsiteY48" fmla="*/ 355715 h 576584"/>
                <a:gd name="connsiteX49" fmla="*/ 151121 w 523112"/>
                <a:gd name="connsiteY49" fmla="*/ 362690 h 576584"/>
                <a:gd name="connsiteX50" fmla="*/ 151121 w 523112"/>
                <a:gd name="connsiteY50" fmla="*/ 369665 h 576584"/>
                <a:gd name="connsiteX51" fmla="*/ 148796 w 523112"/>
                <a:gd name="connsiteY51" fmla="*/ 376639 h 576584"/>
                <a:gd name="connsiteX52" fmla="*/ 146471 w 523112"/>
                <a:gd name="connsiteY52" fmla="*/ 381289 h 576584"/>
                <a:gd name="connsiteX53" fmla="*/ 146471 w 523112"/>
                <a:gd name="connsiteY53" fmla="*/ 553335 h 576584"/>
                <a:gd name="connsiteX54" fmla="*/ 144146 w 523112"/>
                <a:gd name="connsiteY54" fmla="*/ 557985 h 576584"/>
                <a:gd name="connsiteX55" fmla="*/ 144146 w 523112"/>
                <a:gd name="connsiteY55" fmla="*/ 562635 h 576584"/>
                <a:gd name="connsiteX56" fmla="*/ 141822 w 523112"/>
                <a:gd name="connsiteY56" fmla="*/ 567284 h 576584"/>
                <a:gd name="connsiteX57" fmla="*/ 139497 w 523112"/>
                <a:gd name="connsiteY57" fmla="*/ 569609 h 576584"/>
                <a:gd name="connsiteX58" fmla="*/ 134847 w 523112"/>
                <a:gd name="connsiteY58" fmla="*/ 571934 h 576584"/>
                <a:gd name="connsiteX59" fmla="*/ 132522 w 523112"/>
                <a:gd name="connsiteY59" fmla="*/ 574259 h 576584"/>
                <a:gd name="connsiteX60" fmla="*/ 127872 w 523112"/>
                <a:gd name="connsiteY60" fmla="*/ 574259 h 576584"/>
                <a:gd name="connsiteX61" fmla="*/ 123222 w 523112"/>
                <a:gd name="connsiteY61" fmla="*/ 576584 h 576584"/>
                <a:gd name="connsiteX62" fmla="*/ 118572 w 523112"/>
                <a:gd name="connsiteY62" fmla="*/ 574259 h 576584"/>
                <a:gd name="connsiteX63" fmla="*/ 113922 w 523112"/>
                <a:gd name="connsiteY63" fmla="*/ 574259 h 576584"/>
                <a:gd name="connsiteX64" fmla="*/ 111597 w 523112"/>
                <a:gd name="connsiteY64" fmla="*/ 571934 h 576584"/>
                <a:gd name="connsiteX65" fmla="*/ 106947 w 523112"/>
                <a:gd name="connsiteY65" fmla="*/ 569609 h 576584"/>
                <a:gd name="connsiteX66" fmla="*/ 104622 w 523112"/>
                <a:gd name="connsiteY66" fmla="*/ 564959 h 576584"/>
                <a:gd name="connsiteX67" fmla="*/ 102298 w 523112"/>
                <a:gd name="connsiteY67" fmla="*/ 560310 h 576584"/>
                <a:gd name="connsiteX68" fmla="*/ 102298 w 523112"/>
                <a:gd name="connsiteY68" fmla="*/ 555660 h 576584"/>
                <a:gd name="connsiteX69" fmla="*/ 99973 w 523112"/>
                <a:gd name="connsiteY69" fmla="*/ 560310 h 576584"/>
                <a:gd name="connsiteX70" fmla="*/ 97648 w 523112"/>
                <a:gd name="connsiteY70" fmla="*/ 564959 h 576584"/>
                <a:gd name="connsiteX71" fmla="*/ 95323 w 523112"/>
                <a:gd name="connsiteY71" fmla="*/ 569609 h 576584"/>
                <a:gd name="connsiteX72" fmla="*/ 92998 w 523112"/>
                <a:gd name="connsiteY72" fmla="*/ 571934 h 576584"/>
                <a:gd name="connsiteX73" fmla="*/ 88348 w 523112"/>
                <a:gd name="connsiteY73" fmla="*/ 574259 h 576584"/>
                <a:gd name="connsiteX74" fmla="*/ 83698 w 523112"/>
                <a:gd name="connsiteY74" fmla="*/ 574259 h 576584"/>
                <a:gd name="connsiteX75" fmla="*/ 79048 w 523112"/>
                <a:gd name="connsiteY75" fmla="*/ 576584 h 576584"/>
                <a:gd name="connsiteX76" fmla="*/ 76723 w 523112"/>
                <a:gd name="connsiteY76" fmla="*/ 574259 h 576584"/>
                <a:gd name="connsiteX77" fmla="*/ 72073 w 523112"/>
                <a:gd name="connsiteY77" fmla="*/ 574259 h 576584"/>
                <a:gd name="connsiteX78" fmla="*/ 67423 w 523112"/>
                <a:gd name="connsiteY78" fmla="*/ 571934 h 576584"/>
                <a:gd name="connsiteX79" fmla="*/ 65098 w 523112"/>
                <a:gd name="connsiteY79" fmla="*/ 569609 h 576584"/>
                <a:gd name="connsiteX80" fmla="*/ 62773 w 523112"/>
                <a:gd name="connsiteY80" fmla="*/ 567284 h 576584"/>
                <a:gd name="connsiteX81" fmla="*/ 60449 w 523112"/>
                <a:gd name="connsiteY81" fmla="*/ 562635 h 576584"/>
                <a:gd name="connsiteX82" fmla="*/ 58124 w 523112"/>
                <a:gd name="connsiteY82" fmla="*/ 557985 h 576584"/>
                <a:gd name="connsiteX83" fmla="*/ 58124 w 523112"/>
                <a:gd name="connsiteY83" fmla="*/ 553335 h 576584"/>
                <a:gd name="connsiteX84" fmla="*/ 58124 w 523112"/>
                <a:gd name="connsiteY84" fmla="*/ 381289 h 576584"/>
                <a:gd name="connsiteX85" fmla="*/ 55799 w 523112"/>
                <a:gd name="connsiteY85" fmla="*/ 376639 h 576584"/>
                <a:gd name="connsiteX86" fmla="*/ 53474 w 523112"/>
                <a:gd name="connsiteY86" fmla="*/ 369665 h 576584"/>
                <a:gd name="connsiteX87" fmla="*/ 51149 w 523112"/>
                <a:gd name="connsiteY87" fmla="*/ 362690 h 576584"/>
                <a:gd name="connsiteX88" fmla="*/ 51149 w 523112"/>
                <a:gd name="connsiteY88" fmla="*/ 355715 h 576584"/>
                <a:gd name="connsiteX89" fmla="*/ 51149 w 523112"/>
                <a:gd name="connsiteY89" fmla="*/ 285967 h 576584"/>
                <a:gd name="connsiteX90" fmla="*/ 48824 w 523112"/>
                <a:gd name="connsiteY90" fmla="*/ 292942 h 576584"/>
                <a:gd name="connsiteX91" fmla="*/ 46499 w 523112"/>
                <a:gd name="connsiteY91" fmla="*/ 302241 h 576584"/>
                <a:gd name="connsiteX92" fmla="*/ 46499 w 523112"/>
                <a:gd name="connsiteY92" fmla="*/ 311541 h 576584"/>
                <a:gd name="connsiteX93" fmla="*/ 44174 w 523112"/>
                <a:gd name="connsiteY93" fmla="*/ 318516 h 576584"/>
                <a:gd name="connsiteX94" fmla="*/ 44174 w 523112"/>
                <a:gd name="connsiteY94" fmla="*/ 330141 h 576584"/>
                <a:gd name="connsiteX95" fmla="*/ 44174 w 523112"/>
                <a:gd name="connsiteY95" fmla="*/ 339440 h 576584"/>
                <a:gd name="connsiteX96" fmla="*/ 44174 w 523112"/>
                <a:gd name="connsiteY96" fmla="*/ 351065 h 576584"/>
                <a:gd name="connsiteX97" fmla="*/ 44174 w 523112"/>
                <a:gd name="connsiteY97" fmla="*/ 362690 h 576584"/>
                <a:gd name="connsiteX98" fmla="*/ 41849 w 523112"/>
                <a:gd name="connsiteY98" fmla="*/ 367340 h 576584"/>
                <a:gd name="connsiteX99" fmla="*/ 41849 w 523112"/>
                <a:gd name="connsiteY99" fmla="*/ 369665 h 576584"/>
                <a:gd name="connsiteX100" fmla="*/ 39524 w 523112"/>
                <a:gd name="connsiteY100" fmla="*/ 374314 h 576584"/>
                <a:gd name="connsiteX101" fmla="*/ 37199 w 523112"/>
                <a:gd name="connsiteY101" fmla="*/ 376639 h 576584"/>
                <a:gd name="connsiteX102" fmla="*/ 32549 w 523112"/>
                <a:gd name="connsiteY102" fmla="*/ 378964 h 576584"/>
                <a:gd name="connsiteX103" fmla="*/ 30224 w 523112"/>
                <a:gd name="connsiteY103" fmla="*/ 381289 h 576584"/>
                <a:gd name="connsiteX104" fmla="*/ 25574 w 523112"/>
                <a:gd name="connsiteY104" fmla="*/ 383614 h 576584"/>
                <a:gd name="connsiteX105" fmla="*/ 20924 w 523112"/>
                <a:gd name="connsiteY105" fmla="*/ 383614 h 576584"/>
                <a:gd name="connsiteX106" fmla="*/ 16275 w 523112"/>
                <a:gd name="connsiteY106" fmla="*/ 383614 h 576584"/>
                <a:gd name="connsiteX107" fmla="*/ 11625 w 523112"/>
                <a:gd name="connsiteY107" fmla="*/ 381289 h 576584"/>
                <a:gd name="connsiteX108" fmla="*/ 6975 w 523112"/>
                <a:gd name="connsiteY108" fmla="*/ 378964 h 576584"/>
                <a:gd name="connsiteX109" fmla="*/ 4650 w 523112"/>
                <a:gd name="connsiteY109" fmla="*/ 376639 h 576584"/>
                <a:gd name="connsiteX110" fmla="*/ 2325 w 523112"/>
                <a:gd name="connsiteY110" fmla="*/ 371989 h 576584"/>
                <a:gd name="connsiteX111" fmla="*/ 0 w 523112"/>
                <a:gd name="connsiteY111" fmla="*/ 367340 h 576584"/>
                <a:gd name="connsiteX112" fmla="*/ 0 w 523112"/>
                <a:gd name="connsiteY112" fmla="*/ 362690 h 576584"/>
                <a:gd name="connsiteX113" fmla="*/ 0 w 523112"/>
                <a:gd name="connsiteY113" fmla="*/ 346415 h 576584"/>
                <a:gd name="connsiteX114" fmla="*/ 0 w 523112"/>
                <a:gd name="connsiteY114" fmla="*/ 332465 h 576584"/>
                <a:gd name="connsiteX115" fmla="*/ 2325 w 523112"/>
                <a:gd name="connsiteY115" fmla="*/ 318516 h 576584"/>
                <a:gd name="connsiteX116" fmla="*/ 2325 w 523112"/>
                <a:gd name="connsiteY116" fmla="*/ 306891 h 576584"/>
                <a:gd name="connsiteX117" fmla="*/ 4650 w 523112"/>
                <a:gd name="connsiteY117" fmla="*/ 295266 h 576584"/>
                <a:gd name="connsiteX118" fmla="*/ 6975 w 523112"/>
                <a:gd name="connsiteY118" fmla="*/ 283642 h 576584"/>
                <a:gd name="connsiteX119" fmla="*/ 9300 w 523112"/>
                <a:gd name="connsiteY119" fmla="*/ 274342 h 576584"/>
                <a:gd name="connsiteX120" fmla="*/ 11625 w 523112"/>
                <a:gd name="connsiteY120" fmla="*/ 265042 h 576584"/>
                <a:gd name="connsiteX121" fmla="*/ 16275 w 523112"/>
                <a:gd name="connsiteY121" fmla="*/ 255742 h 576584"/>
                <a:gd name="connsiteX122" fmla="*/ 18600 w 523112"/>
                <a:gd name="connsiteY122" fmla="*/ 246443 h 576584"/>
                <a:gd name="connsiteX123" fmla="*/ 23249 w 523112"/>
                <a:gd name="connsiteY123" fmla="*/ 239468 h 576584"/>
                <a:gd name="connsiteX124" fmla="*/ 25574 w 523112"/>
                <a:gd name="connsiteY124" fmla="*/ 232493 h 576584"/>
                <a:gd name="connsiteX125" fmla="*/ 30224 w 523112"/>
                <a:gd name="connsiteY125" fmla="*/ 225518 h 576584"/>
                <a:gd name="connsiteX126" fmla="*/ 32549 w 523112"/>
                <a:gd name="connsiteY126" fmla="*/ 220868 h 576584"/>
                <a:gd name="connsiteX127" fmla="*/ 37199 w 523112"/>
                <a:gd name="connsiteY127" fmla="*/ 213894 h 576584"/>
                <a:gd name="connsiteX128" fmla="*/ 41849 w 523112"/>
                <a:gd name="connsiteY128" fmla="*/ 209244 h 576584"/>
                <a:gd name="connsiteX129" fmla="*/ 44174 w 523112"/>
                <a:gd name="connsiteY129" fmla="*/ 204594 h 576584"/>
                <a:gd name="connsiteX130" fmla="*/ 48824 w 523112"/>
                <a:gd name="connsiteY130" fmla="*/ 202269 h 576584"/>
                <a:gd name="connsiteX131" fmla="*/ 53474 w 523112"/>
                <a:gd name="connsiteY131" fmla="*/ 197619 h 576584"/>
                <a:gd name="connsiteX132" fmla="*/ 55799 w 523112"/>
                <a:gd name="connsiteY132" fmla="*/ 195294 h 576584"/>
                <a:gd name="connsiteX133" fmla="*/ 72074 w 523112"/>
                <a:gd name="connsiteY133" fmla="*/ 169720 h 576584"/>
                <a:gd name="connsiteX134" fmla="*/ 74399 w 523112"/>
                <a:gd name="connsiteY134" fmla="*/ 169720 h 576584"/>
                <a:gd name="connsiteX135" fmla="*/ 76724 w 523112"/>
                <a:gd name="connsiteY135" fmla="*/ 172045 h 576584"/>
                <a:gd name="connsiteX136" fmla="*/ 88348 w 523112"/>
                <a:gd name="connsiteY136" fmla="*/ 176695 h 576584"/>
                <a:gd name="connsiteX137" fmla="*/ 90673 w 523112"/>
                <a:gd name="connsiteY137" fmla="*/ 174370 h 576584"/>
                <a:gd name="connsiteX138" fmla="*/ 95323 w 523112"/>
                <a:gd name="connsiteY138" fmla="*/ 172045 h 576584"/>
                <a:gd name="connsiteX139" fmla="*/ 97648 w 523112"/>
                <a:gd name="connsiteY139" fmla="*/ 169720 h 576584"/>
                <a:gd name="connsiteX140" fmla="*/ 102298 w 523112"/>
                <a:gd name="connsiteY140" fmla="*/ 169720 h 576584"/>
                <a:gd name="connsiteX141" fmla="*/ 104623 w 523112"/>
                <a:gd name="connsiteY141" fmla="*/ 169720 h 576584"/>
                <a:gd name="connsiteX142" fmla="*/ 109273 w 523112"/>
                <a:gd name="connsiteY142" fmla="*/ 172045 h 576584"/>
                <a:gd name="connsiteX143" fmla="*/ 111598 w 523112"/>
                <a:gd name="connsiteY143" fmla="*/ 174370 h 576584"/>
                <a:gd name="connsiteX144" fmla="*/ 113923 w 523112"/>
                <a:gd name="connsiteY144" fmla="*/ 176695 h 576584"/>
                <a:gd name="connsiteX145" fmla="*/ 127872 w 523112"/>
                <a:gd name="connsiteY145" fmla="*/ 172045 h 576584"/>
                <a:gd name="connsiteX146" fmla="*/ 130197 w 523112"/>
                <a:gd name="connsiteY146" fmla="*/ 169720 h 576584"/>
                <a:gd name="connsiteX147" fmla="*/ 130197 w 523112"/>
                <a:gd name="connsiteY147" fmla="*/ 172045 h 576584"/>
                <a:gd name="connsiteX148" fmla="*/ 132522 w 523112"/>
                <a:gd name="connsiteY148" fmla="*/ 172045 h 576584"/>
                <a:gd name="connsiteX149" fmla="*/ 134847 w 523112"/>
                <a:gd name="connsiteY149" fmla="*/ 172045 h 576584"/>
                <a:gd name="connsiteX150" fmla="*/ 134847 w 523112"/>
                <a:gd name="connsiteY150" fmla="*/ 174370 h 576584"/>
                <a:gd name="connsiteX151" fmla="*/ 137172 w 523112"/>
                <a:gd name="connsiteY151" fmla="*/ 176695 h 576584"/>
                <a:gd name="connsiteX152" fmla="*/ 137172 w 523112"/>
                <a:gd name="connsiteY152" fmla="*/ 192969 h 576584"/>
                <a:gd name="connsiteX153" fmla="*/ 134847 w 523112"/>
                <a:gd name="connsiteY153" fmla="*/ 192969 h 576584"/>
                <a:gd name="connsiteX154" fmla="*/ 134847 w 523112"/>
                <a:gd name="connsiteY154" fmla="*/ 195294 h 576584"/>
                <a:gd name="connsiteX155" fmla="*/ 132522 w 523112"/>
                <a:gd name="connsiteY155" fmla="*/ 197619 h 576584"/>
                <a:gd name="connsiteX156" fmla="*/ 130197 w 523112"/>
                <a:gd name="connsiteY156" fmla="*/ 197619 h 576584"/>
                <a:gd name="connsiteX157" fmla="*/ 127872 w 523112"/>
                <a:gd name="connsiteY157" fmla="*/ 197619 h 576584"/>
                <a:gd name="connsiteX158" fmla="*/ 123222 w 523112"/>
                <a:gd name="connsiteY158" fmla="*/ 197619 h 576584"/>
                <a:gd name="connsiteX159" fmla="*/ 120897 w 523112"/>
                <a:gd name="connsiteY159" fmla="*/ 195294 h 576584"/>
                <a:gd name="connsiteX160" fmla="*/ 116248 w 523112"/>
                <a:gd name="connsiteY160" fmla="*/ 195294 h 576584"/>
                <a:gd name="connsiteX161" fmla="*/ 113923 w 523112"/>
                <a:gd name="connsiteY161" fmla="*/ 192969 h 576584"/>
                <a:gd name="connsiteX162" fmla="*/ 111598 w 523112"/>
                <a:gd name="connsiteY162" fmla="*/ 195294 h 576584"/>
                <a:gd name="connsiteX163" fmla="*/ 106948 w 523112"/>
                <a:gd name="connsiteY163" fmla="*/ 197619 h 576584"/>
                <a:gd name="connsiteX164" fmla="*/ 104623 w 523112"/>
                <a:gd name="connsiteY164" fmla="*/ 197619 h 576584"/>
                <a:gd name="connsiteX165" fmla="*/ 102298 w 523112"/>
                <a:gd name="connsiteY165" fmla="*/ 197619 h 576584"/>
                <a:gd name="connsiteX166" fmla="*/ 97648 w 523112"/>
                <a:gd name="connsiteY166" fmla="*/ 197619 h 576584"/>
                <a:gd name="connsiteX167" fmla="*/ 95323 w 523112"/>
                <a:gd name="connsiteY167" fmla="*/ 197619 h 576584"/>
                <a:gd name="connsiteX168" fmla="*/ 92998 w 523112"/>
                <a:gd name="connsiteY168" fmla="*/ 195294 h 576584"/>
                <a:gd name="connsiteX169" fmla="*/ 90673 w 523112"/>
                <a:gd name="connsiteY169" fmla="*/ 192969 h 576584"/>
                <a:gd name="connsiteX170" fmla="*/ 88348 w 523112"/>
                <a:gd name="connsiteY170" fmla="*/ 192969 h 576584"/>
                <a:gd name="connsiteX171" fmla="*/ 83699 w 523112"/>
                <a:gd name="connsiteY171" fmla="*/ 195294 h 576584"/>
                <a:gd name="connsiteX172" fmla="*/ 79049 w 523112"/>
                <a:gd name="connsiteY172" fmla="*/ 195294 h 576584"/>
                <a:gd name="connsiteX173" fmla="*/ 76724 w 523112"/>
                <a:gd name="connsiteY173" fmla="*/ 197619 h 576584"/>
                <a:gd name="connsiteX174" fmla="*/ 74399 w 523112"/>
                <a:gd name="connsiteY174" fmla="*/ 197619 h 576584"/>
                <a:gd name="connsiteX175" fmla="*/ 72074 w 523112"/>
                <a:gd name="connsiteY175" fmla="*/ 197619 h 576584"/>
                <a:gd name="connsiteX176" fmla="*/ 69749 w 523112"/>
                <a:gd name="connsiteY176" fmla="*/ 197619 h 576584"/>
                <a:gd name="connsiteX177" fmla="*/ 69749 w 523112"/>
                <a:gd name="connsiteY177" fmla="*/ 195294 h 576584"/>
                <a:gd name="connsiteX178" fmla="*/ 67424 w 523112"/>
                <a:gd name="connsiteY178" fmla="*/ 192969 h 576584"/>
                <a:gd name="connsiteX179" fmla="*/ 67424 w 523112"/>
                <a:gd name="connsiteY179" fmla="*/ 190644 h 576584"/>
                <a:gd name="connsiteX180" fmla="*/ 67424 w 523112"/>
                <a:gd name="connsiteY180" fmla="*/ 176695 h 576584"/>
                <a:gd name="connsiteX181" fmla="*/ 67424 w 523112"/>
                <a:gd name="connsiteY181" fmla="*/ 174370 h 576584"/>
                <a:gd name="connsiteX182" fmla="*/ 69749 w 523112"/>
                <a:gd name="connsiteY182" fmla="*/ 172045 h 576584"/>
                <a:gd name="connsiteX183" fmla="*/ 371992 w 523112"/>
                <a:gd name="connsiteY183" fmla="*/ 109271 h 576584"/>
                <a:gd name="connsiteX184" fmla="*/ 376641 w 523112"/>
                <a:gd name="connsiteY184" fmla="*/ 109271 h 576584"/>
                <a:gd name="connsiteX185" fmla="*/ 378966 w 523112"/>
                <a:gd name="connsiteY185" fmla="*/ 109271 h 576584"/>
                <a:gd name="connsiteX186" fmla="*/ 383616 w 523112"/>
                <a:gd name="connsiteY186" fmla="*/ 111596 h 576584"/>
                <a:gd name="connsiteX187" fmla="*/ 385941 w 523112"/>
                <a:gd name="connsiteY187" fmla="*/ 113921 h 576584"/>
                <a:gd name="connsiteX188" fmla="*/ 388266 w 523112"/>
                <a:gd name="connsiteY188" fmla="*/ 116246 h 576584"/>
                <a:gd name="connsiteX189" fmla="*/ 402216 w 523112"/>
                <a:gd name="connsiteY189" fmla="*/ 111596 h 576584"/>
                <a:gd name="connsiteX190" fmla="*/ 404541 w 523112"/>
                <a:gd name="connsiteY190" fmla="*/ 111596 h 576584"/>
                <a:gd name="connsiteX191" fmla="*/ 406866 w 523112"/>
                <a:gd name="connsiteY191" fmla="*/ 111596 h 576584"/>
                <a:gd name="connsiteX192" fmla="*/ 409191 w 523112"/>
                <a:gd name="connsiteY192" fmla="*/ 113921 h 576584"/>
                <a:gd name="connsiteX193" fmla="*/ 409191 w 523112"/>
                <a:gd name="connsiteY193" fmla="*/ 116246 h 576584"/>
                <a:gd name="connsiteX194" fmla="*/ 409191 w 523112"/>
                <a:gd name="connsiteY194" fmla="*/ 132521 h 576584"/>
                <a:gd name="connsiteX195" fmla="*/ 409191 w 523112"/>
                <a:gd name="connsiteY195" fmla="*/ 134846 h 576584"/>
                <a:gd name="connsiteX196" fmla="*/ 406866 w 523112"/>
                <a:gd name="connsiteY196" fmla="*/ 137171 h 576584"/>
                <a:gd name="connsiteX197" fmla="*/ 404541 w 523112"/>
                <a:gd name="connsiteY197" fmla="*/ 137171 h 576584"/>
                <a:gd name="connsiteX198" fmla="*/ 404541 w 523112"/>
                <a:gd name="connsiteY198" fmla="*/ 139496 h 576584"/>
                <a:gd name="connsiteX199" fmla="*/ 402216 w 523112"/>
                <a:gd name="connsiteY199" fmla="*/ 137171 h 576584"/>
                <a:gd name="connsiteX200" fmla="*/ 397566 w 523112"/>
                <a:gd name="connsiteY200" fmla="*/ 137171 h 576584"/>
                <a:gd name="connsiteX201" fmla="*/ 392916 w 523112"/>
                <a:gd name="connsiteY201" fmla="*/ 134846 h 576584"/>
                <a:gd name="connsiteX202" fmla="*/ 390591 w 523112"/>
                <a:gd name="connsiteY202" fmla="*/ 134846 h 576584"/>
                <a:gd name="connsiteX203" fmla="*/ 385941 w 523112"/>
                <a:gd name="connsiteY203" fmla="*/ 134846 h 576584"/>
                <a:gd name="connsiteX204" fmla="*/ 383616 w 523112"/>
                <a:gd name="connsiteY204" fmla="*/ 134846 h 576584"/>
                <a:gd name="connsiteX205" fmla="*/ 381291 w 523112"/>
                <a:gd name="connsiteY205" fmla="*/ 137171 h 576584"/>
                <a:gd name="connsiteX206" fmla="*/ 378966 w 523112"/>
                <a:gd name="connsiteY206" fmla="*/ 139496 h 576584"/>
                <a:gd name="connsiteX207" fmla="*/ 376641 w 523112"/>
                <a:gd name="connsiteY207" fmla="*/ 139496 h 576584"/>
                <a:gd name="connsiteX208" fmla="*/ 371992 w 523112"/>
                <a:gd name="connsiteY208" fmla="*/ 139496 h 576584"/>
                <a:gd name="connsiteX209" fmla="*/ 369667 w 523112"/>
                <a:gd name="connsiteY209" fmla="*/ 137171 h 576584"/>
                <a:gd name="connsiteX210" fmla="*/ 367342 w 523112"/>
                <a:gd name="connsiteY210" fmla="*/ 134846 h 576584"/>
                <a:gd name="connsiteX211" fmla="*/ 365017 w 523112"/>
                <a:gd name="connsiteY211" fmla="*/ 132521 h 576584"/>
                <a:gd name="connsiteX212" fmla="*/ 360367 w 523112"/>
                <a:gd name="connsiteY212" fmla="*/ 134846 h 576584"/>
                <a:gd name="connsiteX213" fmla="*/ 358042 w 523112"/>
                <a:gd name="connsiteY213" fmla="*/ 134846 h 576584"/>
                <a:gd name="connsiteX214" fmla="*/ 353392 w 523112"/>
                <a:gd name="connsiteY214" fmla="*/ 137171 h 576584"/>
                <a:gd name="connsiteX215" fmla="*/ 348742 w 523112"/>
                <a:gd name="connsiteY215" fmla="*/ 137171 h 576584"/>
                <a:gd name="connsiteX216" fmla="*/ 346417 w 523112"/>
                <a:gd name="connsiteY216" fmla="*/ 137171 h 576584"/>
                <a:gd name="connsiteX217" fmla="*/ 344092 w 523112"/>
                <a:gd name="connsiteY217" fmla="*/ 137171 h 576584"/>
                <a:gd name="connsiteX218" fmla="*/ 344092 w 523112"/>
                <a:gd name="connsiteY218" fmla="*/ 134846 h 576584"/>
                <a:gd name="connsiteX219" fmla="*/ 341767 w 523112"/>
                <a:gd name="connsiteY219" fmla="*/ 134846 h 576584"/>
                <a:gd name="connsiteX220" fmla="*/ 341767 w 523112"/>
                <a:gd name="connsiteY220" fmla="*/ 132521 h 576584"/>
                <a:gd name="connsiteX221" fmla="*/ 341767 w 523112"/>
                <a:gd name="connsiteY221" fmla="*/ 116246 h 576584"/>
                <a:gd name="connsiteX222" fmla="*/ 341767 w 523112"/>
                <a:gd name="connsiteY222" fmla="*/ 113921 h 576584"/>
                <a:gd name="connsiteX223" fmla="*/ 344092 w 523112"/>
                <a:gd name="connsiteY223" fmla="*/ 113921 h 576584"/>
                <a:gd name="connsiteX224" fmla="*/ 344092 w 523112"/>
                <a:gd name="connsiteY224" fmla="*/ 111596 h 576584"/>
                <a:gd name="connsiteX225" fmla="*/ 346417 w 523112"/>
                <a:gd name="connsiteY225" fmla="*/ 111596 h 576584"/>
                <a:gd name="connsiteX226" fmla="*/ 348742 w 523112"/>
                <a:gd name="connsiteY226" fmla="*/ 111596 h 576584"/>
                <a:gd name="connsiteX227" fmla="*/ 351067 w 523112"/>
                <a:gd name="connsiteY227" fmla="*/ 111596 h 576584"/>
                <a:gd name="connsiteX228" fmla="*/ 362692 w 523112"/>
                <a:gd name="connsiteY228" fmla="*/ 116246 h 576584"/>
                <a:gd name="connsiteX229" fmla="*/ 365017 w 523112"/>
                <a:gd name="connsiteY229" fmla="*/ 113921 h 576584"/>
                <a:gd name="connsiteX230" fmla="*/ 367342 w 523112"/>
                <a:gd name="connsiteY230" fmla="*/ 111596 h 576584"/>
                <a:gd name="connsiteX231" fmla="*/ 92998 w 523112"/>
                <a:gd name="connsiteY231" fmla="*/ 60448 h 576584"/>
                <a:gd name="connsiteX232" fmla="*/ 102298 w 523112"/>
                <a:gd name="connsiteY232" fmla="*/ 60448 h 576584"/>
                <a:gd name="connsiteX233" fmla="*/ 109272 w 523112"/>
                <a:gd name="connsiteY233" fmla="*/ 60448 h 576584"/>
                <a:gd name="connsiteX234" fmla="*/ 116247 w 523112"/>
                <a:gd name="connsiteY234" fmla="*/ 62773 h 576584"/>
                <a:gd name="connsiteX235" fmla="*/ 123222 w 523112"/>
                <a:gd name="connsiteY235" fmla="*/ 65098 h 576584"/>
                <a:gd name="connsiteX236" fmla="*/ 130197 w 523112"/>
                <a:gd name="connsiteY236" fmla="*/ 69748 h 576584"/>
                <a:gd name="connsiteX237" fmla="*/ 137172 w 523112"/>
                <a:gd name="connsiteY237" fmla="*/ 74398 h 576584"/>
                <a:gd name="connsiteX238" fmla="*/ 141821 w 523112"/>
                <a:gd name="connsiteY238" fmla="*/ 79048 h 576584"/>
                <a:gd name="connsiteX239" fmla="*/ 146471 w 523112"/>
                <a:gd name="connsiteY239" fmla="*/ 83697 h 576584"/>
                <a:gd name="connsiteX240" fmla="*/ 151121 w 523112"/>
                <a:gd name="connsiteY240" fmla="*/ 90672 h 576584"/>
                <a:gd name="connsiteX241" fmla="*/ 153446 w 523112"/>
                <a:gd name="connsiteY241" fmla="*/ 97647 h 576584"/>
                <a:gd name="connsiteX242" fmla="*/ 153446 w 523112"/>
                <a:gd name="connsiteY242" fmla="*/ 104622 h 576584"/>
                <a:gd name="connsiteX243" fmla="*/ 155771 w 523112"/>
                <a:gd name="connsiteY243" fmla="*/ 113922 h 576584"/>
                <a:gd name="connsiteX244" fmla="*/ 153446 w 523112"/>
                <a:gd name="connsiteY244" fmla="*/ 120897 h 576584"/>
                <a:gd name="connsiteX245" fmla="*/ 153446 w 523112"/>
                <a:gd name="connsiteY245" fmla="*/ 127872 h 576584"/>
                <a:gd name="connsiteX246" fmla="*/ 151121 w 523112"/>
                <a:gd name="connsiteY246" fmla="*/ 134847 h 576584"/>
                <a:gd name="connsiteX247" fmla="*/ 146471 w 523112"/>
                <a:gd name="connsiteY247" fmla="*/ 141822 h 576584"/>
                <a:gd name="connsiteX248" fmla="*/ 141821 w 523112"/>
                <a:gd name="connsiteY248" fmla="*/ 146471 h 576584"/>
                <a:gd name="connsiteX249" fmla="*/ 137172 w 523112"/>
                <a:gd name="connsiteY249" fmla="*/ 153446 h 576584"/>
                <a:gd name="connsiteX250" fmla="*/ 130197 w 523112"/>
                <a:gd name="connsiteY250" fmla="*/ 158096 h 576584"/>
                <a:gd name="connsiteX251" fmla="*/ 123222 w 523112"/>
                <a:gd name="connsiteY251" fmla="*/ 160421 h 576584"/>
                <a:gd name="connsiteX252" fmla="*/ 116247 w 523112"/>
                <a:gd name="connsiteY252" fmla="*/ 162746 h 576584"/>
                <a:gd name="connsiteX253" fmla="*/ 109272 w 523112"/>
                <a:gd name="connsiteY253" fmla="*/ 165071 h 576584"/>
                <a:gd name="connsiteX254" fmla="*/ 102298 w 523112"/>
                <a:gd name="connsiteY254" fmla="*/ 165071 h 576584"/>
                <a:gd name="connsiteX255" fmla="*/ 92998 w 523112"/>
                <a:gd name="connsiteY255" fmla="*/ 165071 h 576584"/>
                <a:gd name="connsiteX256" fmla="*/ 86023 w 523112"/>
                <a:gd name="connsiteY256" fmla="*/ 162746 h 576584"/>
                <a:gd name="connsiteX257" fmla="*/ 79048 w 523112"/>
                <a:gd name="connsiteY257" fmla="*/ 160421 h 576584"/>
                <a:gd name="connsiteX258" fmla="*/ 72073 w 523112"/>
                <a:gd name="connsiteY258" fmla="*/ 158096 h 576584"/>
                <a:gd name="connsiteX259" fmla="*/ 67423 w 523112"/>
                <a:gd name="connsiteY259" fmla="*/ 153446 h 576584"/>
                <a:gd name="connsiteX260" fmla="*/ 62774 w 523112"/>
                <a:gd name="connsiteY260" fmla="*/ 146471 h 576584"/>
                <a:gd name="connsiteX261" fmla="*/ 58124 w 523112"/>
                <a:gd name="connsiteY261" fmla="*/ 141822 h 576584"/>
                <a:gd name="connsiteX262" fmla="*/ 53474 w 523112"/>
                <a:gd name="connsiteY262" fmla="*/ 134847 h 576584"/>
                <a:gd name="connsiteX263" fmla="*/ 51149 w 523112"/>
                <a:gd name="connsiteY263" fmla="*/ 127872 h 576584"/>
                <a:gd name="connsiteX264" fmla="*/ 48824 w 523112"/>
                <a:gd name="connsiteY264" fmla="*/ 120897 h 576584"/>
                <a:gd name="connsiteX265" fmla="*/ 48824 w 523112"/>
                <a:gd name="connsiteY265" fmla="*/ 113922 h 576584"/>
                <a:gd name="connsiteX266" fmla="*/ 48824 w 523112"/>
                <a:gd name="connsiteY266" fmla="*/ 104622 h 576584"/>
                <a:gd name="connsiteX267" fmla="*/ 51149 w 523112"/>
                <a:gd name="connsiteY267" fmla="*/ 97647 h 576584"/>
                <a:gd name="connsiteX268" fmla="*/ 53474 w 523112"/>
                <a:gd name="connsiteY268" fmla="*/ 90672 h 576584"/>
                <a:gd name="connsiteX269" fmla="*/ 58124 w 523112"/>
                <a:gd name="connsiteY269" fmla="*/ 83697 h 576584"/>
                <a:gd name="connsiteX270" fmla="*/ 62774 w 523112"/>
                <a:gd name="connsiteY270" fmla="*/ 79048 h 576584"/>
                <a:gd name="connsiteX271" fmla="*/ 67423 w 523112"/>
                <a:gd name="connsiteY271" fmla="*/ 74398 h 576584"/>
                <a:gd name="connsiteX272" fmla="*/ 72073 w 523112"/>
                <a:gd name="connsiteY272" fmla="*/ 69748 h 576584"/>
                <a:gd name="connsiteX273" fmla="*/ 79048 w 523112"/>
                <a:gd name="connsiteY273" fmla="*/ 65098 h 576584"/>
                <a:gd name="connsiteX274" fmla="*/ 86023 w 523112"/>
                <a:gd name="connsiteY274" fmla="*/ 62773 h 576584"/>
                <a:gd name="connsiteX275" fmla="*/ 488238 w 523112"/>
                <a:gd name="connsiteY275" fmla="*/ 44173 h 576584"/>
                <a:gd name="connsiteX276" fmla="*/ 492888 w 523112"/>
                <a:gd name="connsiteY276" fmla="*/ 44173 h 576584"/>
                <a:gd name="connsiteX277" fmla="*/ 497538 w 523112"/>
                <a:gd name="connsiteY277" fmla="*/ 44173 h 576584"/>
                <a:gd name="connsiteX278" fmla="*/ 502188 w 523112"/>
                <a:gd name="connsiteY278" fmla="*/ 44173 h 576584"/>
                <a:gd name="connsiteX279" fmla="*/ 506837 w 523112"/>
                <a:gd name="connsiteY279" fmla="*/ 46498 h 576584"/>
                <a:gd name="connsiteX280" fmla="*/ 511487 w 523112"/>
                <a:gd name="connsiteY280" fmla="*/ 48823 h 576584"/>
                <a:gd name="connsiteX281" fmla="*/ 516137 w 523112"/>
                <a:gd name="connsiteY281" fmla="*/ 51148 h 576584"/>
                <a:gd name="connsiteX282" fmla="*/ 518462 w 523112"/>
                <a:gd name="connsiteY282" fmla="*/ 55798 h 576584"/>
                <a:gd name="connsiteX283" fmla="*/ 520787 w 523112"/>
                <a:gd name="connsiteY283" fmla="*/ 60447 h 576584"/>
                <a:gd name="connsiteX284" fmla="*/ 523112 w 523112"/>
                <a:gd name="connsiteY284" fmla="*/ 65097 h 576584"/>
                <a:gd name="connsiteX285" fmla="*/ 523112 w 523112"/>
                <a:gd name="connsiteY285" fmla="*/ 69747 h 576584"/>
                <a:gd name="connsiteX286" fmla="*/ 523112 w 523112"/>
                <a:gd name="connsiteY286" fmla="*/ 74397 h 576584"/>
                <a:gd name="connsiteX287" fmla="*/ 523112 w 523112"/>
                <a:gd name="connsiteY287" fmla="*/ 76722 h 576584"/>
                <a:gd name="connsiteX288" fmla="*/ 520787 w 523112"/>
                <a:gd name="connsiteY288" fmla="*/ 81372 h 576584"/>
                <a:gd name="connsiteX289" fmla="*/ 518462 w 523112"/>
                <a:gd name="connsiteY289" fmla="*/ 86022 h 576584"/>
                <a:gd name="connsiteX290" fmla="*/ 516137 w 523112"/>
                <a:gd name="connsiteY290" fmla="*/ 88347 h 576584"/>
                <a:gd name="connsiteX291" fmla="*/ 516137 w 523112"/>
                <a:gd name="connsiteY291" fmla="*/ 90672 h 576584"/>
                <a:gd name="connsiteX292" fmla="*/ 513812 w 523112"/>
                <a:gd name="connsiteY292" fmla="*/ 92997 h 576584"/>
                <a:gd name="connsiteX293" fmla="*/ 511487 w 523112"/>
                <a:gd name="connsiteY293" fmla="*/ 95322 h 576584"/>
                <a:gd name="connsiteX294" fmla="*/ 509162 w 523112"/>
                <a:gd name="connsiteY294" fmla="*/ 99971 h 576584"/>
                <a:gd name="connsiteX295" fmla="*/ 506837 w 523112"/>
                <a:gd name="connsiteY295" fmla="*/ 104621 h 576584"/>
                <a:gd name="connsiteX296" fmla="*/ 502188 w 523112"/>
                <a:gd name="connsiteY296" fmla="*/ 109271 h 576584"/>
                <a:gd name="connsiteX297" fmla="*/ 499863 w 523112"/>
                <a:gd name="connsiteY297" fmla="*/ 113921 h 576584"/>
                <a:gd name="connsiteX298" fmla="*/ 495213 w 523112"/>
                <a:gd name="connsiteY298" fmla="*/ 118571 h 576584"/>
                <a:gd name="connsiteX299" fmla="*/ 490563 w 523112"/>
                <a:gd name="connsiteY299" fmla="*/ 123221 h 576584"/>
                <a:gd name="connsiteX300" fmla="*/ 485913 w 523112"/>
                <a:gd name="connsiteY300" fmla="*/ 130196 h 576584"/>
                <a:gd name="connsiteX301" fmla="*/ 483588 w 523112"/>
                <a:gd name="connsiteY301" fmla="*/ 134846 h 576584"/>
                <a:gd name="connsiteX302" fmla="*/ 478938 w 523112"/>
                <a:gd name="connsiteY302" fmla="*/ 141821 h 576584"/>
                <a:gd name="connsiteX303" fmla="*/ 474288 w 523112"/>
                <a:gd name="connsiteY303" fmla="*/ 146470 h 576584"/>
                <a:gd name="connsiteX304" fmla="*/ 469638 w 523112"/>
                <a:gd name="connsiteY304" fmla="*/ 153445 h 576584"/>
                <a:gd name="connsiteX305" fmla="*/ 464989 w 523112"/>
                <a:gd name="connsiteY305" fmla="*/ 160420 h 576584"/>
                <a:gd name="connsiteX306" fmla="*/ 460339 w 523112"/>
                <a:gd name="connsiteY306" fmla="*/ 165070 h 576584"/>
                <a:gd name="connsiteX307" fmla="*/ 458014 w 523112"/>
                <a:gd name="connsiteY307" fmla="*/ 172045 h 576584"/>
                <a:gd name="connsiteX308" fmla="*/ 453364 w 523112"/>
                <a:gd name="connsiteY308" fmla="*/ 176695 h 576584"/>
                <a:gd name="connsiteX309" fmla="*/ 448714 w 523112"/>
                <a:gd name="connsiteY309" fmla="*/ 181345 h 576584"/>
                <a:gd name="connsiteX310" fmla="*/ 446389 w 523112"/>
                <a:gd name="connsiteY310" fmla="*/ 185994 h 576584"/>
                <a:gd name="connsiteX311" fmla="*/ 444064 w 523112"/>
                <a:gd name="connsiteY311" fmla="*/ 190644 h 576584"/>
                <a:gd name="connsiteX312" fmla="*/ 439414 w 523112"/>
                <a:gd name="connsiteY312" fmla="*/ 192969 h 576584"/>
                <a:gd name="connsiteX313" fmla="*/ 437089 w 523112"/>
                <a:gd name="connsiteY313" fmla="*/ 197619 h 576584"/>
                <a:gd name="connsiteX314" fmla="*/ 437089 w 523112"/>
                <a:gd name="connsiteY314" fmla="*/ 199944 h 576584"/>
                <a:gd name="connsiteX315" fmla="*/ 434764 w 523112"/>
                <a:gd name="connsiteY315" fmla="*/ 202269 h 576584"/>
                <a:gd name="connsiteX316" fmla="*/ 432439 w 523112"/>
                <a:gd name="connsiteY316" fmla="*/ 204594 h 576584"/>
                <a:gd name="connsiteX317" fmla="*/ 432439 w 523112"/>
                <a:gd name="connsiteY317" fmla="*/ 206919 h 576584"/>
                <a:gd name="connsiteX318" fmla="*/ 430114 w 523112"/>
                <a:gd name="connsiteY318" fmla="*/ 211569 h 576584"/>
                <a:gd name="connsiteX319" fmla="*/ 430114 w 523112"/>
                <a:gd name="connsiteY319" fmla="*/ 216219 h 576584"/>
                <a:gd name="connsiteX320" fmla="*/ 430114 w 523112"/>
                <a:gd name="connsiteY320" fmla="*/ 218544 h 576584"/>
                <a:gd name="connsiteX321" fmla="*/ 430114 w 523112"/>
                <a:gd name="connsiteY321" fmla="*/ 223193 h 576584"/>
                <a:gd name="connsiteX322" fmla="*/ 427790 w 523112"/>
                <a:gd name="connsiteY322" fmla="*/ 383614 h 576584"/>
                <a:gd name="connsiteX323" fmla="*/ 471963 w 523112"/>
                <a:gd name="connsiteY323" fmla="*/ 467312 h 576584"/>
                <a:gd name="connsiteX324" fmla="*/ 474288 w 523112"/>
                <a:gd name="connsiteY324" fmla="*/ 471962 h 576584"/>
                <a:gd name="connsiteX325" fmla="*/ 474288 w 523112"/>
                <a:gd name="connsiteY325" fmla="*/ 476612 h 576584"/>
                <a:gd name="connsiteX326" fmla="*/ 474288 w 523112"/>
                <a:gd name="connsiteY326" fmla="*/ 481262 h 576584"/>
                <a:gd name="connsiteX327" fmla="*/ 474288 w 523112"/>
                <a:gd name="connsiteY327" fmla="*/ 485912 h 576584"/>
                <a:gd name="connsiteX328" fmla="*/ 471963 w 523112"/>
                <a:gd name="connsiteY328" fmla="*/ 490562 h 576584"/>
                <a:gd name="connsiteX329" fmla="*/ 469638 w 523112"/>
                <a:gd name="connsiteY329" fmla="*/ 495211 h 576584"/>
                <a:gd name="connsiteX330" fmla="*/ 467314 w 523112"/>
                <a:gd name="connsiteY330" fmla="*/ 497536 h 576584"/>
                <a:gd name="connsiteX331" fmla="*/ 462664 w 523112"/>
                <a:gd name="connsiteY331" fmla="*/ 502186 h 576584"/>
                <a:gd name="connsiteX332" fmla="*/ 460339 w 523112"/>
                <a:gd name="connsiteY332" fmla="*/ 504511 h 576584"/>
                <a:gd name="connsiteX333" fmla="*/ 455689 w 523112"/>
                <a:gd name="connsiteY333" fmla="*/ 504511 h 576584"/>
                <a:gd name="connsiteX334" fmla="*/ 451039 w 523112"/>
                <a:gd name="connsiteY334" fmla="*/ 506836 h 576584"/>
                <a:gd name="connsiteX335" fmla="*/ 446389 w 523112"/>
                <a:gd name="connsiteY335" fmla="*/ 506836 h 576584"/>
                <a:gd name="connsiteX336" fmla="*/ 441739 w 523112"/>
                <a:gd name="connsiteY336" fmla="*/ 506836 h 576584"/>
                <a:gd name="connsiteX337" fmla="*/ 437089 w 523112"/>
                <a:gd name="connsiteY337" fmla="*/ 504511 h 576584"/>
                <a:gd name="connsiteX338" fmla="*/ 432439 w 523112"/>
                <a:gd name="connsiteY338" fmla="*/ 502186 h 576584"/>
                <a:gd name="connsiteX339" fmla="*/ 430114 w 523112"/>
                <a:gd name="connsiteY339" fmla="*/ 499861 h 576584"/>
                <a:gd name="connsiteX340" fmla="*/ 425465 w 523112"/>
                <a:gd name="connsiteY340" fmla="*/ 495211 h 576584"/>
                <a:gd name="connsiteX341" fmla="*/ 423140 w 523112"/>
                <a:gd name="connsiteY341" fmla="*/ 492887 h 576584"/>
                <a:gd name="connsiteX342" fmla="*/ 376641 w 523112"/>
                <a:gd name="connsiteY342" fmla="*/ 402214 h 576584"/>
                <a:gd name="connsiteX343" fmla="*/ 374316 w 523112"/>
                <a:gd name="connsiteY343" fmla="*/ 397564 h 576584"/>
                <a:gd name="connsiteX344" fmla="*/ 374316 w 523112"/>
                <a:gd name="connsiteY344" fmla="*/ 392914 h 576584"/>
                <a:gd name="connsiteX345" fmla="*/ 374316 w 523112"/>
                <a:gd name="connsiteY345" fmla="*/ 388264 h 576584"/>
                <a:gd name="connsiteX346" fmla="*/ 374316 w 523112"/>
                <a:gd name="connsiteY346" fmla="*/ 334791 h 576584"/>
                <a:gd name="connsiteX347" fmla="*/ 318518 w 523112"/>
                <a:gd name="connsiteY347" fmla="*/ 381289 h 576584"/>
                <a:gd name="connsiteX348" fmla="*/ 360366 w 523112"/>
                <a:gd name="connsiteY348" fmla="*/ 446388 h 576584"/>
                <a:gd name="connsiteX349" fmla="*/ 362691 w 523112"/>
                <a:gd name="connsiteY349" fmla="*/ 448713 h 576584"/>
                <a:gd name="connsiteX350" fmla="*/ 365016 w 523112"/>
                <a:gd name="connsiteY350" fmla="*/ 453363 h 576584"/>
                <a:gd name="connsiteX351" fmla="*/ 365016 w 523112"/>
                <a:gd name="connsiteY351" fmla="*/ 458012 h 576584"/>
                <a:gd name="connsiteX352" fmla="*/ 365016 w 523112"/>
                <a:gd name="connsiteY352" fmla="*/ 462662 h 576584"/>
                <a:gd name="connsiteX353" fmla="*/ 365016 w 523112"/>
                <a:gd name="connsiteY353" fmla="*/ 467312 h 576584"/>
                <a:gd name="connsiteX354" fmla="*/ 362691 w 523112"/>
                <a:gd name="connsiteY354" fmla="*/ 471962 h 576584"/>
                <a:gd name="connsiteX355" fmla="*/ 360366 w 523112"/>
                <a:gd name="connsiteY355" fmla="*/ 476612 h 576584"/>
                <a:gd name="connsiteX356" fmla="*/ 358041 w 523112"/>
                <a:gd name="connsiteY356" fmla="*/ 478937 h 576584"/>
                <a:gd name="connsiteX357" fmla="*/ 353392 w 523112"/>
                <a:gd name="connsiteY357" fmla="*/ 483587 h 576584"/>
                <a:gd name="connsiteX358" fmla="*/ 348742 w 523112"/>
                <a:gd name="connsiteY358" fmla="*/ 485912 h 576584"/>
                <a:gd name="connsiteX359" fmla="*/ 346417 w 523112"/>
                <a:gd name="connsiteY359" fmla="*/ 485912 h 576584"/>
                <a:gd name="connsiteX360" fmla="*/ 341767 w 523112"/>
                <a:gd name="connsiteY360" fmla="*/ 488237 h 576584"/>
                <a:gd name="connsiteX361" fmla="*/ 337117 w 523112"/>
                <a:gd name="connsiteY361" fmla="*/ 488237 h 576584"/>
                <a:gd name="connsiteX362" fmla="*/ 334792 w 523112"/>
                <a:gd name="connsiteY362" fmla="*/ 488237 h 576584"/>
                <a:gd name="connsiteX363" fmla="*/ 330142 w 523112"/>
                <a:gd name="connsiteY363" fmla="*/ 485912 h 576584"/>
                <a:gd name="connsiteX364" fmla="*/ 325492 w 523112"/>
                <a:gd name="connsiteY364" fmla="*/ 483587 h 576584"/>
                <a:gd name="connsiteX365" fmla="*/ 320842 w 523112"/>
                <a:gd name="connsiteY365" fmla="*/ 481262 h 576584"/>
                <a:gd name="connsiteX366" fmla="*/ 318518 w 523112"/>
                <a:gd name="connsiteY366" fmla="*/ 478937 h 576584"/>
                <a:gd name="connsiteX367" fmla="*/ 316193 w 523112"/>
                <a:gd name="connsiteY367" fmla="*/ 474287 h 576584"/>
                <a:gd name="connsiteX368" fmla="*/ 258069 w 523112"/>
                <a:gd name="connsiteY368" fmla="*/ 392914 h 576584"/>
                <a:gd name="connsiteX369" fmla="*/ 255744 w 523112"/>
                <a:gd name="connsiteY369" fmla="*/ 388264 h 576584"/>
                <a:gd name="connsiteX370" fmla="*/ 255744 w 523112"/>
                <a:gd name="connsiteY370" fmla="*/ 383614 h 576584"/>
                <a:gd name="connsiteX371" fmla="*/ 253419 w 523112"/>
                <a:gd name="connsiteY371" fmla="*/ 378964 h 576584"/>
                <a:gd name="connsiteX372" fmla="*/ 253419 w 523112"/>
                <a:gd name="connsiteY372" fmla="*/ 374315 h 576584"/>
                <a:gd name="connsiteX373" fmla="*/ 255744 w 523112"/>
                <a:gd name="connsiteY373" fmla="*/ 369665 h 576584"/>
                <a:gd name="connsiteX374" fmla="*/ 258069 w 523112"/>
                <a:gd name="connsiteY374" fmla="*/ 365015 h 576584"/>
                <a:gd name="connsiteX375" fmla="*/ 260394 w 523112"/>
                <a:gd name="connsiteY375" fmla="*/ 360365 h 576584"/>
                <a:gd name="connsiteX376" fmla="*/ 262719 w 523112"/>
                <a:gd name="connsiteY376" fmla="*/ 355715 h 576584"/>
                <a:gd name="connsiteX377" fmla="*/ 325492 w 523112"/>
                <a:gd name="connsiteY377" fmla="*/ 302241 h 576584"/>
                <a:gd name="connsiteX378" fmla="*/ 325492 w 523112"/>
                <a:gd name="connsiteY378" fmla="*/ 299916 h 576584"/>
                <a:gd name="connsiteX379" fmla="*/ 325492 w 523112"/>
                <a:gd name="connsiteY379" fmla="*/ 297592 h 576584"/>
                <a:gd name="connsiteX380" fmla="*/ 325492 w 523112"/>
                <a:gd name="connsiteY380" fmla="*/ 292942 h 576584"/>
                <a:gd name="connsiteX381" fmla="*/ 325492 w 523112"/>
                <a:gd name="connsiteY381" fmla="*/ 288292 h 576584"/>
                <a:gd name="connsiteX382" fmla="*/ 325492 w 523112"/>
                <a:gd name="connsiteY382" fmla="*/ 281317 h 576584"/>
                <a:gd name="connsiteX383" fmla="*/ 323167 w 523112"/>
                <a:gd name="connsiteY383" fmla="*/ 274342 h 576584"/>
                <a:gd name="connsiteX384" fmla="*/ 323167 w 523112"/>
                <a:gd name="connsiteY384" fmla="*/ 267367 h 576584"/>
                <a:gd name="connsiteX385" fmla="*/ 323167 w 523112"/>
                <a:gd name="connsiteY385" fmla="*/ 260393 h 576584"/>
                <a:gd name="connsiteX386" fmla="*/ 323167 w 523112"/>
                <a:gd name="connsiteY386" fmla="*/ 253418 h 576584"/>
                <a:gd name="connsiteX387" fmla="*/ 320842 w 523112"/>
                <a:gd name="connsiteY387" fmla="*/ 246443 h 576584"/>
                <a:gd name="connsiteX388" fmla="*/ 320842 w 523112"/>
                <a:gd name="connsiteY388" fmla="*/ 239468 h 576584"/>
                <a:gd name="connsiteX389" fmla="*/ 320842 w 523112"/>
                <a:gd name="connsiteY389" fmla="*/ 232493 h 576584"/>
                <a:gd name="connsiteX390" fmla="*/ 320842 w 523112"/>
                <a:gd name="connsiteY390" fmla="*/ 227843 h 576584"/>
                <a:gd name="connsiteX391" fmla="*/ 320842 w 523112"/>
                <a:gd name="connsiteY391" fmla="*/ 220869 h 576584"/>
                <a:gd name="connsiteX392" fmla="*/ 320842 w 523112"/>
                <a:gd name="connsiteY392" fmla="*/ 216219 h 576584"/>
                <a:gd name="connsiteX393" fmla="*/ 318518 w 523112"/>
                <a:gd name="connsiteY393" fmla="*/ 211569 h 576584"/>
                <a:gd name="connsiteX394" fmla="*/ 318518 w 523112"/>
                <a:gd name="connsiteY394" fmla="*/ 206919 h 576584"/>
                <a:gd name="connsiteX395" fmla="*/ 318518 w 523112"/>
                <a:gd name="connsiteY395" fmla="*/ 202269 h 576584"/>
                <a:gd name="connsiteX396" fmla="*/ 316193 w 523112"/>
                <a:gd name="connsiteY396" fmla="*/ 199944 h 576584"/>
                <a:gd name="connsiteX397" fmla="*/ 313868 w 523112"/>
                <a:gd name="connsiteY397" fmla="*/ 195294 h 576584"/>
                <a:gd name="connsiteX398" fmla="*/ 311543 w 523112"/>
                <a:gd name="connsiteY398" fmla="*/ 195294 h 576584"/>
                <a:gd name="connsiteX399" fmla="*/ 311543 w 523112"/>
                <a:gd name="connsiteY399" fmla="*/ 192969 h 576584"/>
                <a:gd name="connsiteX400" fmla="*/ 309218 w 523112"/>
                <a:gd name="connsiteY400" fmla="*/ 190644 h 576584"/>
                <a:gd name="connsiteX401" fmla="*/ 309218 w 523112"/>
                <a:gd name="connsiteY401" fmla="*/ 188319 h 576584"/>
                <a:gd name="connsiteX402" fmla="*/ 304568 w 523112"/>
                <a:gd name="connsiteY402" fmla="*/ 185994 h 576584"/>
                <a:gd name="connsiteX403" fmla="*/ 302243 w 523112"/>
                <a:gd name="connsiteY403" fmla="*/ 183670 h 576584"/>
                <a:gd name="connsiteX404" fmla="*/ 299918 w 523112"/>
                <a:gd name="connsiteY404" fmla="*/ 179020 h 576584"/>
                <a:gd name="connsiteX405" fmla="*/ 295268 w 523112"/>
                <a:gd name="connsiteY405" fmla="*/ 174370 h 576584"/>
                <a:gd name="connsiteX406" fmla="*/ 292943 w 523112"/>
                <a:gd name="connsiteY406" fmla="*/ 169720 h 576584"/>
                <a:gd name="connsiteX407" fmla="*/ 288293 w 523112"/>
                <a:gd name="connsiteY407" fmla="*/ 165070 h 576584"/>
                <a:gd name="connsiteX408" fmla="*/ 283643 w 523112"/>
                <a:gd name="connsiteY408" fmla="*/ 158095 h 576584"/>
                <a:gd name="connsiteX409" fmla="*/ 281318 w 523112"/>
                <a:gd name="connsiteY409" fmla="*/ 153445 h 576584"/>
                <a:gd name="connsiteX410" fmla="*/ 276669 w 523112"/>
                <a:gd name="connsiteY410" fmla="*/ 148795 h 576584"/>
                <a:gd name="connsiteX411" fmla="*/ 272019 w 523112"/>
                <a:gd name="connsiteY411" fmla="*/ 141821 h 576584"/>
                <a:gd name="connsiteX412" fmla="*/ 267369 w 523112"/>
                <a:gd name="connsiteY412" fmla="*/ 137171 h 576584"/>
                <a:gd name="connsiteX413" fmla="*/ 262719 w 523112"/>
                <a:gd name="connsiteY413" fmla="*/ 130196 h 576584"/>
                <a:gd name="connsiteX414" fmla="*/ 258069 w 523112"/>
                <a:gd name="connsiteY414" fmla="*/ 125546 h 576584"/>
                <a:gd name="connsiteX415" fmla="*/ 255744 w 523112"/>
                <a:gd name="connsiteY415" fmla="*/ 120896 h 576584"/>
                <a:gd name="connsiteX416" fmla="*/ 251094 w 523112"/>
                <a:gd name="connsiteY416" fmla="*/ 116246 h 576584"/>
                <a:gd name="connsiteX417" fmla="*/ 246444 w 523112"/>
                <a:gd name="connsiteY417" fmla="*/ 111596 h 576584"/>
                <a:gd name="connsiteX418" fmla="*/ 244120 w 523112"/>
                <a:gd name="connsiteY418" fmla="*/ 106946 h 576584"/>
                <a:gd name="connsiteX419" fmla="*/ 241795 w 523112"/>
                <a:gd name="connsiteY419" fmla="*/ 102296 h 576584"/>
                <a:gd name="connsiteX420" fmla="*/ 239470 w 523112"/>
                <a:gd name="connsiteY420" fmla="*/ 97646 h 576584"/>
                <a:gd name="connsiteX421" fmla="*/ 237145 w 523112"/>
                <a:gd name="connsiteY421" fmla="*/ 95322 h 576584"/>
                <a:gd name="connsiteX422" fmla="*/ 234820 w 523112"/>
                <a:gd name="connsiteY422" fmla="*/ 92997 h 576584"/>
                <a:gd name="connsiteX423" fmla="*/ 232495 w 523112"/>
                <a:gd name="connsiteY423" fmla="*/ 90672 h 576584"/>
                <a:gd name="connsiteX424" fmla="*/ 227845 w 523112"/>
                <a:gd name="connsiteY424" fmla="*/ 86022 h 576584"/>
                <a:gd name="connsiteX425" fmla="*/ 227845 w 523112"/>
                <a:gd name="connsiteY425" fmla="*/ 81372 h 576584"/>
                <a:gd name="connsiteX426" fmla="*/ 225520 w 523112"/>
                <a:gd name="connsiteY426" fmla="*/ 76722 h 576584"/>
                <a:gd name="connsiteX427" fmla="*/ 225520 w 523112"/>
                <a:gd name="connsiteY427" fmla="*/ 72072 h 576584"/>
                <a:gd name="connsiteX428" fmla="*/ 227845 w 523112"/>
                <a:gd name="connsiteY428" fmla="*/ 67422 h 576584"/>
                <a:gd name="connsiteX429" fmla="*/ 227845 w 523112"/>
                <a:gd name="connsiteY429" fmla="*/ 62772 h 576584"/>
                <a:gd name="connsiteX430" fmla="*/ 230170 w 523112"/>
                <a:gd name="connsiteY430" fmla="*/ 58123 h 576584"/>
                <a:gd name="connsiteX431" fmla="*/ 232495 w 523112"/>
                <a:gd name="connsiteY431" fmla="*/ 55798 h 576584"/>
                <a:gd name="connsiteX432" fmla="*/ 237145 w 523112"/>
                <a:gd name="connsiteY432" fmla="*/ 51148 h 576584"/>
                <a:gd name="connsiteX433" fmla="*/ 241795 w 523112"/>
                <a:gd name="connsiteY433" fmla="*/ 48823 h 576584"/>
                <a:gd name="connsiteX434" fmla="*/ 246444 w 523112"/>
                <a:gd name="connsiteY434" fmla="*/ 46498 h 576584"/>
                <a:gd name="connsiteX435" fmla="*/ 251094 w 523112"/>
                <a:gd name="connsiteY435" fmla="*/ 46498 h 576584"/>
                <a:gd name="connsiteX436" fmla="*/ 255744 w 523112"/>
                <a:gd name="connsiteY436" fmla="*/ 46498 h 576584"/>
                <a:gd name="connsiteX437" fmla="*/ 260394 w 523112"/>
                <a:gd name="connsiteY437" fmla="*/ 46498 h 576584"/>
                <a:gd name="connsiteX438" fmla="*/ 262719 w 523112"/>
                <a:gd name="connsiteY438" fmla="*/ 48823 h 576584"/>
                <a:gd name="connsiteX439" fmla="*/ 267369 w 523112"/>
                <a:gd name="connsiteY439" fmla="*/ 51148 h 576584"/>
                <a:gd name="connsiteX440" fmla="*/ 272019 w 523112"/>
                <a:gd name="connsiteY440" fmla="*/ 53473 h 576584"/>
                <a:gd name="connsiteX441" fmla="*/ 274344 w 523112"/>
                <a:gd name="connsiteY441" fmla="*/ 58123 h 576584"/>
                <a:gd name="connsiteX442" fmla="*/ 376641 w 523112"/>
                <a:gd name="connsiteY442" fmla="*/ 190644 h 576584"/>
                <a:gd name="connsiteX443" fmla="*/ 474288 w 523112"/>
                <a:gd name="connsiteY443" fmla="*/ 55798 h 576584"/>
                <a:gd name="connsiteX444" fmla="*/ 476613 w 523112"/>
                <a:gd name="connsiteY444" fmla="*/ 51148 h 576584"/>
                <a:gd name="connsiteX445" fmla="*/ 481263 w 523112"/>
                <a:gd name="connsiteY445" fmla="*/ 48823 h 576584"/>
                <a:gd name="connsiteX446" fmla="*/ 483588 w 523112"/>
                <a:gd name="connsiteY446" fmla="*/ 46498 h 576584"/>
                <a:gd name="connsiteX447" fmla="*/ 374316 w 523112"/>
                <a:gd name="connsiteY447" fmla="*/ 0 h 576584"/>
                <a:gd name="connsiteX448" fmla="*/ 381290 w 523112"/>
                <a:gd name="connsiteY448" fmla="*/ 2325 h 576584"/>
                <a:gd name="connsiteX449" fmla="*/ 390590 w 523112"/>
                <a:gd name="connsiteY449" fmla="*/ 2325 h 576584"/>
                <a:gd name="connsiteX450" fmla="*/ 397565 w 523112"/>
                <a:gd name="connsiteY450" fmla="*/ 4650 h 576584"/>
                <a:gd name="connsiteX451" fmla="*/ 402215 w 523112"/>
                <a:gd name="connsiteY451" fmla="*/ 9300 h 576584"/>
                <a:gd name="connsiteX452" fmla="*/ 409190 w 523112"/>
                <a:gd name="connsiteY452" fmla="*/ 13949 h 576584"/>
                <a:gd name="connsiteX453" fmla="*/ 413839 w 523112"/>
                <a:gd name="connsiteY453" fmla="*/ 18599 h 576584"/>
                <a:gd name="connsiteX454" fmla="*/ 418489 w 523112"/>
                <a:gd name="connsiteY454" fmla="*/ 25574 h 576584"/>
                <a:gd name="connsiteX455" fmla="*/ 423139 w 523112"/>
                <a:gd name="connsiteY455" fmla="*/ 30224 h 576584"/>
                <a:gd name="connsiteX456" fmla="*/ 425464 w 523112"/>
                <a:gd name="connsiteY456" fmla="*/ 37199 h 576584"/>
                <a:gd name="connsiteX457" fmla="*/ 427789 w 523112"/>
                <a:gd name="connsiteY457" fmla="*/ 46499 h 576584"/>
                <a:gd name="connsiteX458" fmla="*/ 427789 w 523112"/>
                <a:gd name="connsiteY458" fmla="*/ 53473 h 576584"/>
                <a:gd name="connsiteX459" fmla="*/ 427789 w 523112"/>
                <a:gd name="connsiteY459" fmla="*/ 60448 h 576584"/>
                <a:gd name="connsiteX460" fmla="*/ 425464 w 523112"/>
                <a:gd name="connsiteY460" fmla="*/ 67423 h 576584"/>
                <a:gd name="connsiteX461" fmla="*/ 423139 w 523112"/>
                <a:gd name="connsiteY461" fmla="*/ 74398 h 576584"/>
                <a:gd name="connsiteX462" fmla="*/ 418489 w 523112"/>
                <a:gd name="connsiteY462" fmla="*/ 81373 h 576584"/>
                <a:gd name="connsiteX463" fmla="*/ 413839 w 523112"/>
                <a:gd name="connsiteY463" fmla="*/ 88347 h 576584"/>
                <a:gd name="connsiteX464" fmla="*/ 409190 w 523112"/>
                <a:gd name="connsiteY464" fmla="*/ 92997 h 576584"/>
                <a:gd name="connsiteX465" fmla="*/ 402215 w 523112"/>
                <a:gd name="connsiteY465" fmla="*/ 97647 h 576584"/>
                <a:gd name="connsiteX466" fmla="*/ 397565 w 523112"/>
                <a:gd name="connsiteY466" fmla="*/ 99972 h 576584"/>
                <a:gd name="connsiteX467" fmla="*/ 390590 w 523112"/>
                <a:gd name="connsiteY467" fmla="*/ 104622 h 576584"/>
                <a:gd name="connsiteX468" fmla="*/ 381290 w 523112"/>
                <a:gd name="connsiteY468" fmla="*/ 104622 h 576584"/>
                <a:gd name="connsiteX469" fmla="*/ 374316 w 523112"/>
                <a:gd name="connsiteY469" fmla="*/ 106947 h 576584"/>
                <a:gd name="connsiteX470" fmla="*/ 367341 w 523112"/>
                <a:gd name="connsiteY470" fmla="*/ 104622 h 576584"/>
                <a:gd name="connsiteX471" fmla="*/ 360366 w 523112"/>
                <a:gd name="connsiteY471" fmla="*/ 104622 h 576584"/>
                <a:gd name="connsiteX472" fmla="*/ 351066 w 523112"/>
                <a:gd name="connsiteY472" fmla="*/ 99972 h 576584"/>
                <a:gd name="connsiteX473" fmla="*/ 346416 w 523112"/>
                <a:gd name="connsiteY473" fmla="*/ 97647 h 576584"/>
                <a:gd name="connsiteX474" fmla="*/ 339441 w 523112"/>
                <a:gd name="connsiteY474" fmla="*/ 92997 h 576584"/>
                <a:gd name="connsiteX475" fmla="*/ 334792 w 523112"/>
                <a:gd name="connsiteY475" fmla="*/ 88347 h 576584"/>
                <a:gd name="connsiteX476" fmla="*/ 330142 w 523112"/>
                <a:gd name="connsiteY476" fmla="*/ 81373 h 576584"/>
                <a:gd name="connsiteX477" fmla="*/ 325492 w 523112"/>
                <a:gd name="connsiteY477" fmla="*/ 74398 h 576584"/>
                <a:gd name="connsiteX478" fmla="*/ 323167 w 523112"/>
                <a:gd name="connsiteY478" fmla="*/ 67423 h 576584"/>
                <a:gd name="connsiteX479" fmla="*/ 320842 w 523112"/>
                <a:gd name="connsiteY479" fmla="*/ 60448 h 576584"/>
                <a:gd name="connsiteX480" fmla="*/ 320842 w 523112"/>
                <a:gd name="connsiteY480" fmla="*/ 53473 h 576584"/>
                <a:gd name="connsiteX481" fmla="*/ 320842 w 523112"/>
                <a:gd name="connsiteY481" fmla="*/ 46499 h 576584"/>
                <a:gd name="connsiteX482" fmla="*/ 323167 w 523112"/>
                <a:gd name="connsiteY482" fmla="*/ 37199 h 576584"/>
                <a:gd name="connsiteX483" fmla="*/ 325492 w 523112"/>
                <a:gd name="connsiteY483" fmla="*/ 30224 h 576584"/>
                <a:gd name="connsiteX484" fmla="*/ 330142 w 523112"/>
                <a:gd name="connsiteY484" fmla="*/ 25574 h 576584"/>
                <a:gd name="connsiteX485" fmla="*/ 334792 w 523112"/>
                <a:gd name="connsiteY485" fmla="*/ 18599 h 576584"/>
                <a:gd name="connsiteX486" fmla="*/ 339441 w 523112"/>
                <a:gd name="connsiteY486" fmla="*/ 13949 h 576584"/>
                <a:gd name="connsiteX487" fmla="*/ 346416 w 523112"/>
                <a:gd name="connsiteY487" fmla="*/ 9300 h 576584"/>
                <a:gd name="connsiteX488" fmla="*/ 351066 w 523112"/>
                <a:gd name="connsiteY488" fmla="*/ 4650 h 576584"/>
                <a:gd name="connsiteX489" fmla="*/ 360366 w 523112"/>
                <a:gd name="connsiteY489" fmla="*/ 2325 h 576584"/>
                <a:gd name="connsiteX490" fmla="*/ 367341 w 523112"/>
                <a:gd name="connsiteY490" fmla="*/ 2325 h 57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Lst>
              <a:rect l="l" t="t" r="r" b="b"/>
              <a:pathLst>
                <a:path w="523112" h="576584">
                  <a:moveTo>
                    <a:pt x="60449" y="192969"/>
                  </a:moveTo>
                  <a:lnTo>
                    <a:pt x="102298" y="248768"/>
                  </a:lnTo>
                  <a:lnTo>
                    <a:pt x="144146" y="192969"/>
                  </a:lnTo>
                  <a:lnTo>
                    <a:pt x="146471" y="195294"/>
                  </a:lnTo>
                  <a:lnTo>
                    <a:pt x="151121" y="197619"/>
                  </a:lnTo>
                  <a:lnTo>
                    <a:pt x="153446" y="202269"/>
                  </a:lnTo>
                  <a:lnTo>
                    <a:pt x="158096" y="204594"/>
                  </a:lnTo>
                  <a:lnTo>
                    <a:pt x="162746" y="209244"/>
                  </a:lnTo>
                  <a:lnTo>
                    <a:pt x="165071" y="213894"/>
                  </a:lnTo>
                  <a:lnTo>
                    <a:pt x="169721" y="220868"/>
                  </a:lnTo>
                  <a:lnTo>
                    <a:pt x="174371" y="225518"/>
                  </a:lnTo>
                  <a:lnTo>
                    <a:pt x="176696" y="232493"/>
                  </a:lnTo>
                  <a:lnTo>
                    <a:pt x="181346" y="239468"/>
                  </a:lnTo>
                  <a:lnTo>
                    <a:pt x="183671" y="246443"/>
                  </a:lnTo>
                  <a:lnTo>
                    <a:pt x="188320" y="255742"/>
                  </a:lnTo>
                  <a:lnTo>
                    <a:pt x="190645" y="265042"/>
                  </a:lnTo>
                  <a:lnTo>
                    <a:pt x="192970" y="274342"/>
                  </a:lnTo>
                  <a:lnTo>
                    <a:pt x="195295" y="283642"/>
                  </a:lnTo>
                  <a:lnTo>
                    <a:pt x="197620" y="295266"/>
                  </a:lnTo>
                  <a:lnTo>
                    <a:pt x="199945" y="306891"/>
                  </a:lnTo>
                  <a:lnTo>
                    <a:pt x="202270" y="318516"/>
                  </a:lnTo>
                  <a:lnTo>
                    <a:pt x="202270" y="332465"/>
                  </a:lnTo>
                  <a:lnTo>
                    <a:pt x="204595" y="346415"/>
                  </a:lnTo>
                  <a:lnTo>
                    <a:pt x="204595" y="362690"/>
                  </a:lnTo>
                  <a:lnTo>
                    <a:pt x="202270" y="367340"/>
                  </a:lnTo>
                  <a:lnTo>
                    <a:pt x="202270" y="369665"/>
                  </a:lnTo>
                  <a:lnTo>
                    <a:pt x="199945" y="374314"/>
                  </a:lnTo>
                  <a:lnTo>
                    <a:pt x="197620" y="376639"/>
                  </a:lnTo>
                  <a:lnTo>
                    <a:pt x="195295" y="381289"/>
                  </a:lnTo>
                  <a:lnTo>
                    <a:pt x="190645" y="381289"/>
                  </a:lnTo>
                  <a:lnTo>
                    <a:pt x="185995" y="383614"/>
                  </a:lnTo>
                  <a:lnTo>
                    <a:pt x="181346" y="383614"/>
                  </a:lnTo>
                  <a:lnTo>
                    <a:pt x="176696" y="383614"/>
                  </a:lnTo>
                  <a:lnTo>
                    <a:pt x="174371" y="381289"/>
                  </a:lnTo>
                  <a:lnTo>
                    <a:pt x="169721" y="378964"/>
                  </a:lnTo>
                  <a:lnTo>
                    <a:pt x="167396" y="376639"/>
                  </a:lnTo>
                  <a:lnTo>
                    <a:pt x="165071" y="374314"/>
                  </a:lnTo>
                  <a:lnTo>
                    <a:pt x="162746" y="369665"/>
                  </a:lnTo>
                  <a:lnTo>
                    <a:pt x="160421" y="367340"/>
                  </a:lnTo>
                  <a:lnTo>
                    <a:pt x="160421" y="362690"/>
                  </a:lnTo>
                  <a:lnTo>
                    <a:pt x="160421" y="351065"/>
                  </a:lnTo>
                  <a:lnTo>
                    <a:pt x="160421" y="339440"/>
                  </a:lnTo>
                  <a:lnTo>
                    <a:pt x="160421" y="330141"/>
                  </a:lnTo>
                  <a:lnTo>
                    <a:pt x="158096" y="318516"/>
                  </a:lnTo>
                  <a:lnTo>
                    <a:pt x="158096" y="311541"/>
                  </a:lnTo>
                  <a:lnTo>
                    <a:pt x="155771" y="302241"/>
                  </a:lnTo>
                  <a:lnTo>
                    <a:pt x="155771" y="292942"/>
                  </a:lnTo>
                  <a:lnTo>
                    <a:pt x="151121" y="285967"/>
                  </a:lnTo>
                  <a:lnTo>
                    <a:pt x="151121" y="355715"/>
                  </a:lnTo>
                  <a:lnTo>
                    <a:pt x="151121" y="362690"/>
                  </a:lnTo>
                  <a:lnTo>
                    <a:pt x="151121" y="369665"/>
                  </a:lnTo>
                  <a:lnTo>
                    <a:pt x="148796" y="376639"/>
                  </a:lnTo>
                  <a:lnTo>
                    <a:pt x="146471" y="381289"/>
                  </a:lnTo>
                  <a:lnTo>
                    <a:pt x="146471" y="553335"/>
                  </a:lnTo>
                  <a:lnTo>
                    <a:pt x="144146" y="557985"/>
                  </a:lnTo>
                  <a:lnTo>
                    <a:pt x="144146" y="562635"/>
                  </a:lnTo>
                  <a:lnTo>
                    <a:pt x="141822" y="567284"/>
                  </a:lnTo>
                  <a:lnTo>
                    <a:pt x="139497" y="569609"/>
                  </a:lnTo>
                  <a:lnTo>
                    <a:pt x="134847" y="571934"/>
                  </a:lnTo>
                  <a:lnTo>
                    <a:pt x="132522" y="574259"/>
                  </a:lnTo>
                  <a:lnTo>
                    <a:pt x="127872" y="574259"/>
                  </a:lnTo>
                  <a:lnTo>
                    <a:pt x="123222" y="576584"/>
                  </a:lnTo>
                  <a:lnTo>
                    <a:pt x="118572" y="574259"/>
                  </a:lnTo>
                  <a:lnTo>
                    <a:pt x="113922" y="574259"/>
                  </a:lnTo>
                  <a:lnTo>
                    <a:pt x="111597" y="571934"/>
                  </a:lnTo>
                  <a:lnTo>
                    <a:pt x="106947" y="569609"/>
                  </a:lnTo>
                  <a:lnTo>
                    <a:pt x="104622" y="564959"/>
                  </a:lnTo>
                  <a:lnTo>
                    <a:pt x="102298" y="560310"/>
                  </a:lnTo>
                  <a:lnTo>
                    <a:pt x="102298" y="555660"/>
                  </a:lnTo>
                  <a:lnTo>
                    <a:pt x="99973" y="560310"/>
                  </a:lnTo>
                  <a:lnTo>
                    <a:pt x="97648" y="564959"/>
                  </a:lnTo>
                  <a:lnTo>
                    <a:pt x="95323" y="569609"/>
                  </a:lnTo>
                  <a:lnTo>
                    <a:pt x="92998" y="571934"/>
                  </a:lnTo>
                  <a:lnTo>
                    <a:pt x="88348" y="574259"/>
                  </a:lnTo>
                  <a:lnTo>
                    <a:pt x="83698" y="574259"/>
                  </a:lnTo>
                  <a:lnTo>
                    <a:pt x="79048" y="576584"/>
                  </a:lnTo>
                  <a:lnTo>
                    <a:pt x="76723" y="574259"/>
                  </a:lnTo>
                  <a:lnTo>
                    <a:pt x="72073" y="574259"/>
                  </a:lnTo>
                  <a:lnTo>
                    <a:pt x="67423" y="571934"/>
                  </a:lnTo>
                  <a:lnTo>
                    <a:pt x="65098" y="569609"/>
                  </a:lnTo>
                  <a:lnTo>
                    <a:pt x="62773" y="567284"/>
                  </a:lnTo>
                  <a:lnTo>
                    <a:pt x="60449" y="562635"/>
                  </a:lnTo>
                  <a:lnTo>
                    <a:pt x="58124" y="557985"/>
                  </a:lnTo>
                  <a:lnTo>
                    <a:pt x="58124" y="553335"/>
                  </a:lnTo>
                  <a:lnTo>
                    <a:pt x="58124" y="381289"/>
                  </a:lnTo>
                  <a:lnTo>
                    <a:pt x="55799" y="376639"/>
                  </a:lnTo>
                  <a:lnTo>
                    <a:pt x="53474" y="369665"/>
                  </a:lnTo>
                  <a:lnTo>
                    <a:pt x="51149" y="362690"/>
                  </a:lnTo>
                  <a:lnTo>
                    <a:pt x="51149" y="355715"/>
                  </a:lnTo>
                  <a:lnTo>
                    <a:pt x="51149" y="285967"/>
                  </a:lnTo>
                  <a:lnTo>
                    <a:pt x="48824" y="292942"/>
                  </a:lnTo>
                  <a:lnTo>
                    <a:pt x="46499" y="302241"/>
                  </a:lnTo>
                  <a:lnTo>
                    <a:pt x="46499" y="311541"/>
                  </a:lnTo>
                  <a:lnTo>
                    <a:pt x="44174" y="318516"/>
                  </a:lnTo>
                  <a:lnTo>
                    <a:pt x="44174" y="330141"/>
                  </a:lnTo>
                  <a:lnTo>
                    <a:pt x="44174" y="339440"/>
                  </a:lnTo>
                  <a:lnTo>
                    <a:pt x="44174" y="351065"/>
                  </a:lnTo>
                  <a:lnTo>
                    <a:pt x="44174" y="362690"/>
                  </a:lnTo>
                  <a:lnTo>
                    <a:pt x="41849" y="367340"/>
                  </a:lnTo>
                  <a:lnTo>
                    <a:pt x="41849" y="369665"/>
                  </a:lnTo>
                  <a:lnTo>
                    <a:pt x="39524" y="374314"/>
                  </a:lnTo>
                  <a:lnTo>
                    <a:pt x="37199" y="376639"/>
                  </a:lnTo>
                  <a:lnTo>
                    <a:pt x="32549" y="378964"/>
                  </a:lnTo>
                  <a:lnTo>
                    <a:pt x="30224" y="381289"/>
                  </a:lnTo>
                  <a:lnTo>
                    <a:pt x="25574" y="383614"/>
                  </a:lnTo>
                  <a:lnTo>
                    <a:pt x="20924" y="383614"/>
                  </a:lnTo>
                  <a:lnTo>
                    <a:pt x="16275" y="383614"/>
                  </a:lnTo>
                  <a:lnTo>
                    <a:pt x="11625" y="381289"/>
                  </a:lnTo>
                  <a:lnTo>
                    <a:pt x="6975" y="378964"/>
                  </a:lnTo>
                  <a:lnTo>
                    <a:pt x="4650" y="376639"/>
                  </a:lnTo>
                  <a:lnTo>
                    <a:pt x="2325" y="371989"/>
                  </a:lnTo>
                  <a:lnTo>
                    <a:pt x="0" y="367340"/>
                  </a:lnTo>
                  <a:lnTo>
                    <a:pt x="0" y="362690"/>
                  </a:lnTo>
                  <a:lnTo>
                    <a:pt x="0" y="346415"/>
                  </a:lnTo>
                  <a:lnTo>
                    <a:pt x="0" y="332465"/>
                  </a:lnTo>
                  <a:lnTo>
                    <a:pt x="2325" y="318516"/>
                  </a:lnTo>
                  <a:lnTo>
                    <a:pt x="2325" y="306891"/>
                  </a:lnTo>
                  <a:lnTo>
                    <a:pt x="4650" y="295266"/>
                  </a:lnTo>
                  <a:lnTo>
                    <a:pt x="6975" y="283642"/>
                  </a:lnTo>
                  <a:lnTo>
                    <a:pt x="9300" y="274342"/>
                  </a:lnTo>
                  <a:lnTo>
                    <a:pt x="11625" y="265042"/>
                  </a:lnTo>
                  <a:lnTo>
                    <a:pt x="16275" y="255742"/>
                  </a:lnTo>
                  <a:lnTo>
                    <a:pt x="18600" y="246443"/>
                  </a:lnTo>
                  <a:lnTo>
                    <a:pt x="23249" y="239468"/>
                  </a:lnTo>
                  <a:lnTo>
                    <a:pt x="25574" y="232493"/>
                  </a:lnTo>
                  <a:lnTo>
                    <a:pt x="30224" y="225518"/>
                  </a:lnTo>
                  <a:lnTo>
                    <a:pt x="32549" y="220868"/>
                  </a:lnTo>
                  <a:lnTo>
                    <a:pt x="37199" y="213894"/>
                  </a:lnTo>
                  <a:lnTo>
                    <a:pt x="41849" y="209244"/>
                  </a:lnTo>
                  <a:lnTo>
                    <a:pt x="44174" y="204594"/>
                  </a:lnTo>
                  <a:lnTo>
                    <a:pt x="48824" y="202269"/>
                  </a:lnTo>
                  <a:lnTo>
                    <a:pt x="53474" y="197619"/>
                  </a:lnTo>
                  <a:lnTo>
                    <a:pt x="55799" y="195294"/>
                  </a:lnTo>
                  <a:close/>
                  <a:moveTo>
                    <a:pt x="72074" y="169720"/>
                  </a:moveTo>
                  <a:lnTo>
                    <a:pt x="74399" y="169720"/>
                  </a:lnTo>
                  <a:lnTo>
                    <a:pt x="76724" y="172045"/>
                  </a:lnTo>
                  <a:lnTo>
                    <a:pt x="88348" y="176695"/>
                  </a:lnTo>
                  <a:lnTo>
                    <a:pt x="90673" y="174370"/>
                  </a:lnTo>
                  <a:lnTo>
                    <a:pt x="95323" y="172045"/>
                  </a:lnTo>
                  <a:lnTo>
                    <a:pt x="97648" y="169720"/>
                  </a:lnTo>
                  <a:lnTo>
                    <a:pt x="102298" y="169720"/>
                  </a:lnTo>
                  <a:lnTo>
                    <a:pt x="104623" y="169720"/>
                  </a:lnTo>
                  <a:lnTo>
                    <a:pt x="109273" y="172045"/>
                  </a:lnTo>
                  <a:lnTo>
                    <a:pt x="111598" y="174370"/>
                  </a:lnTo>
                  <a:lnTo>
                    <a:pt x="113923" y="176695"/>
                  </a:lnTo>
                  <a:lnTo>
                    <a:pt x="127872" y="172045"/>
                  </a:lnTo>
                  <a:lnTo>
                    <a:pt x="130197" y="169720"/>
                  </a:lnTo>
                  <a:lnTo>
                    <a:pt x="130197" y="172045"/>
                  </a:lnTo>
                  <a:lnTo>
                    <a:pt x="132522" y="172045"/>
                  </a:lnTo>
                  <a:lnTo>
                    <a:pt x="134847" y="172045"/>
                  </a:lnTo>
                  <a:lnTo>
                    <a:pt x="134847" y="174370"/>
                  </a:lnTo>
                  <a:lnTo>
                    <a:pt x="137172" y="176695"/>
                  </a:lnTo>
                  <a:lnTo>
                    <a:pt x="137172" y="192969"/>
                  </a:lnTo>
                  <a:lnTo>
                    <a:pt x="134847" y="192969"/>
                  </a:lnTo>
                  <a:lnTo>
                    <a:pt x="134847" y="195294"/>
                  </a:lnTo>
                  <a:lnTo>
                    <a:pt x="132522" y="197619"/>
                  </a:lnTo>
                  <a:lnTo>
                    <a:pt x="130197" y="197619"/>
                  </a:lnTo>
                  <a:lnTo>
                    <a:pt x="127872" y="197619"/>
                  </a:lnTo>
                  <a:lnTo>
                    <a:pt x="123222" y="197619"/>
                  </a:lnTo>
                  <a:lnTo>
                    <a:pt x="120897" y="195294"/>
                  </a:lnTo>
                  <a:lnTo>
                    <a:pt x="116248" y="195294"/>
                  </a:lnTo>
                  <a:lnTo>
                    <a:pt x="113923" y="192969"/>
                  </a:lnTo>
                  <a:lnTo>
                    <a:pt x="111598" y="195294"/>
                  </a:lnTo>
                  <a:lnTo>
                    <a:pt x="106948" y="197619"/>
                  </a:lnTo>
                  <a:lnTo>
                    <a:pt x="104623" y="197619"/>
                  </a:lnTo>
                  <a:lnTo>
                    <a:pt x="102298" y="197619"/>
                  </a:lnTo>
                  <a:lnTo>
                    <a:pt x="97648" y="197619"/>
                  </a:lnTo>
                  <a:lnTo>
                    <a:pt x="95323" y="197619"/>
                  </a:lnTo>
                  <a:lnTo>
                    <a:pt x="92998" y="195294"/>
                  </a:lnTo>
                  <a:lnTo>
                    <a:pt x="90673" y="192969"/>
                  </a:lnTo>
                  <a:lnTo>
                    <a:pt x="88348" y="192969"/>
                  </a:lnTo>
                  <a:lnTo>
                    <a:pt x="83699" y="195294"/>
                  </a:lnTo>
                  <a:lnTo>
                    <a:pt x="79049" y="195294"/>
                  </a:lnTo>
                  <a:lnTo>
                    <a:pt x="76724" y="197619"/>
                  </a:lnTo>
                  <a:lnTo>
                    <a:pt x="74399" y="197619"/>
                  </a:lnTo>
                  <a:lnTo>
                    <a:pt x="72074" y="197619"/>
                  </a:lnTo>
                  <a:lnTo>
                    <a:pt x="69749" y="197619"/>
                  </a:lnTo>
                  <a:lnTo>
                    <a:pt x="69749" y="195294"/>
                  </a:lnTo>
                  <a:lnTo>
                    <a:pt x="67424" y="192969"/>
                  </a:lnTo>
                  <a:lnTo>
                    <a:pt x="67424" y="190644"/>
                  </a:lnTo>
                  <a:lnTo>
                    <a:pt x="67424" y="176695"/>
                  </a:lnTo>
                  <a:lnTo>
                    <a:pt x="67424" y="174370"/>
                  </a:lnTo>
                  <a:lnTo>
                    <a:pt x="69749" y="172045"/>
                  </a:lnTo>
                  <a:close/>
                  <a:moveTo>
                    <a:pt x="371992" y="109271"/>
                  </a:moveTo>
                  <a:lnTo>
                    <a:pt x="376641" y="109271"/>
                  </a:lnTo>
                  <a:lnTo>
                    <a:pt x="378966" y="109271"/>
                  </a:lnTo>
                  <a:lnTo>
                    <a:pt x="383616" y="111596"/>
                  </a:lnTo>
                  <a:lnTo>
                    <a:pt x="385941" y="113921"/>
                  </a:lnTo>
                  <a:lnTo>
                    <a:pt x="388266" y="116246"/>
                  </a:lnTo>
                  <a:lnTo>
                    <a:pt x="402216" y="111596"/>
                  </a:lnTo>
                  <a:lnTo>
                    <a:pt x="404541" y="111596"/>
                  </a:lnTo>
                  <a:lnTo>
                    <a:pt x="406866" y="111596"/>
                  </a:lnTo>
                  <a:lnTo>
                    <a:pt x="409191" y="113921"/>
                  </a:lnTo>
                  <a:lnTo>
                    <a:pt x="409191" y="116246"/>
                  </a:lnTo>
                  <a:lnTo>
                    <a:pt x="409191" y="132521"/>
                  </a:lnTo>
                  <a:lnTo>
                    <a:pt x="409191" y="134846"/>
                  </a:lnTo>
                  <a:lnTo>
                    <a:pt x="406866" y="137171"/>
                  </a:lnTo>
                  <a:lnTo>
                    <a:pt x="404541" y="137171"/>
                  </a:lnTo>
                  <a:lnTo>
                    <a:pt x="404541" y="139496"/>
                  </a:lnTo>
                  <a:lnTo>
                    <a:pt x="402216" y="137171"/>
                  </a:lnTo>
                  <a:lnTo>
                    <a:pt x="397566" y="137171"/>
                  </a:lnTo>
                  <a:lnTo>
                    <a:pt x="392916" y="134846"/>
                  </a:lnTo>
                  <a:lnTo>
                    <a:pt x="390591" y="134846"/>
                  </a:lnTo>
                  <a:lnTo>
                    <a:pt x="385941" y="134846"/>
                  </a:lnTo>
                  <a:lnTo>
                    <a:pt x="383616" y="134846"/>
                  </a:lnTo>
                  <a:lnTo>
                    <a:pt x="381291" y="137171"/>
                  </a:lnTo>
                  <a:lnTo>
                    <a:pt x="378966" y="139496"/>
                  </a:lnTo>
                  <a:lnTo>
                    <a:pt x="376641" y="139496"/>
                  </a:lnTo>
                  <a:lnTo>
                    <a:pt x="371992" y="139496"/>
                  </a:lnTo>
                  <a:lnTo>
                    <a:pt x="369667" y="137171"/>
                  </a:lnTo>
                  <a:lnTo>
                    <a:pt x="367342" y="134846"/>
                  </a:lnTo>
                  <a:lnTo>
                    <a:pt x="365017" y="132521"/>
                  </a:lnTo>
                  <a:lnTo>
                    <a:pt x="360367" y="134846"/>
                  </a:lnTo>
                  <a:lnTo>
                    <a:pt x="358042" y="134846"/>
                  </a:lnTo>
                  <a:lnTo>
                    <a:pt x="353392" y="137171"/>
                  </a:lnTo>
                  <a:lnTo>
                    <a:pt x="348742" y="137171"/>
                  </a:lnTo>
                  <a:lnTo>
                    <a:pt x="346417" y="137171"/>
                  </a:lnTo>
                  <a:lnTo>
                    <a:pt x="344092" y="137171"/>
                  </a:lnTo>
                  <a:lnTo>
                    <a:pt x="344092" y="134846"/>
                  </a:lnTo>
                  <a:lnTo>
                    <a:pt x="341767" y="134846"/>
                  </a:lnTo>
                  <a:lnTo>
                    <a:pt x="341767" y="132521"/>
                  </a:lnTo>
                  <a:lnTo>
                    <a:pt x="341767" y="116246"/>
                  </a:lnTo>
                  <a:lnTo>
                    <a:pt x="341767" y="113921"/>
                  </a:lnTo>
                  <a:lnTo>
                    <a:pt x="344092" y="113921"/>
                  </a:lnTo>
                  <a:lnTo>
                    <a:pt x="344092" y="111596"/>
                  </a:lnTo>
                  <a:lnTo>
                    <a:pt x="346417" y="111596"/>
                  </a:lnTo>
                  <a:lnTo>
                    <a:pt x="348742" y="111596"/>
                  </a:lnTo>
                  <a:lnTo>
                    <a:pt x="351067" y="111596"/>
                  </a:lnTo>
                  <a:lnTo>
                    <a:pt x="362692" y="116246"/>
                  </a:lnTo>
                  <a:lnTo>
                    <a:pt x="365017" y="113921"/>
                  </a:lnTo>
                  <a:lnTo>
                    <a:pt x="367342" y="111596"/>
                  </a:lnTo>
                  <a:close/>
                  <a:moveTo>
                    <a:pt x="92998" y="60448"/>
                  </a:moveTo>
                  <a:lnTo>
                    <a:pt x="102298" y="60448"/>
                  </a:lnTo>
                  <a:lnTo>
                    <a:pt x="109272" y="60448"/>
                  </a:lnTo>
                  <a:lnTo>
                    <a:pt x="116247" y="62773"/>
                  </a:lnTo>
                  <a:lnTo>
                    <a:pt x="123222" y="65098"/>
                  </a:lnTo>
                  <a:lnTo>
                    <a:pt x="130197" y="69748"/>
                  </a:lnTo>
                  <a:lnTo>
                    <a:pt x="137172" y="74398"/>
                  </a:lnTo>
                  <a:lnTo>
                    <a:pt x="141821" y="79048"/>
                  </a:lnTo>
                  <a:lnTo>
                    <a:pt x="146471" y="83697"/>
                  </a:lnTo>
                  <a:lnTo>
                    <a:pt x="151121" y="90672"/>
                  </a:lnTo>
                  <a:lnTo>
                    <a:pt x="153446" y="97647"/>
                  </a:lnTo>
                  <a:lnTo>
                    <a:pt x="153446" y="104622"/>
                  </a:lnTo>
                  <a:lnTo>
                    <a:pt x="155771" y="113922"/>
                  </a:lnTo>
                  <a:lnTo>
                    <a:pt x="153446" y="120897"/>
                  </a:lnTo>
                  <a:lnTo>
                    <a:pt x="153446" y="127872"/>
                  </a:lnTo>
                  <a:lnTo>
                    <a:pt x="151121" y="134847"/>
                  </a:lnTo>
                  <a:lnTo>
                    <a:pt x="146471" y="141822"/>
                  </a:lnTo>
                  <a:lnTo>
                    <a:pt x="141821" y="146471"/>
                  </a:lnTo>
                  <a:lnTo>
                    <a:pt x="137172" y="153446"/>
                  </a:lnTo>
                  <a:lnTo>
                    <a:pt x="130197" y="158096"/>
                  </a:lnTo>
                  <a:lnTo>
                    <a:pt x="123222" y="160421"/>
                  </a:lnTo>
                  <a:lnTo>
                    <a:pt x="116247" y="162746"/>
                  </a:lnTo>
                  <a:lnTo>
                    <a:pt x="109272" y="165071"/>
                  </a:lnTo>
                  <a:lnTo>
                    <a:pt x="102298" y="165071"/>
                  </a:lnTo>
                  <a:lnTo>
                    <a:pt x="92998" y="165071"/>
                  </a:lnTo>
                  <a:lnTo>
                    <a:pt x="86023" y="162746"/>
                  </a:lnTo>
                  <a:lnTo>
                    <a:pt x="79048" y="160421"/>
                  </a:lnTo>
                  <a:lnTo>
                    <a:pt x="72073" y="158096"/>
                  </a:lnTo>
                  <a:lnTo>
                    <a:pt x="67423" y="153446"/>
                  </a:lnTo>
                  <a:lnTo>
                    <a:pt x="62774" y="146471"/>
                  </a:lnTo>
                  <a:lnTo>
                    <a:pt x="58124" y="141822"/>
                  </a:lnTo>
                  <a:lnTo>
                    <a:pt x="53474" y="134847"/>
                  </a:lnTo>
                  <a:lnTo>
                    <a:pt x="51149" y="127872"/>
                  </a:lnTo>
                  <a:lnTo>
                    <a:pt x="48824" y="120897"/>
                  </a:lnTo>
                  <a:lnTo>
                    <a:pt x="48824" y="113922"/>
                  </a:lnTo>
                  <a:lnTo>
                    <a:pt x="48824" y="104622"/>
                  </a:lnTo>
                  <a:lnTo>
                    <a:pt x="51149" y="97647"/>
                  </a:lnTo>
                  <a:lnTo>
                    <a:pt x="53474" y="90672"/>
                  </a:lnTo>
                  <a:lnTo>
                    <a:pt x="58124" y="83697"/>
                  </a:lnTo>
                  <a:lnTo>
                    <a:pt x="62774" y="79048"/>
                  </a:lnTo>
                  <a:lnTo>
                    <a:pt x="67423" y="74398"/>
                  </a:lnTo>
                  <a:lnTo>
                    <a:pt x="72073" y="69748"/>
                  </a:lnTo>
                  <a:lnTo>
                    <a:pt x="79048" y="65098"/>
                  </a:lnTo>
                  <a:lnTo>
                    <a:pt x="86023" y="62773"/>
                  </a:lnTo>
                  <a:close/>
                  <a:moveTo>
                    <a:pt x="488238" y="44173"/>
                  </a:moveTo>
                  <a:lnTo>
                    <a:pt x="492888" y="44173"/>
                  </a:lnTo>
                  <a:lnTo>
                    <a:pt x="497538" y="44173"/>
                  </a:lnTo>
                  <a:lnTo>
                    <a:pt x="502188" y="44173"/>
                  </a:lnTo>
                  <a:lnTo>
                    <a:pt x="506837" y="46498"/>
                  </a:lnTo>
                  <a:lnTo>
                    <a:pt x="511487" y="48823"/>
                  </a:lnTo>
                  <a:lnTo>
                    <a:pt x="516137" y="51148"/>
                  </a:lnTo>
                  <a:lnTo>
                    <a:pt x="518462" y="55798"/>
                  </a:lnTo>
                  <a:lnTo>
                    <a:pt x="520787" y="60447"/>
                  </a:lnTo>
                  <a:lnTo>
                    <a:pt x="523112" y="65097"/>
                  </a:lnTo>
                  <a:lnTo>
                    <a:pt x="523112" y="69747"/>
                  </a:lnTo>
                  <a:lnTo>
                    <a:pt x="523112" y="74397"/>
                  </a:lnTo>
                  <a:lnTo>
                    <a:pt x="523112" y="76722"/>
                  </a:lnTo>
                  <a:lnTo>
                    <a:pt x="520787" y="81372"/>
                  </a:lnTo>
                  <a:lnTo>
                    <a:pt x="518462" y="86022"/>
                  </a:lnTo>
                  <a:lnTo>
                    <a:pt x="516137" y="88347"/>
                  </a:lnTo>
                  <a:lnTo>
                    <a:pt x="516137" y="90672"/>
                  </a:lnTo>
                  <a:lnTo>
                    <a:pt x="513812" y="92997"/>
                  </a:lnTo>
                  <a:lnTo>
                    <a:pt x="511487" y="95322"/>
                  </a:lnTo>
                  <a:lnTo>
                    <a:pt x="509162" y="99971"/>
                  </a:lnTo>
                  <a:lnTo>
                    <a:pt x="506837" y="104621"/>
                  </a:lnTo>
                  <a:lnTo>
                    <a:pt x="502188" y="109271"/>
                  </a:lnTo>
                  <a:lnTo>
                    <a:pt x="499863" y="113921"/>
                  </a:lnTo>
                  <a:lnTo>
                    <a:pt x="495213" y="118571"/>
                  </a:lnTo>
                  <a:lnTo>
                    <a:pt x="490563" y="123221"/>
                  </a:lnTo>
                  <a:lnTo>
                    <a:pt x="485913" y="130196"/>
                  </a:lnTo>
                  <a:lnTo>
                    <a:pt x="483588" y="134846"/>
                  </a:lnTo>
                  <a:lnTo>
                    <a:pt x="478938" y="141821"/>
                  </a:lnTo>
                  <a:lnTo>
                    <a:pt x="474288" y="146470"/>
                  </a:lnTo>
                  <a:lnTo>
                    <a:pt x="469638" y="153445"/>
                  </a:lnTo>
                  <a:lnTo>
                    <a:pt x="464989" y="160420"/>
                  </a:lnTo>
                  <a:lnTo>
                    <a:pt x="460339" y="165070"/>
                  </a:lnTo>
                  <a:lnTo>
                    <a:pt x="458014" y="172045"/>
                  </a:lnTo>
                  <a:lnTo>
                    <a:pt x="453364" y="176695"/>
                  </a:lnTo>
                  <a:lnTo>
                    <a:pt x="448714" y="181345"/>
                  </a:lnTo>
                  <a:lnTo>
                    <a:pt x="446389" y="185994"/>
                  </a:lnTo>
                  <a:lnTo>
                    <a:pt x="444064" y="190644"/>
                  </a:lnTo>
                  <a:lnTo>
                    <a:pt x="439414" y="192969"/>
                  </a:lnTo>
                  <a:lnTo>
                    <a:pt x="437089" y="197619"/>
                  </a:lnTo>
                  <a:lnTo>
                    <a:pt x="437089" y="199944"/>
                  </a:lnTo>
                  <a:lnTo>
                    <a:pt x="434764" y="202269"/>
                  </a:lnTo>
                  <a:lnTo>
                    <a:pt x="432439" y="204594"/>
                  </a:lnTo>
                  <a:lnTo>
                    <a:pt x="432439" y="206919"/>
                  </a:lnTo>
                  <a:lnTo>
                    <a:pt x="430114" y="211569"/>
                  </a:lnTo>
                  <a:lnTo>
                    <a:pt x="430114" y="216219"/>
                  </a:lnTo>
                  <a:lnTo>
                    <a:pt x="430114" y="218544"/>
                  </a:lnTo>
                  <a:lnTo>
                    <a:pt x="430114" y="223193"/>
                  </a:lnTo>
                  <a:lnTo>
                    <a:pt x="427790" y="383614"/>
                  </a:lnTo>
                  <a:lnTo>
                    <a:pt x="471963" y="467312"/>
                  </a:lnTo>
                  <a:lnTo>
                    <a:pt x="474288" y="471962"/>
                  </a:lnTo>
                  <a:lnTo>
                    <a:pt x="474288" y="476612"/>
                  </a:lnTo>
                  <a:lnTo>
                    <a:pt x="474288" y="481262"/>
                  </a:lnTo>
                  <a:lnTo>
                    <a:pt x="474288" y="485912"/>
                  </a:lnTo>
                  <a:lnTo>
                    <a:pt x="471963" y="490562"/>
                  </a:lnTo>
                  <a:lnTo>
                    <a:pt x="469638" y="495211"/>
                  </a:lnTo>
                  <a:lnTo>
                    <a:pt x="467314" y="497536"/>
                  </a:lnTo>
                  <a:lnTo>
                    <a:pt x="462664" y="502186"/>
                  </a:lnTo>
                  <a:lnTo>
                    <a:pt x="460339" y="504511"/>
                  </a:lnTo>
                  <a:lnTo>
                    <a:pt x="455689" y="504511"/>
                  </a:lnTo>
                  <a:lnTo>
                    <a:pt x="451039" y="506836"/>
                  </a:lnTo>
                  <a:lnTo>
                    <a:pt x="446389" y="506836"/>
                  </a:lnTo>
                  <a:lnTo>
                    <a:pt x="441739" y="506836"/>
                  </a:lnTo>
                  <a:lnTo>
                    <a:pt x="437089" y="504511"/>
                  </a:lnTo>
                  <a:lnTo>
                    <a:pt x="432439" y="502186"/>
                  </a:lnTo>
                  <a:lnTo>
                    <a:pt x="430114" y="499861"/>
                  </a:lnTo>
                  <a:lnTo>
                    <a:pt x="425465" y="495211"/>
                  </a:lnTo>
                  <a:lnTo>
                    <a:pt x="423140" y="492887"/>
                  </a:lnTo>
                  <a:lnTo>
                    <a:pt x="376641" y="402214"/>
                  </a:lnTo>
                  <a:lnTo>
                    <a:pt x="374316" y="397564"/>
                  </a:lnTo>
                  <a:lnTo>
                    <a:pt x="374316" y="392914"/>
                  </a:lnTo>
                  <a:lnTo>
                    <a:pt x="374316" y="388264"/>
                  </a:lnTo>
                  <a:lnTo>
                    <a:pt x="374316" y="334791"/>
                  </a:lnTo>
                  <a:lnTo>
                    <a:pt x="318518" y="381289"/>
                  </a:lnTo>
                  <a:lnTo>
                    <a:pt x="360366" y="446388"/>
                  </a:lnTo>
                  <a:lnTo>
                    <a:pt x="362691" y="448713"/>
                  </a:lnTo>
                  <a:lnTo>
                    <a:pt x="365016" y="453363"/>
                  </a:lnTo>
                  <a:lnTo>
                    <a:pt x="365016" y="458012"/>
                  </a:lnTo>
                  <a:lnTo>
                    <a:pt x="365016" y="462662"/>
                  </a:lnTo>
                  <a:lnTo>
                    <a:pt x="365016" y="467312"/>
                  </a:lnTo>
                  <a:lnTo>
                    <a:pt x="362691" y="471962"/>
                  </a:lnTo>
                  <a:lnTo>
                    <a:pt x="360366" y="476612"/>
                  </a:lnTo>
                  <a:lnTo>
                    <a:pt x="358041" y="478937"/>
                  </a:lnTo>
                  <a:lnTo>
                    <a:pt x="353392" y="483587"/>
                  </a:lnTo>
                  <a:lnTo>
                    <a:pt x="348742" y="485912"/>
                  </a:lnTo>
                  <a:lnTo>
                    <a:pt x="346417" y="485912"/>
                  </a:lnTo>
                  <a:lnTo>
                    <a:pt x="341767" y="488237"/>
                  </a:lnTo>
                  <a:lnTo>
                    <a:pt x="337117" y="488237"/>
                  </a:lnTo>
                  <a:lnTo>
                    <a:pt x="334792" y="488237"/>
                  </a:lnTo>
                  <a:lnTo>
                    <a:pt x="330142" y="485912"/>
                  </a:lnTo>
                  <a:lnTo>
                    <a:pt x="325492" y="483587"/>
                  </a:lnTo>
                  <a:lnTo>
                    <a:pt x="320842" y="481262"/>
                  </a:lnTo>
                  <a:lnTo>
                    <a:pt x="318518" y="478937"/>
                  </a:lnTo>
                  <a:lnTo>
                    <a:pt x="316193" y="474287"/>
                  </a:lnTo>
                  <a:lnTo>
                    <a:pt x="258069" y="392914"/>
                  </a:lnTo>
                  <a:lnTo>
                    <a:pt x="255744" y="388264"/>
                  </a:lnTo>
                  <a:lnTo>
                    <a:pt x="255744" y="383614"/>
                  </a:lnTo>
                  <a:lnTo>
                    <a:pt x="253419" y="378964"/>
                  </a:lnTo>
                  <a:lnTo>
                    <a:pt x="253419" y="374315"/>
                  </a:lnTo>
                  <a:lnTo>
                    <a:pt x="255744" y="369665"/>
                  </a:lnTo>
                  <a:lnTo>
                    <a:pt x="258069" y="365015"/>
                  </a:lnTo>
                  <a:lnTo>
                    <a:pt x="260394" y="360365"/>
                  </a:lnTo>
                  <a:lnTo>
                    <a:pt x="262719" y="355715"/>
                  </a:lnTo>
                  <a:lnTo>
                    <a:pt x="325492" y="302241"/>
                  </a:lnTo>
                  <a:lnTo>
                    <a:pt x="325492" y="299916"/>
                  </a:lnTo>
                  <a:lnTo>
                    <a:pt x="325492" y="297592"/>
                  </a:lnTo>
                  <a:lnTo>
                    <a:pt x="325492" y="292942"/>
                  </a:lnTo>
                  <a:lnTo>
                    <a:pt x="325492" y="288292"/>
                  </a:lnTo>
                  <a:lnTo>
                    <a:pt x="325492" y="281317"/>
                  </a:lnTo>
                  <a:lnTo>
                    <a:pt x="323167" y="274342"/>
                  </a:lnTo>
                  <a:lnTo>
                    <a:pt x="323167" y="267367"/>
                  </a:lnTo>
                  <a:lnTo>
                    <a:pt x="323167" y="260393"/>
                  </a:lnTo>
                  <a:lnTo>
                    <a:pt x="323167" y="253418"/>
                  </a:lnTo>
                  <a:lnTo>
                    <a:pt x="320842" y="246443"/>
                  </a:lnTo>
                  <a:lnTo>
                    <a:pt x="320842" y="239468"/>
                  </a:lnTo>
                  <a:lnTo>
                    <a:pt x="320842" y="232493"/>
                  </a:lnTo>
                  <a:lnTo>
                    <a:pt x="320842" y="227843"/>
                  </a:lnTo>
                  <a:lnTo>
                    <a:pt x="320842" y="220869"/>
                  </a:lnTo>
                  <a:lnTo>
                    <a:pt x="320842" y="216219"/>
                  </a:lnTo>
                  <a:lnTo>
                    <a:pt x="318518" y="211569"/>
                  </a:lnTo>
                  <a:lnTo>
                    <a:pt x="318518" y="206919"/>
                  </a:lnTo>
                  <a:lnTo>
                    <a:pt x="318518" y="202269"/>
                  </a:lnTo>
                  <a:lnTo>
                    <a:pt x="316193" y="199944"/>
                  </a:lnTo>
                  <a:lnTo>
                    <a:pt x="313868" y="195294"/>
                  </a:lnTo>
                  <a:lnTo>
                    <a:pt x="311543" y="195294"/>
                  </a:lnTo>
                  <a:lnTo>
                    <a:pt x="311543" y="192969"/>
                  </a:lnTo>
                  <a:lnTo>
                    <a:pt x="309218" y="190644"/>
                  </a:lnTo>
                  <a:lnTo>
                    <a:pt x="309218" y="188319"/>
                  </a:lnTo>
                  <a:lnTo>
                    <a:pt x="304568" y="185994"/>
                  </a:lnTo>
                  <a:lnTo>
                    <a:pt x="302243" y="183670"/>
                  </a:lnTo>
                  <a:lnTo>
                    <a:pt x="299918" y="179020"/>
                  </a:lnTo>
                  <a:lnTo>
                    <a:pt x="295268" y="174370"/>
                  </a:lnTo>
                  <a:lnTo>
                    <a:pt x="292943" y="169720"/>
                  </a:lnTo>
                  <a:lnTo>
                    <a:pt x="288293" y="165070"/>
                  </a:lnTo>
                  <a:lnTo>
                    <a:pt x="283643" y="158095"/>
                  </a:lnTo>
                  <a:lnTo>
                    <a:pt x="281318" y="153445"/>
                  </a:lnTo>
                  <a:lnTo>
                    <a:pt x="276669" y="148795"/>
                  </a:lnTo>
                  <a:lnTo>
                    <a:pt x="272019" y="141821"/>
                  </a:lnTo>
                  <a:lnTo>
                    <a:pt x="267369" y="137171"/>
                  </a:lnTo>
                  <a:lnTo>
                    <a:pt x="262719" y="130196"/>
                  </a:lnTo>
                  <a:lnTo>
                    <a:pt x="258069" y="125546"/>
                  </a:lnTo>
                  <a:lnTo>
                    <a:pt x="255744" y="120896"/>
                  </a:lnTo>
                  <a:lnTo>
                    <a:pt x="251094" y="116246"/>
                  </a:lnTo>
                  <a:lnTo>
                    <a:pt x="246444" y="111596"/>
                  </a:lnTo>
                  <a:lnTo>
                    <a:pt x="244120" y="106946"/>
                  </a:lnTo>
                  <a:lnTo>
                    <a:pt x="241795" y="102296"/>
                  </a:lnTo>
                  <a:lnTo>
                    <a:pt x="239470" y="97646"/>
                  </a:lnTo>
                  <a:lnTo>
                    <a:pt x="237145" y="95322"/>
                  </a:lnTo>
                  <a:lnTo>
                    <a:pt x="234820" y="92997"/>
                  </a:lnTo>
                  <a:lnTo>
                    <a:pt x="232495" y="90672"/>
                  </a:lnTo>
                  <a:lnTo>
                    <a:pt x="227845" y="86022"/>
                  </a:lnTo>
                  <a:lnTo>
                    <a:pt x="227845" y="81372"/>
                  </a:lnTo>
                  <a:lnTo>
                    <a:pt x="225520" y="76722"/>
                  </a:lnTo>
                  <a:lnTo>
                    <a:pt x="225520" y="72072"/>
                  </a:lnTo>
                  <a:lnTo>
                    <a:pt x="227845" y="67422"/>
                  </a:lnTo>
                  <a:lnTo>
                    <a:pt x="227845" y="62772"/>
                  </a:lnTo>
                  <a:lnTo>
                    <a:pt x="230170" y="58123"/>
                  </a:lnTo>
                  <a:lnTo>
                    <a:pt x="232495" y="55798"/>
                  </a:lnTo>
                  <a:lnTo>
                    <a:pt x="237145" y="51148"/>
                  </a:lnTo>
                  <a:lnTo>
                    <a:pt x="241795" y="48823"/>
                  </a:lnTo>
                  <a:lnTo>
                    <a:pt x="246444" y="46498"/>
                  </a:lnTo>
                  <a:lnTo>
                    <a:pt x="251094" y="46498"/>
                  </a:lnTo>
                  <a:lnTo>
                    <a:pt x="255744" y="46498"/>
                  </a:lnTo>
                  <a:lnTo>
                    <a:pt x="260394" y="46498"/>
                  </a:lnTo>
                  <a:lnTo>
                    <a:pt x="262719" y="48823"/>
                  </a:lnTo>
                  <a:lnTo>
                    <a:pt x="267369" y="51148"/>
                  </a:lnTo>
                  <a:lnTo>
                    <a:pt x="272019" y="53473"/>
                  </a:lnTo>
                  <a:lnTo>
                    <a:pt x="274344" y="58123"/>
                  </a:lnTo>
                  <a:lnTo>
                    <a:pt x="376641" y="190644"/>
                  </a:lnTo>
                  <a:lnTo>
                    <a:pt x="474288" y="55798"/>
                  </a:lnTo>
                  <a:lnTo>
                    <a:pt x="476613" y="51148"/>
                  </a:lnTo>
                  <a:lnTo>
                    <a:pt x="481263" y="48823"/>
                  </a:lnTo>
                  <a:lnTo>
                    <a:pt x="483588" y="46498"/>
                  </a:lnTo>
                  <a:close/>
                  <a:moveTo>
                    <a:pt x="374316" y="0"/>
                  </a:moveTo>
                  <a:lnTo>
                    <a:pt x="381290" y="2325"/>
                  </a:lnTo>
                  <a:lnTo>
                    <a:pt x="390590" y="2325"/>
                  </a:lnTo>
                  <a:lnTo>
                    <a:pt x="397565" y="4650"/>
                  </a:lnTo>
                  <a:lnTo>
                    <a:pt x="402215" y="9300"/>
                  </a:lnTo>
                  <a:lnTo>
                    <a:pt x="409190" y="13949"/>
                  </a:lnTo>
                  <a:lnTo>
                    <a:pt x="413839" y="18599"/>
                  </a:lnTo>
                  <a:lnTo>
                    <a:pt x="418489" y="25574"/>
                  </a:lnTo>
                  <a:lnTo>
                    <a:pt x="423139" y="30224"/>
                  </a:lnTo>
                  <a:lnTo>
                    <a:pt x="425464" y="37199"/>
                  </a:lnTo>
                  <a:lnTo>
                    <a:pt x="427789" y="46499"/>
                  </a:lnTo>
                  <a:lnTo>
                    <a:pt x="427789" y="53473"/>
                  </a:lnTo>
                  <a:lnTo>
                    <a:pt x="427789" y="60448"/>
                  </a:lnTo>
                  <a:lnTo>
                    <a:pt x="425464" y="67423"/>
                  </a:lnTo>
                  <a:lnTo>
                    <a:pt x="423139" y="74398"/>
                  </a:lnTo>
                  <a:lnTo>
                    <a:pt x="418489" y="81373"/>
                  </a:lnTo>
                  <a:lnTo>
                    <a:pt x="413839" y="88347"/>
                  </a:lnTo>
                  <a:lnTo>
                    <a:pt x="409190" y="92997"/>
                  </a:lnTo>
                  <a:lnTo>
                    <a:pt x="402215" y="97647"/>
                  </a:lnTo>
                  <a:lnTo>
                    <a:pt x="397565" y="99972"/>
                  </a:lnTo>
                  <a:lnTo>
                    <a:pt x="390590" y="104622"/>
                  </a:lnTo>
                  <a:lnTo>
                    <a:pt x="381290" y="104622"/>
                  </a:lnTo>
                  <a:lnTo>
                    <a:pt x="374316" y="106947"/>
                  </a:lnTo>
                  <a:lnTo>
                    <a:pt x="367341" y="104622"/>
                  </a:lnTo>
                  <a:lnTo>
                    <a:pt x="360366" y="104622"/>
                  </a:lnTo>
                  <a:lnTo>
                    <a:pt x="351066" y="99972"/>
                  </a:lnTo>
                  <a:lnTo>
                    <a:pt x="346416" y="97647"/>
                  </a:lnTo>
                  <a:lnTo>
                    <a:pt x="339441" y="92997"/>
                  </a:lnTo>
                  <a:lnTo>
                    <a:pt x="334792" y="88347"/>
                  </a:lnTo>
                  <a:lnTo>
                    <a:pt x="330142" y="81373"/>
                  </a:lnTo>
                  <a:lnTo>
                    <a:pt x="325492" y="74398"/>
                  </a:lnTo>
                  <a:lnTo>
                    <a:pt x="323167" y="67423"/>
                  </a:lnTo>
                  <a:lnTo>
                    <a:pt x="320842" y="60448"/>
                  </a:lnTo>
                  <a:lnTo>
                    <a:pt x="320842" y="53473"/>
                  </a:lnTo>
                  <a:lnTo>
                    <a:pt x="320842" y="46499"/>
                  </a:lnTo>
                  <a:lnTo>
                    <a:pt x="323167" y="37199"/>
                  </a:lnTo>
                  <a:lnTo>
                    <a:pt x="325492" y="30224"/>
                  </a:lnTo>
                  <a:lnTo>
                    <a:pt x="330142" y="25574"/>
                  </a:lnTo>
                  <a:lnTo>
                    <a:pt x="334792" y="18599"/>
                  </a:lnTo>
                  <a:lnTo>
                    <a:pt x="339441" y="13949"/>
                  </a:lnTo>
                  <a:lnTo>
                    <a:pt x="346416" y="9300"/>
                  </a:lnTo>
                  <a:lnTo>
                    <a:pt x="351066" y="4650"/>
                  </a:lnTo>
                  <a:lnTo>
                    <a:pt x="360366" y="2325"/>
                  </a:lnTo>
                  <a:lnTo>
                    <a:pt x="367341"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ísḻïďé"/>
            <p:cNvSpPr/>
            <p:nvPr/>
          </p:nvSpPr>
          <p:spPr>
            <a:xfrm>
              <a:off x="4676277" y="4499223"/>
              <a:ext cx="553337" cy="567284"/>
            </a:xfrm>
            <a:custGeom>
              <a:avLst/>
              <a:gdLst>
                <a:gd name="connsiteX0" fmla="*/ 11625 w 553337"/>
                <a:gd name="connsiteY0" fmla="*/ 162745 h 567284"/>
                <a:gd name="connsiteX1" fmla="*/ 13950 w 553337"/>
                <a:gd name="connsiteY1" fmla="*/ 162745 h 567284"/>
                <a:gd name="connsiteX2" fmla="*/ 76724 w 553337"/>
                <a:gd name="connsiteY2" fmla="*/ 162745 h 567284"/>
                <a:gd name="connsiteX3" fmla="*/ 79048 w 553337"/>
                <a:gd name="connsiteY3" fmla="*/ 162745 h 567284"/>
                <a:gd name="connsiteX4" fmla="*/ 81373 w 553337"/>
                <a:gd name="connsiteY4" fmla="*/ 165070 h 567284"/>
                <a:gd name="connsiteX5" fmla="*/ 81373 w 553337"/>
                <a:gd name="connsiteY5" fmla="*/ 167395 h 567284"/>
                <a:gd name="connsiteX6" fmla="*/ 81373 w 553337"/>
                <a:gd name="connsiteY6" fmla="*/ 169720 h 567284"/>
                <a:gd name="connsiteX7" fmla="*/ 67424 w 553337"/>
                <a:gd name="connsiteY7" fmla="*/ 181345 h 567284"/>
                <a:gd name="connsiteX8" fmla="*/ 67424 w 553337"/>
                <a:gd name="connsiteY8" fmla="*/ 183670 h 567284"/>
                <a:gd name="connsiteX9" fmla="*/ 65099 w 553337"/>
                <a:gd name="connsiteY9" fmla="*/ 188320 h 567284"/>
                <a:gd name="connsiteX10" fmla="*/ 65099 w 553337"/>
                <a:gd name="connsiteY10" fmla="*/ 190645 h 567284"/>
                <a:gd name="connsiteX11" fmla="*/ 65099 w 553337"/>
                <a:gd name="connsiteY11" fmla="*/ 192969 h 567284"/>
                <a:gd name="connsiteX12" fmla="*/ 67424 w 553337"/>
                <a:gd name="connsiteY12" fmla="*/ 195294 h 567284"/>
                <a:gd name="connsiteX13" fmla="*/ 67424 w 553337"/>
                <a:gd name="connsiteY13" fmla="*/ 197619 h 567284"/>
                <a:gd name="connsiteX14" fmla="*/ 130197 w 553337"/>
                <a:gd name="connsiteY14" fmla="*/ 260393 h 567284"/>
                <a:gd name="connsiteX15" fmla="*/ 132522 w 553337"/>
                <a:gd name="connsiteY15" fmla="*/ 262718 h 567284"/>
                <a:gd name="connsiteX16" fmla="*/ 137172 w 553337"/>
                <a:gd name="connsiteY16" fmla="*/ 262718 h 567284"/>
                <a:gd name="connsiteX17" fmla="*/ 139497 w 553337"/>
                <a:gd name="connsiteY17" fmla="*/ 262718 h 567284"/>
                <a:gd name="connsiteX18" fmla="*/ 144147 w 553337"/>
                <a:gd name="connsiteY18" fmla="*/ 262718 h 567284"/>
                <a:gd name="connsiteX19" fmla="*/ 146472 w 553337"/>
                <a:gd name="connsiteY19" fmla="*/ 262718 h 567284"/>
                <a:gd name="connsiteX20" fmla="*/ 148797 w 553337"/>
                <a:gd name="connsiteY20" fmla="*/ 260393 h 567284"/>
                <a:gd name="connsiteX21" fmla="*/ 188321 w 553337"/>
                <a:gd name="connsiteY21" fmla="*/ 218544 h 567284"/>
                <a:gd name="connsiteX22" fmla="*/ 192971 w 553337"/>
                <a:gd name="connsiteY22" fmla="*/ 216219 h 567284"/>
                <a:gd name="connsiteX23" fmla="*/ 195296 w 553337"/>
                <a:gd name="connsiteY23" fmla="*/ 216219 h 567284"/>
                <a:gd name="connsiteX24" fmla="*/ 197621 w 553337"/>
                <a:gd name="connsiteY24" fmla="*/ 216219 h 567284"/>
                <a:gd name="connsiteX25" fmla="*/ 202271 w 553337"/>
                <a:gd name="connsiteY25" fmla="*/ 216219 h 567284"/>
                <a:gd name="connsiteX26" fmla="*/ 204596 w 553337"/>
                <a:gd name="connsiteY26" fmla="*/ 216219 h 567284"/>
                <a:gd name="connsiteX27" fmla="*/ 206921 w 553337"/>
                <a:gd name="connsiteY27" fmla="*/ 218544 h 567284"/>
                <a:gd name="connsiteX28" fmla="*/ 311543 w 553337"/>
                <a:gd name="connsiteY28" fmla="*/ 323166 h 567284"/>
                <a:gd name="connsiteX29" fmla="*/ 313868 w 553337"/>
                <a:gd name="connsiteY29" fmla="*/ 327816 h 567284"/>
                <a:gd name="connsiteX30" fmla="*/ 313868 w 553337"/>
                <a:gd name="connsiteY30" fmla="*/ 330141 h 567284"/>
                <a:gd name="connsiteX31" fmla="*/ 313868 w 553337"/>
                <a:gd name="connsiteY31" fmla="*/ 332466 h 567284"/>
                <a:gd name="connsiteX32" fmla="*/ 313868 w 553337"/>
                <a:gd name="connsiteY32" fmla="*/ 337116 h 567284"/>
                <a:gd name="connsiteX33" fmla="*/ 313868 w 553337"/>
                <a:gd name="connsiteY33" fmla="*/ 339441 h 567284"/>
                <a:gd name="connsiteX34" fmla="*/ 311543 w 553337"/>
                <a:gd name="connsiteY34" fmla="*/ 341766 h 567284"/>
                <a:gd name="connsiteX35" fmla="*/ 297594 w 553337"/>
                <a:gd name="connsiteY35" fmla="*/ 355715 h 567284"/>
                <a:gd name="connsiteX36" fmla="*/ 295269 w 553337"/>
                <a:gd name="connsiteY36" fmla="*/ 358040 h 567284"/>
                <a:gd name="connsiteX37" fmla="*/ 292944 w 553337"/>
                <a:gd name="connsiteY37" fmla="*/ 358040 h 567284"/>
                <a:gd name="connsiteX38" fmla="*/ 288294 w 553337"/>
                <a:gd name="connsiteY38" fmla="*/ 360365 h 567284"/>
                <a:gd name="connsiteX39" fmla="*/ 285969 w 553337"/>
                <a:gd name="connsiteY39" fmla="*/ 358040 h 567284"/>
                <a:gd name="connsiteX40" fmla="*/ 281319 w 553337"/>
                <a:gd name="connsiteY40" fmla="*/ 358040 h 567284"/>
                <a:gd name="connsiteX41" fmla="*/ 278994 w 553337"/>
                <a:gd name="connsiteY41" fmla="*/ 355715 h 567284"/>
                <a:gd name="connsiteX42" fmla="*/ 206921 w 553337"/>
                <a:gd name="connsiteY42" fmla="*/ 283642 h 567284"/>
                <a:gd name="connsiteX43" fmla="*/ 204596 w 553337"/>
                <a:gd name="connsiteY43" fmla="*/ 281317 h 567284"/>
                <a:gd name="connsiteX44" fmla="*/ 202271 w 553337"/>
                <a:gd name="connsiteY44" fmla="*/ 278992 h 567284"/>
                <a:gd name="connsiteX45" fmla="*/ 197621 w 553337"/>
                <a:gd name="connsiteY45" fmla="*/ 278992 h 567284"/>
                <a:gd name="connsiteX46" fmla="*/ 195296 w 553337"/>
                <a:gd name="connsiteY46" fmla="*/ 278992 h 567284"/>
                <a:gd name="connsiteX47" fmla="*/ 190646 w 553337"/>
                <a:gd name="connsiteY47" fmla="*/ 281317 h 567284"/>
                <a:gd name="connsiteX48" fmla="*/ 188321 w 553337"/>
                <a:gd name="connsiteY48" fmla="*/ 283642 h 567284"/>
                <a:gd name="connsiteX49" fmla="*/ 148797 w 553337"/>
                <a:gd name="connsiteY49" fmla="*/ 323166 h 567284"/>
                <a:gd name="connsiteX50" fmla="*/ 146472 w 553337"/>
                <a:gd name="connsiteY50" fmla="*/ 325491 h 567284"/>
                <a:gd name="connsiteX51" fmla="*/ 144147 w 553337"/>
                <a:gd name="connsiteY51" fmla="*/ 325491 h 567284"/>
                <a:gd name="connsiteX52" fmla="*/ 139497 w 553337"/>
                <a:gd name="connsiteY52" fmla="*/ 325491 h 567284"/>
                <a:gd name="connsiteX53" fmla="*/ 137172 w 553337"/>
                <a:gd name="connsiteY53" fmla="*/ 325491 h 567284"/>
                <a:gd name="connsiteX54" fmla="*/ 132522 w 553337"/>
                <a:gd name="connsiteY54" fmla="*/ 325491 h 567284"/>
                <a:gd name="connsiteX55" fmla="*/ 130197 w 553337"/>
                <a:gd name="connsiteY55" fmla="*/ 323166 h 567284"/>
                <a:gd name="connsiteX56" fmla="*/ 37199 w 553337"/>
                <a:gd name="connsiteY56" fmla="*/ 227844 h 567284"/>
                <a:gd name="connsiteX57" fmla="*/ 34874 w 553337"/>
                <a:gd name="connsiteY57" fmla="*/ 227844 h 567284"/>
                <a:gd name="connsiteX58" fmla="*/ 32550 w 553337"/>
                <a:gd name="connsiteY58" fmla="*/ 225519 h 567284"/>
                <a:gd name="connsiteX59" fmla="*/ 30225 w 553337"/>
                <a:gd name="connsiteY59" fmla="*/ 225519 h 567284"/>
                <a:gd name="connsiteX60" fmla="*/ 27900 w 553337"/>
                <a:gd name="connsiteY60" fmla="*/ 225519 h 567284"/>
                <a:gd name="connsiteX61" fmla="*/ 25575 w 553337"/>
                <a:gd name="connsiteY61" fmla="*/ 227844 h 567284"/>
                <a:gd name="connsiteX62" fmla="*/ 23250 w 553337"/>
                <a:gd name="connsiteY62" fmla="*/ 227844 h 567284"/>
                <a:gd name="connsiteX63" fmla="*/ 9300 w 553337"/>
                <a:gd name="connsiteY63" fmla="*/ 244118 h 567284"/>
                <a:gd name="connsiteX64" fmla="*/ 6975 w 553337"/>
                <a:gd name="connsiteY64" fmla="*/ 244118 h 567284"/>
                <a:gd name="connsiteX65" fmla="*/ 4650 w 553337"/>
                <a:gd name="connsiteY65" fmla="*/ 244118 h 567284"/>
                <a:gd name="connsiteX66" fmla="*/ 2325 w 553337"/>
                <a:gd name="connsiteY66" fmla="*/ 244118 h 567284"/>
                <a:gd name="connsiteX67" fmla="*/ 0 w 553337"/>
                <a:gd name="connsiteY67" fmla="*/ 241793 h 567284"/>
                <a:gd name="connsiteX68" fmla="*/ 0 w 553337"/>
                <a:gd name="connsiteY68" fmla="*/ 239468 h 567284"/>
                <a:gd name="connsiteX69" fmla="*/ 0 w 553337"/>
                <a:gd name="connsiteY69" fmla="*/ 176695 h 567284"/>
                <a:gd name="connsiteX70" fmla="*/ 0 w 553337"/>
                <a:gd name="connsiteY70" fmla="*/ 174370 h 567284"/>
                <a:gd name="connsiteX71" fmla="*/ 0 w 553337"/>
                <a:gd name="connsiteY71" fmla="*/ 172045 h 567284"/>
                <a:gd name="connsiteX72" fmla="*/ 2325 w 553337"/>
                <a:gd name="connsiteY72" fmla="*/ 169720 h 567284"/>
                <a:gd name="connsiteX73" fmla="*/ 4650 w 553337"/>
                <a:gd name="connsiteY73" fmla="*/ 167395 h 567284"/>
                <a:gd name="connsiteX74" fmla="*/ 6975 w 553337"/>
                <a:gd name="connsiteY74" fmla="*/ 165070 h 567284"/>
                <a:gd name="connsiteX75" fmla="*/ 488239 w 553337"/>
                <a:gd name="connsiteY75" fmla="*/ 139496 h 567284"/>
                <a:gd name="connsiteX76" fmla="*/ 490564 w 553337"/>
                <a:gd name="connsiteY76" fmla="*/ 141821 h 567284"/>
                <a:gd name="connsiteX77" fmla="*/ 495214 w 553337"/>
                <a:gd name="connsiteY77" fmla="*/ 146471 h 567284"/>
                <a:gd name="connsiteX78" fmla="*/ 499863 w 553337"/>
                <a:gd name="connsiteY78" fmla="*/ 148795 h 567284"/>
                <a:gd name="connsiteX79" fmla="*/ 502188 w 553337"/>
                <a:gd name="connsiteY79" fmla="*/ 153445 h 567284"/>
                <a:gd name="connsiteX80" fmla="*/ 506838 w 553337"/>
                <a:gd name="connsiteY80" fmla="*/ 158095 h 567284"/>
                <a:gd name="connsiteX81" fmla="*/ 511488 w 553337"/>
                <a:gd name="connsiteY81" fmla="*/ 162746 h 567284"/>
                <a:gd name="connsiteX82" fmla="*/ 516138 w 553337"/>
                <a:gd name="connsiteY82" fmla="*/ 169720 h 567284"/>
                <a:gd name="connsiteX83" fmla="*/ 518463 w 553337"/>
                <a:gd name="connsiteY83" fmla="*/ 174370 h 567284"/>
                <a:gd name="connsiteX84" fmla="*/ 523113 w 553337"/>
                <a:gd name="connsiteY84" fmla="*/ 181345 h 567284"/>
                <a:gd name="connsiteX85" fmla="*/ 527763 w 553337"/>
                <a:gd name="connsiteY85" fmla="*/ 188320 h 567284"/>
                <a:gd name="connsiteX86" fmla="*/ 530088 w 553337"/>
                <a:gd name="connsiteY86" fmla="*/ 195295 h 567284"/>
                <a:gd name="connsiteX87" fmla="*/ 534738 w 553337"/>
                <a:gd name="connsiteY87" fmla="*/ 204594 h 567284"/>
                <a:gd name="connsiteX88" fmla="*/ 537063 w 553337"/>
                <a:gd name="connsiteY88" fmla="*/ 213894 h 567284"/>
                <a:gd name="connsiteX89" fmla="*/ 539388 w 553337"/>
                <a:gd name="connsiteY89" fmla="*/ 223194 h 567284"/>
                <a:gd name="connsiteX90" fmla="*/ 544037 w 553337"/>
                <a:gd name="connsiteY90" fmla="*/ 234819 h 567284"/>
                <a:gd name="connsiteX91" fmla="*/ 546362 w 553337"/>
                <a:gd name="connsiteY91" fmla="*/ 244118 h 567284"/>
                <a:gd name="connsiteX92" fmla="*/ 548687 w 553337"/>
                <a:gd name="connsiteY92" fmla="*/ 258068 h 567284"/>
                <a:gd name="connsiteX93" fmla="*/ 548687 w 553337"/>
                <a:gd name="connsiteY93" fmla="*/ 269693 h 567284"/>
                <a:gd name="connsiteX94" fmla="*/ 551012 w 553337"/>
                <a:gd name="connsiteY94" fmla="*/ 283642 h 567284"/>
                <a:gd name="connsiteX95" fmla="*/ 551012 w 553337"/>
                <a:gd name="connsiteY95" fmla="*/ 297592 h 567284"/>
                <a:gd name="connsiteX96" fmla="*/ 553337 w 553337"/>
                <a:gd name="connsiteY96" fmla="*/ 313866 h 567284"/>
                <a:gd name="connsiteX97" fmla="*/ 553337 w 553337"/>
                <a:gd name="connsiteY97" fmla="*/ 330141 h 567284"/>
                <a:gd name="connsiteX98" fmla="*/ 553337 w 553337"/>
                <a:gd name="connsiteY98" fmla="*/ 334791 h 567284"/>
                <a:gd name="connsiteX99" fmla="*/ 551012 w 553337"/>
                <a:gd name="connsiteY99" fmla="*/ 339441 h 567284"/>
                <a:gd name="connsiteX100" fmla="*/ 548687 w 553337"/>
                <a:gd name="connsiteY100" fmla="*/ 341766 h 567284"/>
                <a:gd name="connsiteX101" fmla="*/ 546362 w 553337"/>
                <a:gd name="connsiteY101" fmla="*/ 346415 h 567284"/>
                <a:gd name="connsiteX102" fmla="*/ 541713 w 553337"/>
                <a:gd name="connsiteY102" fmla="*/ 348740 h 567284"/>
                <a:gd name="connsiteX103" fmla="*/ 539388 w 553337"/>
                <a:gd name="connsiteY103" fmla="*/ 351065 h 567284"/>
                <a:gd name="connsiteX104" fmla="*/ 534738 w 553337"/>
                <a:gd name="connsiteY104" fmla="*/ 353390 h 567284"/>
                <a:gd name="connsiteX105" fmla="*/ 530088 w 553337"/>
                <a:gd name="connsiteY105" fmla="*/ 353390 h 567284"/>
                <a:gd name="connsiteX106" fmla="*/ 525438 w 553337"/>
                <a:gd name="connsiteY106" fmla="*/ 353390 h 567284"/>
                <a:gd name="connsiteX107" fmla="*/ 520788 w 553337"/>
                <a:gd name="connsiteY107" fmla="*/ 351065 h 567284"/>
                <a:gd name="connsiteX108" fmla="*/ 516138 w 553337"/>
                <a:gd name="connsiteY108" fmla="*/ 348740 h 567284"/>
                <a:gd name="connsiteX109" fmla="*/ 511488 w 553337"/>
                <a:gd name="connsiteY109" fmla="*/ 346415 h 567284"/>
                <a:gd name="connsiteX110" fmla="*/ 509163 w 553337"/>
                <a:gd name="connsiteY110" fmla="*/ 341766 h 567284"/>
                <a:gd name="connsiteX111" fmla="*/ 506838 w 553337"/>
                <a:gd name="connsiteY111" fmla="*/ 337116 h 567284"/>
                <a:gd name="connsiteX112" fmla="*/ 504513 w 553337"/>
                <a:gd name="connsiteY112" fmla="*/ 334791 h 567284"/>
                <a:gd name="connsiteX113" fmla="*/ 504513 w 553337"/>
                <a:gd name="connsiteY113" fmla="*/ 330141 h 567284"/>
                <a:gd name="connsiteX114" fmla="*/ 504513 w 553337"/>
                <a:gd name="connsiteY114" fmla="*/ 318516 h 567284"/>
                <a:gd name="connsiteX115" fmla="*/ 504513 w 553337"/>
                <a:gd name="connsiteY115" fmla="*/ 306892 h 567284"/>
                <a:gd name="connsiteX116" fmla="*/ 504513 w 553337"/>
                <a:gd name="connsiteY116" fmla="*/ 295267 h 567284"/>
                <a:gd name="connsiteX117" fmla="*/ 504513 w 553337"/>
                <a:gd name="connsiteY117" fmla="*/ 285967 h 567284"/>
                <a:gd name="connsiteX118" fmla="*/ 502188 w 553337"/>
                <a:gd name="connsiteY118" fmla="*/ 276667 h 567284"/>
                <a:gd name="connsiteX119" fmla="*/ 502188 w 553337"/>
                <a:gd name="connsiteY119" fmla="*/ 267368 h 567284"/>
                <a:gd name="connsiteX120" fmla="*/ 499863 w 553337"/>
                <a:gd name="connsiteY120" fmla="*/ 260393 h 567284"/>
                <a:gd name="connsiteX121" fmla="*/ 497539 w 553337"/>
                <a:gd name="connsiteY121" fmla="*/ 251093 h 567284"/>
                <a:gd name="connsiteX122" fmla="*/ 495214 w 553337"/>
                <a:gd name="connsiteY122" fmla="*/ 244118 h 567284"/>
                <a:gd name="connsiteX123" fmla="*/ 495214 w 553337"/>
                <a:gd name="connsiteY123" fmla="*/ 320841 h 567284"/>
                <a:gd name="connsiteX124" fmla="*/ 495214 w 553337"/>
                <a:gd name="connsiteY124" fmla="*/ 325491 h 567284"/>
                <a:gd name="connsiteX125" fmla="*/ 495214 w 553337"/>
                <a:gd name="connsiteY125" fmla="*/ 332466 h 567284"/>
                <a:gd name="connsiteX126" fmla="*/ 492889 w 553337"/>
                <a:gd name="connsiteY126" fmla="*/ 337116 h 567284"/>
                <a:gd name="connsiteX127" fmla="*/ 492889 w 553337"/>
                <a:gd name="connsiteY127" fmla="*/ 341766 h 567284"/>
                <a:gd name="connsiteX128" fmla="*/ 490564 w 553337"/>
                <a:gd name="connsiteY128" fmla="*/ 346415 h 567284"/>
                <a:gd name="connsiteX129" fmla="*/ 488239 w 553337"/>
                <a:gd name="connsiteY129" fmla="*/ 351065 h 567284"/>
                <a:gd name="connsiteX130" fmla="*/ 488239 w 553337"/>
                <a:gd name="connsiteY130" fmla="*/ 544035 h 567284"/>
                <a:gd name="connsiteX131" fmla="*/ 488239 w 553337"/>
                <a:gd name="connsiteY131" fmla="*/ 548685 h 567284"/>
                <a:gd name="connsiteX132" fmla="*/ 485914 w 553337"/>
                <a:gd name="connsiteY132" fmla="*/ 553335 h 567284"/>
                <a:gd name="connsiteX133" fmla="*/ 483589 w 553337"/>
                <a:gd name="connsiteY133" fmla="*/ 555660 h 567284"/>
                <a:gd name="connsiteX134" fmla="*/ 481264 w 553337"/>
                <a:gd name="connsiteY134" fmla="*/ 560309 h 567284"/>
                <a:gd name="connsiteX135" fmla="*/ 478939 w 553337"/>
                <a:gd name="connsiteY135" fmla="*/ 562634 h 567284"/>
                <a:gd name="connsiteX136" fmla="*/ 474289 w 553337"/>
                <a:gd name="connsiteY136" fmla="*/ 564959 h 567284"/>
                <a:gd name="connsiteX137" fmla="*/ 469639 w 553337"/>
                <a:gd name="connsiteY137" fmla="*/ 564959 h 567284"/>
                <a:gd name="connsiteX138" fmla="*/ 464989 w 553337"/>
                <a:gd name="connsiteY138" fmla="*/ 567284 h 567284"/>
                <a:gd name="connsiteX139" fmla="*/ 460339 w 553337"/>
                <a:gd name="connsiteY139" fmla="*/ 564959 h 567284"/>
                <a:gd name="connsiteX140" fmla="*/ 455689 w 553337"/>
                <a:gd name="connsiteY140" fmla="*/ 564959 h 567284"/>
                <a:gd name="connsiteX141" fmla="*/ 453365 w 553337"/>
                <a:gd name="connsiteY141" fmla="*/ 562634 h 567284"/>
                <a:gd name="connsiteX142" fmla="*/ 448715 w 553337"/>
                <a:gd name="connsiteY142" fmla="*/ 560309 h 567284"/>
                <a:gd name="connsiteX143" fmla="*/ 446390 w 553337"/>
                <a:gd name="connsiteY143" fmla="*/ 557984 h 567284"/>
                <a:gd name="connsiteX144" fmla="*/ 444065 w 553337"/>
                <a:gd name="connsiteY144" fmla="*/ 555660 h 567284"/>
                <a:gd name="connsiteX145" fmla="*/ 441740 w 553337"/>
                <a:gd name="connsiteY145" fmla="*/ 551010 h 567284"/>
                <a:gd name="connsiteX146" fmla="*/ 441740 w 553337"/>
                <a:gd name="connsiteY146" fmla="*/ 546360 h 567284"/>
                <a:gd name="connsiteX147" fmla="*/ 441740 w 553337"/>
                <a:gd name="connsiteY147" fmla="*/ 541710 h 567284"/>
                <a:gd name="connsiteX148" fmla="*/ 434765 w 553337"/>
                <a:gd name="connsiteY148" fmla="*/ 541710 h 567284"/>
                <a:gd name="connsiteX149" fmla="*/ 434765 w 553337"/>
                <a:gd name="connsiteY149" fmla="*/ 546360 h 567284"/>
                <a:gd name="connsiteX150" fmla="*/ 432440 w 553337"/>
                <a:gd name="connsiteY150" fmla="*/ 551010 h 567284"/>
                <a:gd name="connsiteX151" fmla="*/ 432440 w 553337"/>
                <a:gd name="connsiteY151" fmla="*/ 555660 h 567284"/>
                <a:gd name="connsiteX152" fmla="*/ 427790 w 553337"/>
                <a:gd name="connsiteY152" fmla="*/ 557984 h 567284"/>
                <a:gd name="connsiteX153" fmla="*/ 425465 w 553337"/>
                <a:gd name="connsiteY153" fmla="*/ 560309 h 567284"/>
                <a:gd name="connsiteX154" fmla="*/ 423140 w 553337"/>
                <a:gd name="connsiteY154" fmla="*/ 562634 h 567284"/>
                <a:gd name="connsiteX155" fmla="*/ 418490 w 553337"/>
                <a:gd name="connsiteY155" fmla="*/ 564959 h 567284"/>
                <a:gd name="connsiteX156" fmla="*/ 413840 w 553337"/>
                <a:gd name="connsiteY156" fmla="*/ 564959 h 567284"/>
                <a:gd name="connsiteX157" fmla="*/ 409191 w 553337"/>
                <a:gd name="connsiteY157" fmla="*/ 567284 h 567284"/>
                <a:gd name="connsiteX158" fmla="*/ 404541 w 553337"/>
                <a:gd name="connsiteY158" fmla="*/ 564959 h 567284"/>
                <a:gd name="connsiteX159" fmla="*/ 399891 w 553337"/>
                <a:gd name="connsiteY159" fmla="*/ 564959 h 567284"/>
                <a:gd name="connsiteX160" fmla="*/ 397566 w 553337"/>
                <a:gd name="connsiteY160" fmla="*/ 562634 h 567284"/>
                <a:gd name="connsiteX161" fmla="*/ 392916 w 553337"/>
                <a:gd name="connsiteY161" fmla="*/ 560309 h 567284"/>
                <a:gd name="connsiteX162" fmla="*/ 390591 w 553337"/>
                <a:gd name="connsiteY162" fmla="*/ 555660 h 567284"/>
                <a:gd name="connsiteX163" fmla="*/ 388266 w 553337"/>
                <a:gd name="connsiteY163" fmla="*/ 553335 h 567284"/>
                <a:gd name="connsiteX164" fmla="*/ 385941 w 553337"/>
                <a:gd name="connsiteY164" fmla="*/ 548685 h 567284"/>
                <a:gd name="connsiteX165" fmla="*/ 385941 w 553337"/>
                <a:gd name="connsiteY165" fmla="*/ 544035 h 567284"/>
                <a:gd name="connsiteX166" fmla="*/ 385941 w 553337"/>
                <a:gd name="connsiteY166" fmla="*/ 351065 h 567284"/>
                <a:gd name="connsiteX167" fmla="*/ 383616 w 553337"/>
                <a:gd name="connsiteY167" fmla="*/ 346415 h 567284"/>
                <a:gd name="connsiteX168" fmla="*/ 381291 w 553337"/>
                <a:gd name="connsiteY168" fmla="*/ 341766 h 567284"/>
                <a:gd name="connsiteX169" fmla="*/ 381291 w 553337"/>
                <a:gd name="connsiteY169" fmla="*/ 337116 h 567284"/>
                <a:gd name="connsiteX170" fmla="*/ 378966 w 553337"/>
                <a:gd name="connsiteY170" fmla="*/ 332466 h 567284"/>
                <a:gd name="connsiteX171" fmla="*/ 378966 w 553337"/>
                <a:gd name="connsiteY171" fmla="*/ 325491 h 567284"/>
                <a:gd name="connsiteX172" fmla="*/ 378966 w 553337"/>
                <a:gd name="connsiteY172" fmla="*/ 320841 h 567284"/>
                <a:gd name="connsiteX173" fmla="*/ 378966 w 553337"/>
                <a:gd name="connsiteY173" fmla="*/ 232494 h 567284"/>
                <a:gd name="connsiteX174" fmla="*/ 353392 w 553337"/>
                <a:gd name="connsiteY174" fmla="*/ 265043 h 567284"/>
                <a:gd name="connsiteX175" fmla="*/ 351067 w 553337"/>
                <a:gd name="connsiteY175" fmla="*/ 267368 h 567284"/>
                <a:gd name="connsiteX176" fmla="*/ 346417 w 553337"/>
                <a:gd name="connsiteY176" fmla="*/ 272018 h 567284"/>
                <a:gd name="connsiteX177" fmla="*/ 341767 w 553337"/>
                <a:gd name="connsiteY177" fmla="*/ 272018 h 567284"/>
                <a:gd name="connsiteX178" fmla="*/ 337117 w 553337"/>
                <a:gd name="connsiteY178" fmla="*/ 274342 h 567284"/>
                <a:gd name="connsiteX179" fmla="*/ 332467 w 553337"/>
                <a:gd name="connsiteY179" fmla="*/ 274342 h 567284"/>
                <a:gd name="connsiteX180" fmla="*/ 327817 w 553337"/>
                <a:gd name="connsiteY180" fmla="*/ 272018 h 567284"/>
                <a:gd name="connsiteX181" fmla="*/ 323168 w 553337"/>
                <a:gd name="connsiteY181" fmla="*/ 269693 h 567284"/>
                <a:gd name="connsiteX182" fmla="*/ 320843 w 553337"/>
                <a:gd name="connsiteY182" fmla="*/ 267368 h 567284"/>
                <a:gd name="connsiteX183" fmla="*/ 255744 w 553337"/>
                <a:gd name="connsiteY183" fmla="*/ 209244 h 567284"/>
                <a:gd name="connsiteX184" fmla="*/ 253419 w 553337"/>
                <a:gd name="connsiteY184" fmla="*/ 206919 h 567284"/>
                <a:gd name="connsiteX185" fmla="*/ 251094 w 553337"/>
                <a:gd name="connsiteY185" fmla="*/ 202269 h 567284"/>
                <a:gd name="connsiteX186" fmla="*/ 248769 w 553337"/>
                <a:gd name="connsiteY186" fmla="*/ 197620 h 567284"/>
                <a:gd name="connsiteX187" fmla="*/ 248769 w 553337"/>
                <a:gd name="connsiteY187" fmla="*/ 192970 h 567284"/>
                <a:gd name="connsiteX188" fmla="*/ 248769 w 553337"/>
                <a:gd name="connsiteY188" fmla="*/ 188320 h 567284"/>
                <a:gd name="connsiteX189" fmla="*/ 248769 w 553337"/>
                <a:gd name="connsiteY189" fmla="*/ 185995 h 567284"/>
                <a:gd name="connsiteX190" fmla="*/ 251094 w 553337"/>
                <a:gd name="connsiteY190" fmla="*/ 181345 h 567284"/>
                <a:gd name="connsiteX191" fmla="*/ 253419 w 553337"/>
                <a:gd name="connsiteY191" fmla="*/ 176695 h 567284"/>
                <a:gd name="connsiteX192" fmla="*/ 258069 w 553337"/>
                <a:gd name="connsiteY192" fmla="*/ 174370 h 567284"/>
                <a:gd name="connsiteX193" fmla="*/ 262719 w 553337"/>
                <a:gd name="connsiteY193" fmla="*/ 172045 h 567284"/>
                <a:gd name="connsiteX194" fmla="*/ 265044 w 553337"/>
                <a:gd name="connsiteY194" fmla="*/ 169720 h 567284"/>
                <a:gd name="connsiteX195" fmla="*/ 269694 w 553337"/>
                <a:gd name="connsiteY195" fmla="*/ 169720 h 567284"/>
                <a:gd name="connsiteX196" fmla="*/ 274344 w 553337"/>
                <a:gd name="connsiteY196" fmla="*/ 169720 h 567284"/>
                <a:gd name="connsiteX197" fmla="*/ 278994 w 553337"/>
                <a:gd name="connsiteY197" fmla="*/ 169720 h 567284"/>
                <a:gd name="connsiteX198" fmla="*/ 283643 w 553337"/>
                <a:gd name="connsiteY198" fmla="*/ 172045 h 567284"/>
                <a:gd name="connsiteX199" fmla="*/ 288293 w 553337"/>
                <a:gd name="connsiteY199" fmla="*/ 174370 h 567284"/>
                <a:gd name="connsiteX200" fmla="*/ 332467 w 553337"/>
                <a:gd name="connsiteY200" fmla="*/ 216219 h 567284"/>
                <a:gd name="connsiteX201" fmla="*/ 390591 w 553337"/>
                <a:gd name="connsiteY201" fmla="*/ 144146 h 567284"/>
                <a:gd name="connsiteX202" fmla="*/ 439415 w 553337"/>
                <a:gd name="connsiteY202" fmla="*/ 206919 h 567284"/>
                <a:gd name="connsiteX203" fmla="*/ 437089 w 553337"/>
                <a:gd name="connsiteY203" fmla="*/ 120897 h 567284"/>
                <a:gd name="connsiteX204" fmla="*/ 441739 w 553337"/>
                <a:gd name="connsiteY204" fmla="*/ 123222 h 567284"/>
                <a:gd name="connsiteX205" fmla="*/ 444064 w 553337"/>
                <a:gd name="connsiteY205" fmla="*/ 123222 h 567284"/>
                <a:gd name="connsiteX206" fmla="*/ 446389 w 553337"/>
                <a:gd name="connsiteY206" fmla="*/ 125547 h 567284"/>
                <a:gd name="connsiteX207" fmla="*/ 451039 w 553337"/>
                <a:gd name="connsiteY207" fmla="*/ 127872 h 567284"/>
                <a:gd name="connsiteX208" fmla="*/ 451039 w 553337"/>
                <a:gd name="connsiteY208" fmla="*/ 130196 h 567284"/>
                <a:gd name="connsiteX209" fmla="*/ 464988 w 553337"/>
                <a:gd name="connsiteY209" fmla="*/ 123222 h 567284"/>
                <a:gd name="connsiteX210" fmla="*/ 467313 w 553337"/>
                <a:gd name="connsiteY210" fmla="*/ 123222 h 567284"/>
                <a:gd name="connsiteX211" fmla="*/ 469638 w 553337"/>
                <a:gd name="connsiteY211" fmla="*/ 123222 h 567284"/>
                <a:gd name="connsiteX212" fmla="*/ 471963 w 553337"/>
                <a:gd name="connsiteY212" fmla="*/ 125547 h 567284"/>
                <a:gd name="connsiteX213" fmla="*/ 474288 w 553337"/>
                <a:gd name="connsiteY213" fmla="*/ 127872 h 567284"/>
                <a:gd name="connsiteX214" fmla="*/ 474288 w 553337"/>
                <a:gd name="connsiteY214" fmla="*/ 130196 h 567284"/>
                <a:gd name="connsiteX215" fmla="*/ 474288 w 553337"/>
                <a:gd name="connsiteY215" fmla="*/ 146471 h 567284"/>
                <a:gd name="connsiteX216" fmla="*/ 474288 w 553337"/>
                <a:gd name="connsiteY216" fmla="*/ 148796 h 567284"/>
                <a:gd name="connsiteX217" fmla="*/ 471963 w 553337"/>
                <a:gd name="connsiteY217" fmla="*/ 151121 h 567284"/>
                <a:gd name="connsiteX218" fmla="*/ 471963 w 553337"/>
                <a:gd name="connsiteY218" fmla="*/ 153446 h 567284"/>
                <a:gd name="connsiteX219" fmla="*/ 469638 w 553337"/>
                <a:gd name="connsiteY219" fmla="*/ 153446 h 567284"/>
                <a:gd name="connsiteX220" fmla="*/ 467313 w 553337"/>
                <a:gd name="connsiteY220" fmla="*/ 153446 h 567284"/>
                <a:gd name="connsiteX221" fmla="*/ 462664 w 553337"/>
                <a:gd name="connsiteY221" fmla="*/ 151121 h 567284"/>
                <a:gd name="connsiteX222" fmla="*/ 458014 w 553337"/>
                <a:gd name="connsiteY222" fmla="*/ 151121 h 567284"/>
                <a:gd name="connsiteX223" fmla="*/ 453364 w 553337"/>
                <a:gd name="connsiteY223" fmla="*/ 148796 h 567284"/>
                <a:gd name="connsiteX224" fmla="*/ 451039 w 553337"/>
                <a:gd name="connsiteY224" fmla="*/ 148796 h 567284"/>
                <a:gd name="connsiteX225" fmla="*/ 448714 w 553337"/>
                <a:gd name="connsiteY225" fmla="*/ 151121 h 567284"/>
                <a:gd name="connsiteX226" fmla="*/ 444064 w 553337"/>
                <a:gd name="connsiteY226" fmla="*/ 153446 h 567284"/>
                <a:gd name="connsiteX227" fmla="*/ 441739 w 553337"/>
                <a:gd name="connsiteY227" fmla="*/ 153446 h 567284"/>
                <a:gd name="connsiteX228" fmla="*/ 437089 w 553337"/>
                <a:gd name="connsiteY228" fmla="*/ 153446 h 567284"/>
                <a:gd name="connsiteX229" fmla="*/ 434764 w 553337"/>
                <a:gd name="connsiteY229" fmla="*/ 153446 h 567284"/>
                <a:gd name="connsiteX230" fmla="*/ 430114 w 553337"/>
                <a:gd name="connsiteY230" fmla="*/ 153446 h 567284"/>
                <a:gd name="connsiteX231" fmla="*/ 427789 w 553337"/>
                <a:gd name="connsiteY231" fmla="*/ 151121 h 567284"/>
                <a:gd name="connsiteX232" fmla="*/ 425465 w 553337"/>
                <a:gd name="connsiteY232" fmla="*/ 148796 h 567284"/>
                <a:gd name="connsiteX233" fmla="*/ 423140 w 553337"/>
                <a:gd name="connsiteY233" fmla="*/ 148796 h 567284"/>
                <a:gd name="connsiteX234" fmla="*/ 420815 w 553337"/>
                <a:gd name="connsiteY234" fmla="*/ 151121 h 567284"/>
                <a:gd name="connsiteX235" fmla="*/ 416165 w 553337"/>
                <a:gd name="connsiteY235" fmla="*/ 151121 h 567284"/>
                <a:gd name="connsiteX236" fmla="*/ 413840 w 553337"/>
                <a:gd name="connsiteY236" fmla="*/ 153446 h 567284"/>
                <a:gd name="connsiteX237" fmla="*/ 409190 w 553337"/>
                <a:gd name="connsiteY237" fmla="*/ 153446 h 567284"/>
                <a:gd name="connsiteX238" fmla="*/ 406865 w 553337"/>
                <a:gd name="connsiteY238" fmla="*/ 153446 h 567284"/>
                <a:gd name="connsiteX239" fmla="*/ 404540 w 553337"/>
                <a:gd name="connsiteY239" fmla="*/ 153446 h 567284"/>
                <a:gd name="connsiteX240" fmla="*/ 402215 w 553337"/>
                <a:gd name="connsiteY240" fmla="*/ 151121 h 567284"/>
                <a:gd name="connsiteX241" fmla="*/ 399890 w 553337"/>
                <a:gd name="connsiteY241" fmla="*/ 148796 h 567284"/>
                <a:gd name="connsiteX242" fmla="*/ 399890 w 553337"/>
                <a:gd name="connsiteY242" fmla="*/ 146471 h 567284"/>
                <a:gd name="connsiteX243" fmla="*/ 399890 w 553337"/>
                <a:gd name="connsiteY243" fmla="*/ 130196 h 567284"/>
                <a:gd name="connsiteX244" fmla="*/ 399890 w 553337"/>
                <a:gd name="connsiteY244" fmla="*/ 127872 h 567284"/>
                <a:gd name="connsiteX245" fmla="*/ 402215 w 553337"/>
                <a:gd name="connsiteY245" fmla="*/ 125547 h 567284"/>
                <a:gd name="connsiteX246" fmla="*/ 404540 w 553337"/>
                <a:gd name="connsiteY246" fmla="*/ 125547 h 567284"/>
                <a:gd name="connsiteX247" fmla="*/ 406865 w 553337"/>
                <a:gd name="connsiteY247" fmla="*/ 123222 h 567284"/>
                <a:gd name="connsiteX248" fmla="*/ 409190 w 553337"/>
                <a:gd name="connsiteY248" fmla="*/ 123222 h 567284"/>
                <a:gd name="connsiteX249" fmla="*/ 411515 w 553337"/>
                <a:gd name="connsiteY249" fmla="*/ 123222 h 567284"/>
                <a:gd name="connsiteX250" fmla="*/ 423140 w 553337"/>
                <a:gd name="connsiteY250" fmla="*/ 130196 h 567284"/>
                <a:gd name="connsiteX251" fmla="*/ 425465 w 553337"/>
                <a:gd name="connsiteY251" fmla="*/ 127872 h 567284"/>
                <a:gd name="connsiteX252" fmla="*/ 427789 w 553337"/>
                <a:gd name="connsiteY252" fmla="*/ 125547 h 567284"/>
                <a:gd name="connsiteX253" fmla="*/ 430114 w 553337"/>
                <a:gd name="connsiteY253" fmla="*/ 123222 h 567284"/>
                <a:gd name="connsiteX254" fmla="*/ 434764 w 553337"/>
                <a:gd name="connsiteY254" fmla="*/ 123222 h 567284"/>
                <a:gd name="connsiteX255" fmla="*/ 439414 w 553337"/>
                <a:gd name="connsiteY255" fmla="*/ 0 h 567284"/>
                <a:gd name="connsiteX256" fmla="*/ 446389 w 553337"/>
                <a:gd name="connsiteY256" fmla="*/ 2325 h 567284"/>
                <a:gd name="connsiteX257" fmla="*/ 453363 w 553337"/>
                <a:gd name="connsiteY257" fmla="*/ 2325 h 567284"/>
                <a:gd name="connsiteX258" fmla="*/ 460338 w 553337"/>
                <a:gd name="connsiteY258" fmla="*/ 4650 h 567284"/>
                <a:gd name="connsiteX259" fmla="*/ 467313 w 553337"/>
                <a:gd name="connsiteY259" fmla="*/ 9300 h 567284"/>
                <a:gd name="connsiteX260" fmla="*/ 474288 w 553337"/>
                <a:gd name="connsiteY260" fmla="*/ 13949 h 567284"/>
                <a:gd name="connsiteX261" fmla="*/ 478938 w 553337"/>
                <a:gd name="connsiteY261" fmla="*/ 18599 h 567284"/>
                <a:gd name="connsiteX262" fmla="*/ 483588 w 553337"/>
                <a:gd name="connsiteY262" fmla="*/ 23249 h 567284"/>
                <a:gd name="connsiteX263" fmla="*/ 488237 w 553337"/>
                <a:gd name="connsiteY263" fmla="*/ 30224 h 567284"/>
                <a:gd name="connsiteX264" fmla="*/ 492887 w 553337"/>
                <a:gd name="connsiteY264" fmla="*/ 37199 h 567284"/>
                <a:gd name="connsiteX265" fmla="*/ 495212 w 553337"/>
                <a:gd name="connsiteY265" fmla="*/ 44174 h 567284"/>
                <a:gd name="connsiteX266" fmla="*/ 495212 w 553337"/>
                <a:gd name="connsiteY266" fmla="*/ 51148 h 567284"/>
                <a:gd name="connsiteX267" fmla="*/ 497537 w 553337"/>
                <a:gd name="connsiteY267" fmla="*/ 58123 h 567284"/>
                <a:gd name="connsiteX268" fmla="*/ 495212 w 553337"/>
                <a:gd name="connsiteY268" fmla="*/ 67423 h 567284"/>
                <a:gd name="connsiteX269" fmla="*/ 495212 w 553337"/>
                <a:gd name="connsiteY269" fmla="*/ 74398 h 567284"/>
                <a:gd name="connsiteX270" fmla="*/ 492887 w 553337"/>
                <a:gd name="connsiteY270" fmla="*/ 81373 h 567284"/>
                <a:gd name="connsiteX271" fmla="*/ 488237 w 553337"/>
                <a:gd name="connsiteY271" fmla="*/ 88348 h 567284"/>
                <a:gd name="connsiteX272" fmla="*/ 483588 w 553337"/>
                <a:gd name="connsiteY272" fmla="*/ 95322 h 567284"/>
                <a:gd name="connsiteX273" fmla="*/ 478938 w 553337"/>
                <a:gd name="connsiteY273" fmla="*/ 99972 h 567284"/>
                <a:gd name="connsiteX274" fmla="*/ 474288 w 553337"/>
                <a:gd name="connsiteY274" fmla="*/ 104622 h 567284"/>
                <a:gd name="connsiteX275" fmla="*/ 467313 w 553337"/>
                <a:gd name="connsiteY275" fmla="*/ 109272 h 567284"/>
                <a:gd name="connsiteX276" fmla="*/ 460338 w 553337"/>
                <a:gd name="connsiteY276" fmla="*/ 113922 h 567284"/>
                <a:gd name="connsiteX277" fmla="*/ 453363 w 553337"/>
                <a:gd name="connsiteY277" fmla="*/ 116247 h 567284"/>
                <a:gd name="connsiteX278" fmla="*/ 446389 w 553337"/>
                <a:gd name="connsiteY278" fmla="*/ 116247 h 567284"/>
                <a:gd name="connsiteX279" fmla="*/ 439414 w 553337"/>
                <a:gd name="connsiteY279" fmla="*/ 118572 h 567284"/>
                <a:gd name="connsiteX280" fmla="*/ 430114 w 553337"/>
                <a:gd name="connsiteY280" fmla="*/ 116247 h 567284"/>
                <a:gd name="connsiteX281" fmla="*/ 423139 w 553337"/>
                <a:gd name="connsiteY281" fmla="*/ 116247 h 567284"/>
                <a:gd name="connsiteX282" fmla="*/ 416164 w 553337"/>
                <a:gd name="connsiteY282" fmla="*/ 113922 h 567284"/>
                <a:gd name="connsiteX283" fmla="*/ 409190 w 553337"/>
                <a:gd name="connsiteY283" fmla="*/ 109272 h 567284"/>
                <a:gd name="connsiteX284" fmla="*/ 404540 w 553337"/>
                <a:gd name="connsiteY284" fmla="*/ 104622 h 567284"/>
                <a:gd name="connsiteX285" fmla="*/ 397565 w 553337"/>
                <a:gd name="connsiteY285" fmla="*/ 99972 h 567284"/>
                <a:gd name="connsiteX286" fmla="*/ 392915 w 553337"/>
                <a:gd name="connsiteY286" fmla="*/ 95322 h 567284"/>
                <a:gd name="connsiteX287" fmla="*/ 388265 w 553337"/>
                <a:gd name="connsiteY287" fmla="*/ 88348 h 567284"/>
                <a:gd name="connsiteX288" fmla="*/ 385940 w 553337"/>
                <a:gd name="connsiteY288" fmla="*/ 81373 h 567284"/>
                <a:gd name="connsiteX289" fmla="*/ 383615 w 553337"/>
                <a:gd name="connsiteY289" fmla="*/ 74398 h 567284"/>
                <a:gd name="connsiteX290" fmla="*/ 381290 w 553337"/>
                <a:gd name="connsiteY290" fmla="*/ 67423 h 567284"/>
                <a:gd name="connsiteX291" fmla="*/ 381290 w 553337"/>
                <a:gd name="connsiteY291" fmla="*/ 58123 h 567284"/>
                <a:gd name="connsiteX292" fmla="*/ 381290 w 553337"/>
                <a:gd name="connsiteY292" fmla="*/ 51148 h 567284"/>
                <a:gd name="connsiteX293" fmla="*/ 383615 w 553337"/>
                <a:gd name="connsiteY293" fmla="*/ 44174 h 567284"/>
                <a:gd name="connsiteX294" fmla="*/ 385940 w 553337"/>
                <a:gd name="connsiteY294" fmla="*/ 37199 h 567284"/>
                <a:gd name="connsiteX295" fmla="*/ 388265 w 553337"/>
                <a:gd name="connsiteY295" fmla="*/ 30224 h 567284"/>
                <a:gd name="connsiteX296" fmla="*/ 392915 w 553337"/>
                <a:gd name="connsiteY296" fmla="*/ 23249 h 567284"/>
                <a:gd name="connsiteX297" fmla="*/ 397565 w 553337"/>
                <a:gd name="connsiteY297" fmla="*/ 18599 h 567284"/>
                <a:gd name="connsiteX298" fmla="*/ 404540 w 553337"/>
                <a:gd name="connsiteY298" fmla="*/ 13949 h 567284"/>
                <a:gd name="connsiteX299" fmla="*/ 409190 w 553337"/>
                <a:gd name="connsiteY299" fmla="*/ 9300 h 567284"/>
                <a:gd name="connsiteX300" fmla="*/ 416164 w 553337"/>
                <a:gd name="connsiteY300" fmla="*/ 4650 h 567284"/>
                <a:gd name="connsiteX301" fmla="*/ 423139 w 553337"/>
                <a:gd name="connsiteY301" fmla="*/ 2325 h 567284"/>
                <a:gd name="connsiteX302" fmla="*/ 430114 w 553337"/>
                <a:gd name="connsiteY302" fmla="*/ 2325 h 56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Lst>
              <a:rect l="l" t="t" r="r" b="b"/>
              <a:pathLst>
                <a:path w="553337" h="567284">
                  <a:moveTo>
                    <a:pt x="11625" y="162745"/>
                  </a:moveTo>
                  <a:lnTo>
                    <a:pt x="13950" y="162745"/>
                  </a:lnTo>
                  <a:lnTo>
                    <a:pt x="76724" y="162745"/>
                  </a:lnTo>
                  <a:lnTo>
                    <a:pt x="79048" y="162745"/>
                  </a:lnTo>
                  <a:lnTo>
                    <a:pt x="81373" y="165070"/>
                  </a:lnTo>
                  <a:lnTo>
                    <a:pt x="81373" y="167395"/>
                  </a:lnTo>
                  <a:lnTo>
                    <a:pt x="81373" y="169720"/>
                  </a:lnTo>
                  <a:lnTo>
                    <a:pt x="67424" y="181345"/>
                  </a:lnTo>
                  <a:lnTo>
                    <a:pt x="67424" y="183670"/>
                  </a:lnTo>
                  <a:lnTo>
                    <a:pt x="65099" y="188320"/>
                  </a:lnTo>
                  <a:lnTo>
                    <a:pt x="65099" y="190645"/>
                  </a:lnTo>
                  <a:lnTo>
                    <a:pt x="65099" y="192969"/>
                  </a:lnTo>
                  <a:lnTo>
                    <a:pt x="67424" y="195294"/>
                  </a:lnTo>
                  <a:lnTo>
                    <a:pt x="67424" y="197619"/>
                  </a:lnTo>
                  <a:lnTo>
                    <a:pt x="130197" y="260393"/>
                  </a:lnTo>
                  <a:lnTo>
                    <a:pt x="132522" y="262718"/>
                  </a:lnTo>
                  <a:lnTo>
                    <a:pt x="137172" y="262718"/>
                  </a:lnTo>
                  <a:lnTo>
                    <a:pt x="139497" y="262718"/>
                  </a:lnTo>
                  <a:lnTo>
                    <a:pt x="144147" y="262718"/>
                  </a:lnTo>
                  <a:lnTo>
                    <a:pt x="146472" y="262718"/>
                  </a:lnTo>
                  <a:lnTo>
                    <a:pt x="148797" y="260393"/>
                  </a:lnTo>
                  <a:lnTo>
                    <a:pt x="188321" y="218544"/>
                  </a:lnTo>
                  <a:lnTo>
                    <a:pt x="192971" y="216219"/>
                  </a:lnTo>
                  <a:lnTo>
                    <a:pt x="195296" y="216219"/>
                  </a:lnTo>
                  <a:lnTo>
                    <a:pt x="197621" y="216219"/>
                  </a:lnTo>
                  <a:lnTo>
                    <a:pt x="202271" y="216219"/>
                  </a:lnTo>
                  <a:lnTo>
                    <a:pt x="204596" y="216219"/>
                  </a:lnTo>
                  <a:lnTo>
                    <a:pt x="206921" y="218544"/>
                  </a:lnTo>
                  <a:lnTo>
                    <a:pt x="311543" y="323166"/>
                  </a:lnTo>
                  <a:lnTo>
                    <a:pt x="313868" y="327816"/>
                  </a:lnTo>
                  <a:lnTo>
                    <a:pt x="313868" y="330141"/>
                  </a:lnTo>
                  <a:lnTo>
                    <a:pt x="313868" y="332466"/>
                  </a:lnTo>
                  <a:lnTo>
                    <a:pt x="313868" y="337116"/>
                  </a:lnTo>
                  <a:lnTo>
                    <a:pt x="313868" y="339441"/>
                  </a:lnTo>
                  <a:lnTo>
                    <a:pt x="311543" y="341766"/>
                  </a:lnTo>
                  <a:lnTo>
                    <a:pt x="297594" y="355715"/>
                  </a:lnTo>
                  <a:lnTo>
                    <a:pt x="295269" y="358040"/>
                  </a:lnTo>
                  <a:lnTo>
                    <a:pt x="292944" y="358040"/>
                  </a:lnTo>
                  <a:lnTo>
                    <a:pt x="288294" y="360365"/>
                  </a:lnTo>
                  <a:lnTo>
                    <a:pt x="285969" y="358040"/>
                  </a:lnTo>
                  <a:lnTo>
                    <a:pt x="281319" y="358040"/>
                  </a:lnTo>
                  <a:lnTo>
                    <a:pt x="278994" y="355715"/>
                  </a:lnTo>
                  <a:lnTo>
                    <a:pt x="206921" y="283642"/>
                  </a:lnTo>
                  <a:lnTo>
                    <a:pt x="204596" y="281317"/>
                  </a:lnTo>
                  <a:lnTo>
                    <a:pt x="202271" y="278992"/>
                  </a:lnTo>
                  <a:lnTo>
                    <a:pt x="197621" y="278992"/>
                  </a:lnTo>
                  <a:lnTo>
                    <a:pt x="195296" y="278992"/>
                  </a:lnTo>
                  <a:lnTo>
                    <a:pt x="190646" y="281317"/>
                  </a:lnTo>
                  <a:lnTo>
                    <a:pt x="188321" y="283642"/>
                  </a:lnTo>
                  <a:lnTo>
                    <a:pt x="148797" y="323166"/>
                  </a:lnTo>
                  <a:lnTo>
                    <a:pt x="146472" y="325491"/>
                  </a:lnTo>
                  <a:lnTo>
                    <a:pt x="144147" y="325491"/>
                  </a:lnTo>
                  <a:lnTo>
                    <a:pt x="139497" y="325491"/>
                  </a:lnTo>
                  <a:lnTo>
                    <a:pt x="137172" y="325491"/>
                  </a:lnTo>
                  <a:lnTo>
                    <a:pt x="132522" y="325491"/>
                  </a:lnTo>
                  <a:lnTo>
                    <a:pt x="130197" y="323166"/>
                  </a:lnTo>
                  <a:lnTo>
                    <a:pt x="37199" y="227844"/>
                  </a:lnTo>
                  <a:lnTo>
                    <a:pt x="34874" y="227844"/>
                  </a:lnTo>
                  <a:lnTo>
                    <a:pt x="32550" y="225519"/>
                  </a:lnTo>
                  <a:lnTo>
                    <a:pt x="30225" y="225519"/>
                  </a:lnTo>
                  <a:lnTo>
                    <a:pt x="27900" y="225519"/>
                  </a:lnTo>
                  <a:lnTo>
                    <a:pt x="25575" y="227844"/>
                  </a:lnTo>
                  <a:lnTo>
                    <a:pt x="23250" y="227844"/>
                  </a:lnTo>
                  <a:lnTo>
                    <a:pt x="9300" y="244118"/>
                  </a:lnTo>
                  <a:lnTo>
                    <a:pt x="6975" y="244118"/>
                  </a:lnTo>
                  <a:lnTo>
                    <a:pt x="4650" y="244118"/>
                  </a:lnTo>
                  <a:lnTo>
                    <a:pt x="2325" y="244118"/>
                  </a:lnTo>
                  <a:lnTo>
                    <a:pt x="0" y="241793"/>
                  </a:lnTo>
                  <a:lnTo>
                    <a:pt x="0" y="239468"/>
                  </a:lnTo>
                  <a:lnTo>
                    <a:pt x="0" y="176695"/>
                  </a:lnTo>
                  <a:lnTo>
                    <a:pt x="0" y="174370"/>
                  </a:lnTo>
                  <a:lnTo>
                    <a:pt x="0" y="172045"/>
                  </a:lnTo>
                  <a:lnTo>
                    <a:pt x="2325" y="169720"/>
                  </a:lnTo>
                  <a:lnTo>
                    <a:pt x="4650" y="167395"/>
                  </a:lnTo>
                  <a:lnTo>
                    <a:pt x="6975" y="165070"/>
                  </a:lnTo>
                  <a:close/>
                  <a:moveTo>
                    <a:pt x="488239" y="139496"/>
                  </a:moveTo>
                  <a:lnTo>
                    <a:pt x="490564" y="141821"/>
                  </a:lnTo>
                  <a:lnTo>
                    <a:pt x="495214" y="146471"/>
                  </a:lnTo>
                  <a:lnTo>
                    <a:pt x="499863" y="148795"/>
                  </a:lnTo>
                  <a:lnTo>
                    <a:pt x="502188" y="153445"/>
                  </a:lnTo>
                  <a:lnTo>
                    <a:pt x="506838" y="158095"/>
                  </a:lnTo>
                  <a:lnTo>
                    <a:pt x="511488" y="162746"/>
                  </a:lnTo>
                  <a:lnTo>
                    <a:pt x="516138" y="169720"/>
                  </a:lnTo>
                  <a:lnTo>
                    <a:pt x="518463" y="174370"/>
                  </a:lnTo>
                  <a:lnTo>
                    <a:pt x="523113" y="181345"/>
                  </a:lnTo>
                  <a:lnTo>
                    <a:pt x="527763" y="188320"/>
                  </a:lnTo>
                  <a:lnTo>
                    <a:pt x="530088" y="195295"/>
                  </a:lnTo>
                  <a:lnTo>
                    <a:pt x="534738" y="204594"/>
                  </a:lnTo>
                  <a:lnTo>
                    <a:pt x="537063" y="213894"/>
                  </a:lnTo>
                  <a:lnTo>
                    <a:pt x="539388" y="223194"/>
                  </a:lnTo>
                  <a:lnTo>
                    <a:pt x="544037" y="234819"/>
                  </a:lnTo>
                  <a:lnTo>
                    <a:pt x="546362" y="244118"/>
                  </a:lnTo>
                  <a:lnTo>
                    <a:pt x="548687" y="258068"/>
                  </a:lnTo>
                  <a:lnTo>
                    <a:pt x="548687" y="269693"/>
                  </a:lnTo>
                  <a:lnTo>
                    <a:pt x="551012" y="283642"/>
                  </a:lnTo>
                  <a:lnTo>
                    <a:pt x="551012" y="297592"/>
                  </a:lnTo>
                  <a:lnTo>
                    <a:pt x="553337" y="313866"/>
                  </a:lnTo>
                  <a:lnTo>
                    <a:pt x="553337" y="330141"/>
                  </a:lnTo>
                  <a:lnTo>
                    <a:pt x="553337" y="334791"/>
                  </a:lnTo>
                  <a:lnTo>
                    <a:pt x="551012" y="339441"/>
                  </a:lnTo>
                  <a:lnTo>
                    <a:pt x="548687" y="341766"/>
                  </a:lnTo>
                  <a:lnTo>
                    <a:pt x="546362" y="346415"/>
                  </a:lnTo>
                  <a:lnTo>
                    <a:pt x="541713" y="348740"/>
                  </a:lnTo>
                  <a:lnTo>
                    <a:pt x="539388" y="351065"/>
                  </a:lnTo>
                  <a:lnTo>
                    <a:pt x="534738" y="353390"/>
                  </a:lnTo>
                  <a:lnTo>
                    <a:pt x="530088" y="353390"/>
                  </a:lnTo>
                  <a:lnTo>
                    <a:pt x="525438" y="353390"/>
                  </a:lnTo>
                  <a:lnTo>
                    <a:pt x="520788" y="351065"/>
                  </a:lnTo>
                  <a:lnTo>
                    <a:pt x="516138" y="348740"/>
                  </a:lnTo>
                  <a:lnTo>
                    <a:pt x="511488" y="346415"/>
                  </a:lnTo>
                  <a:lnTo>
                    <a:pt x="509163" y="341766"/>
                  </a:lnTo>
                  <a:lnTo>
                    <a:pt x="506838" y="337116"/>
                  </a:lnTo>
                  <a:lnTo>
                    <a:pt x="504513" y="334791"/>
                  </a:lnTo>
                  <a:lnTo>
                    <a:pt x="504513" y="330141"/>
                  </a:lnTo>
                  <a:lnTo>
                    <a:pt x="504513" y="318516"/>
                  </a:lnTo>
                  <a:lnTo>
                    <a:pt x="504513" y="306892"/>
                  </a:lnTo>
                  <a:lnTo>
                    <a:pt x="504513" y="295267"/>
                  </a:lnTo>
                  <a:lnTo>
                    <a:pt x="504513" y="285967"/>
                  </a:lnTo>
                  <a:lnTo>
                    <a:pt x="502188" y="276667"/>
                  </a:lnTo>
                  <a:lnTo>
                    <a:pt x="502188" y="267368"/>
                  </a:lnTo>
                  <a:lnTo>
                    <a:pt x="499863" y="260393"/>
                  </a:lnTo>
                  <a:lnTo>
                    <a:pt x="497539" y="251093"/>
                  </a:lnTo>
                  <a:lnTo>
                    <a:pt x="495214" y="244118"/>
                  </a:lnTo>
                  <a:lnTo>
                    <a:pt x="495214" y="320841"/>
                  </a:lnTo>
                  <a:lnTo>
                    <a:pt x="495214" y="325491"/>
                  </a:lnTo>
                  <a:lnTo>
                    <a:pt x="495214" y="332466"/>
                  </a:lnTo>
                  <a:lnTo>
                    <a:pt x="492889" y="337116"/>
                  </a:lnTo>
                  <a:lnTo>
                    <a:pt x="492889" y="341766"/>
                  </a:lnTo>
                  <a:lnTo>
                    <a:pt x="490564" y="346415"/>
                  </a:lnTo>
                  <a:lnTo>
                    <a:pt x="488239" y="351065"/>
                  </a:lnTo>
                  <a:lnTo>
                    <a:pt x="488239" y="544035"/>
                  </a:lnTo>
                  <a:lnTo>
                    <a:pt x="488239" y="548685"/>
                  </a:lnTo>
                  <a:lnTo>
                    <a:pt x="485914" y="553335"/>
                  </a:lnTo>
                  <a:lnTo>
                    <a:pt x="483589" y="555660"/>
                  </a:lnTo>
                  <a:lnTo>
                    <a:pt x="481264" y="560309"/>
                  </a:lnTo>
                  <a:lnTo>
                    <a:pt x="478939" y="562634"/>
                  </a:lnTo>
                  <a:lnTo>
                    <a:pt x="474289" y="564959"/>
                  </a:lnTo>
                  <a:lnTo>
                    <a:pt x="469639" y="564959"/>
                  </a:lnTo>
                  <a:lnTo>
                    <a:pt x="464989" y="567284"/>
                  </a:lnTo>
                  <a:lnTo>
                    <a:pt x="460339" y="564959"/>
                  </a:lnTo>
                  <a:lnTo>
                    <a:pt x="455689" y="564959"/>
                  </a:lnTo>
                  <a:lnTo>
                    <a:pt x="453365" y="562634"/>
                  </a:lnTo>
                  <a:lnTo>
                    <a:pt x="448715" y="560309"/>
                  </a:lnTo>
                  <a:lnTo>
                    <a:pt x="446390" y="557984"/>
                  </a:lnTo>
                  <a:lnTo>
                    <a:pt x="444065" y="555660"/>
                  </a:lnTo>
                  <a:lnTo>
                    <a:pt x="441740" y="551010"/>
                  </a:lnTo>
                  <a:lnTo>
                    <a:pt x="441740" y="546360"/>
                  </a:lnTo>
                  <a:lnTo>
                    <a:pt x="441740" y="541710"/>
                  </a:lnTo>
                  <a:lnTo>
                    <a:pt x="434765" y="541710"/>
                  </a:lnTo>
                  <a:lnTo>
                    <a:pt x="434765" y="546360"/>
                  </a:lnTo>
                  <a:lnTo>
                    <a:pt x="432440" y="551010"/>
                  </a:lnTo>
                  <a:lnTo>
                    <a:pt x="432440" y="555660"/>
                  </a:lnTo>
                  <a:lnTo>
                    <a:pt x="427790" y="557984"/>
                  </a:lnTo>
                  <a:lnTo>
                    <a:pt x="425465" y="560309"/>
                  </a:lnTo>
                  <a:lnTo>
                    <a:pt x="423140" y="562634"/>
                  </a:lnTo>
                  <a:lnTo>
                    <a:pt x="418490" y="564959"/>
                  </a:lnTo>
                  <a:lnTo>
                    <a:pt x="413840" y="564959"/>
                  </a:lnTo>
                  <a:lnTo>
                    <a:pt x="409191" y="567284"/>
                  </a:lnTo>
                  <a:lnTo>
                    <a:pt x="404541" y="564959"/>
                  </a:lnTo>
                  <a:lnTo>
                    <a:pt x="399891" y="564959"/>
                  </a:lnTo>
                  <a:lnTo>
                    <a:pt x="397566" y="562634"/>
                  </a:lnTo>
                  <a:lnTo>
                    <a:pt x="392916" y="560309"/>
                  </a:lnTo>
                  <a:lnTo>
                    <a:pt x="390591" y="555660"/>
                  </a:lnTo>
                  <a:lnTo>
                    <a:pt x="388266" y="553335"/>
                  </a:lnTo>
                  <a:lnTo>
                    <a:pt x="385941" y="548685"/>
                  </a:lnTo>
                  <a:lnTo>
                    <a:pt x="385941" y="544035"/>
                  </a:lnTo>
                  <a:lnTo>
                    <a:pt x="385941" y="351065"/>
                  </a:lnTo>
                  <a:lnTo>
                    <a:pt x="383616" y="346415"/>
                  </a:lnTo>
                  <a:lnTo>
                    <a:pt x="381291" y="341766"/>
                  </a:lnTo>
                  <a:lnTo>
                    <a:pt x="381291" y="337116"/>
                  </a:lnTo>
                  <a:lnTo>
                    <a:pt x="378966" y="332466"/>
                  </a:lnTo>
                  <a:lnTo>
                    <a:pt x="378966" y="325491"/>
                  </a:lnTo>
                  <a:lnTo>
                    <a:pt x="378966" y="320841"/>
                  </a:lnTo>
                  <a:lnTo>
                    <a:pt x="378966" y="232494"/>
                  </a:lnTo>
                  <a:lnTo>
                    <a:pt x="353392" y="265043"/>
                  </a:lnTo>
                  <a:lnTo>
                    <a:pt x="351067" y="267368"/>
                  </a:lnTo>
                  <a:lnTo>
                    <a:pt x="346417" y="272018"/>
                  </a:lnTo>
                  <a:lnTo>
                    <a:pt x="341767" y="272018"/>
                  </a:lnTo>
                  <a:lnTo>
                    <a:pt x="337117" y="274342"/>
                  </a:lnTo>
                  <a:lnTo>
                    <a:pt x="332467" y="274342"/>
                  </a:lnTo>
                  <a:lnTo>
                    <a:pt x="327817" y="272018"/>
                  </a:lnTo>
                  <a:lnTo>
                    <a:pt x="323168" y="269693"/>
                  </a:lnTo>
                  <a:lnTo>
                    <a:pt x="320843" y="267368"/>
                  </a:lnTo>
                  <a:lnTo>
                    <a:pt x="255744" y="209244"/>
                  </a:lnTo>
                  <a:lnTo>
                    <a:pt x="253419" y="206919"/>
                  </a:lnTo>
                  <a:lnTo>
                    <a:pt x="251094" y="202269"/>
                  </a:lnTo>
                  <a:lnTo>
                    <a:pt x="248769" y="197620"/>
                  </a:lnTo>
                  <a:lnTo>
                    <a:pt x="248769" y="192970"/>
                  </a:lnTo>
                  <a:lnTo>
                    <a:pt x="248769" y="188320"/>
                  </a:lnTo>
                  <a:lnTo>
                    <a:pt x="248769" y="185995"/>
                  </a:lnTo>
                  <a:lnTo>
                    <a:pt x="251094" y="181345"/>
                  </a:lnTo>
                  <a:lnTo>
                    <a:pt x="253419" y="176695"/>
                  </a:lnTo>
                  <a:lnTo>
                    <a:pt x="258069" y="174370"/>
                  </a:lnTo>
                  <a:lnTo>
                    <a:pt x="262719" y="172045"/>
                  </a:lnTo>
                  <a:lnTo>
                    <a:pt x="265044" y="169720"/>
                  </a:lnTo>
                  <a:lnTo>
                    <a:pt x="269694" y="169720"/>
                  </a:lnTo>
                  <a:lnTo>
                    <a:pt x="274344" y="169720"/>
                  </a:lnTo>
                  <a:lnTo>
                    <a:pt x="278994" y="169720"/>
                  </a:lnTo>
                  <a:lnTo>
                    <a:pt x="283643" y="172045"/>
                  </a:lnTo>
                  <a:lnTo>
                    <a:pt x="288293" y="174370"/>
                  </a:lnTo>
                  <a:lnTo>
                    <a:pt x="332467" y="216219"/>
                  </a:lnTo>
                  <a:lnTo>
                    <a:pt x="390591" y="144146"/>
                  </a:lnTo>
                  <a:lnTo>
                    <a:pt x="439415" y="206919"/>
                  </a:lnTo>
                  <a:close/>
                  <a:moveTo>
                    <a:pt x="437089" y="120897"/>
                  </a:moveTo>
                  <a:lnTo>
                    <a:pt x="441739" y="123222"/>
                  </a:lnTo>
                  <a:lnTo>
                    <a:pt x="444064" y="123222"/>
                  </a:lnTo>
                  <a:lnTo>
                    <a:pt x="446389" y="125547"/>
                  </a:lnTo>
                  <a:lnTo>
                    <a:pt x="451039" y="127872"/>
                  </a:lnTo>
                  <a:lnTo>
                    <a:pt x="451039" y="130196"/>
                  </a:lnTo>
                  <a:lnTo>
                    <a:pt x="464988" y="123222"/>
                  </a:lnTo>
                  <a:lnTo>
                    <a:pt x="467313" y="123222"/>
                  </a:lnTo>
                  <a:lnTo>
                    <a:pt x="469638" y="123222"/>
                  </a:lnTo>
                  <a:lnTo>
                    <a:pt x="471963" y="125547"/>
                  </a:lnTo>
                  <a:lnTo>
                    <a:pt x="474288" y="127872"/>
                  </a:lnTo>
                  <a:lnTo>
                    <a:pt x="474288" y="130196"/>
                  </a:lnTo>
                  <a:lnTo>
                    <a:pt x="474288" y="146471"/>
                  </a:lnTo>
                  <a:lnTo>
                    <a:pt x="474288" y="148796"/>
                  </a:lnTo>
                  <a:lnTo>
                    <a:pt x="471963" y="151121"/>
                  </a:lnTo>
                  <a:lnTo>
                    <a:pt x="471963" y="153446"/>
                  </a:lnTo>
                  <a:lnTo>
                    <a:pt x="469638" y="153446"/>
                  </a:lnTo>
                  <a:lnTo>
                    <a:pt x="467313" y="153446"/>
                  </a:lnTo>
                  <a:lnTo>
                    <a:pt x="462664" y="151121"/>
                  </a:lnTo>
                  <a:lnTo>
                    <a:pt x="458014" y="151121"/>
                  </a:lnTo>
                  <a:lnTo>
                    <a:pt x="453364" y="148796"/>
                  </a:lnTo>
                  <a:lnTo>
                    <a:pt x="451039" y="148796"/>
                  </a:lnTo>
                  <a:lnTo>
                    <a:pt x="448714" y="151121"/>
                  </a:lnTo>
                  <a:lnTo>
                    <a:pt x="444064" y="153446"/>
                  </a:lnTo>
                  <a:lnTo>
                    <a:pt x="441739" y="153446"/>
                  </a:lnTo>
                  <a:lnTo>
                    <a:pt x="437089" y="153446"/>
                  </a:lnTo>
                  <a:lnTo>
                    <a:pt x="434764" y="153446"/>
                  </a:lnTo>
                  <a:lnTo>
                    <a:pt x="430114" y="153446"/>
                  </a:lnTo>
                  <a:lnTo>
                    <a:pt x="427789" y="151121"/>
                  </a:lnTo>
                  <a:lnTo>
                    <a:pt x="425465" y="148796"/>
                  </a:lnTo>
                  <a:lnTo>
                    <a:pt x="423140" y="148796"/>
                  </a:lnTo>
                  <a:lnTo>
                    <a:pt x="420815" y="151121"/>
                  </a:lnTo>
                  <a:lnTo>
                    <a:pt x="416165" y="151121"/>
                  </a:lnTo>
                  <a:lnTo>
                    <a:pt x="413840" y="153446"/>
                  </a:lnTo>
                  <a:lnTo>
                    <a:pt x="409190" y="153446"/>
                  </a:lnTo>
                  <a:lnTo>
                    <a:pt x="406865" y="153446"/>
                  </a:lnTo>
                  <a:lnTo>
                    <a:pt x="404540" y="153446"/>
                  </a:lnTo>
                  <a:lnTo>
                    <a:pt x="402215" y="151121"/>
                  </a:lnTo>
                  <a:lnTo>
                    <a:pt x="399890" y="148796"/>
                  </a:lnTo>
                  <a:lnTo>
                    <a:pt x="399890" y="146471"/>
                  </a:lnTo>
                  <a:lnTo>
                    <a:pt x="399890" y="130196"/>
                  </a:lnTo>
                  <a:lnTo>
                    <a:pt x="399890" y="127872"/>
                  </a:lnTo>
                  <a:lnTo>
                    <a:pt x="402215" y="125547"/>
                  </a:lnTo>
                  <a:lnTo>
                    <a:pt x="404540" y="125547"/>
                  </a:lnTo>
                  <a:lnTo>
                    <a:pt x="406865" y="123222"/>
                  </a:lnTo>
                  <a:lnTo>
                    <a:pt x="409190" y="123222"/>
                  </a:lnTo>
                  <a:lnTo>
                    <a:pt x="411515" y="123222"/>
                  </a:lnTo>
                  <a:lnTo>
                    <a:pt x="423140" y="130196"/>
                  </a:lnTo>
                  <a:lnTo>
                    <a:pt x="425465" y="127872"/>
                  </a:lnTo>
                  <a:lnTo>
                    <a:pt x="427789" y="125547"/>
                  </a:lnTo>
                  <a:lnTo>
                    <a:pt x="430114" y="123222"/>
                  </a:lnTo>
                  <a:lnTo>
                    <a:pt x="434764" y="123222"/>
                  </a:lnTo>
                  <a:close/>
                  <a:moveTo>
                    <a:pt x="439414" y="0"/>
                  </a:moveTo>
                  <a:lnTo>
                    <a:pt x="446389" y="2325"/>
                  </a:lnTo>
                  <a:lnTo>
                    <a:pt x="453363" y="2325"/>
                  </a:lnTo>
                  <a:lnTo>
                    <a:pt x="460338" y="4650"/>
                  </a:lnTo>
                  <a:lnTo>
                    <a:pt x="467313" y="9300"/>
                  </a:lnTo>
                  <a:lnTo>
                    <a:pt x="474288" y="13949"/>
                  </a:lnTo>
                  <a:lnTo>
                    <a:pt x="478938" y="18599"/>
                  </a:lnTo>
                  <a:lnTo>
                    <a:pt x="483588" y="23249"/>
                  </a:lnTo>
                  <a:lnTo>
                    <a:pt x="488237" y="30224"/>
                  </a:lnTo>
                  <a:lnTo>
                    <a:pt x="492887" y="37199"/>
                  </a:lnTo>
                  <a:lnTo>
                    <a:pt x="495212" y="44174"/>
                  </a:lnTo>
                  <a:lnTo>
                    <a:pt x="495212" y="51148"/>
                  </a:lnTo>
                  <a:lnTo>
                    <a:pt x="497537" y="58123"/>
                  </a:lnTo>
                  <a:lnTo>
                    <a:pt x="495212" y="67423"/>
                  </a:lnTo>
                  <a:lnTo>
                    <a:pt x="495212" y="74398"/>
                  </a:lnTo>
                  <a:lnTo>
                    <a:pt x="492887" y="81373"/>
                  </a:lnTo>
                  <a:lnTo>
                    <a:pt x="488237" y="88348"/>
                  </a:lnTo>
                  <a:lnTo>
                    <a:pt x="483588" y="95322"/>
                  </a:lnTo>
                  <a:lnTo>
                    <a:pt x="478938" y="99972"/>
                  </a:lnTo>
                  <a:lnTo>
                    <a:pt x="474288" y="104622"/>
                  </a:lnTo>
                  <a:lnTo>
                    <a:pt x="467313" y="109272"/>
                  </a:lnTo>
                  <a:lnTo>
                    <a:pt x="460338" y="113922"/>
                  </a:lnTo>
                  <a:lnTo>
                    <a:pt x="453363" y="116247"/>
                  </a:lnTo>
                  <a:lnTo>
                    <a:pt x="446389" y="116247"/>
                  </a:lnTo>
                  <a:lnTo>
                    <a:pt x="439414" y="118572"/>
                  </a:lnTo>
                  <a:lnTo>
                    <a:pt x="430114" y="116247"/>
                  </a:lnTo>
                  <a:lnTo>
                    <a:pt x="423139" y="116247"/>
                  </a:lnTo>
                  <a:lnTo>
                    <a:pt x="416164" y="113922"/>
                  </a:lnTo>
                  <a:lnTo>
                    <a:pt x="409190" y="109272"/>
                  </a:lnTo>
                  <a:lnTo>
                    <a:pt x="404540" y="104622"/>
                  </a:lnTo>
                  <a:lnTo>
                    <a:pt x="397565" y="99972"/>
                  </a:lnTo>
                  <a:lnTo>
                    <a:pt x="392915" y="95322"/>
                  </a:lnTo>
                  <a:lnTo>
                    <a:pt x="388265" y="88348"/>
                  </a:lnTo>
                  <a:lnTo>
                    <a:pt x="385940" y="81373"/>
                  </a:lnTo>
                  <a:lnTo>
                    <a:pt x="383615" y="74398"/>
                  </a:lnTo>
                  <a:lnTo>
                    <a:pt x="381290" y="67423"/>
                  </a:lnTo>
                  <a:lnTo>
                    <a:pt x="381290" y="58123"/>
                  </a:lnTo>
                  <a:lnTo>
                    <a:pt x="381290" y="51148"/>
                  </a:lnTo>
                  <a:lnTo>
                    <a:pt x="383615" y="44174"/>
                  </a:lnTo>
                  <a:lnTo>
                    <a:pt x="385940" y="37199"/>
                  </a:lnTo>
                  <a:lnTo>
                    <a:pt x="388265" y="30224"/>
                  </a:lnTo>
                  <a:lnTo>
                    <a:pt x="392915" y="23249"/>
                  </a:lnTo>
                  <a:lnTo>
                    <a:pt x="397565" y="18599"/>
                  </a:lnTo>
                  <a:lnTo>
                    <a:pt x="404540" y="13949"/>
                  </a:lnTo>
                  <a:lnTo>
                    <a:pt x="409190" y="9300"/>
                  </a:lnTo>
                  <a:lnTo>
                    <a:pt x="416164" y="4650"/>
                  </a:lnTo>
                  <a:lnTo>
                    <a:pt x="423139" y="2325"/>
                  </a:lnTo>
                  <a:lnTo>
                    <a:pt x="430114"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iŝliďê"/>
            <p:cNvSpPr/>
            <p:nvPr/>
          </p:nvSpPr>
          <p:spPr>
            <a:xfrm>
              <a:off x="7867407" y="2508865"/>
              <a:ext cx="581236" cy="504513"/>
            </a:xfrm>
            <a:custGeom>
              <a:avLst/>
              <a:gdLst>
                <a:gd name="connsiteX0" fmla="*/ 190646 w 581236"/>
                <a:gd name="connsiteY0" fmla="*/ 130197 h 504513"/>
                <a:gd name="connsiteX1" fmla="*/ 197620 w 581236"/>
                <a:gd name="connsiteY1" fmla="*/ 130197 h 504513"/>
                <a:gd name="connsiteX2" fmla="*/ 204595 w 581236"/>
                <a:gd name="connsiteY2" fmla="*/ 130197 h 504513"/>
                <a:gd name="connsiteX3" fmla="*/ 209245 w 581236"/>
                <a:gd name="connsiteY3" fmla="*/ 130197 h 504513"/>
                <a:gd name="connsiteX4" fmla="*/ 216220 w 581236"/>
                <a:gd name="connsiteY4" fmla="*/ 130197 h 504513"/>
                <a:gd name="connsiteX5" fmla="*/ 223195 w 581236"/>
                <a:gd name="connsiteY5" fmla="*/ 132522 h 504513"/>
                <a:gd name="connsiteX6" fmla="*/ 227845 w 581236"/>
                <a:gd name="connsiteY6" fmla="*/ 132522 h 504513"/>
                <a:gd name="connsiteX7" fmla="*/ 232495 w 581236"/>
                <a:gd name="connsiteY7" fmla="*/ 137172 h 504513"/>
                <a:gd name="connsiteX8" fmla="*/ 237144 w 581236"/>
                <a:gd name="connsiteY8" fmla="*/ 139497 h 504513"/>
                <a:gd name="connsiteX9" fmla="*/ 241794 w 581236"/>
                <a:gd name="connsiteY9" fmla="*/ 144147 h 504513"/>
                <a:gd name="connsiteX10" fmla="*/ 246444 w 581236"/>
                <a:gd name="connsiteY10" fmla="*/ 151122 h 504513"/>
                <a:gd name="connsiteX11" fmla="*/ 251094 w 581236"/>
                <a:gd name="connsiteY11" fmla="*/ 155772 h 504513"/>
                <a:gd name="connsiteX12" fmla="*/ 253419 w 581236"/>
                <a:gd name="connsiteY12" fmla="*/ 160421 h 504513"/>
                <a:gd name="connsiteX13" fmla="*/ 253419 w 581236"/>
                <a:gd name="connsiteY13" fmla="*/ 167396 h 504513"/>
                <a:gd name="connsiteX14" fmla="*/ 255744 w 581236"/>
                <a:gd name="connsiteY14" fmla="*/ 174371 h 504513"/>
                <a:gd name="connsiteX15" fmla="*/ 255744 w 581236"/>
                <a:gd name="connsiteY15" fmla="*/ 179021 h 504513"/>
                <a:gd name="connsiteX16" fmla="*/ 253419 w 581236"/>
                <a:gd name="connsiteY16" fmla="*/ 185996 h 504513"/>
                <a:gd name="connsiteX17" fmla="*/ 253419 w 581236"/>
                <a:gd name="connsiteY17" fmla="*/ 190646 h 504513"/>
                <a:gd name="connsiteX18" fmla="*/ 251094 w 581236"/>
                <a:gd name="connsiteY18" fmla="*/ 197621 h 504513"/>
                <a:gd name="connsiteX19" fmla="*/ 251094 w 581236"/>
                <a:gd name="connsiteY19" fmla="*/ 202270 h 504513"/>
                <a:gd name="connsiteX20" fmla="*/ 253419 w 581236"/>
                <a:gd name="connsiteY20" fmla="*/ 206920 h 504513"/>
                <a:gd name="connsiteX21" fmla="*/ 255744 w 581236"/>
                <a:gd name="connsiteY21" fmla="*/ 209245 h 504513"/>
                <a:gd name="connsiteX22" fmla="*/ 258069 w 581236"/>
                <a:gd name="connsiteY22" fmla="*/ 213895 h 504513"/>
                <a:gd name="connsiteX23" fmla="*/ 260394 w 581236"/>
                <a:gd name="connsiteY23" fmla="*/ 218545 h 504513"/>
                <a:gd name="connsiteX24" fmla="*/ 265044 w 581236"/>
                <a:gd name="connsiteY24" fmla="*/ 220870 h 504513"/>
                <a:gd name="connsiteX25" fmla="*/ 269694 w 581236"/>
                <a:gd name="connsiteY25" fmla="*/ 225520 h 504513"/>
                <a:gd name="connsiteX26" fmla="*/ 274344 w 581236"/>
                <a:gd name="connsiteY26" fmla="*/ 227845 h 504513"/>
                <a:gd name="connsiteX27" fmla="*/ 278994 w 581236"/>
                <a:gd name="connsiteY27" fmla="*/ 230170 h 504513"/>
                <a:gd name="connsiteX28" fmla="*/ 285969 w 581236"/>
                <a:gd name="connsiteY28" fmla="*/ 230170 h 504513"/>
                <a:gd name="connsiteX29" fmla="*/ 292943 w 581236"/>
                <a:gd name="connsiteY29" fmla="*/ 232495 h 504513"/>
                <a:gd name="connsiteX30" fmla="*/ 297593 w 581236"/>
                <a:gd name="connsiteY30" fmla="*/ 232495 h 504513"/>
                <a:gd name="connsiteX31" fmla="*/ 304568 w 581236"/>
                <a:gd name="connsiteY31" fmla="*/ 232495 h 504513"/>
                <a:gd name="connsiteX32" fmla="*/ 311543 w 581236"/>
                <a:gd name="connsiteY32" fmla="*/ 232495 h 504513"/>
                <a:gd name="connsiteX33" fmla="*/ 318518 w 581236"/>
                <a:gd name="connsiteY33" fmla="*/ 232495 h 504513"/>
                <a:gd name="connsiteX34" fmla="*/ 325493 w 581236"/>
                <a:gd name="connsiteY34" fmla="*/ 230170 h 504513"/>
                <a:gd name="connsiteX35" fmla="*/ 330142 w 581236"/>
                <a:gd name="connsiteY35" fmla="*/ 230170 h 504513"/>
                <a:gd name="connsiteX36" fmla="*/ 337117 w 581236"/>
                <a:gd name="connsiteY36" fmla="*/ 227845 h 504513"/>
                <a:gd name="connsiteX37" fmla="*/ 341767 w 581236"/>
                <a:gd name="connsiteY37" fmla="*/ 227845 h 504513"/>
                <a:gd name="connsiteX38" fmla="*/ 346417 w 581236"/>
                <a:gd name="connsiteY38" fmla="*/ 227845 h 504513"/>
                <a:gd name="connsiteX39" fmla="*/ 348742 w 581236"/>
                <a:gd name="connsiteY39" fmla="*/ 227845 h 504513"/>
                <a:gd name="connsiteX40" fmla="*/ 353392 w 581236"/>
                <a:gd name="connsiteY40" fmla="*/ 227845 h 504513"/>
                <a:gd name="connsiteX41" fmla="*/ 358042 w 581236"/>
                <a:gd name="connsiteY41" fmla="*/ 230170 h 504513"/>
                <a:gd name="connsiteX42" fmla="*/ 360367 w 581236"/>
                <a:gd name="connsiteY42" fmla="*/ 230170 h 504513"/>
                <a:gd name="connsiteX43" fmla="*/ 365016 w 581236"/>
                <a:gd name="connsiteY43" fmla="*/ 232495 h 504513"/>
                <a:gd name="connsiteX44" fmla="*/ 367341 w 581236"/>
                <a:gd name="connsiteY44" fmla="*/ 234820 h 504513"/>
                <a:gd name="connsiteX45" fmla="*/ 369666 w 581236"/>
                <a:gd name="connsiteY45" fmla="*/ 239470 h 504513"/>
                <a:gd name="connsiteX46" fmla="*/ 371991 w 581236"/>
                <a:gd name="connsiteY46" fmla="*/ 241794 h 504513"/>
                <a:gd name="connsiteX47" fmla="*/ 371991 w 581236"/>
                <a:gd name="connsiteY47" fmla="*/ 246444 h 504513"/>
                <a:gd name="connsiteX48" fmla="*/ 374316 w 581236"/>
                <a:gd name="connsiteY48" fmla="*/ 251094 h 504513"/>
                <a:gd name="connsiteX49" fmla="*/ 374316 w 581236"/>
                <a:gd name="connsiteY49" fmla="*/ 253419 h 504513"/>
                <a:gd name="connsiteX50" fmla="*/ 374316 w 581236"/>
                <a:gd name="connsiteY50" fmla="*/ 255744 h 504513"/>
                <a:gd name="connsiteX51" fmla="*/ 371991 w 581236"/>
                <a:gd name="connsiteY51" fmla="*/ 258069 h 504513"/>
                <a:gd name="connsiteX52" fmla="*/ 371991 w 581236"/>
                <a:gd name="connsiteY52" fmla="*/ 262719 h 504513"/>
                <a:gd name="connsiteX53" fmla="*/ 371991 w 581236"/>
                <a:gd name="connsiteY53" fmla="*/ 265044 h 504513"/>
                <a:gd name="connsiteX54" fmla="*/ 369666 w 581236"/>
                <a:gd name="connsiteY54" fmla="*/ 269694 h 504513"/>
                <a:gd name="connsiteX55" fmla="*/ 369666 w 581236"/>
                <a:gd name="connsiteY55" fmla="*/ 274344 h 504513"/>
                <a:gd name="connsiteX56" fmla="*/ 367341 w 581236"/>
                <a:gd name="connsiteY56" fmla="*/ 276669 h 504513"/>
                <a:gd name="connsiteX57" fmla="*/ 362692 w 581236"/>
                <a:gd name="connsiteY57" fmla="*/ 278994 h 504513"/>
                <a:gd name="connsiteX58" fmla="*/ 360367 w 581236"/>
                <a:gd name="connsiteY58" fmla="*/ 281318 h 504513"/>
                <a:gd name="connsiteX59" fmla="*/ 355717 w 581236"/>
                <a:gd name="connsiteY59" fmla="*/ 283643 h 504513"/>
                <a:gd name="connsiteX60" fmla="*/ 353392 w 581236"/>
                <a:gd name="connsiteY60" fmla="*/ 285968 h 504513"/>
                <a:gd name="connsiteX61" fmla="*/ 346417 w 581236"/>
                <a:gd name="connsiteY61" fmla="*/ 285968 h 504513"/>
                <a:gd name="connsiteX62" fmla="*/ 344092 w 581236"/>
                <a:gd name="connsiteY62" fmla="*/ 288293 h 504513"/>
                <a:gd name="connsiteX63" fmla="*/ 339442 w 581236"/>
                <a:gd name="connsiteY63" fmla="*/ 288293 h 504513"/>
                <a:gd name="connsiteX64" fmla="*/ 334792 w 581236"/>
                <a:gd name="connsiteY64" fmla="*/ 288293 h 504513"/>
                <a:gd name="connsiteX65" fmla="*/ 327817 w 581236"/>
                <a:gd name="connsiteY65" fmla="*/ 288293 h 504513"/>
                <a:gd name="connsiteX66" fmla="*/ 323168 w 581236"/>
                <a:gd name="connsiteY66" fmla="*/ 290618 h 504513"/>
                <a:gd name="connsiteX67" fmla="*/ 316193 w 581236"/>
                <a:gd name="connsiteY67" fmla="*/ 290618 h 504513"/>
                <a:gd name="connsiteX68" fmla="*/ 309218 w 581236"/>
                <a:gd name="connsiteY68" fmla="*/ 290618 h 504513"/>
                <a:gd name="connsiteX69" fmla="*/ 302243 w 581236"/>
                <a:gd name="connsiteY69" fmla="*/ 290618 h 504513"/>
                <a:gd name="connsiteX70" fmla="*/ 297593 w 581236"/>
                <a:gd name="connsiteY70" fmla="*/ 290618 h 504513"/>
                <a:gd name="connsiteX71" fmla="*/ 290618 w 581236"/>
                <a:gd name="connsiteY71" fmla="*/ 290618 h 504513"/>
                <a:gd name="connsiteX72" fmla="*/ 285969 w 581236"/>
                <a:gd name="connsiteY72" fmla="*/ 290618 h 504513"/>
                <a:gd name="connsiteX73" fmla="*/ 283644 w 581236"/>
                <a:gd name="connsiteY73" fmla="*/ 290618 h 504513"/>
                <a:gd name="connsiteX74" fmla="*/ 274344 w 581236"/>
                <a:gd name="connsiteY74" fmla="*/ 288293 h 504513"/>
                <a:gd name="connsiteX75" fmla="*/ 265044 w 581236"/>
                <a:gd name="connsiteY75" fmla="*/ 285968 h 504513"/>
                <a:gd name="connsiteX76" fmla="*/ 255744 w 581236"/>
                <a:gd name="connsiteY76" fmla="*/ 283643 h 504513"/>
                <a:gd name="connsiteX77" fmla="*/ 246444 w 581236"/>
                <a:gd name="connsiteY77" fmla="*/ 281318 h 504513"/>
                <a:gd name="connsiteX78" fmla="*/ 239469 w 581236"/>
                <a:gd name="connsiteY78" fmla="*/ 276669 h 504513"/>
                <a:gd name="connsiteX79" fmla="*/ 232495 w 581236"/>
                <a:gd name="connsiteY79" fmla="*/ 272019 h 504513"/>
                <a:gd name="connsiteX80" fmla="*/ 225520 w 581236"/>
                <a:gd name="connsiteY80" fmla="*/ 265044 h 504513"/>
                <a:gd name="connsiteX81" fmla="*/ 218545 w 581236"/>
                <a:gd name="connsiteY81" fmla="*/ 260394 h 504513"/>
                <a:gd name="connsiteX82" fmla="*/ 213895 w 581236"/>
                <a:gd name="connsiteY82" fmla="*/ 253419 h 504513"/>
                <a:gd name="connsiteX83" fmla="*/ 209245 w 581236"/>
                <a:gd name="connsiteY83" fmla="*/ 246444 h 504513"/>
                <a:gd name="connsiteX84" fmla="*/ 206920 w 581236"/>
                <a:gd name="connsiteY84" fmla="*/ 248769 h 504513"/>
                <a:gd name="connsiteX85" fmla="*/ 204595 w 581236"/>
                <a:gd name="connsiteY85" fmla="*/ 251094 h 504513"/>
                <a:gd name="connsiteX86" fmla="*/ 202270 w 581236"/>
                <a:gd name="connsiteY86" fmla="*/ 253419 h 504513"/>
                <a:gd name="connsiteX87" fmla="*/ 199945 w 581236"/>
                <a:gd name="connsiteY87" fmla="*/ 258069 h 504513"/>
                <a:gd name="connsiteX88" fmla="*/ 197620 w 581236"/>
                <a:gd name="connsiteY88" fmla="*/ 260394 h 504513"/>
                <a:gd name="connsiteX89" fmla="*/ 195295 w 581236"/>
                <a:gd name="connsiteY89" fmla="*/ 265044 h 504513"/>
                <a:gd name="connsiteX90" fmla="*/ 190646 w 581236"/>
                <a:gd name="connsiteY90" fmla="*/ 269694 h 504513"/>
                <a:gd name="connsiteX91" fmla="*/ 188321 w 581236"/>
                <a:gd name="connsiteY91" fmla="*/ 272019 h 504513"/>
                <a:gd name="connsiteX92" fmla="*/ 183671 w 581236"/>
                <a:gd name="connsiteY92" fmla="*/ 276669 h 504513"/>
                <a:gd name="connsiteX93" fmla="*/ 181346 w 581236"/>
                <a:gd name="connsiteY93" fmla="*/ 281318 h 504513"/>
                <a:gd name="connsiteX94" fmla="*/ 179021 w 581236"/>
                <a:gd name="connsiteY94" fmla="*/ 283643 h 504513"/>
                <a:gd name="connsiteX95" fmla="*/ 174371 w 581236"/>
                <a:gd name="connsiteY95" fmla="*/ 288293 h 504513"/>
                <a:gd name="connsiteX96" fmla="*/ 172046 w 581236"/>
                <a:gd name="connsiteY96" fmla="*/ 290618 h 504513"/>
                <a:gd name="connsiteX97" fmla="*/ 185996 w 581236"/>
                <a:gd name="connsiteY97" fmla="*/ 290618 h 504513"/>
                <a:gd name="connsiteX98" fmla="*/ 197620 w 581236"/>
                <a:gd name="connsiteY98" fmla="*/ 290618 h 504513"/>
                <a:gd name="connsiteX99" fmla="*/ 209245 w 581236"/>
                <a:gd name="connsiteY99" fmla="*/ 290618 h 504513"/>
                <a:gd name="connsiteX100" fmla="*/ 213895 w 581236"/>
                <a:gd name="connsiteY100" fmla="*/ 290618 h 504513"/>
                <a:gd name="connsiteX101" fmla="*/ 216220 w 581236"/>
                <a:gd name="connsiteY101" fmla="*/ 292943 h 504513"/>
                <a:gd name="connsiteX102" fmla="*/ 220870 w 581236"/>
                <a:gd name="connsiteY102" fmla="*/ 292943 h 504513"/>
                <a:gd name="connsiteX103" fmla="*/ 225520 w 581236"/>
                <a:gd name="connsiteY103" fmla="*/ 295268 h 504513"/>
                <a:gd name="connsiteX104" fmla="*/ 230170 w 581236"/>
                <a:gd name="connsiteY104" fmla="*/ 297593 h 504513"/>
                <a:gd name="connsiteX105" fmla="*/ 234819 w 581236"/>
                <a:gd name="connsiteY105" fmla="*/ 299918 h 504513"/>
                <a:gd name="connsiteX106" fmla="*/ 239469 w 581236"/>
                <a:gd name="connsiteY106" fmla="*/ 302243 h 504513"/>
                <a:gd name="connsiteX107" fmla="*/ 244119 w 581236"/>
                <a:gd name="connsiteY107" fmla="*/ 304568 h 504513"/>
                <a:gd name="connsiteX108" fmla="*/ 246444 w 581236"/>
                <a:gd name="connsiteY108" fmla="*/ 309218 h 504513"/>
                <a:gd name="connsiteX109" fmla="*/ 251094 w 581236"/>
                <a:gd name="connsiteY109" fmla="*/ 313868 h 504513"/>
                <a:gd name="connsiteX110" fmla="*/ 253419 w 581236"/>
                <a:gd name="connsiteY110" fmla="*/ 318518 h 504513"/>
                <a:gd name="connsiteX111" fmla="*/ 255744 w 581236"/>
                <a:gd name="connsiteY111" fmla="*/ 323167 h 504513"/>
                <a:gd name="connsiteX112" fmla="*/ 258069 w 581236"/>
                <a:gd name="connsiteY112" fmla="*/ 330142 h 504513"/>
                <a:gd name="connsiteX113" fmla="*/ 260394 w 581236"/>
                <a:gd name="connsiteY113" fmla="*/ 334792 h 504513"/>
                <a:gd name="connsiteX114" fmla="*/ 262719 w 581236"/>
                <a:gd name="connsiteY114" fmla="*/ 341767 h 504513"/>
                <a:gd name="connsiteX115" fmla="*/ 262719 w 581236"/>
                <a:gd name="connsiteY115" fmla="*/ 348742 h 504513"/>
                <a:gd name="connsiteX116" fmla="*/ 262719 w 581236"/>
                <a:gd name="connsiteY116" fmla="*/ 353392 h 504513"/>
                <a:gd name="connsiteX117" fmla="*/ 262719 w 581236"/>
                <a:gd name="connsiteY117" fmla="*/ 360367 h 504513"/>
                <a:gd name="connsiteX118" fmla="*/ 262719 w 581236"/>
                <a:gd name="connsiteY118" fmla="*/ 367341 h 504513"/>
                <a:gd name="connsiteX119" fmla="*/ 262719 w 581236"/>
                <a:gd name="connsiteY119" fmla="*/ 374316 h 504513"/>
                <a:gd name="connsiteX120" fmla="*/ 262719 w 581236"/>
                <a:gd name="connsiteY120" fmla="*/ 383616 h 504513"/>
                <a:gd name="connsiteX121" fmla="*/ 262719 w 581236"/>
                <a:gd name="connsiteY121" fmla="*/ 392916 h 504513"/>
                <a:gd name="connsiteX122" fmla="*/ 262719 w 581236"/>
                <a:gd name="connsiteY122" fmla="*/ 402216 h 504513"/>
                <a:gd name="connsiteX123" fmla="*/ 262719 w 581236"/>
                <a:gd name="connsiteY123" fmla="*/ 411515 h 504513"/>
                <a:gd name="connsiteX124" fmla="*/ 262719 w 581236"/>
                <a:gd name="connsiteY124" fmla="*/ 423140 h 504513"/>
                <a:gd name="connsiteX125" fmla="*/ 262719 w 581236"/>
                <a:gd name="connsiteY125" fmla="*/ 432440 h 504513"/>
                <a:gd name="connsiteX126" fmla="*/ 262719 w 581236"/>
                <a:gd name="connsiteY126" fmla="*/ 441740 h 504513"/>
                <a:gd name="connsiteX127" fmla="*/ 262719 w 581236"/>
                <a:gd name="connsiteY127" fmla="*/ 453364 h 504513"/>
                <a:gd name="connsiteX128" fmla="*/ 262719 w 581236"/>
                <a:gd name="connsiteY128" fmla="*/ 462664 h 504513"/>
                <a:gd name="connsiteX129" fmla="*/ 262719 w 581236"/>
                <a:gd name="connsiteY129" fmla="*/ 469639 h 504513"/>
                <a:gd name="connsiteX130" fmla="*/ 262719 w 581236"/>
                <a:gd name="connsiteY130" fmla="*/ 478939 h 504513"/>
                <a:gd name="connsiteX131" fmla="*/ 262719 w 581236"/>
                <a:gd name="connsiteY131" fmla="*/ 485914 h 504513"/>
                <a:gd name="connsiteX132" fmla="*/ 262719 w 581236"/>
                <a:gd name="connsiteY132" fmla="*/ 490563 h 504513"/>
                <a:gd name="connsiteX133" fmla="*/ 260394 w 581236"/>
                <a:gd name="connsiteY133" fmla="*/ 492888 h 504513"/>
                <a:gd name="connsiteX134" fmla="*/ 258069 w 581236"/>
                <a:gd name="connsiteY134" fmla="*/ 497538 h 504513"/>
                <a:gd name="connsiteX135" fmla="*/ 255744 w 581236"/>
                <a:gd name="connsiteY135" fmla="*/ 499863 h 504513"/>
                <a:gd name="connsiteX136" fmla="*/ 253419 w 581236"/>
                <a:gd name="connsiteY136" fmla="*/ 502188 h 504513"/>
                <a:gd name="connsiteX137" fmla="*/ 251094 w 581236"/>
                <a:gd name="connsiteY137" fmla="*/ 502188 h 504513"/>
                <a:gd name="connsiteX138" fmla="*/ 246444 w 581236"/>
                <a:gd name="connsiteY138" fmla="*/ 504513 h 504513"/>
                <a:gd name="connsiteX139" fmla="*/ 244119 w 581236"/>
                <a:gd name="connsiteY139" fmla="*/ 504513 h 504513"/>
                <a:gd name="connsiteX140" fmla="*/ 225520 w 581236"/>
                <a:gd name="connsiteY140" fmla="*/ 504513 h 504513"/>
                <a:gd name="connsiteX141" fmla="*/ 220870 w 581236"/>
                <a:gd name="connsiteY141" fmla="*/ 504513 h 504513"/>
                <a:gd name="connsiteX142" fmla="*/ 216220 w 581236"/>
                <a:gd name="connsiteY142" fmla="*/ 502188 h 504513"/>
                <a:gd name="connsiteX143" fmla="*/ 213895 w 581236"/>
                <a:gd name="connsiteY143" fmla="*/ 499863 h 504513"/>
                <a:gd name="connsiteX144" fmla="*/ 209245 w 581236"/>
                <a:gd name="connsiteY144" fmla="*/ 497538 h 504513"/>
                <a:gd name="connsiteX145" fmla="*/ 206920 w 581236"/>
                <a:gd name="connsiteY145" fmla="*/ 495213 h 504513"/>
                <a:gd name="connsiteX146" fmla="*/ 206920 w 581236"/>
                <a:gd name="connsiteY146" fmla="*/ 490563 h 504513"/>
                <a:gd name="connsiteX147" fmla="*/ 206920 w 581236"/>
                <a:gd name="connsiteY147" fmla="*/ 485914 h 504513"/>
                <a:gd name="connsiteX148" fmla="*/ 206920 w 581236"/>
                <a:gd name="connsiteY148" fmla="*/ 478939 h 504513"/>
                <a:gd name="connsiteX149" fmla="*/ 206920 w 581236"/>
                <a:gd name="connsiteY149" fmla="*/ 469639 h 504513"/>
                <a:gd name="connsiteX150" fmla="*/ 206920 w 581236"/>
                <a:gd name="connsiteY150" fmla="*/ 462664 h 504513"/>
                <a:gd name="connsiteX151" fmla="*/ 206920 w 581236"/>
                <a:gd name="connsiteY151" fmla="*/ 453364 h 504513"/>
                <a:gd name="connsiteX152" fmla="*/ 206920 w 581236"/>
                <a:gd name="connsiteY152" fmla="*/ 441740 h 504513"/>
                <a:gd name="connsiteX153" fmla="*/ 206920 w 581236"/>
                <a:gd name="connsiteY153" fmla="*/ 432440 h 504513"/>
                <a:gd name="connsiteX154" fmla="*/ 204595 w 581236"/>
                <a:gd name="connsiteY154" fmla="*/ 423140 h 504513"/>
                <a:gd name="connsiteX155" fmla="*/ 204595 w 581236"/>
                <a:gd name="connsiteY155" fmla="*/ 411515 h 504513"/>
                <a:gd name="connsiteX156" fmla="*/ 204595 w 581236"/>
                <a:gd name="connsiteY156" fmla="*/ 402216 h 504513"/>
                <a:gd name="connsiteX157" fmla="*/ 204595 w 581236"/>
                <a:gd name="connsiteY157" fmla="*/ 392916 h 504513"/>
                <a:gd name="connsiteX158" fmla="*/ 204595 w 581236"/>
                <a:gd name="connsiteY158" fmla="*/ 383616 h 504513"/>
                <a:gd name="connsiteX159" fmla="*/ 204595 w 581236"/>
                <a:gd name="connsiteY159" fmla="*/ 374316 h 504513"/>
                <a:gd name="connsiteX160" fmla="*/ 204595 w 581236"/>
                <a:gd name="connsiteY160" fmla="*/ 367341 h 504513"/>
                <a:gd name="connsiteX161" fmla="*/ 206920 w 581236"/>
                <a:gd name="connsiteY161" fmla="*/ 360367 h 504513"/>
                <a:gd name="connsiteX162" fmla="*/ 206920 w 581236"/>
                <a:gd name="connsiteY162" fmla="*/ 353392 h 504513"/>
                <a:gd name="connsiteX163" fmla="*/ 206920 w 581236"/>
                <a:gd name="connsiteY163" fmla="*/ 348742 h 504513"/>
                <a:gd name="connsiteX164" fmla="*/ 204595 w 581236"/>
                <a:gd name="connsiteY164" fmla="*/ 348742 h 504513"/>
                <a:gd name="connsiteX165" fmla="*/ 204595 w 581236"/>
                <a:gd name="connsiteY165" fmla="*/ 346417 h 504513"/>
                <a:gd name="connsiteX166" fmla="*/ 199945 w 581236"/>
                <a:gd name="connsiteY166" fmla="*/ 346417 h 504513"/>
                <a:gd name="connsiteX167" fmla="*/ 195295 w 581236"/>
                <a:gd name="connsiteY167" fmla="*/ 346417 h 504513"/>
                <a:gd name="connsiteX168" fmla="*/ 188321 w 581236"/>
                <a:gd name="connsiteY168" fmla="*/ 346417 h 504513"/>
                <a:gd name="connsiteX169" fmla="*/ 181346 w 581236"/>
                <a:gd name="connsiteY169" fmla="*/ 346417 h 504513"/>
                <a:gd name="connsiteX170" fmla="*/ 174371 w 581236"/>
                <a:gd name="connsiteY170" fmla="*/ 346417 h 504513"/>
                <a:gd name="connsiteX171" fmla="*/ 167396 w 581236"/>
                <a:gd name="connsiteY171" fmla="*/ 346417 h 504513"/>
                <a:gd name="connsiteX172" fmla="*/ 158096 w 581236"/>
                <a:gd name="connsiteY172" fmla="*/ 346417 h 504513"/>
                <a:gd name="connsiteX173" fmla="*/ 151122 w 581236"/>
                <a:gd name="connsiteY173" fmla="*/ 346417 h 504513"/>
                <a:gd name="connsiteX174" fmla="*/ 141822 w 581236"/>
                <a:gd name="connsiteY174" fmla="*/ 346417 h 504513"/>
                <a:gd name="connsiteX175" fmla="*/ 134847 w 581236"/>
                <a:gd name="connsiteY175" fmla="*/ 346417 h 504513"/>
                <a:gd name="connsiteX176" fmla="*/ 127872 w 581236"/>
                <a:gd name="connsiteY176" fmla="*/ 346417 h 504513"/>
                <a:gd name="connsiteX177" fmla="*/ 120897 w 581236"/>
                <a:gd name="connsiteY177" fmla="*/ 346417 h 504513"/>
                <a:gd name="connsiteX178" fmla="*/ 113923 w 581236"/>
                <a:gd name="connsiteY178" fmla="*/ 346417 h 504513"/>
                <a:gd name="connsiteX179" fmla="*/ 109273 w 581236"/>
                <a:gd name="connsiteY179" fmla="*/ 346417 h 504513"/>
                <a:gd name="connsiteX180" fmla="*/ 104623 w 581236"/>
                <a:gd name="connsiteY180" fmla="*/ 346417 h 504513"/>
                <a:gd name="connsiteX181" fmla="*/ 99973 w 581236"/>
                <a:gd name="connsiteY181" fmla="*/ 346417 h 504513"/>
                <a:gd name="connsiteX182" fmla="*/ 97648 w 581236"/>
                <a:gd name="connsiteY182" fmla="*/ 346417 h 504513"/>
                <a:gd name="connsiteX183" fmla="*/ 92998 w 581236"/>
                <a:gd name="connsiteY183" fmla="*/ 346417 h 504513"/>
                <a:gd name="connsiteX184" fmla="*/ 88348 w 581236"/>
                <a:gd name="connsiteY184" fmla="*/ 344092 h 504513"/>
                <a:gd name="connsiteX185" fmla="*/ 83698 w 581236"/>
                <a:gd name="connsiteY185" fmla="*/ 341767 h 504513"/>
                <a:gd name="connsiteX186" fmla="*/ 79049 w 581236"/>
                <a:gd name="connsiteY186" fmla="*/ 337117 h 504513"/>
                <a:gd name="connsiteX187" fmla="*/ 76724 w 581236"/>
                <a:gd name="connsiteY187" fmla="*/ 334792 h 504513"/>
                <a:gd name="connsiteX188" fmla="*/ 74399 w 581236"/>
                <a:gd name="connsiteY188" fmla="*/ 330142 h 504513"/>
                <a:gd name="connsiteX189" fmla="*/ 72074 w 581236"/>
                <a:gd name="connsiteY189" fmla="*/ 325492 h 504513"/>
                <a:gd name="connsiteX190" fmla="*/ 72074 w 581236"/>
                <a:gd name="connsiteY190" fmla="*/ 318518 h 504513"/>
                <a:gd name="connsiteX191" fmla="*/ 72074 w 581236"/>
                <a:gd name="connsiteY191" fmla="*/ 309218 h 504513"/>
                <a:gd name="connsiteX192" fmla="*/ 72074 w 581236"/>
                <a:gd name="connsiteY192" fmla="*/ 299918 h 504513"/>
                <a:gd name="connsiteX193" fmla="*/ 74399 w 581236"/>
                <a:gd name="connsiteY193" fmla="*/ 290618 h 504513"/>
                <a:gd name="connsiteX194" fmla="*/ 74399 w 581236"/>
                <a:gd name="connsiteY194" fmla="*/ 285968 h 504513"/>
                <a:gd name="connsiteX195" fmla="*/ 74399 w 581236"/>
                <a:gd name="connsiteY195" fmla="*/ 278994 h 504513"/>
                <a:gd name="connsiteX196" fmla="*/ 76724 w 581236"/>
                <a:gd name="connsiteY196" fmla="*/ 274344 h 504513"/>
                <a:gd name="connsiteX197" fmla="*/ 76724 w 581236"/>
                <a:gd name="connsiteY197" fmla="*/ 272019 h 504513"/>
                <a:gd name="connsiteX198" fmla="*/ 79049 w 581236"/>
                <a:gd name="connsiteY198" fmla="*/ 265044 h 504513"/>
                <a:gd name="connsiteX199" fmla="*/ 83698 w 581236"/>
                <a:gd name="connsiteY199" fmla="*/ 255744 h 504513"/>
                <a:gd name="connsiteX200" fmla="*/ 86023 w 581236"/>
                <a:gd name="connsiteY200" fmla="*/ 248769 h 504513"/>
                <a:gd name="connsiteX201" fmla="*/ 90673 w 581236"/>
                <a:gd name="connsiteY201" fmla="*/ 239470 h 504513"/>
                <a:gd name="connsiteX202" fmla="*/ 95323 w 581236"/>
                <a:gd name="connsiteY202" fmla="*/ 232495 h 504513"/>
                <a:gd name="connsiteX203" fmla="*/ 99973 w 581236"/>
                <a:gd name="connsiteY203" fmla="*/ 223195 h 504513"/>
                <a:gd name="connsiteX204" fmla="*/ 104623 w 581236"/>
                <a:gd name="connsiteY204" fmla="*/ 216220 h 504513"/>
                <a:gd name="connsiteX205" fmla="*/ 109273 w 581236"/>
                <a:gd name="connsiteY205" fmla="*/ 209245 h 504513"/>
                <a:gd name="connsiteX206" fmla="*/ 116248 w 581236"/>
                <a:gd name="connsiteY206" fmla="*/ 199945 h 504513"/>
                <a:gd name="connsiteX207" fmla="*/ 120897 w 581236"/>
                <a:gd name="connsiteY207" fmla="*/ 192971 h 504513"/>
                <a:gd name="connsiteX208" fmla="*/ 127872 w 581236"/>
                <a:gd name="connsiteY208" fmla="*/ 185996 h 504513"/>
                <a:gd name="connsiteX209" fmla="*/ 132522 w 581236"/>
                <a:gd name="connsiteY209" fmla="*/ 179021 h 504513"/>
                <a:gd name="connsiteX210" fmla="*/ 139497 w 581236"/>
                <a:gd name="connsiteY210" fmla="*/ 172046 h 504513"/>
                <a:gd name="connsiteX211" fmla="*/ 144147 w 581236"/>
                <a:gd name="connsiteY211" fmla="*/ 165071 h 504513"/>
                <a:gd name="connsiteX212" fmla="*/ 151122 w 581236"/>
                <a:gd name="connsiteY212" fmla="*/ 158096 h 504513"/>
                <a:gd name="connsiteX213" fmla="*/ 155772 w 581236"/>
                <a:gd name="connsiteY213" fmla="*/ 153447 h 504513"/>
                <a:gd name="connsiteX214" fmla="*/ 160421 w 581236"/>
                <a:gd name="connsiteY214" fmla="*/ 148797 h 504513"/>
                <a:gd name="connsiteX215" fmla="*/ 165071 w 581236"/>
                <a:gd name="connsiteY215" fmla="*/ 144147 h 504513"/>
                <a:gd name="connsiteX216" fmla="*/ 169721 w 581236"/>
                <a:gd name="connsiteY216" fmla="*/ 141822 h 504513"/>
                <a:gd name="connsiteX217" fmla="*/ 174371 w 581236"/>
                <a:gd name="connsiteY217" fmla="*/ 137172 h 504513"/>
                <a:gd name="connsiteX218" fmla="*/ 179021 w 581236"/>
                <a:gd name="connsiteY218" fmla="*/ 137172 h 504513"/>
                <a:gd name="connsiteX219" fmla="*/ 183671 w 581236"/>
                <a:gd name="connsiteY219" fmla="*/ 132522 h 504513"/>
                <a:gd name="connsiteX220" fmla="*/ 306893 w 581236"/>
                <a:gd name="connsiteY220" fmla="*/ 116247 h 504513"/>
                <a:gd name="connsiteX221" fmla="*/ 313867 w 581236"/>
                <a:gd name="connsiteY221" fmla="*/ 116247 h 504513"/>
                <a:gd name="connsiteX222" fmla="*/ 320842 w 581236"/>
                <a:gd name="connsiteY222" fmla="*/ 116247 h 504513"/>
                <a:gd name="connsiteX223" fmla="*/ 327817 w 581236"/>
                <a:gd name="connsiteY223" fmla="*/ 116247 h 504513"/>
                <a:gd name="connsiteX224" fmla="*/ 334792 w 581236"/>
                <a:gd name="connsiteY224" fmla="*/ 116247 h 504513"/>
                <a:gd name="connsiteX225" fmla="*/ 341767 w 581236"/>
                <a:gd name="connsiteY225" fmla="*/ 118572 h 504513"/>
                <a:gd name="connsiteX226" fmla="*/ 346417 w 581236"/>
                <a:gd name="connsiteY226" fmla="*/ 120897 h 504513"/>
                <a:gd name="connsiteX227" fmla="*/ 353392 w 581236"/>
                <a:gd name="connsiteY227" fmla="*/ 125547 h 504513"/>
                <a:gd name="connsiteX228" fmla="*/ 358042 w 581236"/>
                <a:gd name="connsiteY228" fmla="*/ 130197 h 504513"/>
                <a:gd name="connsiteX229" fmla="*/ 362691 w 581236"/>
                <a:gd name="connsiteY229" fmla="*/ 134847 h 504513"/>
                <a:gd name="connsiteX230" fmla="*/ 365016 w 581236"/>
                <a:gd name="connsiteY230" fmla="*/ 139496 h 504513"/>
                <a:gd name="connsiteX231" fmla="*/ 369666 w 581236"/>
                <a:gd name="connsiteY231" fmla="*/ 146471 h 504513"/>
                <a:gd name="connsiteX232" fmla="*/ 371991 w 581236"/>
                <a:gd name="connsiteY232" fmla="*/ 153446 h 504513"/>
                <a:gd name="connsiteX233" fmla="*/ 371991 w 581236"/>
                <a:gd name="connsiteY233" fmla="*/ 160421 h 504513"/>
                <a:gd name="connsiteX234" fmla="*/ 374316 w 581236"/>
                <a:gd name="connsiteY234" fmla="*/ 165071 h 504513"/>
                <a:gd name="connsiteX235" fmla="*/ 371991 w 581236"/>
                <a:gd name="connsiteY235" fmla="*/ 172045 h 504513"/>
                <a:gd name="connsiteX236" fmla="*/ 371991 w 581236"/>
                <a:gd name="connsiteY236" fmla="*/ 179020 h 504513"/>
                <a:gd name="connsiteX237" fmla="*/ 369666 w 581236"/>
                <a:gd name="connsiteY237" fmla="*/ 185995 h 504513"/>
                <a:gd name="connsiteX238" fmla="*/ 367341 w 581236"/>
                <a:gd name="connsiteY238" fmla="*/ 192970 h 504513"/>
                <a:gd name="connsiteX239" fmla="*/ 362691 w 581236"/>
                <a:gd name="connsiteY239" fmla="*/ 197620 h 504513"/>
                <a:gd name="connsiteX240" fmla="*/ 358042 w 581236"/>
                <a:gd name="connsiteY240" fmla="*/ 202270 h 504513"/>
                <a:gd name="connsiteX241" fmla="*/ 353392 w 581236"/>
                <a:gd name="connsiteY241" fmla="*/ 206919 h 504513"/>
                <a:gd name="connsiteX242" fmla="*/ 348742 w 581236"/>
                <a:gd name="connsiteY242" fmla="*/ 211569 h 504513"/>
                <a:gd name="connsiteX243" fmla="*/ 341767 w 581236"/>
                <a:gd name="connsiteY243" fmla="*/ 213894 h 504513"/>
                <a:gd name="connsiteX244" fmla="*/ 334792 w 581236"/>
                <a:gd name="connsiteY244" fmla="*/ 216219 h 504513"/>
                <a:gd name="connsiteX245" fmla="*/ 330142 w 581236"/>
                <a:gd name="connsiteY245" fmla="*/ 218544 h 504513"/>
                <a:gd name="connsiteX246" fmla="*/ 323167 w 581236"/>
                <a:gd name="connsiteY246" fmla="*/ 218544 h 504513"/>
                <a:gd name="connsiteX247" fmla="*/ 316192 w 581236"/>
                <a:gd name="connsiteY247" fmla="*/ 218544 h 504513"/>
                <a:gd name="connsiteX248" fmla="*/ 309217 w 581236"/>
                <a:gd name="connsiteY248" fmla="*/ 216219 h 504513"/>
                <a:gd name="connsiteX249" fmla="*/ 302243 w 581236"/>
                <a:gd name="connsiteY249" fmla="*/ 213894 h 504513"/>
                <a:gd name="connsiteX250" fmla="*/ 295268 w 581236"/>
                <a:gd name="connsiteY250" fmla="*/ 211569 h 504513"/>
                <a:gd name="connsiteX251" fmla="*/ 290618 w 581236"/>
                <a:gd name="connsiteY251" fmla="*/ 209244 h 504513"/>
                <a:gd name="connsiteX252" fmla="*/ 285968 w 581236"/>
                <a:gd name="connsiteY252" fmla="*/ 204595 h 504513"/>
                <a:gd name="connsiteX253" fmla="*/ 281318 w 581236"/>
                <a:gd name="connsiteY253" fmla="*/ 199945 h 504513"/>
                <a:gd name="connsiteX254" fmla="*/ 276668 w 581236"/>
                <a:gd name="connsiteY254" fmla="*/ 192970 h 504513"/>
                <a:gd name="connsiteX255" fmla="*/ 274343 w 581236"/>
                <a:gd name="connsiteY255" fmla="*/ 188320 h 504513"/>
                <a:gd name="connsiteX256" fmla="*/ 272018 w 581236"/>
                <a:gd name="connsiteY256" fmla="*/ 181345 h 504513"/>
                <a:gd name="connsiteX257" fmla="*/ 269693 w 581236"/>
                <a:gd name="connsiteY257" fmla="*/ 174370 h 504513"/>
                <a:gd name="connsiteX258" fmla="*/ 269693 w 581236"/>
                <a:gd name="connsiteY258" fmla="*/ 167396 h 504513"/>
                <a:gd name="connsiteX259" fmla="*/ 269693 w 581236"/>
                <a:gd name="connsiteY259" fmla="*/ 160421 h 504513"/>
                <a:gd name="connsiteX260" fmla="*/ 272018 w 581236"/>
                <a:gd name="connsiteY260" fmla="*/ 153446 h 504513"/>
                <a:gd name="connsiteX261" fmla="*/ 274343 w 581236"/>
                <a:gd name="connsiteY261" fmla="*/ 146471 h 504513"/>
                <a:gd name="connsiteX262" fmla="*/ 276668 w 581236"/>
                <a:gd name="connsiteY262" fmla="*/ 141821 h 504513"/>
                <a:gd name="connsiteX263" fmla="*/ 281318 w 581236"/>
                <a:gd name="connsiteY263" fmla="*/ 134847 h 504513"/>
                <a:gd name="connsiteX264" fmla="*/ 285968 w 581236"/>
                <a:gd name="connsiteY264" fmla="*/ 130197 h 504513"/>
                <a:gd name="connsiteX265" fmla="*/ 290618 w 581236"/>
                <a:gd name="connsiteY265" fmla="*/ 125547 h 504513"/>
                <a:gd name="connsiteX266" fmla="*/ 295268 w 581236"/>
                <a:gd name="connsiteY266" fmla="*/ 123222 h 504513"/>
                <a:gd name="connsiteX267" fmla="*/ 302243 w 581236"/>
                <a:gd name="connsiteY267" fmla="*/ 118572 h 504513"/>
                <a:gd name="connsiteX268" fmla="*/ 27899 w 581236"/>
                <a:gd name="connsiteY268" fmla="*/ 83698 h 504513"/>
                <a:gd name="connsiteX269" fmla="*/ 32549 w 581236"/>
                <a:gd name="connsiteY269" fmla="*/ 86023 h 504513"/>
                <a:gd name="connsiteX270" fmla="*/ 37199 w 581236"/>
                <a:gd name="connsiteY270" fmla="*/ 86023 h 504513"/>
                <a:gd name="connsiteX271" fmla="*/ 41849 w 581236"/>
                <a:gd name="connsiteY271" fmla="*/ 88348 h 504513"/>
                <a:gd name="connsiteX272" fmla="*/ 46499 w 581236"/>
                <a:gd name="connsiteY272" fmla="*/ 90673 h 504513"/>
                <a:gd name="connsiteX273" fmla="*/ 48823 w 581236"/>
                <a:gd name="connsiteY273" fmla="*/ 95323 h 504513"/>
                <a:gd name="connsiteX274" fmla="*/ 53473 w 581236"/>
                <a:gd name="connsiteY274" fmla="*/ 97648 h 504513"/>
                <a:gd name="connsiteX275" fmla="*/ 53473 w 581236"/>
                <a:gd name="connsiteY275" fmla="*/ 102298 h 504513"/>
                <a:gd name="connsiteX276" fmla="*/ 55798 w 581236"/>
                <a:gd name="connsiteY276" fmla="*/ 106948 h 504513"/>
                <a:gd name="connsiteX277" fmla="*/ 55798 w 581236"/>
                <a:gd name="connsiteY277" fmla="*/ 111597 h 504513"/>
                <a:gd name="connsiteX278" fmla="*/ 55798 w 581236"/>
                <a:gd name="connsiteY278" fmla="*/ 365016 h 504513"/>
                <a:gd name="connsiteX279" fmla="*/ 185995 w 581236"/>
                <a:gd name="connsiteY279" fmla="*/ 365016 h 504513"/>
                <a:gd name="connsiteX280" fmla="*/ 185995 w 581236"/>
                <a:gd name="connsiteY280" fmla="*/ 420815 h 504513"/>
                <a:gd name="connsiteX281" fmla="*/ 169720 w 581236"/>
                <a:gd name="connsiteY281" fmla="*/ 420815 h 504513"/>
                <a:gd name="connsiteX282" fmla="*/ 169720 w 581236"/>
                <a:gd name="connsiteY282" fmla="*/ 485914 h 504513"/>
                <a:gd name="connsiteX283" fmla="*/ 167395 w 581236"/>
                <a:gd name="connsiteY283" fmla="*/ 490563 h 504513"/>
                <a:gd name="connsiteX284" fmla="*/ 167395 w 581236"/>
                <a:gd name="connsiteY284" fmla="*/ 495213 h 504513"/>
                <a:gd name="connsiteX285" fmla="*/ 165070 w 581236"/>
                <a:gd name="connsiteY285" fmla="*/ 497538 h 504513"/>
                <a:gd name="connsiteX286" fmla="*/ 162745 w 581236"/>
                <a:gd name="connsiteY286" fmla="*/ 499863 h 504513"/>
                <a:gd name="connsiteX287" fmla="*/ 158096 w 581236"/>
                <a:gd name="connsiteY287" fmla="*/ 502188 h 504513"/>
                <a:gd name="connsiteX288" fmla="*/ 153446 w 581236"/>
                <a:gd name="connsiteY288" fmla="*/ 504513 h 504513"/>
                <a:gd name="connsiteX289" fmla="*/ 151121 w 581236"/>
                <a:gd name="connsiteY289" fmla="*/ 504513 h 504513"/>
                <a:gd name="connsiteX290" fmla="*/ 146471 w 581236"/>
                <a:gd name="connsiteY290" fmla="*/ 504513 h 504513"/>
                <a:gd name="connsiteX291" fmla="*/ 141821 w 581236"/>
                <a:gd name="connsiteY291" fmla="*/ 502188 h 504513"/>
                <a:gd name="connsiteX292" fmla="*/ 139496 w 581236"/>
                <a:gd name="connsiteY292" fmla="*/ 499863 h 504513"/>
                <a:gd name="connsiteX293" fmla="*/ 134846 w 581236"/>
                <a:gd name="connsiteY293" fmla="*/ 497538 h 504513"/>
                <a:gd name="connsiteX294" fmla="*/ 132521 w 581236"/>
                <a:gd name="connsiteY294" fmla="*/ 495213 h 504513"/>
                <a:gd name="connsiteX295" fmla="*/ 132521 w 581236"/>
                <a:gd name="connsiteY295" fmla="*/ 490563 h 504513"/>
                <a:gd name="connsiteX296" fmla="*/ 132521 w 581236"/>
                <a:gd name="connsiteY296" fmla="*/ 485914 h 504513"/>
                <a:gd name="connsiteX297" fmla="*/ 132521 w 581236"/>
                <a:gd name="connsiteY297" fmla="*/ 420815 h 504513"/>
                <a:gd name="connsiteX298" fmla="*/ 72073 w 581236"/>
                <a:gd name="connsiteY298" fmla="*/ 420815 h 504513"/>
                <a:gd name="connsiteX299" fmla="*/ 72073 w 581236"/>
                <a:gd name="connsiteY299" fmla="*/ 485914 h 504513"/>
                <a:gd name="connsiteX300" fmla="*/ 72073 w 581236"/>
                <a:gd name="connsiteY300" fmla="*/ 490563 h 504513"/>
                <a:gd name="connsiteX301" fmla="*/ 69748 w 581236"/>
                <a:gd name="connsiteY301" fmla="*/ 495213 h 504513"/>
                <a:gd name="connsiteX302" fmla="*/ 67423 w 581236"/>
                <a:gd name="connsiteY302" fmla="*/ 497538 h 504513"/>
                <a:gd name="connsiteX303" fmla="*/ 65098 w 581236"/>
                <a:gd name="connsiteY303" fmla="*/ 499863 h 504513"/>
                <a:gd name="connsiteX304" fmla="*/ 62773 w 581236"/>
                <a:gd name="connsiteY304" fmla="*/ 502188 h 504513"/>
                <a:gd name="connsiteX305" fmla="*/ 58123 w 581236"/>
                <a:gd name="connsiteY305" fmla="*/ 504513 h 504513"/>
                <a:gd name="connsiteX306" fmla="*/ 53473 w 581236"/>
                <a:gd name="connsiteY306" fmla="*/ 504513 h 504513"/>
                <a:gd name="connsiteX307" fmla="*/ 48823 w 581236"/>
                <a:gd name="connsiteY307" fmla="*/ 504513 h 504513"/>
                <a:gd name="connsiteX308" fmla="*/ 46499 w 581236"/>
                <a:gd name="connsiteY308" fmla="*/ 502188 h 504513"/>
                <a:gd name="connsiteX309" fmla="*/ 41849 w 581236"/>
                <a:gd name="connsiteY309" fmla="*/ 499863 h 504513"/>
                <a:gd name="connsiteX310" fmla="*/ 39524 w 581236"/>
                <a:gd name="connsiteY310" fmla="*/ 497538 h 504513"/>
                <a:gd name="connsiteX311" fmla="*/ 37199 w 581236"/>
                <a:gd name="connsiteY311" fmla="*/ 495213 h 504513"/>
                <a:gd name="connsiteX312" fmla="*/ 34874 w 581236"/>
                <a:gd name="connsiteY312" fmla="*/ 490563 h 504513"/>
                <a:gd name="connsiteX313" fmla="*/ 34874 w 581236"/>
                <a:gd name="connsiteY313" fmla="*/ 485914 h 504513"/>
                <a:gd name="connsiteX314" fmla="*/ 34874 w 581236"/>
                <a:gd name="connsiteY314" fmla="*/ 420815 h 504513"/>
                <a:gd name="connsiteX315" fmla="*/ 25574 w 581236"/>
                <a:gd name="connsiteY315" fmla="*/ 420815 h 504513"/>
                <a:gd name="connsiteX316" fmla="*/ 20924 w 581236"/>
                <a:gd name="connsiteY316" fmla="*/ 418490 h 504513"/>
                <a:gd name="connsiteX317" fmla="*/ 16274 w 581236"/>
                <a:gd name="connsiteY317" fmla="*/ 418490 h 504513"/>
                <a:gd name="connsiteX318" fmla="*/ 11624 w 581236"/>
                <a:gd name="connsiteY318" fmla="*/ 413840 h 504513"/>
                <a:gd name="connsiteX319" fmla="*/ 6975 w 581236"/>
                <a:gd name="connsiteY319" fmla="*/ 411515 h 504513"/>
                <a:gd name="connsiteX320" fmla="*/ 4650 w 581236"/>
                <a:gd name="connsiteY320" fmla="*/ 406865 h 504513"/>
                <a:gd name="connsiteX321" fmla="*/ 2325 w 581236"/>
                <a:gd name="connsiteY321" fmla="*/ 402216 h 504513"/>
                <a:gd name="connsiteX322" fmla="*/ 0 w 581236"/>
                <a:gd name="connsiteY322" fmla="*/ 397566 h 504513"/>
                <a:gd name="connsiteX323" fmla="*/ 0 w 581236"/>
                <a:gd name="connsiteY323" fmla="*/ 392916 h 504513"/>
                <a:gd name="connsiteX324" fmla="*/ 0 w 581236"/>
                <a:gd name="connsiteY324" fmla="*/ 111597 h 504513"/>
                <a:gd name="connsiteX325" fmla="*/ 0 w 581236"/>
                <a:gd name="connsiteY325" fmla="*/ 106948 h 504513"/>
                <a:gd name="connsiteX326" fmla="*/ 2325 w 581236"/>
                <a:gd name="connsiteY326" fmla="*/ 102298 h 504513"/>
                <a:gd name="connsiteX327" fmla="*/ 4650 w 581236"/>
                <a:gd name="connsiteY327" fmla="*/ 97648 h 504513"/>
                <a:gd name="connsiteX328" fmla="*/ 6975 w 581236"/>
                <a:gd name="connsiteY328" fmla="*/ 95323 h 504513"/>
                <a:gd name="connsiteX329" fmla="*/ 9300 w 581236"/>
                <a:gd name="connsiteY329" fmla="*/ 90673 h 504513"/>
                <a:gd name="connsiteX330" fmla="*/ 13949 w 581236"/>
                <a:gd name="connsiteY330" fmla="*/ 88348 h 504513"/>
                <a:gd name="connsiteX331" fmla="*/ 18599 w 581236"/>
                <a:gd name="connsiteY331" fmla="*/ 86023 h 504513"/>
                <a:gd name="connsiteX332" fmla="*/ 23249 w 581236"/>
                <a:gd name="connsiteY332" fmla="*/ 86023 h 504513"/>
                <a:gd name="connsiteX333" fmla="*/ 260394 w 581236"/>
                <a:gd name="connsiteY333" fmla="*/ 55799 h 504513"/>
                <a:gd name="connsiteX334" fmla="*/ 290618 w 581236"/>
                <a:gd name="connsiteY334" fmla="*/ 55799 h 504513"/>
                <a:gd name="connsiteX335" fmla="*/ 290618 w 581236"/>
                <a:gd name="connsiteY335" fmla="*/ 60449 h 504513"/>
                <a:gd name="connsiteX336" fmla="*/ 272019 w 581236"/>
                <a:gd name="connsiteY336" fmla="*/ 88349 h 504513"/>
                <a:gd name="connsiteX337" fmla="*/ 290618 w 581236"/>
                <a:gd name="connsiteY337" fmla="*/ 88349 h 504513"/>
                <a:gd name="connsiteX338" fmla="*/ 290618 w 581236"/>
                <a:gd name="connsiteY338" fmla="*/ 95324 h 504513"/>
                <a:gd name="connsiteX339" fmla="*/ 258069 w 581236"/>
                <a:gd name="connsiteY339" fmla="*/ 95324 h 504513"/>
                <a:gd name="connsiteX340" fmla="*/ 258069 w 581236"/>
                <a:gd name="connsiteY340" fmla="*/ 90674 h 504513"/>
                <a:gd name="connsiteX341" fmla="*/ 278994 w 581236"/>
                <a:gd name="connsiteY341" fmla="*/ 62774 h 504513"/>
                <a:gd name="connsiteX342" fmla="*/ 260394 w 581236"/>
                <a:gd name="connsiteY342" fmla="*/ 62774 h 504513"/>
                <a:gd name="connsiteX343" fmla="*/ 411515 w 581236"/>
                <a:gd name="connsiteY343" fmla="*/ 53473 h 504513"/>
                <a:gd name="connsiteX344" fmla="*/ 448714 w 581236"/>
                <a:gd name="connsiteY344" fmla="*/ 53473 h 504513"/>
                <a:gd name="connsiteX345" fmla="*/ 448714 w 581236"/>
                <a:gd name="connsiteY345" fmla="*/ 69748 h 504513"/>
                <a:gd name="connsiteX346" fmla="*/ 551012 w 581236"/>
                <a:gd name="connsiteY346" fmla="*/ 106947 h 504513"/>
                <a:gd name="connsiteX347" fmla="*/ 551012 w 581236"/>
                <a:gd name="connsiteY347" fmla="*/ 230169 h 504513"/>
                <a:gd name="connsiteX348" fmla="*/ 525438 w 581236"/>
                <a:gd name="connsiteY348" fmla="*/ 230169 h 504513"/>
                <a:gd name="connsiteX349" fmla="*/ 525438 w 581236"/>
                <a:gd name="connsiteY349" fmla="*/ 248768 h 504513"/>
                <a:gd name="connsiteX350" fmla="*/ 532412 w 581236"/>
                <a:gd name="connsiteY350" fmla="*/ 253418 h 504513"/>
                <a:gd name="connsiteX351" fmla="*/ 537062 w 581236"/>
                <a:gd name="connsiteY351" fmla="*/ 258068 h 504513"/>
                <a:gd name="connsiteX352" fmla="*/ 544037 w 581236"/>
                <a:gd name="connsiteY352" fmla="*/ 262718 h 504513"/>
                <a:gd name="connsiteX353" fmla="*/ 548687 w 581236"/>
                <a:gd name="connsiteY353" fmla="*/ 269693 h 504513"/>
                <a:gd name="connsiteX354" fmla="*/ 553337 w 581236"/>
                <a:gd name="connsiteY354" fmla="*/ 276668 h 504513"/>
                <a:gd name="connsiteX355" fmla="*/ 557987 w 581236"/>
                <a:gd name="connsiteY355" fmla="*/ 283643 h 504513"/>
                <a:gd name="connsiteX356" fmla="*/ 560312 w 581236"/>
                <a:gd name="connsiteY356" fmla="*/ 290617 h 504513"/>
                <a:gd name="connsiteX357" fmla="*/ 562637 w 581236"/>
                <a:gd name="connsiteY357" fmla="*/ 299917 h 504513"/>
                <a:gd name="connsiteX358" fmla="*/ 567287 w 581236"/>
                <a:gd name="connsiteY358" fmla="*/ 299917 h 504513"/>
                <a:gd name="connsiteX359" fmla="*/ 569612 w 581236"/>
                <a:gd name="connsiteY359" fmla="*/ 299917 h 504513"/>
                <a:gd name="connsiteX360" fmla="*/ 574261 w 581236"/>
                <a:gd name="connsiteY360" fmla="*/ 302242 h 504513"/>
                <a:gd name="connsiteX361" fmla="*/ 576586 w 581236"/>
                <a:gd name="connsiteY361" fmla="*/ 306892 h 504513"/>
                <a:gd name="connsiteX362" fmla="*/ 578911 w 581236"/>
                <a:gd name="connsiteY362" fmla="*/ 309217 h 504513"/>
                <a:gd name="connsiteX363" fmla="*/ 581236 w 581236"/>
                <a:gd name="connsiteY363" fmla="*/ 313867 h 504513"/>
                <a:gd name="connsiteX364" fmla="*/ 581236 w 581236"/>
                <a:gd name="connsiteY364" fmla="*/ 318517 h 504513"/>
                <a:gd name="connsiteX365" fmla="*/ 581236 w 581236"/>
                <a:gd name="connsiteY365" fmla="*/ 323167 h 504513"/>
                <a:gd name="connsiteX366" fmla="*/ 578911 w 581236"/>
                <a:gd name="connsiteY366" fmla="*/ 325492 h 504513"/>
                <a:gd name="connsiteX367" fmla="*/ 576586 w 581236"/>
                <a:gd name="connsiteY367" fmla="*/ 330141 h 504513"/>
                <a:gd name="connsiteX368" fmla="*/ 574261 w 581236"/>
                <a:gd name="connsiteY368" fmla="*/ 332466 h 504513"/>
                <a:gd name="connsiteX369" fmla="*/ 569612 w 581236"/>
                <a:gd name="connsiteY369" fmla="*/ 334791 h 504513"/>
                <a:gd name="connsiteX370" fmla="*/ 567287 w 581236"/>
                <a:gd name="connsiteY370" fmla="*/ 337116 h 504513"/>
                <a:gd name="connsiteX371" fmla="*/ 562637 w 581236"/>
                <a:gd name="connsiteY371" fmla="*/ 337116 h 504513"/>
                <a:gd name="connsiteX372" fmla="*/ 544037 w 581236"/>
                <a:gd name="connsiteY372" fmla="*/ 337116 h 504513"/>
                <a:gd name="connsiteX373" fmla="*/ 544037 w 581236"/>
                <a:gd name="connsiteY373" fmla="*/ 504512 h 504513"/>
                <a:gd name="connsiteX374" fmla="*/ 337117 w 581236"/>
                <a:gd name="connsiteY374" fmla="*/ 504512 h 504513"/>
                <a:gd name="connsiteX375" fmla="*/ 337117 w 581236"/>
                <a:gd name="connsiteY375" fmla="*/ 337116 h 504513"/>
                <a:gd name="connsiteX376" fmla="*/ 299918 w 581236"/>
                <a:gd name="connsiteY376" fmla="*/ 337116 h 504513"/>
                <a:gd name="connsiteX377" fmla="*/ 295268 w 581236"/>
                <a:gd name="connsiteY377" fmla="*/ 337116 h 504513"/>
                <a:gd name="connsiteX378" fmla="*/ 290618 w 581236"/>
                <a:gd name="connsiteY378" fmla="*/ 334791 h 504513"/>
                <a:gd name="connsiteX379" fmla="*/ 288293 w 581236"/>
                <a:gd name="connsiteY379" fmla="*/ 332466 h 504513"/>
                <a:gd name="connsiteX380" fmla="*/ 285968 w 581236"/>
                <a:gd name="connsiteY380" fmla="*/ 330141 h 504513"/>
                <a:gd name="connsiteX381" fmla="*/ 283643 w 581236"/>
                <a:gd name="connsiteY381" fmla="*/ 325492 h 504513"/>
                <a:gd name="connsiteX382" fmla="*/ 281318 w 581236"/>
                <a:gd name="connsiteY382" fmla="*/ 323167 h 504513"/>
                <a:gd name="connsiteX383" fmla="*/ 281318 w 581236"/>
                <a:gd name="connsiteY383" fmla="*/ 318517 h 504513"/>
                <a:gd name="connsiteX384" fmla="*/ 281318 w 581236"/>
                <a:gd name="connsiteY384" fmla="*/ 313867 h 504513"/>
                <a:gd name="connsiteX385" fmla="*/ 283643 w 581236"/>
                <a:gd name="connsiteY385" fmla="*/ 309217 h 504513"/>
                <a:gd name="connsiteX386" fmla="*/ 285968 w 581236"/>
                <a:gd name="connsiteY386" fmla="*/ 306892 h 504513"/>
                <a:gd name="connsiteX387" fmla="*/ 288293 w 581236"/>
                <a:gd name="connsiteY387" fmla="*/ 302242 h 504513"/>
                <a:gd name="connsiteX388" fmla="*/ 290618 w 581236"/>
                <a:gd name="connsiteY388" fmla="*/ 299917 h 504513"/>
                <a:gd name="connsiteX389" fmla="*/ 295268 w 581236"/>
                <a:gd name="connsiteY389" fmla="*/ 299917 h 504513"/>
                <a:gd name="connsiteX390" fmla="*/ 299918 w 581236"/>
                <a:gd name="connsiteY390" fmla="*/ 297592 h 504513"/>
                <a:gd name="connsiteX391" fmla="*/ 418490 w 581236"/>
                <a:gd name="connsiteY391" fmla="*/ 297592 h 504513"/>
                <a:gd name="connsiteX392" fmla="*/ 420815 w 581236"/>
                <a:gd name="connsiteY392" fmla="*/ 290617 h 504513"/>
                <a:gd name="connsiteX393" fmla="*/ 423140 w 581236"/>
                <a:gd name="connsiteY393" fmla="*/ 283643 h 504513"/>
                <a:gd name="connsiteX394" fmla="*/ 427790 w 581236"/>
                <a:gd name="connsiteY394" fmla="*/ 276668 h 504513"/>
                <a:gd name="connsiteX395" fmla="*/ 430115 w 581236"/>
                <a:gd name="connsiteY395" fmla="*/ 269693 h 504513"/>
                <a:gd name="connsiteX396" fmla="*/ 434765 w 581236"/>
                <a:gd name="connsiteY396" fmla="*/ 265043 h 504513"/>
                <a:gd name="connsiteX397" fmla="*/ 441739 w 581236"/>
                <a:gd name="connsiteY397" fmla="*/ 258068 h 504513"/>
                <a:gd name="connsiteX398" fmla="*/ 446389 w 581236"/>
                <a:gd name="connsiteY398" fmla="*/ 253418 h 504513"/>
                <a:gd name="connsiteX399" fmla="*/ 453364 w 581236"/>
                <a:gd name="connsiteY399" fmla="*/ 248768 h 504513"/>
                <a:gd name="connsiteX400" fmla="*/ 460339 w 581236"/>
                <a:gd name="connsiteY400" fmla="*/ 246443 h 504513"/>
                <a:gd name="connsiteX401" fmla="*/ 467314 w 581236"/>
                <a:gd name="connsiteY401" fmla="*/ 244118 h 504513"/>
                <a:gd name="connsiteX402" fmla="*/ 467314 w 581236"/>
                <a:gd name="connsiteY402" fmla="*/ 230169 h 504513"/>
                <a:gd name="connsiteX403" fmla="*/ 448714 w 581236"/>
                <a:gd name="connsiteY403" fmla="*/ 230169 h 504513"/>
                <a:gd name="connsiteX404" fmla="*/ 448714 w 581236"/>
                <a:gd name="connsiteY404" fmla="*/ 239469 h 504513"/>
                <a:gd name="connsiteX405" fmla="*/ 411515 w 581236"/>
                <a:gd name="connsiteY405" fmla="*/ 239469 h 504513"/>
                <a:gd name="connsiteX406" fmla="*/ 199945 w 581236"/>
                <a:gd name="connsiteY406" fmla="*/ 27899 h 504513"/>
                <a:gd name="connsiteX407" fmla="*/ 241795 w 581236"/>
                <a:gd name="connsiteY407" fmla="*/ 27899 h 504513"/>
                <a:gd name="connsiteX408" fmla="*/ 241795 w 581236"/>
                <a:gd name="connsiteY408" fmla="*/ 34874 h 504513"/>
                <a:gd name="connsiteX409" fmla="*/ 213895 w 581236"/>
                <a:gd name="connsiteY409" fmla="*/ 74398 h 504513"/>
                <a:gd name="connsiteX410" fmla="*/ 241795 w 581236"/>
                <a:gd name="connsiteY410" fmla="*/ 74398 h 504513"/>
                <a:gd name="connsiteX411" fmla="*/ 241795 w 581236"/>
                <a:gd name="connsiteY411" fmla="*/ 83698 h 504513"/>
                <a:gd name="connsiteX412" fmla="*/ 197620 w 581236"/>
                <a:gd name="connsiteY412" fmla="*/ 83698 h 504513"/>
                <a:gd name="connsiteX413" fmla="*/ 197620 w 581236"/>
                <a:gd name="connsiteY413" fmla="*/ 76723 h 504513"/>
                <a:gd name="connsiteX414" fmla="*/ 223195 w 581236"/>
                <a:gd name="connsiteY414" fmla="*/ 39524 h 504513"/>
                <a:gd name="connsiteX415" fmla="*/ 223195 w 581236"/>
                <a:gd name="connsiteY415" fmla="*/ 37199 h 504513"/>
                <a:gd name="connsiteX416" fmla="*/ 199945 w 581236"/>
                <a:gd name="connsiteY416" fmla="*/ 37199 h 504513"/>
                <a:gd name="connsiteX417" fmla="*/ 109273 w 581236"/>
                <a:gd name="connsiteY417" fmla="*/ 0 h 504513"/>
                <a:gd name="connsiteX418" fmla="*/ 174371 w 581236"/>
                <a:gd name="connsiteY418" fmla="*/ 0 h 504513"/>
                <a:gd name="connsiteX419" fmla="*/ 174371 w 581236"/>
                <a:gd name="connsiteY419" fmla="*/ 11625 h 504513"/>
                <a:gd name="connsiteX420" fmla="*/ 132522 w 581236"/>
                <a:gd name="connsiteY420" fmla="*/ 72073 h 504513"/>
                <a:gd name="connsiteX421" fmla="*/ 174371 w 581236"/>
                <a:gd name="connsiteY421" fmla="*/ 72073 h 504513"/>
                <a:gd name="connsiteX422" fmla="*/ 174371 w 581236"/>
                <a:gd name="connsiteY422" fmla="*/ 88348 h 504513"/>
                <a:gd name="connsiteX423" fmla="*/ 104623 w 581236"/>
                <a:gd name="connsiteY423" fmla="*/ 88348 h 504513"/>
                <a:gd name="connsiteX424" fmla="*/ 104623 w 581236"/>
                <a:gd name="connsiteY424" fmla="*/ 79048 h 504513"/>
                <a:gd name="connsiteX425" fmla="*/ 148796 w 581236"/>
                <a:gd name="connsiteY425" fmla="*/ 16275 h 504513"/>
                <a:gd name="connsiteX426" fmla="*/ 109273 w 581236"/>
                <a:gd name="connsiteY426" fmla="*/ 16275 h 50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Lst>
              <a:rect l="l" t="t" r="r" b="b"/>
              <a:pathLst>
                <a:path w="581236" h="504513">
                  <a:moveTo>
                    <a:pt x="190646" y="130197"/>
                  </a:moveTo>
                  <a:lnTo>
                    <a:pt x="197620" y="130197"/>
                  </a:lnTo>
                  <a:lnTo>
                    <a:pt x="204595" y="130197"/>
                  </a:lnTo>
                  <a:lnTo>
                    <a:pt x="209245" y="130197"/>
                  </a:lnTo>
                  <a:lnTo>
                    <a:pt x="216220" y="130197"/>
                  </a:lnTo>
                  <a:lnTo>
                    <a:pt x="223195" y="132522"/>
                  </a:lnTo>
                  <a:lnTo>
                    <a:pt x="227845" y="132522"/>
                  </a:lnTo>
                  <a:lnTo>
                    <a:pt x="232495" y="137172"/>
                  </a:lnTo>
                  <a:lnTo>
                    <a:pt x="237144" y="139497"/>
                  </a:lnTo>
                  <a:lnTo>
                    <a:pt x="241794" y="144147"/>
                  </a:lnTo>
                  <a:lnTo>
                    <a:pt x="246444" y="151122"/>
                  </a:lnTo>
                  <a:lnTo>
                    <a:pt x="251094" y="155772"/>
                  </a:lnTo>
                  <a:lnTo>
                    <a:pt x="253419" y="160421"/>
                  </a:lnTo>
                  <a:lnTo>
                    <a:pt x="253419" y="167396"/>
                  </a:lnTo>
                  <a:lnTo>
                    <a:pt x="255744" y="174371"/>
                  </a:lnTo>
                  <a:lnTo>
                    <a:pt x="255744" y="179021"/>
                  </a:lnTo>
                  <a:lnTo>
                    <a:pt x="253419" y="185996"/>
                  </a:lnTo>
                  <a:lnTo>
                    <a:pt x="253419" y="190646"/>
                  </a:lnTo>
                  <a:lnTo>
                    <a:pt x="251094" y="197621"/>
                  </a:lnTo>
                  <a:lnTo>
                    <a:pt x="251094" y="202270"/>
                  </a:lnTo>
                  <a:lnTo>
                    <a:pt x="253419" y="206920"/>
                  </a:lnTo>
                  <a:lnTo>
                    <a:pt x="255744" y="209245"/>
                  </a:lnTo>
                  <a:lnTo>
                    <a:pt x="258069" y="213895"/>
                  </a:lnTo>
                  <a:lnTo>
                    <a:pt x="260394" y="218545"/>
                  </a:lnTo>
                  <a:lnTo>
                    <a:pt x="265044" y="220870"/>
                  </a:lnTo>
                  <a:lnTo>
                    <a:pt x="269694" y="225520"/>
                  </a:lnTo>
                  <a:lnTo>
                    <a:pt x="274344" y="227845"/>
                  </a:lnTo>
                  <a:lnTo>
                    <a:pt x="278994" y="230170"/>
                  </a:lnTo>
                  <a:lnTo>
                    <a:pt x="285969" y="230170"/>
                  </a:lnTo>
                  <a:lnTo>
                    <a:pt x="292943" y="232495"/>
                  </a:lnTo>
                  <a:lnTo>
                    <a:pt x="297593" y="232495"/>
                  </a:lnTo>
                  <a:lnTo>
                    <a:pt x="304568" y="232495"/>
                  </a:lnTo>
                  <a:lnTo>
                    <a:pt x="311543" y="232495"/>
                  </a:lnTo>
                  <a:lnTo>
                    <a:pt x="318518" y="232495"/>
                  </a:lnTo>
                  <a:lnTo>
                    <a:pt x="325493" y="230170"/>
                  </a:lnTo>
                  <a:lnTo>
                    <a:pt x="330142" y="230170"/>
                  </a:lnTo>
                  <a:lnTo>
                    <a:pt x="337117" y="227845"/>
                  </a:lnTo>
                  <a:lnTo>
                    <a:pt x="341767" y="227845"/>
                  </a:lnTo>
                  <a:lnTo>
                    <a:pt x="346417" y="227845"/>
                  </a:lnTo>
                  <a:lnTo>
                    <a:pt x="348742" y="227845"/>
                  </a:lnTo>
                  <a:lnTo>
                    <a:pt x="353392" y="227845"/>
                  </a:lnTo>
                  <a:lnTo>
                    <a:pt x="358042" y="230170"/>
                  </a:lnTo>
                  <a:lnTo>
                    <a:pt x="360367" y="230170"/>
                  </a:lnTo>
                  <a:lnTo>
                    <a:pt x="365016" y="232495"/>
                  </a:lnTo>
                  <a:lnTo>
                    <a:pt x="367341" y="234820"/>
                  </a:lnTo>
                  <a:lnTo>
                    <a:pt x="369666" y="239470"/>
                  </a:lnTo>
                  <a:lnTo>
                    <a:pt x="371991" y="241794"/>
                  </a:lnTo>
                  <a:lnTo>
                    <a:pt x="371991" y="246444"/>
                  </a:lnTo>
                  <a:lnTo>
                    <a:pt x="374316" y="251094"/>
                  </a:lnTo>
                  <a:lnTo>
                    <a:pt x="374316" y="253419"/>
                  </a:lnTo>
                  <a:lnTo>
                    <a:pt x="374316" y="255744"/>
                  </a:lnTo>
                  <a:lnTo>
                    <a:pt x="371991" y="258069"/>
                  </a:lnTo>
                  <a:lnTo>
                    <a:pt x="371991" y="262719"/>
                  </a:lnTo>
                  <a:lnTo>
                    <a:pt x="371991" y="265044"/>
                  </a:lnTo>
                  <a:lnTo>
                    <a:pt x="369666" y="269694"/>
                  </a:lnTo>
                  <a:lnTo>
                    <a:pt x="369666" y="274344"/>
                  </a:lnTo>
                  <a:lnTo>
                    <a:pt x="367341" y="276669"/>
                  </a:lnTo>
                  <a:lnTo>
                    <a:pt x="362692" y="278994"/>
                  </a:lnTo>
                  <a:lnTo>
                    <a:pt x="360367" y="281318"/>
                  </a:lnTo>
                  <a:lnTo>
                    <a:pt x="355717" y="283643"/>
                  </a:lnTo>
                  <a:lnTo>
                    <a:pt x="353392" y="285968"/>
                  </a:lnTo>
                  <a:lnTo>
                    <a:pt x="346417" y="285968"/>
                  </a:lnTo>
                  <a:lnTo>
                    <a:pt x="344092" y="288293"/>
                  </a:lnTo>
                  <a:lnTo>
                    <a:pt x="339442" y="288293"/>
                  </a:lnTo>
                  <a:lnTo>
                    <a:pt x="334792" y="288293"/>
                  </a:lnTo>
                  <a:lnTo>
                    <a:pt x="327817" y="288293"/>
                  </a:lnTo>
                  <a:lnTo>
                    <a:pt x="323168" y="290618"/>
                  </a:lnTo>
                  <a:lnTo>
                    <a:pt x="316193" y="290618"/>
                  </a:lnTo>
                  <a:lnTo>
                    <a:pt x="309218" y="290618"/>
                  </a:lnTo>
                  <a:lnTo>
                    <a:pt x="302243" y="290618"/>
                  </a:lnTo>
                  <a:lnTo>
                    <a:pt x="297593" y="290618"/>
                  </a:lnTo>
                  <a:lnTo>
                    <a:pt x="290618" y="290618"/>
                  </a:lnTo>
                  <a:lnTo>
                    <a:pt x="285969" y="290618"/>
                  </a:lnTo>
                  <a:lnTo>
                    <a:pt x="283644" y="290618"/>
                  </a:lnTo>
                  <a:lnTo>
                    <a:pt x="274344" y="288293"/>
                  </a:lnTo>
                  <a:lnTo>
                    <a:pt x="265044" y="285968"/>
                  </a:lnTo>
                  <a:lnTo>
                    <a:pt x="255744" y="283643"/>
                  </a:lnTo>
                  <a:lnTo>
                    <a:pt x="246444" y="281318"/>
                  </a:lnTo>
                  <a:lnTo>
                    <a:pt x="239469" y="276669"/>
                  </a:lnTo>
                  <a:lnTo>
                    <a:pt x="232495" y="272019"/>
                  </a:lnTo>
                  <a:lnTo>
                    <a:pt x="225520" y="265044"/>
                  </a:lnTo>
                  <a:lnTo>
                    <a:pt x="218545" y="260394"/>
                  </a:lnTo>
                  <a:lnTo>
                    <a:pt x="213895" y="253419"/>
                  </a:lnTo>
                  <a:lnTo>
                    <a:pt x="209245" y="246444"/>
                  </a:lnTo>
                  <a:lnTo>
                    <a:pt x="206920" y="248769"/>
                  </a:lnTo>
                  <a:lnTo>
                    <a:pt x="204595" y="251094"/>
                  </a:lnTo>
                  <a:lnTo>
                    <a:pt x="202270" y="253419"/>
                  </a:lnTo>
                  <a:lnTo>
                    <a:pt x="199945" y="258069"/>
                  </a:lnTo>
                  <a:lnTo>
                    <a:pt x="197620" y="260394"/>
                  </a:lnTo>
                  <a:lnTo>
                    <a:pt x="195295" y="265044"/>
                  </a:lnTo>
                  <a:lnTo>
                    <a:pt x="190646" y="269694"/>
                  </a:lnTo>
                  <a:lnTo>
                    <a:pt x="188321" y="272019"/>
                  </a:lnTo>
                  <a:lnTo>
                    <a:pt x="183671" y="276669"/>
                  </a:lnTo>
                  <a:lnTo>
                    <a:pt x="181346" y="281318"/>
                  </a:lnTo>
                  <a:lnTo>
                    <a:pt x="179021" y="283643"/>
                  </a:lnTo>
                  <a:lnTo>
                    <a:pt x="174371" y="288293"/>
                  </a:lnTo>
                  <a:lnTo>
                    <a:pt x="172046" y="290618"/>
                  </a:lnTo>
                  <a:lnTo>
                    <a:pt x="185996" y="290618"/>
                  </a:lnTo>
                  <a:lnTo>
                    <a:pt x="197620" y="290618"/>
                  </a:lnTo>
                  <a:lnTo>
                    <a:pt x="209245" y="290618"/>
                  </a:lnTo>
                  <a:lnTo>
                    <a:pt x="213895" y="290618"/>
                  </a:lnTo>
                  <a:lnTo>
                    <a:pt x="216220" y="292943"/>
                  </a:lnTo>
                  <a:lnTo>
                    <a:pt x="220870" y="292943"/>
                  </a:lnTo>
                  <a:lnTo>
                    <a:pt x="225520" y="295268"/>
                  </a:lnTo>
                  <a:lnTo>
                    <a:pt x="230170" y="297593"/>
                  </a:lnTo>
                  <a:lnTo>
                    <a:pt x="234819" y="299918"/>
                  </a:lnTo>
                  <a:lnTo>
                    <a:pt x="239469" y="302243"/>
                  </a:lnTo>
                  <a:lnTo>
                    <a:pt x="244119" y="304568"/>
                  </a:lnTo>
                  <a:lnTo>
                    <a:pt x="246444" y="309218"/>
                  </a:lnTo>
                  <a:lnTo>
                    <a:pt x="251094" y="313868"/>
                  </a:lnTo>
                  <a:lnTo>
                    <a:pt x="253419" y="318518"/>
                  </a:lnTo>
                  <a:lnTo>
                    <a:pt x="255744" y="323167"/>
                  </a:lnTo>
                  <a:lnTo>
                    <a:pt x="258069" y="330142"/>
                  </a:lnTo>
                  <a:lnTo>
                    <a:pt x="260394" y="334792"/>
                  </a:lnTo>
                  <a:lnTo>
                    <a:pt x="262719" y="341767"/>
                  </a:lnTo>
                  <a:lnTo>
                    <a:pt x="262719" y="348742"/>
                  </a:lnTo>
                  <a:lnTo>
                    <a:pt x="262719" y="353392"/>
                  </a:lnTo>
                  <a:lnTo>
                    <a:pt x="262719" y="360367"/>
                  </a:lnTo>
                  <a:lnTo>
                    <a:pt x="262719" y="367341"/>
                  </a:lnTo>
                  <a:lnTo>
                    <a:pt x="262719" y="374316"/>
                  </a:lnTo>
                  <a:lnTo>
                    <a:pt x="262719" y="383616"/>
                  </a:lnTo>
                  <a:lnTo>
                    <a:pt x="262719" y="392916"/>
                  </a:lnTo>
                  <a:lnTo>
                    <a:pt x="262719" y="402216"/>
                  </a:lnTo>
                  <a:lnTo>
                    <a:pt x="262719" y="411515"/>
                  </a:lnTo>
                  <a:lnTo>
                    <a:pt x="262719" y="423140"/>
                  </a:lnTo>
                  <a:lnTo>
                    <a:pt x="262719" y="432440"/>
                  </a:lnTo>
                  <a:lnTo>
                    <a:pt x="262719" y="441740"/>
                  </a:lnTo>
                  <a:lnTo>
                    <a:pt x="262719" y="453364"/>
                  </a:lnTo>
                  <a:lnTo>
                    <a:pt x="262719" y="462664"/>
                  </a:lnTo>
                  <a:lnTo>
                    <a:pt x="262719" y="469639"/>
                  </a:lnTo>
                  <a:lnTo>
                    <a:pt x="262719" y="478939"/>
                  </a:lnTo>
                  <a:lnTo>
                    <a:pt x="262719" y="485914"/>
                  </a:lnTo>
                  <a:lnTo>
                    <a:pt x="262719" y="490563"/>
                  </a:lnTo>
                  <a:lnTo>
                    <a:pt x="260394" y="492888"/>
                  </a:lnTo>
                  <a:lnTo>
                    <a:pt x="258069" y="497538"/>
                  </a:lnTo>
                  <a:lnTo>
                    <a:pt x="255744" y="499863"/>
                  </a:lnTo>
                  <a:lnTo>
                    <a:pt x="253419" y="502188"/>
                  </a:lnTo>
                  <a:lnTo>
                    <a:pt x="251094" y="502188"/>
                  </a:lnTo>
                  <a:lnTo>
                    <a:pt x="246444" y="504513"/>
                  </a:lnTo>
                  <a:lnTo>
                    <a:pt x="244119" y="504513"/>
                  </a:lnTo>
                  <a:lnTo>
                    <a:pt x="225520" y="504513"/>
                  </a:lnTo>
                  <a:lnTo>
                    <a:pt x="220870" y="504513"/>
                  </a:lnTo>
                  <a:lnTo>
                    <a:pt x="216220" y="502188"/>
                  </a:lnTo>
                  <a:lnTo>
                    <a:pt x="213895" y="499863"/>
                  </a:lnTo>
                  <a:lnTo>
                    <a:pt x="209245" y="497538"/>
                  </a:lnTo>
                  <a:lnTo>
                    <a:pt x="206920" y="495213"/>
                  </a:lnTo>
                  <a:lnTo>
                    <a:pt x="206920" y="490563"/>
                  </a:lnTo>
                  <a:lnTo>
                    <a:pt x="206920" y="485914"/>
                  </a:lnTo>
                  <a:lnTo>
                    <a:pt x="206920" y="478939"/>
                  </a:lnTo>
                  <a:lnTo>
                    <a:pt x="206920" y="469639"/>
                  </a:lnTo>
                  <a:lnTo>
                    <a:pt x="206920" y="462664"/>
                  </a:lnTo>
                  <a:lnTo>
                    <a:pt x="206920" y="453364"/>
                  </a:lnTo>
                  <a:lnTo>
                    <a:pt x="206920" y="441740"/>
                  </a:lnTo>
                  <a:lnTo>
                    <a:pt x="206920" y="432440"/>
                  </a:lnTo>
                  <a:lnTo>
                    <a:pt x="204595" y="423140"/>
                  </a:lnTo>
                  <a:lnTo>
                    <a:pt x="204595" y="411515"/>
                  </a:lnTo>
                  <a:lnTo>
                    <a:pt x="204595" y="402216"/>
                  </a:lnTo>
                  <a:lnTo>
                    <a:pt x="204595" y="392916"/>
                  </a:lnTo>
                  <a:lnTo>
                    <a:pt x="204595" y="383616"/>
                  </a:lnTo>
                  <a:lnTo>
                    <a:pt x="204595" y="374316"/>
                  </a:lnTo>
                  <a:lnTo>
                    <a:pt x="204595" y="367341"/>
                  </a:lnTo>
                  <a:lnTo>
                    <a:pt x="206920" y="360367"/>
                  </a:lnTo>
                  <a:lnTo>
                    <a:pt x="206920" y="353392"/>
                  </a:lnTo>
                  <a:lnTo>
                    <a:pt x="206920" y="348742"/>
                  </a:lnTo>
                  <a:lnTo>
                    <a:pt x="204595" y="348742"/>
                  </a:lnTo>
                  <a:lnTo>
                    <a:pt x="204595" y="346417"/>
                  </a:lnTo>
                  <a:lnTo>
                    <a:pt x="199945" y="346417"/>
                  </a:lnTo>
                  <a:lnTo>
                    <a:pt x="195295" y="346417"/>
                  </a:lnTo>
                  <a:lnTo>
                    <a:pt x="188321" y="346417"/>
                  </a:lnTo>
                  <a:lnTo>
                    <a:pt x="181346" y="346417"/>
                  </a:lnTo>
                  <a:lnTo>
                    <a:pt x="174371" y="346417"/>
                  </a:lnTo>
                  <a:lnTo>
                    <a:pt x="167396" y="346417"/>
                  </a:lnTo>
                  <a:lnTo>
                    <a:pt x="158096" y="346417"/>
                  </a:lnTo>
                  <a:lnTo>
                    <a:pt x="151122" y="346417"/>
                  </a:lnTo>
                  <a:lnTo>
                    <a:pt x="141822" y="346417"/>
                  </a:lnTo>
                  <a:lnTo>
                    <a:pt x="134847" y="346417"/>
                  </a:lnTo>
                  <a:lnTo>
                    <a:pt x="127872" y="346417"/>
                  </a:lnTo>
                  <a:lnTo>
                    <a:pt x="120897" y="346417"/>
                  </a:lnTo>
                  <a:lnTo>
                    <a:pt x="113923" y="346417"/>
                  </a:lnTo>
                  <a:lnTo>
                    <a:pt x="109273" y="346417"/>
                  </a:lnTo>
                  <a:lnTo>
                    <a:pt x="104623" y="346417"/>
                  </a:lnTo>
                  <a:lnTo>
                    <a:pt x="99973" y="346417"/>
                  </a:lnTo>
                  <a:lnTo>
                    <a:pt x="97648" y="346417"/>
                  </a:lnTo>
                  <a:lnTo>
                    <a:pt x="92998" y="346417"/>
                  </a:lnTo>
                  <a:lnTo>
                    <a:pt x="88348" y="344092"/>
                  </a:lnTo>
                  <a:lnTo>
                    <a:pt x="83698" y="341767"/>
                  </a:lnTo>
                  <a:lnTo>
                    <a:pt x="79049" y="337117"/>
                  </a:lnTo>
                  <a:lnTo>
                    <a:pt x="76724" y="334792"/>
                  </a:lnTo>
                  <a:lnTo>
                    <a:pt x="74399" y="330142"/>
                  </a:lnTo>
                  <a:lnTo>
                    <a:pt x="72074" y="325492"/>
                  </a:lnTo>
                  <a:lnTo>
                    <a:pt x="72074" y="318518"/>
                  </a:lnTo>
                  <a:lnTo>
                    <a:pt x="72074" y="309218"/>
                  </a:lnTo>
                  <a:lnTo>
                    <a:pt x="72074" y="299918"/>
                  </a:lnTo>
                  <a:lnTo>
                    <a:pt x="74399" y="290618"/>
                  </a:lnTo>
                  <a:lnTo>
                    <a:pt x="74399" y="285968"/>
                  </a:lnTo>
                  <a:lnTo>
                    <a:pt x="74399" y="278994"/>
                  </a:lnTo>
                  <a:lnTo>
                    <a:pt x="76724" y="274344"/>
                  </a:lnTo>
                  <a:lnTo>
                    <a:pt x="76724" y="272019"/>
                  </a:lnTo>
                  <a:lnTo>
                    <a:pt x="79049" y="265044"/>
                  </a:lnTo>
                  <a:lnTo>
                    <a:pt x="83698" y="255744"/>
                  </a:lnTo>
                  <a:lnTo>
                    <a:pt x="86023" y="248769"/>
                  </a:lnTo>
                  <a:lnTo>
                    <a:pt x="90673" y="239470"/>
                  </a:lnTo>
                  <a:lnTo>
                    <a:pt x="95323" y="232495"/>
                  </a:lnTo>
                  <a:lnTo>
                    <a:pt x="99973" y="223195"/>
                  </a:lnTo>
                  <a:lnTo>
                    <a:pt x="104623" y="216220"/>
                  </a:lnTo>
                  <a:lnTo>
                    <a:pt x="109273" y="209245"/>
                  </a:lnTo>
                  <a:lnTo>
                    <a:pt x="116248" y="199945"/>
                  </a:lnTo>
                  <a:lnTo>
                    <a:pt x="120897" y="192971"/>
                  </a:lnTo>
                  <a:lnTo>
                    <a:pt x="127872" y="185996"/>
                  </a:lnTo>
                  <a:lnTo>
                    <a:pt x="132522" y="179021"/>
                  </a:lnTo>
                  <a:lnTo>
                    <a:pt x="139497" y="172046"/>
                  </a:lnTo>
                  <a:lnTo>
                    <a:pt x="144147" y="165071"/>
                  </a:lnTo>
                  <a:lnTo>
                    <a:pt x="151122" y="158096"/>
                  </a:lnTo>
                  <a:lnTo>
                    <a:pt x="155772" y="153447"/>
                  </a:lnTo>
                  <a:lnTo>
                    <a:pt x="160421" y="148797"/>
                  </a:lnTo>
                  <a:lnTo>
                    <a:pt x="165071" y="144147"/>
                  </a:lnTo>
                  <a:lnTo>
                    <a:pt x="169721" y="141822"/>
                  </a:lnTo>
                  <a:lnTo>
                    <a:pt x="174371" y="137172"/>
                  </a:lnTo>
                  <a:lnTo>
                    <a:pt x="179021" y="137172"/>
                  </a:lnTo>
                  <a:lnTo>
                    <a:pt x="183671" y="132522"/>
                  </a:lnTo>
                  <a:close/>
                  <a:moveTo>
                    <a:pt x="306893" y="116247"/>
                  </a:moveTo>
                  <a:lnTo>
                    <a:pt x="313867" y="116247"/>
                  </a:lnTo>
                  <a:lnTo>
                    <a:pt x="320842" y="116247"/>
                  </a:lnTo>
                  <a:lnTo>
                    <a:pt x="327817" y="116247"/>
                  </a:lnTo>
                  <a:lnTo>
                    <a:pt x="334792" y="116247"/>
                  </a:lnTo>
                  <a:lnTo>
                    <a:pt x="341767" y="118572"/>
                  </a:lnTo>
                  <a:lnTo>
                    <a:pt x="346417" y="120897"/>
                  </a:lnTo>
                  <a:lnTo>
                    <a:pt x="353392" y="125547"/>
                  </a:lnTo>
                  <a:lnTo>
                    <a:pt x="358042" y="130197"/>
                  </a:lnTo>
                  <a:lnTo>
                    <a:pt x="362691" y="134847"/>
                  </a:lnTo>
                  <a:lnTo>
                    <a:pt x="365016" y="139496"/>
                  </a:lnTo>
                  <a:lnTo>
                    <a:pt x="369666" y="146471"/>
                  </a:lnTo>
                  <a:lnTo>
                    <a:pt x="371991" y="153446"/>
                  </a:lnTo>
                  <a:lnTo>
                    <a:pt x="371991" y="160421"/>
                  </a:lnTo>
                  <a:lnTo>
                    <a:pt x="374316" y="165071"/>
                  </a:lnTo>
                  <a:lnTo>
                    <a:pt x="371991" y="172045"/>
                  </a:lnTo>
                  <a:lnTo>
                    <a:pt x="371991" y="179020"/>
                  </a:lnTo>
                  <a:lnTo>
                    <a:pt x="369666" y="185995"/>
                  </a:lnTo>
                  <a:lnTo>
                    <a:pt x="367341" y="192970"/>
                  </a:lnTo>
                  <a:lnTo>
                    <a:pt x="362691" y="197620"/>
                  </a:lnTo>
                  <a:lnTo>
                    <a:pt x="358042" y="202270"/>
                  </a:lnTo>
                  <a:lnTo>
                    <a:pt x="353392" y="206919"/>
                  </a:lnTo>
                  <a:lnTo>
                    <a:pt x="348742" y="211569"/>
                  </a:lnTo>
                  <a:lnTo>
                    <a:pt x="341767" y="213894"/>
                  </a:lnTo>
                  <a:lnTo>
                    <a:pt x="334792" y="216219"/>
                  </a:lnTo>
                  <a:lnTo>
                    <a:pt x="330142" y="218544"/>
                  </a:lnTo>
                  <a:lnTo>
                    <a:pt x="323167" y="218544"/>
                  </a:lnTo>
                  <a:lnTo>
                    <a:pt x="316192" y="218544"/>
                  </a:lnTo>
                  <a:lnTo>
                    <a:pt x="309217" y="216219"/>
                  </a:lnTo>
                  <a:lnTo>
                    <a:pt x="302243" y="213894"/>
                  </a:lnTo>
                  <a:lnTo>
                    <a:pt x="295268" y="211569"/>
                  </a:lnTo>
                  <a:lnTo>
                    <a:pt x="290618" y="209244"/>
                  </a:lnTo>
                  <a:lnTo>
                    <a:pt x="285968" y="204595"/>
                  </a:lnTo>
                  <a:lnTo>
                    <a:pt x="281318" y="199945"/>
                  </a:lnTo>
                  <a:lnTo>
                    <a:pt x="276668" y="192970"/>
                  </a:lnTo>
                  <a:lnTo>
                    <a:pt x="274343" y="188320"/>
                  </a:lnTo>
                  <a:lnTo>
                    <a:pt x="272018" y="181345"/>
                  </a:lnTo>
                  <a:lnTo>
                    <a:pt x="269693" y="174370"/>
                  </a:lnTo>
                  <a:lnTo>
                    <a:pt x="269693" y="167396"/>
                  </a:lnTo>
                  <a:lnTo>
                    <a:pt x="269693" y="160421"/>
                  </a:lnTo>
                  <a:lnTo>
                    <a:pt x="272018" y="153446"/>
                  </a:lnTo>
                  <a:lnTo>
                    <a:pt x="274343" y="146471"/>
                  </a:lnTo>
                  <a:lnTo>
                    <a:pt x="276668" y="141821"/>
                  </a:lnTo>
                  <a:lnTo>
                    <a:pt x="281318" y="134847"/>
                  </a:lnTo>
                  <a:lnTo>
                    <a:pt x="285968" y="130197"/>
                  </a:lnTo>
                  <a:lnTo>
                    <a:pt x="290618" y="125547"/>
                  </a:lnTo>
                  <a:lnTo>
                    <a:pt x="295268" y="123222"/>
                  </a:lnTo>
                  <a:lnTo>
                    <a:pt x="302243" y="118572"/>
                  </a:lnTo>
                  <a:close/>
                  <a:moveTo>
                    <a:pt x="27899" y="83698"/>
                  </a:moveTo>
                  <a:lnTo>
                    <a:pt x="32549" y="86023"/>
                  </a:lnTo>
                  <a:lnTo>
                    <a:pt x="37199" y="86023"/>
                  </a:lnTo>
                  <a:lnTo>
                    <a:pt x="41849" y="88348"/>
                  </a:lnTo>
                  <a:lnTo>
                    <a:pt x="46499" y="90673"/>
                  </a:lnTo>
                  <a:lnTo>
                    <a:pt x="48823" y="95323"/>
                  </a:lnTo>
                  <a:lnTo>
                    <a:pt x="53473" y="97648"/>
                  </a:lnTo>
                  <a:lnTo>
                    <a:pt x="53473" y="102298"/>
                  </a:lnTo>
                  <a:lnTo>
                    <a:pt x="55798" y="106948"/>
                  </a:lnTo>
                  <a:lnTo>
                    <a:pt x="55798" y="111597"/>
                  </a:lnTo>
                  <a:lnTo>
                    <a:pt x="55798" y="365016"/>
                  </a:lnTo>
                  <a:lnTo>
                    <a:pt x="185995" y="365016"/>
                  </a:lnTo>
                  <a:lnTo>
                    <a:pt x="185995" y="420815"/>
                  </a:lnTo>
                  <a:lnTo>
                    <a:pt x="169720" y="420815"/>
                  </a:lnTo>
                  <a:lnTo>
                    <a:pt x="169720" y="485914"/>
                  </a:lnTo>
                  <a:lnTo>
                    <a:pt x="167395" y="490563"/>
                  </a:lnTo>
                  <a:lnTo>
                    <a:pt x="167395" y="495213"/>
                  </a:lnTo>
                  <a:lnTo>
                    <a:pt x="165070" y="497538"/>
                  </a:lnTo>
                  <a:lnTo>
                    <a:pt x="162745" y="499863"/>
                  </a:lnTo>
                  <a:lnTo>
                    <a:pt x="158096" y="502188"/>
                  </a:lnTo>
                  <a:lnTo>
                    <a:pt x="153446" y="504513"/>
                  </a:lnTo>
                  <a:lnTo>
                    <a:pt x="151121" y="504513"/>
                  </a:lnTo>
                  <a:lnTo>
                    <a:pt x="146471" y="504513"/>
                  </a:lnTo>
                  <a:lnTo>
                    <a:pt x="141821" y="502188"/>
                  </a:lnTo>
                  <a:lnTo>
                    <a:pt x="139496" y="499863"/>
                  </a:lnTo>
                  <a:lnTo>
                    <a:pt x="134846" y="497538"/>
                  </a:lnTo>
                  <a:lnTo>
                    <a:pt x="132521" y="495213"/>
                  </a:lnTo>
                  <a:lnTo>
                    <a:pt x="132521" y="490563"/>
                  </a:lnTo>
                  <a:lnTo>
                    <a:pt x="132521" y="485914"/>
                  </a:lnTo>
                  <a:lnTo>
                    <a:pt x="132521" y="420815"/>
                  </a:lnTo>
                  <a:lnTo>
                    <a:pt x="72073" y="420815"/>
                  </a:lnTo>
                  <a:lnTo>
                    <a:pt x="72073" y="485914"/>
                  </a:lnTo>
                  <a:lnTo>
                    <a:pt x="72073" y="490563"/>
                  </a:lnTo>
                  <a:lnTo>
                    <a:pt x="69748" y="495213"/>
                  </a:lnTo>
                  <a:lnTo>
                    <a:pt x="67423" y="497538"/>
                  </a:lnTo>
                  <a:lnTo>
                    <a:pt x="65098" y="499863"/>
                  </a:lnTo>
                  <a:lnTo>
                    <a:pt x="62773" y="502188"/>
                  </a:lnTo>
                  <a:lnTo>
                    <a:pt x="58123" y="504513"/>
                  </a:lnTo>
                  <a:lnTo>
                    <a:pt x="53473" y="504513"/>
                  </a:lnTo>
                  <a:lnTo>
                    <a:pt x="48823" y="504513"/>
                  </a:lnTo>
                  <a:lnTo>
                    <a:pt x="46499" y="502188"/>
                  </a:lnTo>
                  <a:lnTo>
                    <a:pt x="41849" y="499863"/>
                  </a:lnTo>
                  <a:lnTo>
                    <a:pt x="39524" y="497538"/>
                  </a:lnTo>
                  <a:lnTo>
                    <a:pt x="37199" y="495213"/>
                  </a:lnTo>
                  <a:lnTo>
                    <a:pt x="34874" y="490563"/>
                  </a:lnTo>
                  <a:lnTo>
                    <a:pt x="34874" y="485914"/>
                  </a:lnTo>
                  <a:lnTo>
                    <a:pt x="34874" y="420815"/>
                  </a:lnTo>
                  <a:lnTo>
                    <a:pt x="25574" y="420815"/>
                  </a:lnTo>
                  <a:lnTo>
                    <a:pt x="20924" y="418490"/>
                  </a:lnTo>
                  <a:lnTo>
                    <a:pt x="16274" y="418490"/>
                  </a:lnTo>
                  <a:lnTo>
                    <a:pt x="11624" y="413840"/>
                  </a:lnTo>
                  <a:lnTo>
                    <a:pt x="6975" y="411515"/>
                  </a:lnTo>
                  <a:lnTo>
                    <a:pt x="4650" y="406865"/>
                  </a:lnTo>
                  <a:lnTo>
                    <a:pt x="2325" y="402216"/>
                  </a:lnTo>
                  <a:lnTo>
                    <a:pt x="0" y="397566"/>
                  </a:lnTo>
                  <a:lnTo>
                    <a:pt x="0" y="392916"/>
                  </a:lnTo>
                  <a:lnTo>
                    <a:pt x="0" y="111597"/>
                  </a:lnTo>
                  <a:lnTo>
                    <a:pt x="0" y="106948"/>
                  </a:lnTo>
                  <a:lnTo>
                    <a:pt x="2325" y="102298"/>
                  </a:lnTo>
                  <a:lnTo>
                    <a:pt x="4650" y="97648"/>
                  </a:lnTo>
                  <a:lnTo>
                    <a:pt x="6975" y="95323"/>
                  </a:lnTo>
                  <a:lnTo>
                    <a:pt x="9300" y="90673"/>
                  </a:lnTo>
                  <a:lnTo>
                    <a:pt x="13949" y="88348"/>
                  </a:lnTo>
                  <a:lnTo>
                    <a:pt x="18599" y="86023"/>
                  </a:lnTo>
                  <a:lnTo>
                    <a:pt x="23249" y="86023"/>
                  </a:lnTo>
                  <a:close/>
                  <a:moveTo>
                    <a:pt x="260394" y="55799"/>
                  </a:moveTo>
                  <a:lnTo>
                    <a:pt x="290618" y="55799"/>
                  </a:lnTo>
                  <a:lnTo>
                    <a:pt x="290618" y="60449"/>
                  </a:lnTo>
                  <a:lnTo>
                    <a:pt x="272019" y="88349"/>
                  </a:lnTo>
                  <a:lnTo>
                    <a:pt x="290618" y="88349"/>
                  </a:lnTo>
                  <a:lnTo>
                    <a:pt x="290618" y="95324"/>
                  </a:lnTo>
                  <a:lnTo>
                    <a:pt x="258069" y="95324"/>
                  </a:lnTo>
                  <a:lnTo>
                    <a:pt x="258069" y="90674"/>
                  </a:lnTo>
                  <a:lnTo>
                    <a:pt x="278994" y="62774"/>
                  </a:lnTo>
                  <a:lnTo>
                    <a:pt x="260394" y="62774"/>
                  </a:lnTo>
                  <a:close/>
                  <a:moveTo>
                    <a:pt x="411515" y="53473"/>
                  </a:moveTo>
                  <a:lnTo>
                    <a:pt x="448714" y="53473"/>
                  </a:lnTo>
                  <a:lnTo>
                    <a:pt x="448714" y="69748"/>
                  </a:lnTo>
                  <a:lnTo>
                    <a:pt x="551012" y="106947"/>
                  </a:lnTo>
                  <a:lnTo>
                    <a:pt x="551012" y="230169"/>
                  </a:lnTo>
                  <a:lnTo>
                    <a:pt x="525438" y="230169"/>
                  </a:lnTo>
                  <a:lnTo>
                    <a:pt x="525438" y="248768"/>
                  </a:lnTo>
                  <a:lnTo>
                    <a:pt x="532412" y="253418"/>
                  </a:lnTo>
                  <a:lnTo>
                    <a:pt x="537062" y="258068"/>
                  </a:lnTo>
                  <a:lnTo>
                    <a:pt x="544037" y="262718"/>
                  </a:lnTo>
                  <a:lnTo>
                    <a:pt x="548687" y="269693"/>
                  </a:lnTo>
                  <a:lnTo>
                    <a:pt x="553337" y="276668"/>
                  </a:lnTo>
                  <a:lnTo>
                    <a:pt x="557987" y="283643"/>
                  </a:lnTo>
                  <a:lnTo>
                    <a:pt x="560312" y="290617"/>
                  </a:lnTo>
                  <a:lnTo>
                    <a:pt x="562637" y="299917"/>
                  </a:lnTo>
                  <a:lnTo>
                    <a:pt x="567287" y="299917"/>
                  </a:lnTo>
                  <a:lnTo>
                    <a:pt x="569612" y="299917"/>
                  </a:lnTo>
                  <a:lnTo>
                    <a:pt x="574261" y="302242"/>
                  </a:lnTo>
                  <a:lnTo>
                    <a:pt x="576586" y="306892"/>
                  </a:lnTo>
                  <a:lnTo>
                    <a:pt x="578911" y="309217"/>
                  </a:lnTo>
                  <a:lnTo>
                    <a:pt x="581236" y="313867"/>
                  </a:lnTo>
                  <a:lnTo>
                    <a:pt x="581236" y="318517"/>
                  </a:lnTo>
                  <a:lnTo>
                    <a:pt x="581236" y="323167"/>
                  </a:lnTo>
                  <a:lnTo>
                    <a:pt x="578911" y="325492"/>
                  </a:lnTo>
                  <a:lnTo>
                    <a:pt x="576586" y="330141"/>
                  </a:lnTo>
                  <a:lnTo>
                    <a:pt x="574261" y="332466"/>
                  </a:lnTo>
                  <a:lnTo>
                    <a:pt x="569612" y="334791"/>
                  </a:lnTo>
                  <a:lnTo>
                    <a:pt x="567287" y="337116"/>
                  </a:lnTo>
                  <a:lnTo>
                    <a:pt x="562637" y="337116"/>
                  </a:lnTo>
                  <a:lnTo>
                    <a:pt x="544037" y="337116"/>
                  </a:lnTo>
                  <a:lnTo>
                    <a:pt x="544037" y="504512"/>
                  </a:lnTo>
                  <a:lnTo>
                    <a:pt x="337117" y="504512"/>
                  </a:lnTo>
                  <a:lnTo>
                    <a:pt x="337117" y="337116"/>
                  </a:lnTo>
                  <a:lnTo>
                    <a:pt x="299918" y="337116"/>
                  </a:lnTo>
                  <a:lnTo>
                    <a:pt x="295268" y="337116"/>
                  </a:lnTo>
                  <a:lnTo>
                    <a:pt x="290618" y="334791"/>
                  </a:lnTo>
                  <a:lnTo>
                    <a:pt x="288293" y="332466"/>
                  </a:lnTo>
                  <a:lnTo>
                    <a:pt x="285968" y="330141"/>
                  </a:lnTo>
                  <a:lnTo>
                    <a:pt x="283643" y="325492"/>
                  </a:lnTo>
                  <a:lnTo>
                    <a:pt x="281318" y="323167"/>
                  </a:lnTo>
                  <a:lnTo>
                    <a:pt x="281318" y="318517"/>
                  </a:lnTo>
                  <a:lnTo>
                    <a:pt x="281318" y="313867"/>
                  </a:lnTo>
                  <a:lnTo>
                    <a:pt x="283643" y="309217"/>
                  </a:lnTo>
                  <a:lnTo>
                    <a:pt x="285968" y="306892"/>
                  </a:lnTo>
                  <a:lnTo>
                    <a:pt x="288293" y="302242"/>
                  </a:lnTo>
                  <a:lnTo>
                    <a:pt x="290618" y="299917"/>
                  </a:lnTo>
                  <a:lnTo>
                    <a:pt x="295268" y="299917"/>
                  </a:lnTo>
                  <a:lnTo>
                    <a:pt x="299918" y="297592"/>
                  </a:lnTo>
                  <a:lnTo>
                    <a:pt x="418490" y="297592"/>
                  </a:lnTo>
                  <a:lnTo>
                    <a:pt x="420815" y="290617"/>
                  </a:lnTo>
                  <a:lnTo>
                    <a:pt x="423140" y="283643"/>
                  </a:lnTo>
                  <a:lnTo>
                    <a:pt x="427790" y="276668"/>
                  </a:lnTo>
                  <a:lnTo>
                    <a:pt x="430115" y="269693"/>
                  </a:lnTo>
                  <a:lnTo>
                    <a:pt x="434765" y="265043"/>
                  </a:lnTo>
                  <a:lnTo>
                    <a:pt x="441739" y="258068"/>
                  </a:lnTo>
                  <a:lnTo>
                    <a:pt x="446389" y="253418"/>
                  </a:lnTo>
                  <a:lnTo>
                    <a:pt x="453364" y="248768"/>
                  </a:lnTo>
                  <a:lnTo>
                    <a:pt x="460339" y="246443"/>
                  </a:lnTo>
                  <a:lnTo>
                    <a:pt x="467314" y="244118"/>
                  </a:lnTo>
                  <a:lnTo>
                    <a:pt x="467314" y="230169"/>
                  </a:lnTo>
                  <a:lnTo>
                    <a:pt x="448714" y="230169"/>
                  </a:lnTo>
                  <a:lnTo>
                    <a:pt x="448714" y="239469"/>
                  </a:lnTo>
                  <a:lnTo>
                    <a:pt x="411515" y="239469"/>
                  </a:lnTo>
                  <a:close/>
                  <a:moveTo>
                    <a:pt x="199945" y="27899"/>
                  </a:moveTo>
                  <a:lnTo>
                    <a:pt x="241795" y="27899"/>
                  </a:lnTo>
                  <a:lnTo>
                    <a:pt x="241795" y="34874"/>
                  </a:lnTo>
                  <a:lnTo>
                    <a:pt x="213895" y="74398"/>
                  </a:lnTo>
                  <a:lnTo>
                    <a:pt x="241795" y="74398"/>
                  </a:lnTo>
                  <a:lnTo>
                    <a:pt x="241795" y="83698"/>
                  </a:lnTo>
                  <a:lnTo>
                    <a:pt x="197620" y="83698"/>
                  </a:lnTo>
                  <a:lnTo>
                    <a:pt x="197620" y="76723"/>
                  </a:lnTo>
                  <a:lnTo>
                    <a:pt x="223195" y="39524"/>
                  </a:lnTo>
                  <a:lnTo>
                    <a:pt x="223195" y="37199"/>
                  </a:lnTo>
                  <a:lnTo>
                    <a:pt x="199945" y="37199"/>
                  </a:lnTo>
                  <a:close/>
                  <a:moveTo>
                    <a:pt x="109273" y="0"/>
                  </a:moveTo>
                  <a:lnTo>
                    <a:pt x="174371" y="0"/>
                  </a:lnTo>
                  <a:lnTo>
                    <a:pt x="174371" y="11625"/>
                  </a:lnTo>
                  <a:lnTo>
                    <a:pt x="132522" y="72073"/>
                  </a:lnTo>
                  <a:lnTo>
                    <a:pt x="174371" y="72073"/>
                  </a:lnTo>
                  <a:lnTo>
                    <a:pt x="174371" y="88348"/>
                  </a:lnTo>
                  <a:lnTo>
                    <a:pt x="104623" y="88348"/>
                  </a:lnTo>
                  <a:lnTo>
                    <a:pt x="104623" y="79048"/>
                  </a:lnTo>
                  <a:lnTo>
                    <a:pt x="148796" y="16275"/>
                  </a:lnTo>
                  <a:lnTo>
                    <a:pt x="109273" y="1627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iṣľîďé"/>
            <p:cNvSpPr/>
            <p:nvPr/>
          </p:nvSpPr>
          <p:spPr>
            <a:xfrm>
              <a:off x="5899656" y="3560891"/>
              <a:ext cx="581236" cy="453363"/>
            </a:xfrm>
            <a:custGeom>
              <a:avLst/>
              <a:gdLst>
                <a:gd name="connsiteX0" fmla="*/ 306893 w 581236"/>
                <a:gd name="connsiteY0" fmla="*/ 197620 h 453363"/>
                <a:gd name="connsiteX1" fmla="*/ 304568 w 581236"/>
                <a:gd name="connsiteY1" fmla="*/ 202270 h 453363"/>
                <a:gd name="connsiteX2" fmla="*/ 302243 w 581236"/>
                <a:gd name="connsiteY2" fmla="*/ 204595 h 453363"/>
                <a:gd name="connsiteX3" fmla="*/ 299918 w 581236"/>
                <a:gd name="connsiteY3" fmla="*/ 206920 h 453363"/>
                <a:gd name="connsiteX4" fmla="*/ 295268 w 581236"/>
                <a:gd name="connsiteY4" fmla="*/ 209245 h 453363"/>
                <a:gd name="connsiteX5" fmla="*/ 290618 w 581236"/>
                <a:gd name="connsiteY5" fmla="*/ 211570 h 453363"/>
                <a:gd name="connsiteX6" fmla="*/ 288293 w 581236"/>
                <a:gd name="connsiteY6" fmla="*/ 213895 h 453363"/>
                <a:gd name="connsiteX7" fmla="*/ 285968 w 581236"/>
                <a:gd name="connsiteY7" fmla="*/ 216220 h 453363"/>
                <a:gd name="connsiteX8" fmla="*/ 285968 w 581236"/>
                <a:gd name="connsiteY8" fmla="*/ 220869 h 453363"/>
                <a:gd name="connsiteX9" fmla="*/ 285968 w 581236"/>
                <a:gd name="connsiteY9" fmla="*/ 225519 h 453363"/>
                <a:gd name="connsiteX10" fmla="*/ 330142 w 581236"/>
                <a:gd name="connsiteY10" fmla="*/ 204595 h 453363"/>
                <a:gd name="connsiteX11" fmla="*/ 327817 w 581236"/>
                <a:gd name="connsiteY11" fmla="*/ 202270 h 453363"/>
                <a:gd name="connsiteX12" fmla="*/ 323168 w 581236"/>
                <a:gd name="connsiteY12" fmla="*/ 199945 h 453363"/>
                <a:gd name="connsiteX13" fmla="*/ 318518 w 581236"/>
                <a:gd name="connsiteY13" fmla="*/ 199945 h 453363"/>
                <a:gd name="connsiteX14" fmla="*/ 316193 w 581236"/>
                <a:gd name="connsiteY14" fmla="*/ 197620 h 453363"/>
                <a:gd name="connsiteX15" fmla="*/ 311543 w 581236"/>
                <a:gd name="connsiteY15" fmla="*/ 197620 h 453363"/>
                <a:gd name="connsiteX16" fmla="*/ 134847 w 581236"/>
                <a:gd name="connsiteY16" fmla="*/ 79048 h 453363"/>
                <a:gd name="connsiteX17" fmla="*/ 139497 w 581236"/>
                <a:gd name="connsiteY17" fmla="*/ 79048 h 453363"/>
                <a:gd name="connsiteX18" fmla="*/ 146472 w 581236"/>
                <a:gd name="connsiteY18" fmla="*/ 79048 h 453363"/>
                <a:gd name="connsiteX19" fmla="*/ 151122 w 581236"/>
                <a:gd name="connsiteY19" fmla="*/ 81373 h 453363"/>
                <a:gd name="connsiteX20" fmla="*/ 158096 w 581236"/>
                <a:gd name="connsiteY20" fmla="*/ 81373 h 453363"/>
                <a:gd name="connsiteX21" fmla="*/ 162746 w 581236"/>
                <a:gd name="connsiteY21" fmla="*/ 83698 h 453363"/>
                <a:gd name="connsiteX22" fmla="*/ 169721 w 581236"/>
                <a:gd name="connsiteY22" fmla="*/ 88348 h 453363"/>
                <a:gd name="connsiteX23" fmla="*/ 174371 w 581236"/>
                <a:gd name="connsiteY23" fmla="*/ 90673 h 453363"/>
                <a:gd name="connsiteX24" fmla="*/ 179021 w 581236"/>
                <a:gd name="connsiteY24" fmla="*/ 95323 h 453363"/>
                <a:gd name="connsiteX25" fmla="*/ 181346 w 581236"/>
                <a:gd name="connsiteY25" fmla="*/ 99973 h 453363"/>
                <a:gd name="connsiteX26" fmla="*/ 183671 w 581236"/>
                <a:gd name="connsiteY26" fmla="*/ 106947 h 453363"/>
                <a:gd name="connsiteX27" fmla="*/ 185996 w 581236"/>
                <a:gd name="connsiteY27" fmla="*/ 111597 h 453363"/>
                <a:gd name="connsiteX28" fmla="*/ 188321 w 581236"/>
                <a:gd name="connsiteY28" fmla="*/ 116247 h 453363"/>
                <a:gd name="connsiteX29" fmla="*/ 188321 w 581236"/>
                <a:gd name="connsiteY29" fmla="*/ 123222 h 453363"/>
                <a:gd name="connsiteX30" fmla="*/ 188321 w 581236"/>
                <a:gd name="connsiteY30" fmla="*/ 127872 h 453363"/>
                <a:gd name="connsiteX31" fmla="*/ 188321 w 581236"/>
                <a:gd name="connsiteY31" fmla="*/ 134847 h 453363"/>
                <a:gd name="connsiteX32" fmla="*/ 188321 w 581236"/>
                <a:gd name="connsiteY32" fmla="*/ 139497 h 453363"/>
                <a:gd name="connsiteX33" fmla="*/ 188321 w 581236"/>
                <a:gd name="connsiteY33" fmla="*/ 144146 h 453363"/>
                <a:gd name="connsiteX34" fmla="*/ 190646 w 581236"/>
                <a:gd name="connsiteY34" fmla="*/ 148796 h 453363"/>
                <a:gd name="connsiteX35" fmla="*/ 195296 w 581236"/>
                <a:gd name="connsiteY35" fmla="*/ 153446 h 453363"/>
                <a:gd name="connsiteX36" fmla="*/ 197621 w 581236"/>
                <a:gd name="connsiteY36" fmla="*/ 158096 h 453363"/>
                <a:gd name="connsiteX37" fmla="*/ 202270 w 581236"/>
                <a:gd name="connsiteY37" fmla="*/ 160421 h 453363"/>
                <a:gd name="connsiteX38" fmla="*/ 206920 w 581236"/>
                <a:gd name="connsiteY38" fmla="*/ 162746 h 453363"/>
                <a:gd name="connsiteX39" fmla="*/ 211570 w 581236"/>
                <a:gd name="connsiteY39" fmla="*/ 165071 h 453363"/>
                <a:gd name="connsiteX40" fmla="*/ 218545 w 581236"/>
                <a:gd name="connsiteY40" fmla="*/ 167396 h 453363"/>
                <a:gd name="connsiteX41" fmla="*/ 223195 w 581236"/>
                <a:gd name="connsiteY41" fmla="*/ 167396 h 453363"/>
                <a:gd name="connsiteX42" fmla="*/ 230170 w 581236"/>
                <a:gd name="connsiteY42" fmla="*/ 167396 h 453363"/>
                <a:gd name="connsiteX43" fmla="*/ 234820 w 581236"/>
                <a:gd name="connsiteY43" fmla="*/ 167396 h 453363"/>
                <a:gd name="connsiteX44" fmla="*/ 241794 w 581236"/>
                <a:gd name="connsiteY44" fmla="*/ 167396 h 453363"/>
                <a:gd name="connsiteX45" fmla="*/ 248769 w 581236"/>
                <a:gd name="connsiteY45" fmla="*/ 165071 h 453363"/>
                <a:gd name="connsiteX46" fmla="*/ 255744 w 581236"/>
                <a:gd name="connsiteY46" fmla="*/ 165071 h 453363"/>
                <a:gd name="connsiteX47" fmla="*/ 260394 w 581236"/>
                <a:gd name="connsiteY47" fmla="*/ 162746 h 453363"/>
                <a:gd name="connsiteX48" fmla="*/ 267369 w 581236"/>
                <a:gd name="connsiteY48" fmla="*/ 160421 h 453363"/>
                <a:gd name="connsiteX49" fmla="*/ 272019 w 581236"/>
                <a:gd name="connsiteY49" fmla="*/ 158096 h 453363"/>
                <a:gd name="connsiteX50" fmla="*/ 276669 w 581236"/>
                <a:gd name="connsiteY50" fmla="*/ 158096 h 453363"/>
                <a:gd name="connsiteX51" fmla="*/ 281319 w 581236"/>
                <a:gd name="connsiteY51" fmla="*/ 158096 h 453363"/>
                <a:gd name="connsiteX52" fmla="*/ 285968 w 581236"/>
                <a:gd name="connsiteY52" fmla="*/ 158096 h 453363"/>
                <a:gd name="connsiteX53" fmla="*/ 290618 w 581236"/>
                <a:gd name="connsiteY53" fmla="*/ 158096 h 453363"/>
                <a:gd name="connsiteX54" fmla="*/ 295268 w 581236"/>
                <a:gd name="connsiteY54" fmla="*/ 160421 h 453363"/>
                <a:gd name="connsiteX55" fmla="*/ 299918 w 581236"/>
                <a:gd name="connsiteY55" fmla="*/ 162746 h 453363"/>
                <a:gd name="connsiteX56" fmla="*/ 302243 w 581236"/>
                <a:gd name="connsiteY56" fmla="*/ 167396 h 453363"/>
                <a:gd name="connsiteX57" fmla="*/ 306893 w 581236"/>
                <a:gd name="connsiteY57" fmla="*/ 172046 h 453363"/>
                <a:gd name="connsiteX58" fmla="*/ 309218 w 581236"/>
                <a:gd name="connsiteY58" fmla="*/ 176696 h 453363"/>
                <a:gd name="connsiteX59" fmla="*/ 309218 w 581236"/>
                <a:gd name="connsiteY59" fmla="*/ 179021 h 453363"/>
                <a:gd name="connsiteX60" fmla="*/ 316193 w 581236"/>
                <a:gd name="connsiteY60" fmla="*/ 179021 h 453363"/>
                <a:gd name="connsiteX61" fmla="*/ 320843 w 581236"/>
                <a:gd name="connsiteY61" fmla="*/ 181345 h 453363"/>
                <a:gd name="connsiteX62" fmla="*/ 327817 w 581236"/>
                <a:gd name="connsiteY62" fmla="*/ 181345 h 453363"/>
                <a:gd name="connsiteX63" fmla="*/ 334792 w 581236"/>
                <a:gd name="connsiteY63" fmla="*/ 185995 h 453363"/>
                <a:gd name="connsiteX64" fmla="*/ 339442 w 581236"/>
                <a:gd name="connsiteY64" fmla="*/ 188320 h 453363"/>
                <a:gd name="connsiteX65" fmla="*/ 344092 w 581236"/>
                <a:gd name="connsiteY65" fmla="*/ 192970 h 453363"/>
                <a:gd name="connsiteX66" fmla="*/ 348742 w 581236"/>
                <a:gd name="connsiteY66" fmla="*/ 197620 h 453363"/>
                <a:gd name="connsiteX67" fmla="*/ 362692 w 581236"/>
                <a:gd name="connsiteY67" fmla="*/ 190645 h 453363"/>
                <a:gd name="connsiteX68" fmla="*/ 367342 w 581236"/>
                <a:gd name="connsiteY68" fmla="*/ 190645 h 453363"/>
                <a:gd name="connsiteX69" fmla="*/ 371991 w 581236"/>
                <a:gd name="connsiteY69" fmla="*/ 188320 h 453363"/>
                <a:gd name="connsiteX70" fmla="*/ 374316 w 581236"/>
                <a:gd name="connsiteY70" fmla="*/ 190645 h 453363"/>
                <a:gd name="connsiteX71" fmla="*/ 378966 w 581236"/>
                <a:gd name="connsiteY71" fmla="*/ 190645 h 453363"/>
                <a:gd name="connsiteX72" fmla="*/ 383616 w 581236"/>
                <a:gd name="connsiteY72" fmla="*/ 192970 h 453363"/>
                <a:gd name="connsiteX73" fmla="*/ 385941 w 581236"/>
                <a:gd name="connsiteY73" fmla="*/ 195295 h 453363"/>
                <a:gd name="connsiteX74" fmla="*/ 388266 w 581236"/>
                <a:gd name="connsiteY74" fmla="*/ 197620 h 453363"/>
                <a:gd name="connsiteX75" fmla="*/ 390591 w 581236"/>
                <a:gd name="connsiteY75" fmla="*/ 202270 h 453363"/>
                <a:gd name="connsiteX76" fmla="*/ 418490 w 581236"/>
                <a:gd name="connsiteY76" fmla="*/ 267368 h 453363"/>
                <a:gd name="connsiteX77" fmla="*/ 420815 w 581236"/>
                <a:gd name="connsiteY77" fmla="*/ 272018 h 453363"/>
                <a:gd name="connsiteX78" fmla="*/ 420815 w 581236"/>
                <a:gd name="connsiteY78" fmla="*/ 276668 h 453363"/>
                <a:gd name="connsiteX79" fmla="*/ 420815 w 581236"/>
                <a:gd name="connsiteY79" fmla="*/ 278993 h 453363"/>
                <a:gd name="connsiteX80" fmla="*/ 418490 w 581236"/>
                <a:gd name="connsiteY80" fmla="*/ 283643 h 453363"/>
                <a:gd name="connsiteX81" fmla="*/ 416165 w 581236"/>
                <a:gd name="connsiteY81" fmla="*/ 285968 h 453363"/>
                <a:gd name="connsiteX82" fmla="*/ 413840 w 581236"/>
                <a:gd name="connsiteY82" fmla="*/ 290618 h 453363"/>
                <a:gd name="connsiteX83" fmla="*/ 411515 w 581236"/>
                <a:gd name="connsiteY83" fmla="*/ 292942 h 453363"/>
                <a:gd name="connsiteX84" fmla="*/ 409191 w 581236"/>
                <a:gd name="connsiteY84" fmla="*/ 295267 h 453363"/>
                <a:gd name="connsiteX85" fmla="*/ 290618 w 581236"/>
                <a:gd name="connsiteY85" fmla="*/ 346416 h 453363"/>
                <a:gd name="connsiteX86" fmla="*/ 285968 w 581236"/>
                <a:gd name="connsiteY86" fmla="*/ 346416 h 453363"/>
                <a:gd name="connsiteX87" fmla="*/ 283643 w 581236"/>
                <a:gd name="connsiteY87" fmla="*/ 346416 h 453363"/>
                <a:gd name="connsiteX88" fmla="*/ 278994 w 581236"/>
                <a:gd name="connsiteY88" fmla="*/ 346416 h 453363"/>
                <a:gd name="connsiteX89" fmla="*/ 274344 w 581236"/>
                <a:gd name="connsiteY89" fmla="*/ 346416 h 453363"/>
                <a:gd name="connsiteX90" fmla="*/ 272019 w 581236"/>
                <a:gd name="connsiteY90" fmla="*/ 344091 h 453363"/>
                <a:gd name="connsiteX91" fmla="*/ 269694 w 581236"/>
                <a:gd name="connsiteY91" fmla="*/ 341766 h 453363"/>
                <a:gd name="connsiteX92" fmla="*/ 265044 w 581236"/>
                <a:gd name="connsiteY92" fmla="*/ 339441 h 453363"/>
                <a:gd name="connsiteX93" fmla="*/ 265044 w 581236"/>
                <a:gd name="connsiteY93" fmla="*/ 334791 h 453363"/>
                <a:gd name="connsiteX94" fmla="*/ 234820 w 581236"/>
                <a:gd name="connsiteY94" fmla="*/ 267368 h 453363"/>
                <a:gd name="connsiteX95" fmla="*/ 234820 w 581236"/>
                <a:gd name="connsiteY95" fmla="*/ 265043 h 453363"/>
                <a:gd name="connsiteX96" fmla="*/ 232495 w 581236"/>
                <a:gd name="connsiteY96" fmla="*/ 260393 h 453363"/>
                <a:gd name="connsiteX97" fmla="*/ 234820 w 581236"/>
                <a:gd name="connsiteY97" fmla="*/ 255743 h 453363"/>
                <a:gd name="connsiteX98" fmla="*/ 234820 w 581236"/>
                <a:gd name="connsiteY98" fmla="*/ 253419 h 453363"/>
                <a:gd name="connsiteX99" fmla="*/ 237145 w 581236"/>
                <a:gd name="connsiteY99" fmla="*/ 248769 h 453363"/>
                <a:gd name="connsiteX100" fmla="*/ 239470 w 581236"/>
                <a:gd name="connsiteY100" fmla="*/ 246444 h 453363"/>
                <a:gd name="connsiteX101" fmla="*/ 241794 w 581236"/>
                <a:gd name="connsiteY101" fmla="*/ 244119 h 453363"/>
                <a:gd name="connsiteX102" fmla="*/ 246444 w 581236"/>
                <a:gd name="connsiteY102" fmla="*/ 241794 h 453363"/>
                <a:gd name="connsiteX103" fmla="*/ 267369 w 581236"/>
                <a:gd name="connsiteY103" fmla="*/ 232494 h 453363"/>
                <a:gd name="connsiteX104" fmla="*/ 267369 w 581236"/>
                <a:gd name="connsiteY104" fmla="*/ 225519 h 453363"/>
                <a:gd name="connsiteX105" fmla="*/ 267369 w 581236"/>
                <a:gd name="connsiteY105" fmla="*/ 218544 h 453363"/>
                <a:gd name="connsiteX106" fmla="*/ 258069 w 581236"/>
                <a:gd name="connsiteY106" fmla="*/ 220869 h 453363"/>
                <a:gd name="connsiteX107" fmla="*/ 246444 w 581236"/>
                <a:gd name="connsiteY107" fmla="*/ 223194 h 453363"/>
                <a:gd name="connsiteX108" fmla="*/ 237145 w 581236"/>
                <a:gd name="connsiteY108" fmla="*/ 223194 h 453363"/>
                <a:gd name="connsiteX109" fmla="*/ 227845 w 581236"/>
                <a:gd name="connsiteY109" fmla="*/ 223194 h 453363"/>
                <a:gd name="connsiteX110" fmla="*/ 218545 w 581236"/>
                <a:gd name="connsiteY110" fmla="*/ 223194 h 453363"/>
                <a:gd name="connsiteX111" fmla="*/ 209245 w 581236"/>
                <a:gd name="connsiteY111" fmla="*/ 223194 h 453363"/>
                <a:gd name="connsiteX112" fmla="*/ 202270 w 581236"/>
                <a:gd name="connsiteY112" fmla="*/ 220869 h 453363"/>
                <a:gd name="connsiteX113" fmla="*/ 192971 w 581236"/>
                <a:gd name="connsiteY113" fmla="*/ 218544 h 453363"/>
                <a:gd name="connsiteX114" fmla="*/ 185996 w 581236"/>
                <a:gd name="connsiteY114" fmla="*/ 216220 h 453363"/>
                <a:gd name="connsiteX115" fmla="*/ 176696 w 581236"/>
                <a:gd name="connsiteY115" fmla="*/ 211570 h 453363"/>
                <a:gd name="connsiteX116" fmla="*/ 169721 w 581236"/>
                <a:gd name="connsiteY116" fmla="*/ 206920 h 453363"/>
                <a:gd name="connsiteX117" fmla="*/ 162746 w 581236"/>
                <a:gd name="connsiteY117" fmla="*/ 202270 h 453363"/>
                <a:gd name="connsiteX118" fmla="*/ 158096 w 581236"/>
                <a:gd name="connsiteY118" fmla="*/ 197620 h 453363"/>
                <a:gd name="connsiteX119" fmla="*/ 153447 w 581236"/>
                <a:gd name="connsiteY119" fmla="*/ 190645 h 453363"/>
                <a:gd name="connsiteX120" fmla="*/ 151122 w 581236"/>
                <a:gd name="connsiteY120" fmla="*/ 197620 h 453363"/>
                <a:gd name="connsiteX121" fmla="*/ 146472 w 581236"/>
                <a:gd name="connsiteY121" fmla="*/ 204595 h 453363"/>
                <a:gd name="connsiteX122" fmla="*/ 144147 w 581236"/>
                <a:gd name="connsiteY122" fmla="*/ 211570 h 453363"/>
                <a:gd name="connsiteX123" fmla="*/ 141822 w 581236"/>
                <a:gd name="connsiteY123" fmla="*/ 220869 h 453363"/>
                <a:gd name="connsiteX124" fmla="*/ 141822 w 581236"/>
                <a:gd name="connsiteY124" fmla="*/ 230169 h 453363"/>
                <a:gd name="connsiteX125" fmla="*/ 139497 w 581236"/>
                <a:gd name="connsiteY125" fmla="*/ 239469 h 453363"/>
                <a:gd name="connsiteX126" fmla="*/ 144147 w 581236"/>
                <a:gd name="connsiteY126" fmla="*/ 244119 h 453363"/>
                <a:gd name="connsiteX127" fmla="*/ 151122 w 581236"/>
                <a:gd name="connsiteY127" fmla="*/ 248769 h 453363"/>
                <a:gd name="connsiteX128" fmla="*/ 155772 w 581236"/>
                <a:gd name="connsiteY128" fmla="*/ 253419 h 453363"/>
                <a:gd name="connsiteX129" fmla="*/ 160421 w 581236"/>
                <a:gd name="connsiteY129" fmla="*/ 260393 h 453363"/>
                <a:gd name="connsiteX130" fmla="*/ 167396 w 581236"/>
                <a:gd name="connsiteY130" fmla="*/ 265043 h 453363"/>
                <a:gd name="connsiteX131" fmla="*/ 172046 w 581236"/>
                <a:gd name="connsiteY131" fmla="*/ 272018 h 453363"/>
                <a:gd name="connsiteX132" fmla="*/ 176696 w 581236"/>
                <a:gd name="connsiteY132" fmla="*/ 278993 h 453363"/>
                <a:gd name="connsiteX133" fmla="*/ 181346 w 581236"/>
                <a:gd name="connsiteY133" fmla="*/ 288293 h 453363"/>
                <a:gd name="connsiteX134" fmla="*/ 185996 w 581236"/>
                <a:gd name="connsiteY134" fmla="*/ 295267 h 453363"/>
                <a:gd name="connsiteX135" fmla="*/ 190646 w 581236"/>
                <a:gd name="connsiteY135" fmla="*/ 304567 h 453363"/>
                <a:gd name="connsiteX136" fmla="*/ 195296 w 581236"/>
                <a:gd name="connsiteY136" fmla="*/ 313867 h 453363"/>
                <a:gd name="connsiteX137" fmla="*/ 197621 w 581236"/>
                <a:gd name="connsiteY137" fmla="*/ 323167 h 453363"/>
                <a:gd name="connsiteX138" fmla="*/ 202270 w 581236"/>
                <a:gd name="connsiteY138" fmla="*/ 332466 h 453363"/>
                <a:gd name="connsiteX139" fmla="*/ 204595 w 581236"/>
                <a:gd name="connsiteY139" fmla="*/ 344091 h 453363"/>
                <a:gd name="connsiteX140" fmla="*/ 206920 w 581236"/>
                <a:gd name="connsiteY140" fmla="*/ 353391 h 453363"/>
                <a:gd name="connsiteX141" fmla="*/ 206920 w 581236"/>
                <a:gd name="connsiteY141" fmla="*/ 365016 h 453363"/>
                <a:gd name="connsiteX142" fmla="*/ 209245 w 581236"/>
                <a:gd name="connsiteY142" fmla="*/ 376640 h 453363"/>
                <a:gd name="connsiteX143" fmla="*/ 209245 w 581236"/>
                <a:gd name="connsiteY143" fmla="*/ 388265 h 453363"/>
                <a:gd name="connsiteX144" fmla="*/ 206920 w 581236"/>
                <a:gd name="connsiteY144" fmla="*/ 402215 h 453363"/>
                <a:gd name="connsiteX145" fmla="*/ 206920 w 581236"/>
                <a:gd name="connsiteY145" fmla="*/ 413839 h 453363"/>
                <a:gd name="connsiteX146" fmla="*/ 204595 w 581236"/>
                <a:gd name="connsiteY146" fmla="*/ 427789 h 453363"/>
                <a:gd name="connsiteX147" fmla="*/ 202270 w 581236"/>
                <a:gd name="connsiteY147" fmla="*/ 432439 h 453363"/>
                <a:gd name="connsiteX148" fmla="*/ 199945 w 581236"/>
                <a:gd name="connsiteY148" fmla="*/ 437089 h 453363"/>
                <a:gd name="connsiteX149" fmla="*/ 197621 w 581236"/>
                <a:gd name="connsiteY149" fmla="*/ 441738 h 453363"/>
                <a:gd name="connsiteX150" fmla="*/ 192971 w 581236"/>
                <a:gd name="connsiteY150" fmla="*/ 444063 h 453363"/>
                <a:gd name="connsiteX151" fmla="*/ 190646 w 581236"/>
                <a:gd name="connsiteY151" fmla="*/ 446388 h 453363"/>
                <a:gd name="connsiteX152" fmla="*/ 185996 w 581236"/>
                <a:gd name="connsiteY152" fmla="*/ 448713 h 453363"/>
                <a:gd name="connsiteX153" fmla="*/ 181346 w 581236"/>
                <a:gd name="connsiteY153" fmla="*/ 451038 h 453363"/>
                <a:gd name="connsiteX154" fmla="*/ 176696 w 581236"/>
                <a:gd name="connsiteY154" fmla="*/ 451038 h 453363"/>
                <a:gd name="connsiteX155" fmla="*/ 174371 w 581236"/>
                <a:gd name="connsiteY155" fmla="*/ 451038 h 453363"/>
                <a:gd name="connsiteX156" fmla="*/ 169721 w 581236"/>
                <a:gd name="connsiteY156" fmla="*/ 451038 h 453363"/>
                <a:gd name="connsiteX157" fmla="*/ 165071 w 581236"/>
                <a:gd name="connsiteY157" fmla="*/ 448713 h 453363"/>
                <a:gd name="connsiteX158" fmla="*/ 160421 w 581236"/>
                <a:gd name="connsiteY158" fmla="*/ 446388 h 453363"/>
                <a:gd name="connsiteX159" fmla="*/ 158096 w 581236"/>
                <a:gd name="connsiteY159" fmla="*/ 444063 h 453363"/>
                <a:gd name="connsiteX160" fmla="*/ 153447 w 581236"/>
                <a:gd name="connsiteY160" fmla="*/ 439414 h 453363"/>
                <a:gd name="connsiteX161" fmla="*/ 151122 w 581236"/>
                <a:gd name="connsiteY161" fmla="*/ 434764 h 453363"/>
                <a:gd name="connsiteX162" fmla="*/ 148797 w 581236"/>
                <a:gd name="connsiteY162" fmla="*/ 432439 h 453363"/>
                <a:gd name="connsiteX163" fmla="*/ 148797 w 581236"/>
                <a:gd name="connsiteY163" fmla="*/ 427789 h 453363"/>
                <a:gd name="connsiteX164" fmla="*/ 148797 w 581236"/>
                <a:gd name="connsiteY164" fmla="*/ 420814 h 453363"/>
                <a:gd name="connsiteX165" fmla="*/ 148797 w 581236"/>
                <a:gd name="connsiteY165" fmla="*/ 416164 h 453363"/>
                <a:gd name="connsiteX166" fmla="*/ 151122 w 581236"/>
                <a:gd name="connsiteY166" fmla="*/ 404539 h 453363"/>
                <a:gd name="connsiteX167" fmla="*/ 151122 w 581236"/>
                <a:gd name="connsiteY167" fmla="*/ 395240 h 453363"/>
                <a:gd name="connsiteX168" fmla="*/ 151122 w 581236"/>
                <a:gd name="connsiteY168" fmla="*/ 385940 h 453363"/>
                <a:gd name="connsiteX169" fmla="*/ 151122 w 581236"/>
                <a:gd name="connsiteY169" fmla="*/ 374315 h 453363"/>
                <a:gd name="connsiteX170" fmla="*/ 151122 w 581236"/>
                <a:gd name="connsiteY170" fmla="*/ 367340 h 453363"/>
                <a:gd name="connsiteX171" fmla="*/ 148797 w 581236"/>
                <a:gd name="connsiteY171" fmla="*/ 358041 h 453363"/>
                <a:gd name="connsiteX172" fmla="*/ 148797 w 581236"/>
                <a:gd name="connsiteY172" fmla="*/ 348741 h 453363"/>
                <a:gd name="connsiteX173" fmla="*/ 146472 w 581236"/>
                <a:gd name="connsiteY173" fmla="*/ 341766 h 453363"/>
                <a:gd name="connsiteX174" fmla="*/ 141822 w 581236"/>
                <a:gd name="connsiteY174" fmla="*/ 334791 h 453363"/>
                <a:gd name="connsiteX175" fmla="*/ 139497 w 581236"/>
                <a:gd name="connsiteY175" fmla="*/ 327817 h 453363"/>
                <a:gd name="connsiteX176" fmla="*/ 137172 w 581236"/>
                <a:gd name="connsiteY176" fmla="*/ 320842 h 453363"/>
                <a:gd name="connsiteX177" fmla="*/ 132522 w 581236"/>
                <a:gd name="connsiteY177" fmla="*/ 316192 h 453363"/>
                <a:gd name="connsiteX178" fmla="*/ 130197 w 581236"/>
                <a:gd name="connsiteY178" fmla="*/ 309217 h 453363"/>
                <a:gd name="connsiteX179" fmla="*/ 125547 w 581236"/>
                <a:gd name="connsiteY179" fmla="*/ 304567 h 453363"/>
                <a:gd name="connsiteX180" fmla="*/ 120897 w 581236"/>
                <a:gd name="connsiteY180" fmla="*/ 299917 h 453363"/>
                <a:gd name="connsiteX181" fmla="*/ 118572 w 581236"/>
                <a:gd name="connsiteY181" fmla="*/ 302242 h 453363"/>
                <a:gd name="connsiteX182" fmla="*/ 116247 w 581236"/>
                <a:gd name="connsiteY182" fmla="*/ 304567 h 453363"/>
                <a:gd name="connsiteX183" fmla="*/ 118572 w 581236"/>
                <a:gd name="connsiteY183" fmla="*/ 313867 h 453363"/>
                <a:gd name="connsiteX184" fmla="*/ 118572 w 581236"/>
                <a:gd name="connsiteY184" fmla="*/ 323167 h 453363"/>
                <a:gd name="connsiteX185" fmla="*/ 118572 w 581236"/>
                <a:gd name="connsiteY185" fmla="*/ 332466 h 453363"/>
                <a:gd name="connsiteX186" fmla="*/ 118572 w 581236"/>
                <a:gd name="connsiteY186" fmla="*/ 341766 h 453363"/>
                <a:gd name="connsiteX187" fmla="*/ 118572 w 581236"/>
                <a:gd name="connsiteY187" fmla="*/ 353391 h 453363"/>
                <a:gd name="connsiteX188" fmla="*/ 116247 w 581236"/>
                <a:gd name="connsiteY188" fmla="*/ 362691 h 453363"/>
                <a:gd name="connsiteX189" fmla="*/ 113923 w 581236"/>
                <a:gd name="connsiteY189" fmla="*/ 374315 h 453363"/>
                <a:gd name="connsiteX190" fmla="*/ 111598 w 581236"/>
                <a:gd name="connsiteY190" fmla="*/ 383615 h 453363"/>
                <a:gd name="connsiteX191" fmla="*/ 106948 w 581236"/>
                <a:gd name="connsiteY191" fmla="*/ 390590 h 453363"/>
                <a:gd name="connsiteX192" fmla="*/ 102298 w 581236"/>
                <a:gd name="connsiteY192" fmla="*/ 399890 h 453363"/>
                <a:gd name="connsiteX193" fmla="*/ 95323 w 581236"/>
                <a:gd name="connsiteY193" fmla="*/ 406864 h 453363"/>
                <a:gd name="connsiteX194" fmla="*/ 88348 w 581236"/>
                <a:gd name="connsiteY194" fmla="*/ 416164 h 453363"/>
                <a:gd name="connsiteX195" fmla="*/ 81373 w 581236"/>
                <a:gd name="connsiteY195" fmla="*/ 423139 h 453363"/>
                <a:gd name="connsiteX196" fmla="*/ 74398 w 581236"/>
                <a:gd name="connsiteY196" fmla="*/ 427789 h 453363"/>
                <a:gd name="connsiteX197" fmla="*/ 65099 w 581236"/>
                <a:gd name="connsiteY197" fmla="*/ 434764 h 453363"/>
                <a:gd name="connsiteX198" fmla="*/ 55799 w 581236"/>
                <a:gd name="connsiteY198" fmla="*/ 439414 h 453363"/>
                <a:gd name="connsiteX199" fmla="*/ 51149 w 581236"/>
                <a:gd name="connsiteY199" fmla="*/ 441738 h 453363"/>
                <a:gd name="connsiteX200" fmla="*/ 46499 w 581236"/>
                <a:gd name="connsiteY200" fmla="*/ 441738 h 453363"/>
                <a:gd name="connsiteX201" fmla="*/ 44174 w 581236"/>
                <a:gd name="connsiteY201" fmla="*/ 441738 h 453363"/>
                <a:gd name="connsiteX202" fmla="*/ 39524 w 581236"/>
                <a:gd name="connsiteY202" fmla="*/ 441738 h 453363"/>
                <a:gd name="connsiteX203" fmla="*/ 34874 w 581236"/>
                <a:gd name="connsiteY203" fmla="*/ 441738 h 453363"/>
                <a:gd name="connsiteX204" fmla="*/ 30225 w 581236"/>
                <a:gd name="connsiteY204" fmla="*/ 439414 h 453363"/>
                <a:gd name="connsiteX205" fmla="*/ 27900 w 581236"/>
                <a:gd name="connsiteY205" fmla="*/ 437089 h 453363"/>
                <a:gd name="connsiteX206" fmla="*/ 23250 w 581236"/>
                <a:gd name="connsiteY206" fmla="*/ 434764 h 453363"/>
                <a:gd name="connsiteX207" fmla="*/ 20925 w 581236"/>
                <a:gd name="connsiteY207" fmla="*/ 430114 h 453363"/>
                <a:gd name="connsiteX208" fmla="*/ 18600 w 581236"/>
                <a:gd name="connsiteY208" fmla="*/ 427789 h 453363"/>
                <a:gd name="connsiteX209" fmla="*/ 16275 w 581236"/>
                <a:gd name="connsiteY209" fmla="*/ 423139 h 453363"/>
                <a:gd name="connsiteX210" fmla="*/ 16275 w 581236"/>
                <a:gd name="connsiteY210" fmla="*/ 418489 h 453363"/>
                <a:gd name="connsiteX211" fmla="*/ 16275 w 581236"/>
                <a:gd name="connsiteY211" fmla="*/ 413839 h 453363"/>
                <a:gd name="connsiteX212" fmla="*/ 16275 w 581236"/>
                <a:gd name="connsiteY212" fmla="*/ 406864 h 453363"/>
                <a:gd name="connsiteX213" fmla="*/ 16275 w 581236"/>
                <a:gd name="connsiteY213" fmla="*/ 404539 h 453363"/>
                <a:gd name="connsiteX214" fmla="*/ 18600 w 581236"/>
                <a:gd name="connsiteY214" fmla="*/ 399890 h 453363"/>
                <a:gd name="connsiteX215" fmla="*/ 23250 w 581236"/>
                <a:gd name="connsiteY215" fmla="*/ 395240 h 453363"/>
                <a:gd name="connsiteX216" fmla="*/ 25575 w 581236"/>
                <a:gd name="connsiteY216" fmla="*/ 392915 h 453363"/>
                <a:gd name="connsiteX217" fmla="*/ 30225 w 581236"/>
                <a:gd name="connsiteY217" fmla="*/ 388265 h 453363"/>
                <a:gd name="connsiteX218" fmla="*/ 37199 w 581236"/>
                <a:gd name="connsiteY218" fmla="*/ 385940 h 453363"/>
                <a:gd name="connsiteX219" fmla="*/ 41849 w 581236"/>
                <a:gd name="connsiteY219" fmla="*/ 381290 h 453363"/>
                <a:gd name="connsiteX220" fmla="*/ 46499 w 581236"/>
                <a:gd name="connsiteY220" fmla="*/ 376640 h 453363"/>
                <a:gd name="connsiteX221" fmla="*/ 51149 w 581236"/>
                <a:gd name="connsiteY221" fmla="*/ 371990 h 453363"/>
                <a:gd name="connsiteX222" fmla="*/ 55799 w 581236"/>
                <a:gd name="connsiteY222" fmla="*/ 367340 h 453363"/>
                <a:gd name="connsiteX223" fmla="*/ 58124 w 581236"/>
                <a:gd name="connsiteY223" fmla="*/ 362691 h 453363"/>
                <a:gd name="connsiteX224" fmla="*/ 60449 w 581236"/>
                <a:gd name="connsiteY224" fmla="*/ 355716 h 453363"/>
                <a:gd name="connsiteX225" fmla="*/ 62774 w 581236"/>
                <a:gd name="connsiteY225" fmla="*/ 348741 h 453363"/>
                <a:gd name="connsiteX226" fmla="*/ 62774 w 581236"/>
                <a:gd name="connsiteY226" fmla="*/ 341766 h 453363"/>
                <a:gd name="connsiteX227" fmla="*/ 62774 w 581236"/>
                <a:gd name="connsiteY227" fmla="*/ 334791 h 453363"/>
                <a:gd name="connsiteX228" fmla="*/ 62774 w 581236"/>
                <a:gd name="connsiteY228" fmla="*/ 327817 h 453363"/>
                <a:gd name="connsiteX229" fmla="*/ 62774 w 581236"/>
                <a:gd name="connsiteY229" fmla="*/ 318517 h 453363"/>
                <a:gd name="connsiteX230" fmla="*/ 60449 w 581236"/>
                <a:gd name="connsiteY230" fmla="*/ 311542 h 453363"/>
                <a:gd name="connsiteX231" fmla="*/ 58124 w 581236"/>
                <a:gd name="connsiteY231" fmla="*/ 304567 h 453363"/>
                <a:gd name="connsiteX232" fmla="*/ 55799 w 581236"/>
                <a:gd name="connsiteY232" fmla="*/ 297592 h 453363"/>
                <a:gd name="connsiteX233" fmla="*/ 53474 w 581236"/>
                <a:gd name="connsiteY233" fmla="*/ 292942 h 453363"/>
                <a:gd name="connsiteX234" fmla="*/ 48824 w 581236"/>
                <a:gd name="connsiteY234" fmla="*/ 288293 h 453363"/>
                <a:gd name="connsiteX235" fmla="*/ 46499 w 581236"/>
                <a:gd name="connsiteY235" fmla="*/ 283643 h 453363"/>
                <a:gd name="connsiteX236" fmla="*/ 44174 w 581236"/>
                <a:gd name="connsiteY236" fmla="*/ 278993 h 453363"/>
                <a:gd name="connsiteX237" fmla="*/ 44174 w 581236"/>
                <a:gd name="connsiteY237" fmla="*/ 272018 h 453363"/>
                <a:gd name="connsiteX238" fmla="*/ 44174 w 581236"/>
                <a:gd name="connsiteY238" fmla="*/ 265043 h 453363"/>
                <a:gd name="connsiteX239" fmla="*/ 44174 w 581236"/>
                <a:gd name="connsiteY239" fmla="*/ 255743 h 453363"/>
                <a:gd name="connsiteX240" fmla="*/ 44174 w 581236"/>
                <a:gd name="connsiteY240" fmla="*/ 246444 h 453363"/>
                <a:gd name="connsiteX241" fmla="*/ 44174 w 581236"/>
                <a:gd name="connsiteY241" fmla="*/ 237144 h 453363"/>
                <a:gd name="connsiteX242" fmla="*/ 37199 w 581236"/>
                <a:gd name="connsiteY242" fmla="*/ 239469 h 453363"/>
                <a:gd name="connsiteX243" fmla="*/ 32549 w 581236"/>
                <a:gd name="connsiteY243" fmla="*/ 239469 h 453363"/>
                <a:gd name="connsiteX244" fmla="*/ 27900 w 581236"/>
                <a:gd name="connsiteY244" fmla="*/ 239469 h 453363"/>
                <a:gd name="connsiteX245" fmla="*/ 23250 w 581236"/>
                <a:gd name="connsiteY245" fmla="*/ 239469 h 453363"/>
                <a:gd name="connsiteX246" fmla="*/ 18600 w 581236"/>
                <a:gd name="connsiteY246" fmla="*/ 237144 h 453363"/>
                <a:gd name="connsiteX247" fmla="*/ 13950 w 581236"/>
                <a:gd name="connsiteY247" fmla="*/ 234819 h 453363"/>
                <a:gd name="connsiteX248" fmla="*/ 9300 w 581236"/>
                <a:gd name="connsiteY248" fmla="*/ 232494 h 453363"/>
                <a:gd name="connsiteX249" fmla="*/ 6975 w 581236"/>
                <a:gd name="connsiteY249" fmla="*/ 230169 h 453363"/>
                <a:gd name="connsiteX250" fmla="*/ 2325 w 581236"/>
                <a:gd name="connsiteY250" fmla="*/ 225519 h 453363"/>
                <a:gd name="connsiteX251" fmla="*/ 2325 w 581236"/>
                <a:gd name="connsiteY251" fmla="*/ 220869 h 453363"/>
                <a:gd name="connsiteX252" fmla="*/ 0 w 581236"/>
                <a:gd name="connsiteY252" fmla="*/ 216220 h 453363"/>
                <a:gd name="connsiteX253" fmla="*/ 0 w 581236"/>
                <a:gd name="connsiteY253" fmla="*/ 209245 h 453363"/>
                <a:gd name="connsiteX254" fmla="*/ 0 w 581236"/>
                <a:gd name="connsiteY254" fmla="*/ 204595 h 453363"/>
                <a:gd name="connsiteX255" fmla="*/ 2325 w 581236"/>
                <a:gd name="connsiteY255" fmla="*/ 199945 h 453363"/>
                <a:gd name="connsiteX256" fmla="*/ 4650 w 581236"/>
                <a:gd name="connsiteY256" fmla="*/ 195295 h 453363"/>
                <a:gd name="connsiteX257" fmla="*/ 6975 w 581236"/>
                <a:gd name="connsiteY257" fmla="*/ 192970 h 453363"/>
                <a:gd name="connsiteX258" fmla="*/ 11625 w 581236"/>
                <a:gd name="connsiteY258" fmla="*/ 188320 h 453363"/>
                <a:gd name="connsiteX259" fmla="*/ 16275 w 581236"/>
                <a:gd name="connsiteY259" fmla="*/ 185995 h 453363"/>
                <a:gd name="connsiteX260" fmla="*/ 20925 w 581236"/>
                <a:gd name="connsiteY260" fmla="*/ 183670 h 453363"/>
                <a:gd name="connsiteX261" fmla="*/ 25575 w 581236"/>
                <a:gd name="connsiteY261" fmla="*/ 183670 h 453363"/>
                <a:gd name="connsiteX262" fmla="*/ 32549 w 581236"/>
                <a:gd name="connsiteY262" fmla="*/ 183670 h 453363"/>
                <a:gd name="connsiteX263" fmla="*/ 39524 w 581236"/>
                <a:gd name="connsiteY263" fmla="*/ 181345 h 453363"/>
                <a:gd name="connsiteX264" fmla="*/ 46499 w 581236"/>
                <a:gd name="connsiteY264" fmla="*/ 179021 h 453363"/>
                <a:gd name="connsiteX265" fmla="*/ 53474 w 581236"/>
                <a:gd name="connsiteY265" fmla="*/ 176696 h 453363"/>
                <a:gd name="connsiteX266" fmla="*/ 58124 w 581236"/>
                <a:gd name="connsiteY266" fmla="*/ 174371 h 453363"/>
                <a:gd name="connsiteX267" fmla="*/ 62774 w 581236"/>
                <a:gd name="connsiteY267" fmla="*/ 165071 h 453363"/>
                <a:gd name="connsiteX268" fmla="*/ 65099 w 581236"/>
                <a:gd name="connsiteY268" fmla="*/ 155771 h 453363"/>
                <a:gd name="connsiteX269" fmla="*/ 69749 w 581236"/>
                <a:gd name="connsiteY269" fmla="*/ 146471 h 453363"/>
                <a:gd name="connsiteX270" fmla="*/ 74398 w 581236"/>
                <a:gd name="connsiteY270" fmla="*/ 137172 h 453363"/>
                <a:gd name="connsiteX271" fmla="*/ 79048 w 581236"/>
                <a:gd name="connsiteY271" fmla="*/ 130197 h 453363"/>
                <a:gd name="connsiteX272" fmla="*/ 83698 w 581236"/>
                <a:gd name="connsiteY272" fmla="*/ 123222 h 453363"/>
                <a:gd name="connsiteX273" fmla="*/ 88348 w 581236"/>
                <a:gd name="connsiteY273" fmla="*/ 116247 h 453363"/>
                <a:gd name="connsiteX274" fmla="*/ 92998 w 581236"/>
                <a:gd name="connsiteY274" fmla="*/ 111597 h 453363"/>
                <a:gd name="connsiteX275" fmla="*/ 95323 w 581236"/>
                <a:gd name="connsiteY275" fmla="*/ 106947 h 453363"/>
                <a:gd name="connsiteX276" fmla="*/ 99973 w 581236"/>
                <a:gd name="connsiteY276" fmla="*/ 102298 h 453363"/>
                <a:gd name="connsiteX277" fmla="*/ 102298 w 581236"/>
                <a:gd name="connsiteY277" fmla="*/ 97648 h 453363"/>
                <a:gd name="connsiteX278" fmla="*/ 106948 w 581236"/>
                <a:gd name="connsiteY278" fmla="*/ 95323 h 453363"/>
                <a:gd name="connsiteX279" fmla="*/ 109273 w 581236"/>
                <a:gd name="connsiteY279" fmla="*/ 92998 h 453363"/>
                <a:gd name="connsiteX280" fmla="*/ 111598 w 581236"/>
                <a:gd name="connsiteY280" fmla="*/ 90673 h 453363"/>
                <a:gd name="connsiteX281" fmla="*/ 116247 w 581236"/>
                <a:gd name="connsiteY281" fmla="*/ 86023 h 453363"/>
                <a:gd name="connsiteX282" fmla="*/ 123222 w 581236"/>
                <a:gd name="connsiteY282" fmla="*/ 83698 h 453363"/>
                <a:gd name="connsiteX283" fmla="*/ 127872 w 581236"/>
                <a:gd name="connsiteY283" fmla="*/ 81373 h 453363"/>
                <a:gd name="connsiteX284" fmla="*/ 374316 w 581236"/>
                <a:gd name="connsiteY284" fmla="*/ 30224 h 453363"/>
                <a:gd name="connsiteX285" fmla="*/ 369666 w 581236"/>
                <a:gd name="connsiteY285" fmla="*/ 32549 h 453363"/>
                <a:gd name="connsiteX286" fmla="*/ 365016 w 581236"/>
                <a:gd name="connsiteY286" fmla="*/ 32549 h 453363"/>
                <a:gd name="connsiteX287" fmla="*/ 360366 w 581236"/>
                <a:gd name="connsiteY287" fmla="*/ 34874 h 453363"/>
                <a:gd name="connsiteX288" fmla="*/ 358041 w 581236"/>
                <a:gd name="connsiteY288" fmla="*/ 39524 h 453363"/>
                <a:gd name="connsiteX289" fmla="*/ 355716 w 581236"/>
                <a:gd name="connsiteY289" fmla="*/ 41849 h 453363"/>
                <a:gd name="connsiteX290" fmla="*/ 353391 w 581236"/>
                <a:gd name="connsiteY290" fmla="*/ 46499 h 453363"/>
                <a:gd name="connsiteX291" fmla="*/ 353391 w 581236"/>
                <a:gd name="connsiteY291" fmla="*/ 51149 h 453363"/>
                <a:gd name="connsiteX292" fmla="*/ 353391 w 581236"/>
                <a:gd name="connsiteY292" fmla="*/ 130197 h 453363"/>
                <a:gd name="connsiteX293" fmla="*/ 353391 w 581236"/>
                <a:gd name="connsiteY293" fmla="*/ 134847 h 453363"/>
                <a:gd name="connsiteX294" fmla="*/ 355716 w 581236"/>
                <a:gd name="connsiteY294" fmla="*/ 139497 h 453363"/>
                <a:gd name="connsiteX295" fmla="*/ 358041 w 581236"/>
                <a:gd name="connsiteY295" fmla="*/ 141821 h 453363"/>
                <a:gd name="connsiteX296" fmla="*/ 360366 w 581236"/>
                <a:gd name="connsiteY296" fmla="*/ 146471 h 453363"/>
                <a:gd name="connsiteX297" fmla="*/ 365016 w 581236"/>
                <a:gd name="connsiteY297" fmla="*/ 148796 h 453363"/>
                <a:gd name="connsiteX298" fmla="*/ 369666 w 581236"/>
                <a:gd name="connsiteY298" fmla="*/ 148796 h 453363"/>
                <a:gd name="connsiteX299" fmla="*/ 374316 w 581236"/>
                <a:gd name="connsiteY299" fmla="*/ 151121 h 453363"/>
                <a:gd name="connsiteX300" fmla="*/ 485913 w 581236"/>
                <a:gd name="connsiteY300" fmla="*/ 151121 h 453363"/>
                <a:gd name="connsiteX301" fmla="*/ 490563 w 581236"/>
                <a:gd name="connsiteY301" fmla="*/ 148796 h 453363"/>
                <a:gd name="connsiteX302" fmla="*/ 495213 w 581236"/>
                <a:gd name="connsiteY302" fmla="*/ 148796 h 453363"/>
                <a:gd name="connsiteX303" fmla="*/ 499863 w 581236"/>
                <a:gd name="connsiteY303" fmla="*/ 146471 h 453363"/>
                <a:gd name="connsiteX304" fmla="*/ 502188 w 581236"/>
                <a:gd name="connsiteY304" fmla="*/ 141821 h 453363"/>
                <a:gd name="connsiteX305" fmla="*/ 504513 w 581236"/>
                <a:gd name="connsiteY305" fmla="*/ 139497 h 453363"/>
                <a:gd name="connsiteX306" fmla="*/ 506838 w 581236"/>
                <a:gd name="connsiteY306" fmla="*/ 134847 h 453363"/>
                <a:gd name="connsiteX307" fmla="*/ 506838 w 581236"/>
                <a:gd name="connsiteY307" fmla="*/ 130197 h 453363"/>
                <a:gd name="connsiteX308" fmla="*/ 506838 w 581236"/>
                <a:gd name="connsiteY308" fmla="*/ 51149 h 453363"/>
                <a:gd name="connsiteX309" fmla="*/ 506838 w 581236"/>
                <a:gd name="connsiteY309" fmla="*/ 46499 h 453363"/>
                <a:gd name="connsiteX310" fmla="*/ 504513 w 581236"/>
                <a:gd name="connsiteY310" fmla="*/ 41849 h 453363"/>
                <a:gd name="connsiteX311" fmla="*/ 502188 w 581236"/>
                <a:gd name="connsiteY311" fmla="*/ 39524 h 453363"/>
                <a:gd name="connsiteX312" fmla="*/ 499863 w 581236"/>
                <a:gd name="connsiteY312" fmla="*/ 34874 h 453363"/>
                <a:gd name="connsiteX313" fmla="*/ 495213 w 581236"/>
                <a:gd name="connsiteY313" fmla="*/ 32549 h 453363"/>
                <a:gd name="connsiteX314" fmla="*/ 490563 w 581236"/>
                <a:gd name="connsiteY314" fmla="*/ 32549 h 453363"/>
                <a:gd name="connsiteX315" fmla="*/ 485913 w 581236"/>
                <a:gd name="connsiteY315" fmla="*/ 30224 h 453363"/>
                <a:gd name="connsiteX316" fmla="*/ 202270 w 581236"/>
                <a:gd name="connsiteY316" fmla="*/ 2324 h 453363"/>
                <a:gd name="connsiteX317" fmla="*/ 211570 w 581236"/>
                <a:gd name="connsiteY317" fmla="*/ 2324 h 453363"/>
                <a:gd name="connsiteX318" fmla="*/ 218545 w 581236"/>
                <a:gd name="connsiteY318" fmla="*/ 2324 h 453363"/>
                <a:gd name="connsiteX319" fmla="*/ 225520 w 581236"/>
                <a:gd name="connsiteY319" fmla="*/ 4649 h 453363"/>
                <a:gd name="connsiteX320" fmla="*/ 230170 w 581236"/>
                <a:gd name="connsiteY320" fmla="*/ 6974 h 453363"/>
                <a:gd name="connsiteX321" fmla="*/ 237145 w 581236"/>
                <a:gd name="connsiteY321" fmla="*/ 11624 h 453363"/>
                <a:gd name="connsiteX322" fmla="*/ 241795 w 581236"/>
                <a:gd name="connsiteY322" fmla="*/ 13949 h 453363"/>
                <a:gd name="connsiteX323" fmla="*/ 246445 w 581236"/>
                <a:gd name="connsiteY323" fmla="*/ 18598 h 453363"/>
                <a:gd name="connsiteX324" fmla="*/ 251094 w 581236"/>
                <a:gd name="connsiteY324" fmla="*/ 25573 h 453363"/>
                <a:gd name="connsiteX325" fmla="*/ 255744 w 581236"/>
                <a:gd name="connsiteY325" fmla="*/ 30223 h 453363"/>
                <a:gd name="connsiteX326" fmla="*/ 258069 w 581236"/>
                <a:gd name="connsiteY326" fmla="*/ 37198 h 453363"/>
                <a:gd name="connsiteX327" fmla="*/ 258069 w 581236"/>
                <a:gd name="connsiteY327" fmla="*/ 44173 h 453363"/>
                <a:gd name="connsiteX328" fmla="*/ 260394 w 581236"/>
                <a:gd name="connsiteY328" fmla="*/ 51147 h 453363"/>
                <a:gd name="connsiteX329" fmla="*/ 258069 w 581236"/>
                <a:gd name="connsiteY329" fmla="*/ 58122 h 453363"/>
                <a:gd name="connsiteX330" fmla="*/ 258069 w 581236"/>
                <a:gd name="connsiteY330" fmla="*/ 65097 h 453363"/>
                <a:gd name="connsiteX331" fmla="*/ 255744 w 581236"/>
                <a:gd name="connsiteY331" fmla="*/ 72072 h 453363"/>
                <a:gd name="connsiteX332" fmla="*/ 251094 w 581236"/>
                <a:gd name="connsiteY332" fmla="*/ 79047 h 453363"/>
                <a:gd name="connsiteX333" fmla="*/ 246445 w 581236"/>
                <a:gd name="connsiteY333" fmla="*/ 83697 h 453363"/>
                <a:gd name="connsiteX334" fmla="*/ 241795 w 581236"/>
                <a:gd name="connsiteY334" fmla="*/ 88346 h 453363"/>
                <a:gd name="connsiteX335" fmla="*/ 237145 w 581236"/>
                <a:gd name="connsiteY335" fmla="*/ 92996 h 453363"/>
                <a:gd name="connsiteX336" fmla="*/ 230170 w 581236"/>
                <a:gd name="connsiteY336" fmla="*/ 95321 h 453363"/>
                <a:gd name="connsiteX337" fmla="*/ 225520 w 581236"/>
                <a:gd name="connsiteY337" fmla="*/ 99971 h 453363"/>
                <a:gd name="connsiteX338" fmla="*/ 218545 w 581236"/>
                <a:gd name="connsiteY338" fmla="*/ 99971 h 453363"/>
                <a:gd name="connsiteX339" fmla="*/ 211570 w 581236"/>
                <a:gd name="connsiteY339" fmla="*/ 99971 h 453363"/>
                <a:gd name="connsiteX340" fmla="*/ 202270 w 581236"/>
                <a:gd name="connsiteY340" fmla="*/ 99971 h 453363"/>
                <a:gd name="connsiteX341" fmla="*/ 195296 w 581236"/>
                <a:gd name="connsiteY341" fmla="*/ 99971 h 453363"/>
                <a:gd name="connsiteX342" fmla="*/ 190646 w 581236"/>
                <a:gd name="connsiteY342" fmla="*/ 95321 h 453363"/>
                <a:gd name="connsiteX343" fmla="*/ 183671 w 581236"/>
                <a:gd name="connsiteY343" fmla="*/ 92996 h 453363"/>
                <a:gd name="connsiteX344" fmla="*/ 179021 w 581236"/>
                <a:gd name="connsiteY344" fmla="*/ 88346 h 453363"/>
                <a:gd name="connsiteX345" fmla="*/ 174371 w 581236"/>
                <a:gd name="connsiteY345" fmla="*/ 83697 h 453363"/>
                <a:gd name="connsiteX346" fmla="*/ 169721 w 581236"/>
                <a:gd name="connsiteY346" fmla="*/ 79047 h 453363"/>
                <a:gd name="connsiteX347" fmla="*/ 165071 w 581236"/>
                <a:gd name="connsiteY347" fmla="*/ 72072 h 453363"/>
                <a:gd name="connsiteX348" fmla="*/ 162746 w 581236"/>
                <a:gd name="connsiteY348" fmla="*/ 65097 h 453363"/>
                <a:gd name="connsiteX349" fmla="*/ 162746 w 581236"/>
                <a:gd name="connsiteY349" fmla="*/ 58122 h 453363"/>
                <a:gd name="connsiteX350" fmla="*/ 160421 w 581236"/>
                <a:gd name="connsiteY350" fmla="*/ 51147 h 453363"/>
                <a:gd name="connsiteX351" fmla="*/ 162746 w 581236"/>
                <a:gd name="connsiteY351" fmla="*/ 44173 h 453363"/>
                <a:gd name="connsiteX352" fmla="*/ 162746 w 581236"/>
                <a:gd name="connsiteY352" fmla="*/ 37198 h 453363"/>
                <a:gd name="connsiteX353" fmla="*/ 165071 w 581236"/>
                <a:gd name="connsiteY353" fmla="*/ 30223 h 453363"/>
                <a:gd name="connsiteX354" fmla="*/ 169721 w 581236"/>
                <a:gd name="connsiteY354" fmla="*/ 25573 h 453363"/>
                <a:gd name="connsiteX355" fmla="*/ 174371 w 581236"/>
                <a:gd name="connsiteY355" fmla="*/ 18598 h 453363"/>
                <a:gd name="connsiteX356" fmla="*/ 179021 w 581236"/>
                <a:gd name="connsiteY356" fmla="*/ 13949 h 453363"/>
                <a:gd name="connsiteX357" fmla="*/ 183671 w 581236"/>
                <a:gd name="connsiteY357" fmla="*/ 11624 h 453363"/>
                <a:gd name="connsiteX358" fmla="*/ 190646 w 581236"/>
                <a:gd name="connsiteY358" fmla="*/ 6974 h 453363"/>
                <a:gd name="connsiteX359" fmla="*/ 195296 w 581236"/>
                <a:gd name="connsiteY359" fmla="*/ 4649 h 453363"/>
                <a:gd name="connsiteX360" fmla="*/ 344092 w 581236"/>
                <a:gd name="connsiteY360" fmla="*/ 0 h 453363"/>
                <a:gd name="connsiteX361" fmla="*/ 516138 w 581236"/>
                <a:gd name="connsiteY361" fmla="*/ 0 h 453363"/>
                <a:gd name="connsiteX362" fmla="*/ 518463 w 581236"/>
                <a:gd name="connsiteY362" fmla="*/ 0 h 453363"/>
                <a:gd name="connsiteX363" fmla="*/ 523113 w 581236"/>
                <a:gd name="connsiteY363" fmla="*/ 2325 h 453363"/>
                <a:gd name="connsiteX364" fmla="*/ 527762 w 581236"/>
                <a:gd name="connsiteY364" fmla="*/ 4650 h 453363"/>
                <a:gd name="connsiteX365" fmla="*/ 530087 w 581236"/>
                <a:gd name="connsiteY365" fmla="*/ 6975 h 453363"/>
                <a:gd name="connsiteX366" fmla="*/ 532412 w 581236"/>
                <a:gd name="connsiteY366" fmla="*/ 9300 h 453363"/>
                <a:gd name="connsiteX367" fmla="*/ 534737 w 581236"/>
                <a:gd name="connsiteY367" fmla="*/ 13950 h 453363"/>
                <a:gd name="connsiteX368" fmla="*/ 534737 w 581236"/>
                <a:gd name="connsiteY368" fmla="*/ 16274 h 453363"/>
                <a:gd name="connsiteX369" fmla="*/ 537062 w 581236"/>
                <a:gd name="connsiteY369" fmla="*/ 20924 h 453363"/>
                <a:gd name="connsiteX370" fmla="*/ 537062 w 581236"/>
                <a:gd name="connsiteY370" fmla="*/ 158096 h 453363"/>
                <a:gd name="connsiteX371" fmla="*/ 534737 w 581236"/>
                <a:gd name="connsiteY371" fmla="*/ 162746 h 453363"/>
                <a:gd name="connsiteX372" fmla="*/ 534737 w 581236"/>
                <a:gd name="connsiteY372" fmla="*/ 167396 h 453363"/>
                <a:gd name="connsiteX373" fmla="*/ 532412 w 581236"/>
                <a:gd name="connsiteY373" fmla="*/ 172046 h 453363"/>
                <a:gd name="connsiteX374" fmla="*/ 530087 w 581236"/>
                <a:gd name="connsiteY374" fmla="*/ 174371 h 453363"/>
                <a:gd name="connsiteX375" fmla="*/ 527762 w 581236"/>
                <a:gd name="connsiteY375" fmla="*/ 176696 h 453363"/>
                <a:gd name="connsiteX376" fmla="*/ 523113 w 581236"/>
                <a:gd name="connsiteY376" fmla="*/ 179021 h 453363"/>
                <a:gd name="connsiteX377" fmla="*/ 518463 w 581236"/>
                <a:gd name="connsiteY377" fmla="*/ 179021 h 453363"/>
                <a:gd name="connsiteX378" fmla="*/ 516138 w 581236"/>
                <a:gd name="connsiteY378" fmla="*/ 181345 h 453363"/>
                <a:gd name="connsiteX379" fmla="*/ 446389 w 581236"/>
                <a:gd name="connsiteY379" fmla="*/ 181345 h 453363"/>
                <a:gd name="connsiteX380" fmla="*/ 446389 w 581236"/>
                <a:gd name="connsiteY380" fmla="*/ 197620 h 453363"/>
                <a:gd name="connsiteX381" fmla="*/ 469639 w 581236"/>
                <a:gd name="connsiteY381" fmla="*/ 197620 h 453363"/>
                <a:gd name="connsiteX382" fmla="*/ 474289 w 581236"/>
                <a:gd name="connsiteY382" fmla="*/ 199945 h 453363"/>
                <a:gd name="connsiteX383" fmla="*/ 476614 w 581236"/>
                <a:gd name="connsiteY383" fmla="*/ 199945 h 453363"/>
                <a:gd name="connsiteX384" fmla="*/ 481264 w 581236"/>
                <a:gd name="connsiteY384" fmla="*/ 202270 h 453363"/>
                <a:gd name="connsiteX385" fmla="*/ 483588 w 581236"/>
                <a:gd name="connsiteY385" fmla="*/ 204595 h 453363"/>
                <a:gd name="connsiteX386" fmla="*/ 485913 w 581236"/>
                <a:gd name="connsiteY386" fmla="*/ 209245 h 453363"/>
                <a:gd name="connsiteX387" fmla="*/ 488238 w 581236"/>
                <a:gd name="connsiteY387" fmla="*/ 213895 h 453363"/>
                <a:gd name="connsiteX388" fmla="*/ 488238 w 581236"/>
                <a:gd name="connsiteY388" fmla="*/ 218544 h 453363"/>
                <a:gd name="connsiteX389" fmla="*/ 571936 w 581236"/>
                <a:gd name="connsiteY389" fmla="*/ 218544 h 453363"/>
                <a:gd name="connsiteX390" fmla="*/ 574261 w 581236"/>
                <a:gd name="connsiteY390" fmla="*/ 218544 h 453363"/>
                <a:gd name="connsiteX391" fmla="*/ 576586 w 581236"/>
                <a:gd name="connsiteY391" fmla="*/ 218544 h 453363"/>
                <a:gd name="connsiteX392" fmla="*/ 578911 w 581236"/>
                <a:gd name="connsiteY392" fmla="*/ 220869 h 453363"/>
                <a:gd name="connsiteX393" fmla="*/ 581236 w 581236"/>
                <a:gd name="connsiteY393" fmla="*/ 223194 h 453363"/>
                <a:gd name="connsiteX394" fmla="*/ 581236 w 581236"/>
                <a:gd name="connsiteY394" fmla="*/ 227844 h 453363"/>
                <a:gd name="connsiteX395" fmla="*/ 581236 w 581236"/>
                <a:gd name="connsiteY395" fmla="*/ 248769 h 453363"/>
                <a:gd name="connsiteX396" fmla="*/ 581236 w 581236"/>
                <a:gd name="connsiteY396" fmla="*/ 251094 h 453363"/>
                <a:gd name="connsiteX397" fmla="*/ 578911 w 581236"/>
                <a:gd name="connsiteY397" fmla="*/ 253419 h 453363"/>
                <a:gd name="connsiteX398" fmla="*/ 576586 w 581236"/>
                <a:gd name="connsiteY398" fmla="*/ 255743 h 453363"/>
                <a:gd name="connsiteX399" fmla="*/ 574261 w 581236"/>
                <a:gd name="connsiteY399" fmla="*/ 258068 h 453363"/>
                <a:gd name="connsiteX400" fmla="*/ 571936 w 581236"/>
                <a:gd name="connsiteY400" fmla="*/ 258068 h 453363"/>
                <a:gd name="connsiteX401" fmla="*/ 544037 w 581236"/>
                <a:gd name="connsiteY401" fmla="*/ 258068 h 453363"/>
                <a:gd name="connsiteX402" fmla="*/ 544037 w 581236"/>
                <a:gd name="connsiteY402" fmla="*/ 453363 h 453363"/>
                <a:gd name="connsiteX403" fmla="*/ 318517 w 581236"/>
                <a:gd name="connsiteY403" fmla="*/ 453363 h 453363"/>
                <a:gd name="connsiteX404" fmla="*/ 318517 w 581236"/>
                <a:gd name="connsiteY404" fmla="*/ 353391 h 453363"/>
                <a:gd name="connsiteX405" fmla="*/ 416165 w 581236"/>
                <a:gd name="connsiteY405" fmla="*/ 311542 h 453363"/>
                <a:gd name="connsiteX406" fmla="*/ 420815 w 581236"/>
                <a:gd name="connsiteY406" fmla="*/ 309217 h 453363"/>
                <a:gd name="connsiteX407" fmla="*/ 425465 w 581236"/>
                <a:gd name="connsiteY407" fmla="*/ 304567 h 453363"/>
                <a:gd name="connsiteX408" fmla="*/ 430115 w 581236"/>
                <a:gd name="connsiteY408" fmla="*/ 299917 h 453363"/>
                <a:gd name="connsiteX409" fmla="*/ 432440 w 581236"/>
                <a:gd name="connsiteY409" fmla="*/ 295267 h 453363"/>
                <a:gd name="connsiteX410" fmla="*/ 437090 w 581236"/>
                <a:gd name="connsiteY410" fmla="*/ 290618 h 453363"/>
                <a:gd name="connsiteX411" fmla="*/ 437090 w 581236"/>
                <a:gd name="connsiteY411" fmla="*/ 283643 h 453363"/>
                <a:gd name="connsiteX412" fmla="*/ 439414 w 581236"/>
                <a:gd name="connsiteY412" fmla="*/ 278993 h 453363"/>
                <a:gd name="connsiteX413" fmla="*/ 439414 w 581236"/>
                <a:gd name="connsiteY413" fmla="*/ 272018 h 453363"/>
                <a:gd name="connsiteX414" fmla="*/ 437090 w 581236"/>
                <a:gd name="connsiteY414" fmla="*/ 267368 h 453363"/>
                <a:gd name="connsiteX415" fmla="*/ 434765 w 581236"/>
                <a:gd name="connsiteY415" fmla="*/ 260393 h 453363"/>
                <a:gd name="connsiteX416" fmla="*/ 409190 w 581236"/>
                <a:gd name="connsiteY416" fmla="*/ 197620 h 453363"/>
                <a:gd name="connsiteX417" fmla="*/ 411515 w 581236"/>
                <a:gd name="connsiteY417" fmla="*/ 197620 h 453363"/>
                <a:gd name="connsiteX418" fmla="*/ 411515 w 581236"/>
                <a:gd name="connsiteY418" fmla="*/ 181345 h 453363"/>
                <a:gd name="connsiteX419" fmla="*/ 395240 w 581236"/>
                <a:gd name="connsiteY419" fmla="*/ 181345 h 453363"/>
                <a:gd name="connsiteX420" fmla="*/ 390591 w 581236"/>
                <a:gd name="connsiteY420" fmla="*/ 176696 h 453363"/>
                <a:gd name="connsiteX421" fmla="*/ 385941 w 581236"/>
                <a:gd name="connsiteY421" fmla="*/ 174371 h 453363"/>
                <a:gd name="connsiteX422" fmla="*/ 381291 w 581236"/>
                <a:gd name="connsiteY422" fmla="*/ 172046 h 453363"/>
                <a:gd name="connsiteX423" fmla="*/ 376641 w 581236"/>
                <a:gd name="connsiteY423" fmla="*/ 172046 h 453363"/>
                <a:gd name="connsiteX424" fmla="*/ 371991 w 581236"/>
                <a:gd name="connsiteY424" fmla="*/ 172046 h 453363"/>
                <a:gd name="connsiteX425" fmla="*/ 367341 w 581236"/>
                <a:gd name="connsiteY425" fmla="*/ 172046 h 453363"/>
                <a:gd name="connsiteX426" fmla="*/ 360366 w 581236"/>
                <a:gd name="connsiteY426" fmla="*/ 172046 h 453363"/>
                <a:gd name="connsiteX427" fmla="*/ 355716 w 581236"/>
                <a:gd name="connsiteY427" fmla="*/ 174371 h 453363"/>
                <a:gd name="connsiteX428" fmla="*/ 353391 w 581236"/>
                <a:gd name="connsiteY428" fmla="*/ 176696 h 453363"/>
                <a:gd name="connsiteX429" fmla="*/ 346417 w 581236"/>
                <a:gd name="connsiteY429" fmla="*/ 172046 h 453363"/>
                <a:gd name="connsiteX430" fmla="*/ 341767 w 581236"/>
                <a:gd name="connsiteY430" fmla="*/ 169721 h 453363"/>
                <a:gd name="connsiteX431" fmla="*/ 334792 w 581236"/>
                <a:gd name="connsiteY431" fmla="*/ 165071 h 453363"/>
                <a:gd name="connsiteX432" fmla="*/ 330142 w 581236"/>
                <a:gd name="connsiteY432" fmla="*/ 162746 h 453363"/>
                <a:gd name="connsiteX433" fmla="*/ 323167 w 581236"/>
                <a:gd name="connsiteY433" fmla="*/ 162746 h 453363"/>
                <a:gd name="connsiteX434" fmla="*/ 323167 w 581236"/>
                <a:gd name="connsiteY434" fmla="*/ 158096 h 453363"/>
                <a:gd name="connsiteX435" fmla="*/ 323167 w 581236"/>
                <a:gd name="connsiteY435" fmla="*/ 20924 h 453363"/>
                <a:gd name="connsiteX436" fmla="*/ 323167 w 581236"/>
                <a:gd name="connsiteY436" fmla="*/ 16274 h 453363"/>
                <a:gd name="connsiteX437" fmla="*/ 325492 w 581236"/>
                <a:gd name="connsiteY437" fmla="*/ 11625 h 453363"/>
                <a:gd name="connsiteX438" fmla="*/ 327817 w 581236"/>
                <a:gd name="connsiteY438" fmla="*/ 9300 h 453363"/>
                <a:gd name="connsiteX439" fmla="*/ 330142 w 581236"/>
                <a:gd name="connsiteY439" fmla="*/ 4650 h 453363"/>
                <a:gd name="connsiteX440" fmla="*/ 334792 w 581236"/>
                <a:gd name="connsiteY440" fmla="*/ 2325 h 453363"/>
                <a:gd name="connsiteX441" fmla="*/ 339442 w 581236"/>
                <a:gd name="connsiteY441" fmla="*/ 2325 h 45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Lst>
              <a:rect l="l" t="t" r="r" b="b"/>
              <a:pathLst>
                <a:path w="581236" h="453363">
                  <a:moveTo>
                    <a:pt x="306893" y="197620"/>
                  </a:moveTo>
                  <a:lnTo>
                    <a:pt x="304568" y="202270"/>
                  </a:lnTo>
                  <a:lnTo>
                    <a:pt x="302243" y="204595"/>
                  </a:lnTo>
                  <a:lnTo>
                    <a:pt x="299918" y="206920"/>
                  </a:lnTo>
                  <a:lnTo>
                    <a:pt x="295268" y="209245"/>
                  </a:lnTo>
                  <a:lnTo>
                    <a:pt x="290618" y="211570"/>
                  </a:lnTo>
                  <a:lnTo>
                    <a:pt x="288293" y="213895"/>
                  </a:lnTo>
                  <a:lnTo>
                    <a:pt x="285968" y="216220"/>
                  </a:lnTo>
                  <a:lnTo>
                    <a:pt x="285968" y="220869"/>
                  </a:lnTo>
                  <a:lnTo>
                    <a:pt x="285968" y="225519"/>
                  </a:lnTo>
                  <a:lnTo>
                    <a:pt x="330142" y="204595"/>
                  </a:lnTo>
                  <a:lnTo>
                    <a:pt x="327817" y="202270"/>
                  </a:lnTo>
                  <a:lnTo>
                    <a:pt x="323168" y="199945"/>
                  </a:lnTo>
                  <a:lnTo>
                    <a:pt x="318518" y="199945"/>
                  </a:lnTo>
                  <a:lnTo>
                    <a:pt x="316193" y="197620"/>
                  </a:lnTo>
                  <a:lnTo>
                    <a:pt x="311543" y="197620"/>
                  </a:lnTo>
                  <a:close/>
                  <a:moveTo>
                    <a:pt x="134847" y="79048"/>
                  </a:moveTo>
                  <a:lnTo>
                    <a:pt x="139497" y="79048"/>
                  </a:lnTo>
                  <a:lnTo>
                    <a:pt x="146472" y="79048"/>
                  </a:lnTo>
                  <a:lnTo>
                    <a:pt x="151122" y="81373"/>
                  </a:lnTo>
                  <a:lnTo>
                    <a:pt x="158096" y="81373"/>
                  </a:lnTo>
                  <a:lnTo>
                    <a:pt x="162746" y="83698"/>
                  </a:lnTo>
                  <a:lnTo>
                    <a:pt x="169721" y="88348"/>
                  </a:lnTo>
                  <a:lnTo>
                    <a:pt x="174371" y="90673"/>
                  </a:lnTo>
                  <a:lnTo>
                    <a:pt x="179021" y="95323"/>
                  </a:lnTo>
                  <a:lnTo>
                    <a:pt x="181346" y="99973"/>
                  </a:lnTo>
                  <a:lnTo>
                    <a:pt x="183671" y="106947"/>
                  </a:lnTo>
                  <a:lnTo>
                    <a:pt x="185996" y="111597"/>
                  </a:lnTo>
                  <a:lnTo>
                    <a:pt x="188321" y="116247"/>
                  </a:lnTo>
                  <a:lnTo>
                    <a:pt x="188321" y="123222"/>
                  </a:lnTo>
                  <a:lnTo>
                    <a:pt x="188321" y="127872"/>
                  </a:lnTo>
                  <a:lnTo>
                    <a:pt x="188321" y="134847"/>
                  </a:lnTo>
                  <a:lnTo>
                    <a:pt x="188321" y="139497"/>
                  </a:lnTo>
                  <a:lnTo>
                    <a:pt x="188321" y="144146"/>
                  </a:lnTo>
                  <a:lnTo>
                    <a:pt x="190646" y="148796"/>
                  </a:lnTo>
                  <a:lnTo>
                    <a:pt x="195296" y="153446"/>
                  </a:lnTo>
                  <a:lnTo>
                    <a:pt x="197621" y="158096"/>
                  </a:lnTo>
                  <a:lnTo>
                    <a:pt x="202270" y="160421"/>
                  </a:lnTo>
                  <a:lnTo>
                    <a:pt x="206920" y="162746"/>
                  </a:lnTo>
                  <a:lnTo>
                    <a:pt x="211570" y="165071"/>
                  </a:lnTo>
                  <a:lnTo>
                    <a:pt x="218545" y="167396"/>
                  </a:lnTo>
                  <a:lnTo>
                    <a:pt x="223195" y="167396"/>
                  </a:lnTo>
                  <a:lnTo>
                    <a:pt x="230170" y="167396"/>
                  </a:lnTo>
                  <a:lnTo>
                    <a:pt x="234820" y="167396"/>
                  </a:lnTo>
                  <a:lnTo>
                    <a:pt x="241794" y="167396"/>
                  </a:lnTo>
                  <a:lnTo>
                    <a:pt x="248769" y="165071"/>
                  </a:lnTo>
                  <a:lnTo>
                    <a:pt x="255744" y="165071"/>
                  </a:lnTo>
                  <a:lnTo>
                    <a:pt x="260394" y="162746"/>
                  </a:lnTo>
                  <a:lnTo>
                    <a:pt x="267369" y="160421"/>
                  </a:lnTo>
                  <a:lnTo>
                    <a:pt x="272019" y="158096"/>
                  </a:lnTo>
                  <a:lnTo>
                    <a:pt x="276669" y="158096"/>
                  </a:lnTo>
                  <a:lnTo>
                    <a:pt x="281319" y="158096"/>
                  </a:lnTo>
                  <a:lnTo>
                    <a:pt x="285968" y="158096"/>
                  </a:lnTo>
                  <a:lnTo>
                    <a:pt x="290618" y="158096"/>
                  </a:lnTo>
                  <a:lnTo>
                    <a:pt x="295268" y="160421"/>
                  </a:lnTo>
                  <a:lnTo>
                    <a:pt x="299918" y="162746"/>
                  </a:lnTo>
                  <a:lnTo>
                    <a:pt x="302243" y="167396"/>
                  </a:lnTo>
                  <a:lnTo>
                    <a:pt x="306893" y="172046"/>
                  </a:lnTo>
                  <a:lnTo>
                    <a:pt x="309218" y="176696"/>
                  </a:lnTo>
                  <a:lnTo>
                    <a:pt x="309218" y="179021"/>
                  </a:lnTo>
                  <a:lnTo>
                    <a:pt x="316193" y="179021"/>
                  </a:lnTo>
                  <a:lnTo>
                    <a:pt x="320843" y="181345"/>
                  </a:lnTo>
                  <a:lnTo>
                    <a:pt x="327817" y="181345"/>
                  </a:lnTo>
                  <a:lnTo>
                    <a:pt x="334792" y="185995"/>
                  </a:lnTo>
                  <a:lnTo>
                    <a:pt x="339442" y="188320"/>
                  </a:lnTo>
                  <a:lnTo>
                    <a:pt x="344092" y="192970"/>
                  </a:lnTo>
                  <a:lnTo>
                    <a:pt x="348742" y="197620"/>
                  </a:lnTo>
                  <a:lnTo>
                    <a:pt x="362692" y="190645"/>
                  </a:lnTo>
                  <a:lnTo>
                    <a:pt x="367342" y="190645"/>
                  </a:lnTo>
                  <a:lnTo>
                    <a:pt x="371991" y="188320"/>
                  </a:lnTo>
                  <a:lnTo>
                    <a:pt x="374316" y="190645"/>
                  </a:lnTo>
                  <a:lnTo>
                    <a:pt x="378966" y="190645"/>
                  </a:lnTo>
                  <a:lnTo>
                    <a:pt x="383616" y="192970"/>
                  </a:lnTo>
                  <a:lnTo>
                    <a:pt x="385941" y="195295"/>
                  </a:lnTo>
                  <a:lnTo>
                    <a:pt x="388266" y="197620"/>
                  </a:lnTo>
                  <a:lnTo>
                    <a:pt x="390591" y="202270"/>
                  </a:lnTo>
                  <a:lnTo>
                    <a:pt x="418490" y="267368"/>
                  </a:lnTo>
                  <a:lnTo>
                    <a:pt x="420815" y="272018"/>
                  </a:lnTo>
                  <a:lnTo>
                    <a:pt x="420815" y="276668"/>
                  </a:lnTo>
                  <a:lnTo>
                    <a:pt x="420815" y="278993"/>
                  </a:lnTo>
                  <a:lnTo>
                    <a:pt x="418490" y="283643"/>
                  </a:lnTo>
                  <a:lnTo>
                    <a:pt x="416165" y="285968"/>
                  </a:lnTo>
                  <a:lnTo>
                    <a:pt x="413840" y="290618"/>
                  </a:lnTo>
                  <a:lnTo>
                    <a:pt x="411515" y="292942"/>
                  </a:lnTo>
                  <a:lnTo>
                    <a:pt x="409191" y="295267"/>
                  </a:lnTo>
                  <a:lnTo>
                    <a:pt x="290618" y="346416"/>
                  </a:lnTo>
                  <a:lnTo>
                    <a:pt x="285968" y="346416"/>
                  </a:lnTo>
                  <a:lnTo>
                    <a:pt x="283643" y="346416"/>
                  </a:lnTo>
                  <a:lnTo>
                    <a:pt x="278994" y="346416"/>
                  </a:lnTo>
                  <a:lnTo>
                    <a:pt x="274344" y="346416"/>
                  </a:lnTo>
                  <a:lnTo>
                    <a:pt x="272019" y="344091"/>
                  </a:lnTo>
                  <a:lnTo>
                    <a:pt x="269694" y="341766"/>
                  </a:lnTo>
                  <a:lnTo>
                    <a:pt x="265044" y="339441"/>
                  </a:lnTo>
                  <a:lnTo>
                    <a:pt x="265044" y="334791"/>
                  </a:lnTo>
                  <a:lnTo>
                    <a:pt x="234820" y="267368"/>
                  </a:lnTo>
                  <a:lnTo>
                    <a:pt x="234820" y="265043"/>
                  </a:lnTo>
                  <a:lnTo>
                    <a:pt x="232495" y="260393"/>
                  </a:lnTo>
                  <a:lnTo>
                    <a:pt x="234820" y="255743"/>
                  </a:lnTo>
                  <a:lnTo>
                    <a:pt x="234820" y="253419"/>
                  </a:lnTo>
                  <a:lnTo>
                    <a:pt x="237145" y="248769"/>
                  </a:lnTo>
                  <a:lnTo>
                    <a:pt x="239470" y="246444"/>
                  </a:lnTo>
                  <a:lnTo>
                    <a:pt x="241794" y="244119"/>
                  </a:lnTo>
                  <a:lnTo>
                    <a:pt x="246444" y="241794"/>
                  </a:lnTo>
                  <a:lnTo>
                    <a:pt x="267369" y="232494"/>
                  </a:lnTo>
                  <a:lnTo>
                    <a:pt x="267369" y="225519"/>
                  </a:lnTo>
                  <a:lnTo>
                    <a:pt x="267369" y="218544"/>
                  </a:lnTo>
                  <a:lnTo>
                    <a:pt x="258069" y="220869"/>
                  </a:lnTo>
                  <a:lnTo>
                    <a:pt x="246444" y="223194"/>
                  </a:lnTo>
                  <a:lnTo>
                    <a:pt x="237145" y="223194"/>
                  </a:lnTo>
                  <a:lnTo>
                    <a:pt x="227845" y="223194"/>
                  </a:lnTo>
                  <a:lnTo>
                    <a:pt x="218545" y="223194"/>
                  </a:lnTo>
                  <a:lnTo>
                    <a:pt x="209245" y="223194"/>
                  </a:lnTo>
                  <a:lnTo>
                    <a:pt x="202270" y="220869"/>
                  </a:lnTo>
                  <a:lnTo>
                    <a:pt x="192971" y="218544"/>
                  </a:lnTo>
                  <a:lnTo>
                    <a:pt x="185996" y="216220"/>
                  </a:lnTo>
                  <a:lnTo>
                    <a:pt x="176696" y="211570"/>
                  </a:lnTo>
                  <a:lnTo>
                    <a:pt x="169721" y="206920"/>
                  </a:lnTo>
                  <a:lnTo>
                    <a:pt x="162746" y="202270"/>
                  </a:lnTo>
                  <a:lnTo>
                    <a:pt x="158096" y="197620"/>
                  </a:lnTo>
                  <a:lnTo>
                    <a:pt x="153447" y="190645"/>
                  </a:lnTo>
                  <a:lnTo>
                    <a:pt x="151122" y="197620"/>
                  </a:lnTo>
                  <a:lnTo>
                    <a:pt x="146472" y="204595"/>
                  </a:lnTo>
                  <a:lnTo>
                    <a:pt x="144147" y="211570"/>
                  </a:lnTo>
                  <a:lnTo>
                    <a:pt x="141822" y="220869"/>
                  </a:lnTo>
                  <a:lnTo>
                    <a:pt x="141822" y="230169"/>
                  </a:lnTo>
                  <a:lnTo>
                    <a:pt x="139497" y="239469"/>
                  </a:lnTo>
                  <a:lnTo>
                    <a:pt x="144147" y="244119"/>
                  </a:lnTo>
                  <a:lnTo>
                    <a:pt x="151122" y="248769"/>
                  </a:lnTo>
                  <a:lnTo>
                    <a:pt x="155772" y="253419"/>
                  </a:lnTo>
                  <a:lnTo>
                    <a:pt x="160421" y="260393"/>
                  </a:lnTo>
                  <a:lnTo>
                    <a:pt x="167396" y="265043"/>
                  </a:lnTo>
                  <a:lnTo>
                    <a:pt x="172046" y="272018"/>
                  </a:lnTo>
                  <a:lnTo>
                    <a:pt x="176696" y="278993"/>
                  </a:lnTo>
                  <a:lnTo>
                    <a:pt x="181346" y="288293"/>
                  </a:lnTo>
                  <a:lnTo>
                    <a:pt x="185996" y="295267"/>
                  </a:lnTo>
                  <a:lnTo>
                    <a:pt x="190646" y="304567"/>
                  </a:lnTo>
                  <a:lnTo>
                    <a:pt x="195296" y="313867"/>
                  </a:lnTo>
                  <a:lnTo>
                    <a:pt x="197621" y="323167"/>
                  </a:lnTo>
                  <a:lnTo>
                    <a:pt x="202270" y="332466"/>
                  </a:lnTo>
                  <a:lnTo>
                    <a:pt x="204595" y="344091"/>
                  </a:lnTo>
                  <a:lnTo>
                    <a:pt x="206920" y="353391"/>
                  </a:lnTo>
                  <a:lnTo>
                    <a:pt x="206920" y="365016"/>
                  </a:lnTo>
                  <a:lnTo>
                    <a:pt x="209245" y="376640"/>
                  </a:lnTo>
                  <a:lnTo>
                    <a:pt x="209245" y="388265"/>
                  </a:lnTo>
                  <a:lnTo>
                    <a:pt x="206920" y="402215"/>
                  </a:lnTo>
                  <a:lnTo>
                    <a:pt x="206920" y="413839"/>
                  </a:lnTo>
                  <a:lnTo>
                    <a:pt x="204595" y="427789"/>
                  </a:lnTo>
                  <a:lnTo>
                    <a:pt x="202270" y="432439"/>
                  </a:lnTo>
                  <a:lnTo>
                    <a:pt x="199945" y="437089"/>
                  </a:lnTo>
                  <a:lnTo>
                    <a:pt x="197621" y="441738"/>
                  </a:lnTo>
                  <a:lnTo>
                    <a:pt x="192971" y="444063"/>
                  </a:lnTo>
                  <a:lnTo>
                    <a:pt x="190646" y="446388"/>
                  </a:lnTo>
                  <a:lnTo>
                    <a:pt x="185996" y="448713"/>
                  </a:lnTo>
                  <a:lnTo>
                    <a:pt x="181346" y="451038"/>
                  </a:lnTo>
                  <a:lnTo>
                    <a:pt x="176696" y="451038"/>
                  </a:lnTo>
                  <a:lnTo>
                    <a:pt x="174371" y="451038"/>
                  </a:lnTo>
                  <a:lnTo>
                    <a:pt x="169721" y="451038"/>
                  </a:lnTo>
                  <a:lnTo>
                    <a:pt x="165071" y="448713"/>
                  </a:lnTo>
                  <a:lnTo>
                    <a:pt x="160421" y="446388"/>
                  </a:lnTo>
                  <a:lnTo>
                    <a:pt x="158096" y="444063"/>
                  </a:lnTo>
                  <a:lnTo>
                    <a:pt x="153447" y="439414"/>
                  </a:lnTo>
                  <a:lnTo>
                    <a:pt x="151122" y="434764"/>
                  </a:lnTo>
                  <a:lnTo>
                    <a:pt x="148797" y="432439"/>
                  </a:lnTo>
                  <a:lnTo>
                    <a:pt x="148797" y="427789"/>
                  </a:lnTo>
                  <a:lnTo>
                    <a:pt x="148797" y="420814"/>
                  </a:lnTo>
                  <a:lnTo>
                    <a:pt x="148797" y="416164"/>
                  </a:lnTo>
                  <a:lnTo>
                    <a:pt x="151122" y="404539"/>
                  </a:lnTo>
                  <a:lnTo>
                    <a:pt x="151122" y="395240"/>
                  </a:lnTo>
                  <a:lnTo>
                    <a:pt x="151122" y="385940"/>
                  </a:lnTo>
                  <a:lnTo>
                    <a:pt x="151122" y="374315"/>
                  </a:lnTo>
                  <a:lnTo>
                    <a:pt x="151122" y="367340"/>
                  </a:lnTo>
                  <a:lnTo>
                    <a:pt x="148797" y="358041"/>
                  </a:lnTo>
                  <a:lnTo>
                    <a:pt x="148797" y="348741"/>
                  </a:lnTo>
                  <a:lnTo>
                    <a:pt x="146472" y="341766"/>
                  </a:lnTo>
                  <a:lnTo>
                    <a:pt x="141822" y="334791"/>
                  </a:lnTo>
                  <a:lnTo>
                    <a:pt x="139497" y="327817"/>
                  </a:lnTo>
                  <a:lnTo>
                    <a:pt x="137172" y="320842"/>
                  </a:lnTo>
                  <a:lnTo>
                    <a:pt x="132522" y="316192"/>
                  </a:lnTo>
                  <a:lnTo>
                    <a:pt x="130197" y="309217"/>
                  </a:lnTo>
                  <a:lnTo>
                    <a:pt x="125547" y="304567"/>
                  </a:lnTo>
                  <a:lnTo>
                    <a:pt x="120897" y="299917"/>
                  </a:lnTo>
                  <a:lnTo>
                    <a:pt x="118572" y="302242"/>
                  </a:lnTo>
                  <a:lnTo>
                    <a:pt x="116247" y="304567"/>
                  </a:lnTo>
                  <a:lnTo>
                    <a:pt x="118572" y="313867"/>
                  </a:lnTo>
                  <a:lnTo>
                    <a:pt x="118572" y="323167"/>
                  </a:lnTo>
                  <a:lnTo>
                    <a:pt x="118572" y="332466"/>
                  </a:lnTo>
                  <a:lnTo>
                    <a:pt x="118572" y="341766"/>
                  </a:lnTo>
                  <a:lnTo>
                    <a:pt x="118572" y="353391"/>
                  </a:lnTo>
                  <a:lnTo>
                    <a:pt x="116247" y="362691"/>
                  </a:lnTo>
                  <a:lnTo>
                    <a:pt x="113923" y="374315"/>
                  </a:lnTo>
                  <a:lnTo>
                    <a:pt x="111598" y="383615"/>
                  </a:lnTo>
                  <a:lnTo>
                    <a:pt x="106948" y="390590"/>
                  </a:lnTo>
                  <a:lnTo>
                    <a:pt x="102298" y="399890"/>
                  </a:lnTo>
                  <a:lnTo>
                    <a:pt x="95323" y="406864"/>
                  </a:lnTo>
                  <a:lnTo>
                    <a:pt x="88348" y="416164"/>
                  </a:lnTo>
                  <a:lnTo>
                    <a:pt x="81373" y="423139"/>
                  </a:lnTo>
                  <a:lnTo>
                    <a:pt x="74398" y="427789"/>
                  </a:lnTo>
                  <a:lnTo>
                    <a:pt x="65099" y="434764"/>
                  </a:lnTo>
                  <a:lnTo>
                    <a:pt x="55799" y="439414"/>
                  </a:lnTo>
                  <a:lnTo>
                    <a:pt x="51149" y="441738"/>
                  </a:lnTo>
                  <a:lnTo>
                    <a:pt x="46499" y="441738"/>
                  </a:lnTo>
                  <a:lnTo>
                    <a:pt x="44174" y="441738"/>
                  </a:lnTo>
                  <a:lnTo>
                    <a:pt x="39524" y="441738"/>
                  </a:lnTo>
                  <a:lnTo>
                    <a:pt x="34874" y="441738"/>
                  </a:lnTo>
                  <a:lnTo>
                    <a:pt x="30225" y="439414"/>
                  </a:lnTo>
                  <a:lnTo>
                    <a:pt x="27900" y="437089"/>
                  </a:lnTo>
                  <a:lnTo>
                    <a:pt x="23250" y="434764"/>
                  </a:lnTo>
                  <a:lnTo>
                    <a:pt x="20925" y="430114"/>
                  </a:lnTo>
                  <a:lnTo>
                    <a:pt x="18600" y="427789"/>
                  </a:lnTo>
                  <a:lnTo>
                    <a:pt x="16275" y="423139"/>
                  </a:lnTo>
                  <a:lnTo>
                    <a:pt x="16275" y="418489"/>
                  </a:lnTo>
                  <a:lnTo>
                    <a:pt x="16275" y="413839"/>
                  </a:lnTo>
                  <a:lnTo>
                    <a:pt x="16275" y="406864"/>
                  </a:lnTo>
                  <a:lnTo>
                    <a:pt x="16275" y="404539"/>
                  </a:lnTo>
                  <a:lnTo>
                    <a:pt x="18600" y="399890"/>
                  </a:lnTo>
                  <a:lnTo>
                    <a:pt x="23250" y="395240"/>
                  </a:lnTo>
                  <a:lnTo>
                    <a:pt x="25575" y="392915"/>
                  </a:lnTo>
                  <a:lnTo>
                    <a:pt x="30225" y="388265"/>
                  </a:lnTo>
                  <a:lnTo>
                    <a:pt x="37199" y="385940"/>
                  </a:lnTo>
                  <a:lnTo>
                    <a:pt x="41849" y="381290"/>
                  </a:lnTo>
                  <a:lnTo>
                    <a:pt x="46499" y="376640"/>
                  </a:lnTo>
                  <a:lnTo>
                    <a:pt x="51149" y="371990"/>
                  </a:lnTo>
                  <a:lnTo>
                    <a:pt x="55799" y="367340"/>
                  </a:lnTo>
                  <a:lnTo>
                    <a:pt x="58124" y="362691"/>
                  </a:lnTo>
                  <a:lnTo>
                    <a:pt x="60449" y="355716"/>
                  </a:lnTo>
                  <a:lnTo>
                    <a:pt x="62774" y="348741"/>
                  </a:lnTo>
                  <a:lnTo>
                    <a:pt x="62774" y="341766"/>
                  </a:lnTo>
                  <a:lnTo>
                    <a:pt x="62774" y="334791"/>
                  </a:lnTo>
                  <a:lnTo>
                    <a:pt x="62774" y="327817"/>
                  </a:lnTo>
                  <a:lnTo>
                    <a:pt x="62774" y="318517"/>
                  </a:lnTo>
                  <a:lnTo>
                    <a:pt x="60449" y="311542"/>
                  </a:lnTo>
                  <a:lnTo>
                    <a:pt x="58124" y="304567"/>
                  </a:lnTo>
                  <a:lnTo>
                    <a:pt x="55799" y="297592"/>
                  </a:lnTo>
                  <a:lnTo>
                    <a:pt x="53474" y="292942"/>
                  </a:lnTo>
                  <a:lnTo>
                    <a:pt x="48824" y="288293"/>
                  </a:lnTo>
                  <a:lnTo>
                    <a:pt x="46499" y="283643"/>
                  </a:lnTo>
                  <a:lnTo>
                    <a:pt x="44174" y="278993"/>
                  </a:lnTo>
                  <a:lnTo>
                    <a:pt x="44174" y="272018"/>
                  </a:lnTo>
                  <a:lnTo>
                    <a:pt x="44174" y="265043"/>
                  </a:lnTo>
                  <a:lnTo>
                    <a:pt x="44174" y="255743"/>
                  </a:lnTo>
                  <a:lnTo>
                    <a:pt x="44174" y="246444"/>
                  </a:lnTo>
                  <a:lnTo>
                    <a:pt x="44174" y="237144"/>
                  </a:lnTo>
                  <a:lnTo>
                    <a:pt x="37199" y="239469"/>
                  </a:lnTo>
                  <a:lnTo>
                    <a:pt x="32549" y="239469"/>
                  </a:lnTo>
                  <a:lnTo>
                    <a:pt x="27900" y="239469"/>
                  </a:lnTo>
                  <a:lnTo>
                    <a:pt x="23250" y="239469"/>
                  </a:lnTo>
                  <a:lnTo>
                    <a:pt x="18600" y="237144"/>
                  </a:lnTo>
                  <a:lnTo>
                    <a:pt x="13950" y="234819"/>
                  </a:lnTo>
                  <a:lnTo>
                    <a:pt x="9300" y="232494"/>
                  </a:lnTo>
                  <a:lnTo>
                    <a:pt x="6975" y="230169"/>
                  </a:lnTo>
                  <a:lnTo>
                    <a:pt x="2325" y="225519"/>
                  </a:lnTo>
                  <a:lnTo>
                    <a:pt x="2325" y="220869"/>
                  </a:lnTo>
                  <a:lnTo>
                    <a:pt x="0" y="216220"/>
                  </a:lnTo>
                  <a:lnTo>
                    <a:pt x="0" y="209245"/>
                  </a:lnTo>
                  <a:lnTo>
                    <a:pt x="0" y="204595"/>
                  </a:lnTo>
                  <a:lnTo>
                    <a:pt x="2325" y="199945"/>
                  </a:lnTo>
                  <a:lnTo>
                    <a:pt x="4650" y="195295"/>
                  </a:lnTo>
                  <a:lnTo>
                    <a:pt x="6975" y="192970"/>
                  </a:lnTo>
                  <a:lnTo>
                    <a:pt x="11625" y="188320"/>
                  </a:lnTo>
                  <a:lnTo>
                    <a:pt x="16275" y="185995"/>
                  </a:lnTo>
                  <a:lnTo>
                    <a:pt x="20925" y="183670"/>
                  </a:lnTo>
                  <a:lnTo>
                    <a:pt x="25575" y="183670"/>
                  </a:lnTo>
                  <a:lnTo>
                    <a:pt x="32549" y="183670"/>
                  </a:lnTo>
                  <a:lnTo>
                    <a:pt x="39524" y="181345"/>
                  </a:lnTo>
                  <a:lnTo>
                    <a:pt x="46499" y="179021"/>
                  </a:lnTo>
                  <a:lnTo>
                    <a:pt x="53474" y="176696"/>
                  </a:lnTo>
                  <a:lnTo>
                    <a:pt x="58124" y="174371"/>
                  </a:lnTo>
                  <a:lnTo>
                    <a:pt x="62774" y="165071"/>
                  </a:lnTo>
                  <a:lnTo>
                    <a:pt x="65099" y="155771"/>
                  </a:lnTo>
                  <a:lnTo>
                    <a:pt x="69749" y="146471"/>
                  </a:lnTo>
                  <a:lnTo>
                    <a:pt x="74398" y="137172"/>
                  </a:lnTo>
                  <a:lnTo>
                    <a:pt x="79048" y="130197"/>
                  </a:lnTo>
                  <a:lnTo>
                    <a:pt x="83698" y="123222"/>
                  </a:lnTo>
                  <a:lnTo>
                    <a:pt x="88348" y="116247"/>
                  </a:lnTo>
                  <a:lnTo>
                    <a:pt x="92998" y="111597"/>
                  </a:lnTo>
                  <a:lnTo>
                    <a:pt x="95323" y="106947"/>
                  </a:lnTo>
                  <a:lnTo>
                    <a:pt x="99973" y="102298"/>
                  </a:lnTo>
                  <a:lnTo>
                    <a:pt x="102298" y="97648"/>
                  </a:lnTo>
                  <a:lnTo>
                    <a:pt x="106948" y="95323"/>
                  </a:lnTo>
                  <a:lnTo>
                    <a:pt x="109273" y="92998"/>
                  </a:lnTo>
                  <a:lnTo>
                    <a:pt x="111598" y="90673"/>
                  </a:lnTo>
                  <a:lnTo>
                    <a:pt x="116247" y="86023"/>
                  </a:lnTo>
                  <a:lnTo>
                    <a:pt x="123222" y="83698"/>
                  </a:lnTo>
                  <a:lnTo>
                    <a:pt x="127872" y="81373"/>
                  </a:lnTo>
                  <a:close/>
                  <a:moveTo>
                    <a:pt x="374316" y="30224"/>
                  </a:moveTo>
                  <a:lnTo>
                    <a:pt x="369666" y="32549"/>
                  </a:lnTo>
                  <a:lnTo>
                    <a:pt x="365016" y="32549"/>
                  </a:lnTo>
                  <a:lnTo>
                    <a:pt x="360366" y="34874"/>
                  </a:lnTo>
                  <a:lnTo>
                    <a:pt x="358041" y="39524"/>
                  </a:lnTo>
                  <a:lnTo>
                    <a:pt x="355716" y="41849"/>
                  </a:lnTo>
                  <a:lnTo>
                    <a:pt x="353391" y="46499"/>
                  </a:lnTo>
                  <a:lnTo>
                    <a:pt x="353391" y="51149"/>
                  </a:lnTo>
                  <a:lnTo>
                    <a:pt x="353391" y="130197"/>
                  </a:lnTo>
                  <a:lnTo>
                    <a:pt x="353391" y="134847"/>
                  </a:lnTo>
                  <a:lnTo>
                    <a:pt x="355716" y="139497"/>
                  </a:lnTo>
                  <a:lnTo>
                    <a:pt x="358041" y="141821"/>
                  </a:lnTo>
                  <a:lnTo>
                    <a:pt x="360366" y="146471"/>
                  </a:lnTo>
                  <a:lnTo>
                    <a:pt x="365016" y="148796"/>
                  </a:lnTo>
                  <a:lnTo>
                    <a:pt x="369666" y="148796"/>
                  </a:lnTo>
                  <a:lnTo>
                    <a:pt x="374316" y="151121"/>
                  </a:lnTo>
                  <a:lnTo>
                    <a:pt x="485913" y="151121"/>
                  </a:lnTo>
                  <a:lnTo>
                    <a:pt x="490563" y="148796"/>
                  </a:lnTo>
                  <a:lnTo>
                    <a:pt x="495213" y="148796"/>
                  </a:lnTo>
                  <a:lnTo>
                    <a:pt x="499863" y="146471"/>
                  </a:lnTo>
                  <a:lnTo>
                    <a:pt x="502188" y="141821"/>
                  </a:lnTo>
                  <a:lnTo>
                    <a:pt x="504513" y="139497"/>
                  </a:lnTo>
                  <a:lnTo>
                    <a:pt x="506838" y="134847"/>
                  </a:lnTo>
                  <a:lnTo>
                    <a:pt x="506838" y="130197"/>
                  </a:lnTo>
                  <a:lnTo>
                    <a:pt x="506838" y="51149"/>
                  </a:lnTo>
                  <a:lnTo>
                    <a:pt x="506838" y="46499"/>
                  </a:lnTo>
                  <a:lnTo>
                    <a:pt x="504513" y="41849"/>
                  </a:lnTo>
                  <a:lnTo>
                    <a:pt x="502188" y="39524"/>
                  </a:lnTo>
                  <a:lnTo>
                    <a:pt x="499863" y="34874"/>
                  </a:lnTo>
                  <a:lnTo>
                    <a:pt x="495213" y="32549"/>
                  </a:lnTo>
                  <a:lnTo>
                    <a:pt x="490563" y="32549"/>
                  </a:lnTo>
                  <a:lnTo>
                    <a:pt x="485913" y="30224"/>
                  </a:lnTo>
                  <a:close/>
                  <a:moveTo>
                    <a:pt x="202270" y="2324"/>
                  </a:moveTo>
                  <a:lnTo>
                    <a:pt x="211570" y="2324"/>
                  </a:lnTo>
                  <a:lnTo>
                    <a:pt x="218545" y="2324"/>
                  </a:lnTo>
                  <a:lnTo>
                    <a:pt x="225520" y="4649"/>
                  </a:lnTo>
                  <a:lnTo>
                    <a:pt x="230170" y="6974"/>
                  </a:lnTo>
                  <a:lnTo>
                    <a:pt x="237145" y="11624"/>
                  </a:lnTo>
                  <a:lnTo>
                    <a:pt x="241795" y="13949"/>
                  </a:lnTo>
                  <a:lnTo>
                    <a:pt x="246445" y="18598"/>
                  </a:lnTo>
                  <a:lnTo>
                    <a:pt x="251094" y="25573"/>
                  </a:lnTo>
                  <a:lnTo>
                    <a:pt x="255744" y="30223"/>
                  </a:lnTo>
                  <a:lnTo>
                    <a:pt x="258069" y="37198"/>
                  </a:lnTo>
                  <a:lnTo>
                    <a:pt x="258069" y="44173"/>
                  </a:lnTo>
                  <a:lnTo>
                    <a:pt x="260394" y="51147"/>
                  </a:lnTo>
                  <a:lnTo>
                    <a:pt x="258069" y="58122"/>
                  </a:lnTo>
                  <a:lnTo>
                    <a:pt x="258069" y="65097"/>
                  </a:lnTo>
                  <a:lnTo>
                    <a:pt x="255744" y="72072"/>
                  </a:lnTo>
                  <a:lnTo>
                    <a:pt x="251094" y="79047"/>
                  </a:lnTo>
                  <a:lnTo>
                    <a:pt x="246445" y="83697"/>
                  </a:lnTo>
                  <a:lnTo>
                    <a:pt x="241795" y="88346"/>
                  </a:lnTo>
                  <a:lnTo>
                    <a:pt x="237145" y="92996"/>
                  </a:lnTo>
                  <a:lnTo>
                    <a:pt x="230170" y="95321"/>
                  </a:lnTo>
                  <a:lnTo>
                    <a:pt x="225520" y="99971"/>
                  </a:lnTo>
                  <a:lnTo>
                    <a:pt x="218545" y="99971"/>
                  </a:lnTo>
                  <a:lnTo>
                    <a:pt x="211570" y="99971"/>
                  </a:lnTo>
                  <a:lnTo>
                    <a:pt x="202270" y="99971"/>
                  </a:lnTo>
                  <a:lnTo>
                    <a:pt x="195296" y="99971"/>
                  </a:lnTo>
                  <a:lnTo>
                    <a:pt x="190646" y="95321"/>
                  </a:lnTo>
                  <a:lnTo>
                    <a:pt x="183671" y="92996"/>
                  </a:lnTo>
                  <a:lnTo>
                    <a:pt x="179021" y="88346"/>
                  </a:lnTo>
                  <a:lnTo>
                    <a:pt x="174371" y="83697"/>
                  </a:lnTo>
                  <a:lnTo>
                    <a:pt x="169721" y="79047"/>
                  </a:lnTo>
                  <a:lnTo>
                    <a:pt x="165071" y="72072"/>
                  </a:lnTo>
                  <a:lnTo>
                    <a:pt x="162746" y="65097"/>
                  </a:lnTo>
                  <a:lnTo>
                    <a:pt x="162746" y="58122"/>
                  </a:lnTo>
                  <a:lnTo>
                    <a:pt x="160421" y="51147"/>
                  </a:lnTo>
                  <a:lnTo>
                    <a:pt x="162746" y="44173"/>
                  </a:lnTo>
                  <a:lnTo>
                    <a:pt x="162746" y="37198"/>
                  </a:lnTo>
                  <a:lnTo>
                    <a:pt x="165071" y="30223"/>
                  </a:lnTo>
                  <a:lnTo>
                    <a:pt x="169721" y="25573"/>
                  </a:lnTo>
                  <a:lnTo>
                    <a:pt x="174371" y="18598"/>
                  </a:lnTo>
                  <a:lnTo>
                    <a:pt x="179021" y="13949"/>
                  </a:lnTo>
                  <a:lnTo>
                    <a:pt x="183671" y="11624"/>
                  </a:lnTo>
                  <a:lnTo>
                    <a:pt x="190646" y="6974"/>
                  </a:lnTo>
                  <a:lnTo>
                    <a:pt x="195296" y="4649"/>
                  </a:lnTo>
                  <a:close/>
                  <a:moveTo>
                    <a:pt x="344092" y="0"/>
                  </a:moveTo>
                  <a:lnTo>
                    <a:pt x="516138" y="0"/>
                  </a:lnTo>
                  <a:lnTo>
                    <a:pt x="518463" y="0"/>
                  </a:lnTo>
                  <a:lnTo>
                    <a:pt x="523113" y="2325"/>
                  </a:lnTo>
                  <a:lnTo>
                    <a:pt x="527762" y="4650"/>
                  </a:lnTo>
                  <a:lnTo>
                    <a:pt x="530087" y="6975"/>
                  </a:lnTo>
                  <a:lnTo>
                    <a:pt x="532412" y="9300"/>
                  </a:lnTo>
                  <a:lnTo>
                    <a:pt x="534737" y="13950"/>
                  </a:lnTo>
                  <a:lnTo>
                    <a:pt x="534737" y="16274"/>
                  </a:lnTo>
                  <a:lnTo>
                    <a:pt x="537062" y="20924"/>
                  </a:lnTo>
                  <a:lnTo>
                    <a:pt x="537062" y="158096"/>
                  </a:lnTo>
                  <a:lnTo>
                    <a:pt x="534737" y="162746"/>
                  </a:lnTo>
                  <a:lnTo>
                    <a:pt x="534737" y="167396"/>
                  </a:lnTo>
                  <a:lnTo>
                    <a:pt x="532412" y="172046"/>
                  </a:lnTo>
                  <a:lnTo>
                    <a:pt x="530087" y="174371"/>
                  </a:lnTo>
                  <a:lnTo>
                    <a:pt x="527762" y="176696"/>
                  </a:lnTo>
                  <a:lnTo>
                    <a:pt x="523113" y="179021"/>
                  </a:lnTo>
                  <a:lnTo>
                    <a:pt x="518463" y="179021"/>
                  </a:lnTo>
                  <a:lnTo>
                    <a:pt x="516138" y="181345"/>
                  </a:lnTo>
                  <a:lnTo>
                    <a:pt x="446389" y="181345"/>
                  </a:lnTo>
                  <a:lnTo>
                    <a:pt x="446389" y="197620"/>
                  </a:lnTo>
                  <a:lnTo>
                    <a:pt x="469639" y="197620"/>
                  </a:lnTo>
                  <a:lnTo>
                    <a:pt x="474289" y="199945"/>
                  </a:lnTo>
                  <a:lnTo>
                    <a:pt x="476614" y="199945"/>
                  </a:lnTo>
                  <a:lnTo>
                    <a:pt x="481264" y="202270"/>
                  </a:lnTo>
                  <a:lnTo>
                    <a:pt x="483588" y="204595"/>
                  </a:lnTo>
                  <a:lnTo>
                    <a:pt x="485913" y="209245"/>
                  </a:lnTo>
                  <a:lnTo>
                    <a:pt x="488238" y="213895"/>
                  </a:lnTo>
                  <a:lnTo>
                    <a:pt x="488238" y="218544"/>
                  </a:lnTo>
                  <a:lnTo>
                    <a:pt x="571936" y="218544"/>
                  </a:lnTo>
                  <a:lnTo>
                    <a:pt x="574261" y="218544"/>
                  </a:lnTo>
                  <a:lnTo>
                    <a:pt x="576586" y="218544"/>
                  </a:lnTo>
                  <a:lnTo>
                    <a:pt x="578911" y="220869"/>
                  </a:lnTo>
                  <a:lnTo>
                    <a:pt x="581236" y="223194"/>
                  </a:lnTo>
                  <a:lnTo>
                    <a:pt x="581236" y="227844"/>
                  </a:lnTo>
                  <a:lnTo>
                    <a:pt x="581236" y="248769"/>
                  </a:lnTo>
                  <a:lnTo>
                    <a:pt x="581236" y="251094"/>
                  </a:lnTo>
                  <a:lnTo>
                    <a:pt x="578911" y="253419"/>
                  </a:lnTo>
                  <a:lnTo>
                    <a:pt x="576586" y="255743"/>
                  </a:lnTo>
                  <a:lnTo>
                    <a:pt x="574261" y="258068"/>
                  </a:lnTo>
                  <a:lnTo>
                    <a:pt x="571936" y="258068"/>
                  </a:lnTo>
                  <a:lnTo>
                    <a:pt x="544037" y="258068"/>
                  </a:lnTo>
                  <a:lnTo>
                    <a:pt x="544037" y="453363"/>
                  </a:lnTo>
                  <a:lnTo>
                    <a:pt x="318517" y="453363"/>
                  </a:lnTo>
                  <a:lnTo>
                    <a:pt x="318517" y="353391"/>
                  </a:lnTo>
                  <a:lnTo>
                    <a:pt x="416165" y="311542"/>
                  </a:lnTo>
                  <a:lnTo>
                    <a:pt x="420815" y="309217"/>
                  </a:lnTo>
                  <a:lnTo>
                    <a:pt x="425465" y="304567"/>
                  </a:lnTo>
                  <a:lnTo>
                    <a:pt x="430115" y="299917"/>
                  </a:lnTo>
                  <a:lnTo>
                    <a:pt x="432440" y="295267"/>
                  </a:lnTo>
                  <a:lnTo>
                    <a:pt x="437090" y="290618"/>
                  </a:lnTo>
                  <a:lnTo>
                    <a:pt x="437090" y="283643"/>
                  </a:lnTo>
                  <a:lnTo>
                    <a:pt x="439414" y="278993"/>
                  </a:lnTo>
                  <a:lnTo>
                    <a:pt x="439414" y="272018"/>
                  </a:lnTo>
                  <a:lnTo>
                    <a:pt x="437090" y="267368"/>
                  </a:lnTo>
                  <a:lnTo>
                    <a:pt x="434765" y="260393"/>
                  </a:lnTo>
                  <a:lnTo>
                    <a:pt x="409190" y="197620"/>
                  </a:lnTo>
                  <a:lnTo>
                    <a:pt x="411515" y="197620"/>
                  </a:lnTo>
                  <a:lnTo>
                    <a:pt x="411515" y="181345"/>
                  </a:lnTo>
                  <a:lnTo>
                    <a:pt x="395240" y="181345"/>
                  </a:lnTo>
                  <a:lnTo>
                    <a:pt x="390591" y="176696"/>
                  </a:lnTo>
                  <a:lnTo>
                    <a:pt x="385941" y="174371"/>
                  </a:lnTo>
                  <a:lnTo>
                    <a:pt x="381291" y="172046"/>
                  </a:lnTo>
                  <a:lnTo>
                    <a:pt x="376641" y="172046"/>
                  </a:lnTo>
                  <a:lnTo>
                    <a:pt x="371991" y="172046"/>
                  </a:lnTo>
                  <a:lnTo>
                    <a:pt x="367341" y="172046"/>
                  </a:lnTo>
                  <a:lnTo>
                    <a:pt x="360366" y="172046"/>
                  </a:lnTo>
                  <a:lnTo>
                    <a:pt x="355716" y="174371"/>
                  </a:lnTo>
                  <a:lnTo>
                    <a:pt x="353391" y="176696"/>
                  </a:lnTo>
                  <a:lnTo>
                    <a:pt x="346417" y="172046"/>
                  </a:lnTo>
                  <a:lnTo>
                    <a:pt x="341767" y="169721"/>
                  </a:lnTo>
                  <a:lnTo>
                    <a:pt x="334792" y="165071"/>
                  </a:lnTo>
                  <a:lnTo>
                    <a:pt x="330142" y="162746"/>
                  </a:lnTo>
                  <a:lnTo>
                    <a:pt x="323167" y="162746"/>
                  </a:lnTo>
                  <a:lnTo>
                    <a:pt x="323167" y="158096"/>
                  </a:lnTo>
                  <a:lnTo>
                    <a:pt x="323167" y="20924"/>
                  </a:lnTo>
                  <a:lnTo>
                    <a:pt x="323167" y="16274"/>
                  </a:lnTo>
                  <a:lnTo>
                    <a:pt x="325492" y="11625"/>
                  </a:lnTo>
                  <a:lnTo>
                    <a:pt x="327817" y="9300"/>
                  </a:lnTo>
                  <a:lnTo>
                    <a:pt x="330142" y="4650"/>
                  </a:lnTo>
                  <a:lnTo>
                    <a:pt x="334792" y="2325"/>
                  </a:lnTo>
                  <a:lnTo>
                    <a:pt x="339442" y="2325"/>
                  </a:lnTo>
                  <a:close/>
                </a:path>
              </a:pathLst>
            </a:custGeom>
            <a:solidFill>
              <a:srgbClr val="C00000"/>
            </a:solidFill>
            <a:ln w="0">
              <a:noFill/>
              <a:prstDash val="solid"/>
              <a:round/>
            </a:ln>
          </p:spPr>
          <p:txBody>
            <a:bodyPr vert="horz" wrap="square" lIns="91440" tIns="45720" rIns="91440" bIns="45720" numCol="1" anchor="t" anchorCtr="0" compatLnSpc="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ïṩlïḑê"/>
            <p:cNvSpPr/>
            <p:nvPr/>
          </p:nvSpPr>
          <p:spPr>
            <a:xfrm>
              <a:off x="673100" y="6011545"/>
              <a:ext cx="10845800" cy="132080"/>
            </a:xfrm>
            <a:prstGeom prst="roundRect">
              <a:avLst>
                <a:gd name="adj" fmla="val 50000"/>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8" name="íşľïḑè"/>
            <p:cNvSpPr/>
            <p:nvPr/>
          </p:nvSpPr>
          <p:spPr>
            <a:xfrm>
              <a:off x="673100" y="4999917"/>
              <a:ext cx="2607129"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49" name="îSļïdé"/>
            <p:cNvSpPr/>
            <p:nvPr/>
          </p:nvSpPr>
          <p:spPr>
            <a:xfrm>
              <a:off x="1552392" y="4039954"/>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0" name="ïS1íḋé"/>
            <p:cNvSpPr/>
            <p:nvPr/>
          </p:nvSpPr>
          <p:spPr>
            <a:xfrm>
              <a:off x="2685297" y="3071154"/>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1" name="isľiďê"/>
            <p:cNvSpPr/>
            <p:nvPr/>
          </p:nvSpPr>
          <p:spPr>
            <a:xfrm>
              <a:off x="4620477" y="2042546"/>
              <a:ext cx="2986287" cy="100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sp>
          <p:nvSpPr>
            <p:cNvPr id="52" name="í$1ïdê"/>
            <p:cNvSpPr/>
            <p:nvPr/>
          </p:nvSpPr>
          <p:spPr>
            <a:xfrm>
              <a:off x="6193762" y="1123950"/>
              <a:ext cx="2986287" cy="93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r" defTabSz="914400" rtl="0" eaLnBrk="1" fontAlgn="auto" latinLnBrk="0" hangingPunct="1">
                <a:lnSpc>
                  <a:spcPct val="120000"/>
                </a:lnSpc>
                <a:spcBef>
                  <a:spcPct val="0"/>
                </a:spcBef>
                <a:spcAft>
                  <a:spcPct val="0"/>
                </a:spcAft>
                <a:buClrTx/>
                <a:buSzTx/>
                <a:buFontTx/>
                <a:buNone/>
                <a:defRPr/>
              </a:pPr>
              <a:r>
                <a:rPr kumimoji="0" lang="en-US" altLang="zh-CN"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243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1" y="188"/>
            <a:ext cx="10847387" cy="6857624"/>
            <a:chOff x="673101" y="188"/>
            <a:chExt cx="10847387" cy="6857624"/>
          </a:xfrm>
        </p:grpSpPr>
        <p:sp>
          <p:nvSpPr>
            <p:cNvPr id="4" name="iṡ1ïḍê"/>
            <p:cNvSpPr/>
            <p:nvPr/>
          </p:nvSpPr>
          <p:spPr>
            <a:xfrm flipH="1">
              <a:off x="2129080" y="188"/>
              <a:ext cx="8157920" cy="6857624"/>
            </a:xfrm>
            <a:custGeom>
              <a:avLst/>
              <a:gdLst>
                <a:gd name="connsiteX0" fmla="*/ 0 w 7357707"/>
                <a:gd name="connsiteY0" fmla="*/ 0 h 7232650"/>
                <a:gd name="connsiteX1" fmla="*/ 2636168 w 7357707"/>
                <a:gd name="connsiteY1" fmla="*/ 0 h 7232650"/>
                <a:gd name="connsiteX2" fmla="*/ 7357707 w 7357707"/>
                <a:gd name="connsiteY2" fmla="*/ 7232650 h 7232650"/>
                <a:gd name="connsiteX3" fmla="*/ 4721539 w 7357707"/>
                <a:gd name="connsiteY3" fmla="*/ 7232650 h 7232650"/>
              </a:gdLst>
              <a:ahLst/>
              <a:cxnLst>
                <a:cxn ang="0">
                  <a:pos x="connsiteX0" y="connsiteY0"/>
                </a:cxn>
                <a:cxn ang="0">
                  <a:pos x="connsiteX1" y="connsiteY1"/>
                </a:cxn>
                <a:cxn ang="0">
                  <a:pos x="connsiteX2" y="connsiteY2"/>
                </a:cxn>
                <a:cxn ang="0">
                  <a:pos x="connsiteX3" y="connsiteY3"/>
                </a:cxn>
              </a:cxnLst>
              <a:rect l="l" t="t" r="r" b="b"/>
              <a:pathLst>
                <a:path w="7357707" h="7232650">
                  <a:moveTo>
                    <a:pt x="0" y="0"/>
                  </a:moveTo>
                  <a:lnTo>
                    <a:pt x="2636168" y="0"/>
                  </a:lnTo>
                  <a:lnTo>
                    <a:pt x="7357707" y="7232650"/>
                  </a:lnTo>
                  <a:lnTo>
                    <a:pt x="4721539" y="7232650"/>
                  </a:lnTo>
                  <a:close/>
                </a:path>
              </a:pathLst>
            </a:custGeom>
            <a:blipFill>
              <a:blip r:embed="rId3"/>
              <a:srcRect/>
              <a:stretch>
                <a:fillRect l="-13066" r="-13025"/>
              </a:stretch>
            </a:blipFill>
            <a:ln w="57150">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í$ľïḓê"/>
            <p:cNvSpPr txBox="1"/>
            <p:nvPr/>
          </p:nvSpPr>
          <p:spPr>
            <a:xfrm>
              <a:off x="673102" y="1130300"/>
              <a:ext cx="4406899" cy="852162"/>
            </a:xfrm>
            <a:prstGeom prst="rect">
              <a:avLst/>
            </a:prstGeom>
            <a:noFill/>
            <a:ln>
              <a:noFill/>
            </a:ln>
          </p:spPr>
          <p:txBody>
            <a:bodyPr wrap="square" lIns="91440" tIns="45720" rIns="91440" bIns="45720" anchor="b" anchorCtr="0">
              <a:normAutofit/>
            </a:bodyPr>
            <a:lstStyle/>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UNIFIED FONTS MAKE</a:t>
              </a:r>
            </a:p>
            <a:p>
              <a:pPr marL="0" marR="0" lvl="0" indent="0" algn="l" defTabSz="914400" rtl="0" eaLnBrk="1" fontAlgn="auto" latinLnBrk="0" hangingPunct="1">
                <a:lnSpc>
                  <a:spcPct val="100000"/>
                </a:lnSpc>
                <a:spcBef>
                  <a:spcPct val="0"/>
                </a:spcBef>
                <a:spcAft>
                  <a:spcPct val="0"/>
                </a:spcAft>
                <a:buClrTx/>
                <a:buSzPct val="25000"/>
                <a:buFontTx/>
                <a:buNone/>
                <a:defRPr/>
              </a:pPr>
              <a:r>
                <a:rPr kumimoji="0" lang="en-US" sz="20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READING MORE FLUENT.</a:t>
              </a:r>
            </a:p>
          </p:txBody>
        </p:sp>
        <p:sp>
          <p:nvSpPr>
            <p:cNvPr id="6" name="îṡlîḓé"/>
            <p:cNvSpPr txBox="1"/>
            <p:nvPr/>
          </p:nvSpPr>
          <p:spPr>
            <a:xfrm>
              <a:off x="673101" y="1982461"/>
              <a:ext cx="4406900" cy="1042172"/>
            </a:xfrm>
            <a:prstGeom prst="rect">
              <a:avLst/>
            </a:prstGeom>
            <a:noFill/>
            <a:ln>
              <a:noFill/>
            </a:ln>
          </p:spPr>
          <p:txBody>
            <a:bodyPr wrap="square" lIns="91440" tIns="45720" rIns="91440" bIns="45720" anchor="ctr" anchorCtr="0">
              <a:normAutofit/>
            </a:bodyPr>
            <a:lstStyle/>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l" defTabSz="914400" rtl="0" eaLnBrk="1" fontAlgn="auto" latinLnBrk="0" hangingPunct="1">
                <a:lnSpc>
                  <a:spcPct val="150000"/>
                </a:lnSpc>
                <a:spcBef>
                  <a:spcPct val="0"/>
                </a:spcBef>
                <a:spcAft>
                  <a:spcPct val="0"/>
                </a:spcAft>
                <a:buClrTx/>
                <a:buSzPct val="25000"/>
                <a:buFontTx/>
                <a:buNone/>
                <a:defRPr/>
              </a:pPr>
              <a:r>
                <a:rPr kumimoji="0" 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nvGrpSpPr>
            <p:cNvPr id="7" name="ïṧḷíḋe"/>
            <p:cNvGrpSpPr/>
            <p:nvPr/>
          </p:nvGrpSpPr>
          <p:grpSpPr>
            <a:xfrm>
              <a:off x="8154236" y="1787479"/>
              <a:ext cx="3364664" cy="1405110"/>
              <a:chOff x="8154236" y="1787479"/>
              <a:chExt cx="3364664" cy="1405110"/>
            </a:xfrm>
          </p:grpSpPr>
          <p:sp>
            <p:nvSpPr>
              <p:cNvPr id="16" name="íś1îḑè"/>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01</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7" name="iṣḻîďé"/>
              <p:cNvSpPr txBox="1"/>
              <p:nvPr/>
            </p:nvSpPr>
            <p:spPr>
              <a:xfrm>
                <a:off x="8978900" y="1787479"/>
                <a:ext cx="2540000"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8" name="iŝļiḍê"/>
              <p:cNvSpPr/>
              <p:nvPr/>
            </p:nvSpPr>
            <p:spPr>
              <a:xfrm>
                <a:off x="8978900" y="2267778"/>
                <a:ext cx="2540000"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nvGrpSpPr>
            <p:cNvPr id="8" name="ïşliďè"/>
            <p:cNvGrpSpPr/>
            <p:nvPr/>
          </p:nvGrpSpPr>
          <p:grpSpPr>
            <a:xfrm>
              <a:off x="7017168" y="3269812"/>
              <a:ext cx="4503320" cy="1405110"/>
              <a:chOff x="8154236" y="1787479"/>
              <a:chExt cx="4503320" cy="1405110"/>
            </a:xfrm>
          </p:grpSpPr>
          <p:sp>
            <p:nvSpPr>
              <p:cNvPr id="13" name="î$ļîḑé"/>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02</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4" name="íṩľiḋê"/>
              <p:cNvSpPr txBox="1"/>
              <p:nvPr/>
            </p:nvSpPr>
            <p:spPr>
              <a:xfrm>
                <a:off x="9017000" y="1787479"/>
                <a:ext cx="3640556"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5" name="îṩḷiḓe"/>
              <p:cNvSpPr/>
              <p:nvPr/>
            </p:nvSpPr>
            <p:spPr>
              <a:xfrm>
                <a:off x="9017000" y="2267778"/>
                <a:ext cx="3640556"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nvGrpSpPr>
            <p:cNvPr id="9" name="ïSḻîḋê"/>
            <p:cNvGrpSpPr/>
            <p:nvPr/>
          </p:nvGrpSpPr>
          <p:grpSpPr>
            <a:xfrm>
              <a:off x="5839076" y="4752144"/>
              <a:ext cx="4503320" cy="1405110"/>
              <a:chOff x="8154236" y="1787479"/>
              <a:chExt cx="4503320" cy="1405110"/>
            </a:xfrm>
          </p:grpSpPr>
          <p:sp>
            <p:nvSpPr>
              <p:cNvPr id="10" name="ïṩḷïḓê"/>
              <p:cNvSpPr/>
              <p:nvPr/>
            </p:nvSpPr>
            <p:spPr>
              <a:xfrm>
                <a:off x="8154236" y="1982461"/>
                <a:ext cx="735764" cy="735764"/>
              </a:xfrm>
              <a:prstGeom prst="ellipse">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03</a:t>
                </a:r>
                <a:endParaRPr kumimoji="0" lang="zh-CN" altLang="en-US" sz="2000" b="0" i="1"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1" name="iṧlïḓe"/>
              <p:cNvSpPr txBox="1"/>
              <p:nvPr/>
            </p:nvSpPr>
            <p:spPr>
              <a:xfrm>
                <a:off x="9017000" y="1787479"/>
                <a:ext cx="3640556" cy="480299"/>
              </a:xfrm>
              <a:prstGeom prst="rect">
                <a:avLst/>
              </a:prstGeom>
              <a:noFill/>
              <a:ln w="9525">
                <a:noFill/>
                <a:miter lim="800000"/>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Text here</a:t>
                </a:r>
              </a:p>
            </p:txBody>
          </p:sp>
          <p:sp>
            <p:nvSpPr>
              <p:cNvPr id="12" name="íṥḻídè"/>
              <p:cNvSpPr/>
              <p:nvPr/>
            </p:nvSpPr>
            <p:spPr>
              <a:xfrm>
                <a:off x="9017000" y="2267778"/>
                <a:ext cx="3640556" cy="92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l"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 …</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0" y="-1"/>
            <a:ext cx="12192000" cy="6858001"/>
          </a:xfrm>
          <a:prstGeom prst="rect">
            <a:avLst/>
          </a:prstGeom>
          <a:blipFill dpi="0" rotWithShape="1">
            <a:blip r:embed="rId2"/>
            <a:srcRect/>
            <a:stretch>
              <a:fillRect t="-9027" b="-9027"/>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0" y="2259957"/>
            <a:ext cx="12192000" cy="2615879"/>
          </a:xfrm>
          <a:prstGeom prst="rect">
            <a:avLst/>
          </a:prstGeom>
          <a:solidFill>
            <a:srgbClr val="C0000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 name="组合 8"/>
          <p:cNvGrpSpPr/>
          <p:nvPr/>
        </p:nvGrpSpPr>
        <p:grpSpPr>
          <a:xfrm>
            <a:off x="3094298" y="2862286"/>
            <a:ext cx="6003404" cy="1431597"/>
            <a:chOff x="3094297" y="2689907"/>
            <a:chExt cx="6003404" cy="1431597"/>
          </a:xfrm>
        </p:grpSpPr>
        <p:sp>
          <p:nvSpPr>
            <p:cNvPr id="5" name="文本框 4"/>
            <p:cNvSpPr txBox="1"/>
            <p:nvPr/>
          </p:nvSpPr>
          <p:spPr>
            <a:xfrm>
              <a:off x="4393210" y="3164684"/>
              <a:ext cx="3405578"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300" normalizeH="0" noProof="0">
                  <a:ln>
                    <a:noFill/>
                  </a:ln>
                  <a:solidFill>
                    <a:prstClr val="white"/>
                  </a:solidFill>
                  <a:effectLst/>
                  <a:uLnTx/>
                  <a:uFillTx/>
                  <a:latin typeface="思源黑体 CN Medium"/>
                  <a:ea typeface="思源黑体 CN Medium"/>
                  <a:cs typeface="思源黑体 CN Medium"/>
                  <a:sym typeface="思源黑体 CN Medium"/>
                </a:rPr>
                <a:t>请输入您的标题</a:t>
              </a:r>
            </a:p>
          </p:txBody>
        </p:sp>
        <p:sp>
          <p:nvSpPr>
            <p:cNvPr id="6" name="矩形 5"/>
            <p:cNvSpPr/>
            <p:nvPr/>
          </p:nvSpPr>
          <p:spPr>
            <a:xfrm>
              <a:off x="3094297" y="3614774"/>
              <a:ext cx="6003404" cy="506730"/>
            </a:xfrm>
            <a:prstGeom prst="rect">
              <a:avLst/>
            </a:prstGeom>
          </p:spPr>
          <p:txBody>
            <a:bodyPr vert="horz" wrap="square">
              <a:spAutoFit/>
            </a:body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Lorem ipsum dolor sit amet, please add your text here, lorem ipsum dolor sit amet, please add your text here , lorem ipsum dolor sit amet, please add your text here</a:t>
              </a:r>
              <a:endParaRPr kumimoji="0" lang="zh-CN" altLang="en-US" sz="9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圆角 6"/>
            <p:cNvSpPr/>
            <p:nvPr/>
          </p:nvSpPr>
          <p:spPr>
            <a:xfrm>
              <a:off x="5454509" y="2689907"/>
              <a:ext cx="1282979" cy="329869"/>
            </a:xfrm>
            <a:prstGeom prst="roundRect">
              <a:avLst>
                <a:gd name="adj" fmla="val 50000"/>
              </a:avLst>
            </a:prstGeom>
            <a:solidFill>
              <a:schemeClr val="tx1">
                <a:lumMod val="85000"/>
                <a:lumOff val="1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Part  04</a:t>
              </a:r>
              <a:endParaRPr kumimoji="0" lang="zh-CN" altLang="en-US" sz="1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24" name="iśļiḑê"/>
          <p:cNvGrpSpPr/>
          <p:nvPr/>
        </p:nvGrpSpPr>
        <p:grpSpPr>
          <a:xfrm flipH="1">
            <a:off x="9853428" y="1549163"/>
            <a:ext cx="1389524" cy="2166243"/>
            <a:chOff x="784666" y="1317270"/>
            <a:chExt cx="1972568" cy="3075192"/>
          </a:xfrm>
        </p:grpSpPr>
        <p:sp>
          <p:nvSpPr>
            <p:cNvPr id="97" name="iŝļïḑê"/>
            <p:cNvSpPr/>
            <p:nvPr/>
          </p:nvSpPr>
          <p:spPr>
            <a:xfrm rot="21017926" flipH="1">
              <a:off x="2013873" y="2809329"/>
              <a:ext cx="68023" cy="1322336"/>
            </a:xfrm>
            <a:prstGeom prst="roundRect">
              <a:avLst>
                <a:gd name="adj" fmla="val 50000"/>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8" name="íṩḷíďê"/>
            <p:cNvSpPr/>
            <p:nvPr/>
          </p:nvSpPr>
          <p:spPr>
            <a:xfrm rot="582074">
              <a:off x="1309794" y="3070126"/>
              <a:ext cx="68023" cy="1322336"/>
            </a:xfrm>
            <a:prstGeom prst="roundRect">
              <a:avLst>
                <a:gd name="adj" fmla="val 50000"/>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9" name="ïṡľide"/>
            <p:cNvSpPr/>
            <p:nvPr/>
          </p:nvSpPr>
          <p:spPr>
            <a:xfrm>
              <a:off x="784666" y="1317270"/>
              <a:ext cx="1972568" cy="25725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0" name="íṡ1îďé"/>
            <p:cNvSpPr/>
            <p:nvPr/>
          </p:nvSpPr>
          <p:spPr>
            <a:xfrm>
              <a:off x="987087" y="1546539"/>
              <a:ext cx="1620970" cy="211399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1" name="îşḻïďé"/>
            <p:cNvSpPr/>
            <p:nvPr/>
          </p:nvSpPr>
          <p:spPr>
            <a:xfrm>
              <a:off x="1190759" y="1778151"/>
              <a:ext cx="1265778" cy="165076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2" name="iŝliḋè"/>
            <p:cNvSpPr/>
            <p:nvPr/>
          </p:nvSpPr>
          <p:spPr>
            <a:xfrm>
              <a:off x="1370207" y="1980623"/>
              <a:ext cx="955274" cy="124582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3" name="ïslïḋê"/>
            <p:cNvSpPr/>
            <p:nvPr/>
          </p:nvSpPr>
          <p:spPr>
            <a:xfrm>
              <a:off x="1526661" y="2151020"/>
              <a:ext cx="693959" cy="9050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4" name="íṣ1îḋè"/>
            <p:cNvSpPr/>
            <p:nvPr/>
          </p:nvSpPr>
          <p:spPr>
            <a:xfrm>
              <a:off x="1658212" y="2298067"/>
              <a:ext cx="468453" cy="61093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5" name="iṧḻïḋê"/>
            <p:cNvSpPr/>
            <p:nvPr/>
          </p:nvSpPr>
          <p:spPr>
            <a:xfrm>
              <a:off x="1792046" y="2448845"/>
              <a:ext cx="237225" cy="30937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5" name="ísḷídé"/>
          <p:cNvGrpSpPr/>
          <p:nvPr/>
        </p:nvGrpSpPr>
        <p:grpSpPr>
          <a:xfrm flipH="1">
            <a:off x="779082" y="5271211"/>
            <a:ext cx="2172375" cy="517059"/>
            <a:chOff x="3866477" y="2100617"/>
            <a:chExt cx="2455465" cy="584445"/>
          </a:xfrm>
        </p:grpSpPr>
        <p:sp>
          <p:nvSpPr>
            <p:cNvPr id="88" name="ïṡḻïḋé"/>
            <p:cNvSpPr/>
            <p:nvPr/>
          </p:nvSpPr>
          <p:spPr>
            <a:xfrm rot="5400000">
              <a:off x="5329610" y="1468822"/>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9" name="ïṩļide"/>
            <p:cNvSpPr/>
            <p:nvPr/>
          </p:nvSpPr>
          <p:spPr>
            <a:xfrm rot="5400000" flipH="1">
              <a:off x="5329611" y="1513211"/>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0" name="íŝ1iḋe"/>
            <p:cNvSpPr/>
            <p:nvPr/>
          </p:nvSpPr>
          <p:spPr>
            <a:xfrm flipV="1">
              <a:off x="5860070" y="2409855"/>
              <a:ext cx="461872" cy="275207"/>
            </a:xfrm>
            <a:prstGeom prst="parallelogram">
              <a:avLst>
                <a:gd name="adj" fmla="val 57754"/>
              </a:avLst>
            </a:pr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1" name="ïṡlíḍè"/>
            <p:cNvSpPr/>
            <p:nvPr/>
          </p:nvSpPr>
          <p:spPr>
            <a:xfrm rot="10800000" flipH="1" flipV="1">
              <a:off x="5860070" y="2100617"/>
              <a:ext cx="461872" cy="242655"/>
            </a:xfrm>
            <a:prstGeom prst="parallelogram">
              <a:avLst>
                <a:gd name="adj" fmla="val 65071"/>
              </a:avLst>
            </a:prstGeom>
            <a:solidFill>
              <a:srgbClr val="A23C2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92" name="íṧḻíḋê"/>
            <p:cNvGrpSpPr/>
            <p:nvPr/>
          </p:nvGrpSpPr>
          <p:grpSpPr>
            <a:xfrm>
              <a:off x="3866477" y="2203156"/>
              <a:ext cx="694951" cy="369007"/>
              <a:chOff x="4202966" y="2223442"/>
              <a:chExt cx="377885" cy="328441"/>
            </a:xfrm>
          </p:grpSpPr>
          <p:sp>
            <p:nvSpPr>
              <p:cNvPr id="93" name="îşḷîḓe"/>
              <p:cNvSpPr/>
              <p:nvPr/>
            </p:nvSpPr>
            <p:spPr>
              <a:xfrm rot="5400000" flipV="1">
                <a:off x="4320039" y="2291071"/>
                <a:ext cx="164221" cy="357403"/>
              </a:xfrm>
              <a:prstGeom prst="rtTriangle">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4" name="ïṡļîḋê"/>
              <p:cNvSpPr/>
              <p:nvPr/>
            </p:nvSpPr>
            <p:spPr>
              <a:xfrm rot="5400000" flipH="1" flipV="1">
                <a:off x="4320040" y="2126851"/>
                <a:ext cx="164220" cy="357403"/>
              </a:xfrm>
              <a:prstGeom prst="rtTriangle">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5" name="ísḻîḋé"/>
              <p:cNvSpPr/>
              <p:nvPr/>
            </p:nvSpPr>
            <p:spPr>
              <a:xfrm rot="5400000" flipV="1">
                <a:off x="4299559" y="2291069"/>
                <a:ext cx="164219" cy="357403"/>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6" name="i$ľïdé"/>
              <p:cNvSpPr/>
              <p:nvPr/>
            </p:nvSpPr>
            <p:spPr>
              <a:xfrm rot="5400000" flipH="1" flipV="1">
                <a:off x="4299558" y="2126850"/>
                <a:ext cx="164219" cy="357403"/>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26" name="í$ḷïḍe"/>
          <p:cNvGrpSpPr/>
          <p:nvPr/>
        </p:nvGrpSpPr>
        <p:grpSpPr>
          <a:xfrm>
            <a:off x="6044474" y="4659485"/>
            <a:ext cx="870277" cy="870277"/>
            <a:chOff x="4273197" y="3211513"/>
            <a:chExt cx="1238396" cy="1238396"/>
          </a:xfrm>
        </p:grpSpPr>
        <p:sp>
          <p:nvSpPr>
            <p:cNvPr id="86" name="íSļïd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7" name="îṡḻîde"/>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27" name="ïṩḷîḋé"/>
          <p:cNvGrpSpPr/>
          <p:nvPr/>
        </p:nvGrpSpPr>
        <p:grpSpPr>
          <a:xfrm>
            <a:off x="5733936" y="2547583"/>
            <a:ext cx="870276" cy="626940"/>
            <a:chOff x="4054248" y="3194905"/>
            <a:chExt cx="626939" cy="626940"/>
          </a:xfrm>
        </p:grpSpPr>
        <p:cxnSp>
          <p:nvCxnSpPr>
            <p:cNvPr id="82" name="直接连接符 81"/>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ïS1iḓé"/>
            <p:cNvGrpSpPr/>
            <p:nvPr/>
          </p:nvGrpSpPr>
          <p:grpSpPr>
            <a:xfrm flipH="1">
              <a:off x="4054248" y="3194905"/>
              <a:ext cx="626939" cy="626939"/>
              <a:chOff x="4273197" y="3211513"/>
              <a:chExt cx="1238396" cy="1238396"/>
            </a:xfrm>
          </p:grpSpPr>
          <p:sp>
            <p:nvSpPr>
              <p:cNvPr id="84" name="ïśḷîḍ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5" name="îšľiḑe"/>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28" name="îsḷiḑé"/>
          <p:cNvGrpSpPr/>
          <p:nvPr/>
        </p:nvGrpSpPr>
        <p:grpSpPr>
          <a:xfrm flipH="1">
            <a:off x="6022155" y="3321829"/>
            <a:ext cx="870276" cy="626940"/>
            <a:chOff x="4054248" y="3194905"/>
            <a:chExt cx="626939" cy="626940"/>
          </a:xfrm>
        </p:grpSpPr>
        <p:cxnSp>
          <p:nvCxnSpPr>
            <p:cNvPr id="78" name="直接连接符 77"/>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9" name="is1íḓê"/>
            <p:cNvGrpSpPr/>
            <p:nvPr/>
          </p:nvGrpSpPr>
          <p:grpSpPr>
            <a:xfrm flipH="1">
              <a:off x="4054248" y="3194905"/>
              <a:ext cx="626939" cy="626939"/>
              <a:chOff x="4273197" y="3211513"/>
              <a:chExt cx="1238396" cy="1238396"/>
            </a:xfrm>
          </p:grpSpPr>
          <p:sp>
            <p:nvSpPr>
              <p:cNvPr id="80" name="islîḋe"/>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1" name="ïšḻiḋé"/>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29" name="ïşļiḋè"/>
          <p:cNvGrpSpPr/>
          <p:nvPr/>
        </p:nvGrpSpPr>
        <p:grpSpPr>
          <a:xfrm>
            <a:off x="5791295" y="4032544"/>
            <a:ext cx="870276" cy="626940"/>
            <a:chOff x="4054248" y="3194905"/>
            <a:chExt cx="626939" cy="626940"/>
          </a:xfrm>
        </p:grpSpPr>
        <p:cxnSp>
          <p:nvCxnSpPr>
            <p:cNvPr id="74" name="直接连接符 73"/>
            <p:cNvCxnSpPr/>
            <p:nvPr/>
          </p:nvCxnSpPr>
          <p:spPr>
            <a:xfrm flipH="1">
              <a:off x="4367719" y="3821845"/>
              <a:ext cx="221518"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5" name="ïṩḻíde"/>
            <p:cNvGrpSpPr/>
            <p:nvPr/>
          </p:nvGrpSpPr>
          <p:grpSpPr>
            <a:xfrm flipH="1">
              <a:off x="4054248" y="3194905"/>
              <a:ext cx="626939" cy="626939"/>
              <a:chOff x="4273197" y="3211513"/>
              <a:chExt cx="1238396" cy="1238396"/>
            </a:xfrm>
          </p:grpSpPr>
          <p:sp>
            <p:nvSpPr>
              <p:cNvPr id="76" name="íšlîďê"/>
              <p:cNvSpPr/>
              <p:nvPr/>
            </p:nvSpPr>
            <p:spPr>
              <a:xfrm flipV="1">
                <a:off x="4273197" y="3211513"/>
                <a:ext cx="1238396" cy="1238396"/>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ïš1îḓê"/>
              <p:cNvSpPr/>
              <p:nvPr/>
            </p:nvSpPr>
            <p:spPr>
              <a:xfrm>
                <a:off x="4273197" y="3211513"/>
                <a:ext cx="1238395" cy="1238395"/>
              </a:xfrm>
              <a:prstGeom prst="arc">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grpSp>
        <p:nvGrpSpPr>
          <p:cNvPr id="30" name="iṧḻíḑe"/>
          <p:cNvGrpSpPr/>
          <p:nvPr/>
        </p:nvGrpSpPr>
        <p:grpSpPr>
          <a:xfrm>
            <a:off x="3227252" y="5529764"/>
            <a:ext cx="3252360" cy="0"/>
            <a:chOff x="2559740" y="4449909"/>
            <a:chExt cx="2342967" cy="0"/>
          </a:xfrm>
        </p:grpSpPr>
        <p:cxnSp>
          <p:nvCxnSpPr>
            <p:cNvPr id="71" name="直接连接符 70"/>
            <p:cNvCxnSpPr/>
            <p:nvPr/>
          </p:nvCxnSpPr>
          <p:spPr>
            <a:xfrm>
              <a:off x="4280170" y="4449909"/>
              <a:ext cx="622537"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900791" y="4449909"/>
              <a:ext cx="243159"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559740" y="4449909"/>
              <a:ext cx="1234014"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1" name="îṡ1íḑe"/>
          <p:cNvGrpSpPr/>
          <p:nvPr/>
        </p:nvGrpSpPr>
        <p:grpSpPr>
          <a:xfrm flipH="1">
            <a:off x="6169080" y="2428793"/>
            <a:ext cx="4230525" cy="0"/>
            <a:chOff x="1855080" y="4449909"/>
            <a:chExt cx="3047627" cy="0"/>
          </a:xfrm>
        </p:grpSpPr>
        <p:cxnSp>
          <p:nvCxnSpPr>
            <p:cNvPr id="68" name="直接连接符 67"/>
            <p:cNvCxnSpPr/>
            <p:nvPr/>
          </p:nvCxnSpPr>
          <p:spPr>
            <a:xfrm>
              <a:off x="4280170" y="4449909"/>
              <a:ext cx="622537"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900791" y="4449909"/>
              <a:ext cx="243159"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855080" y="4449909"/>
              <a:ext cx="1938674" cy="0"/>
            </a:xfrm>
            <a:prstGeom prst="line">
              <a:avLst/>
            </a:prstGeom>
            <a:ln w="28575"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2" name="ïṥḻîde"/>
          <p:cNvSpPr/>
          <p:nvPr/>
        </p:nvSpPr>
        <p:spPr>
          <a:xfrm>
            <a:off x="6153354" y="4773734"/>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isļíḓe"/>
          <p:cNvSpPr/>
          <p:nvPr/>
        </p:nvSpPr>
        <p:spPr>
          <a:xfrm>
            <a:off x="5803634" y="3728601"/>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4" name="îSlîḓè"/>
          <p:cNvSpPr/>
          <p:nvPr/>
        </p:nvSpPr>
        <p:spPr>
          <a:xfrm>
            <a:off x="6113334" y="2927706"/>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5" name="íŝ1idè"/>
          <p:cNvSpPr/>
          <p:nvPr/>
        </p:nvSpPr>
        <p:spPr>
          <a:xfrm>
            <a:off x="5922494" y="2150756"/>
            <a:ext cx="607879" cy="60788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400" b="0"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36" name="iśḷïḑè"/>
          <p:cNvGrpSpPr/>
          <p:nvPr/>
        </p:nvGrpSpPr>
        <p:grpSpPr>
          <a:xfrm>
            <a:off x="7017532" y="4575150"/>
            <a:ext cx="3021076" cy="1031620"/>
            <a:chOff x="673100" y="4913048"/>
            <a:chExt cx="2394314" cy="1031620"/>
          </a:xfrm>
        </p:grpSpPr>
        <p:sp>
          <p:nvSpPr>
            <p:cNvPr id="66" name="îşḻîḋé"/>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7" name="iṥlíḑé"/>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01.Text here</a:t>
              </a:r>
            </a:p>
          </p:txBody>
        </p:sp>
      </p:grpSp>
      <p:grpSp>
        <p:nvGrpSpPr>
          <p:cNvPr id="37" name="iṩḷïďè"/>
          <p:cNvGrpSpPr/>
          <p:nvPr/>
        </p:nvGrpSpPr>
        <p:grpSpPr>
          <a:xfrm>
            <a:off x="2592859" y="3432957"/>
            <a:ext cx="3021076" cy="1031620"/>
            <a:chOff x="673100" y="4913048"/>
            <a:chExt cx="2394314" cy="1031620"/>
          </a:xfrm>
        </p:grpSpPr>
        <p:sp>
          <p:nvSpPr>
            <p:cNvPr id="64" name="íSḷîd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5" name="işlidê"/>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02.Text here</a:t>
              </a:r>
            </a:p>
          </p:txBody>
        </p:sp>
      </p:grpSp>
      <p:grpSp>
        <p:nvGrpSpPr>
          <p:cNvPr id="38" name="ïŝḷïḋè"/>
          <p:cNvGrpSpPr/>
          <p:nvPr/>
        </p:nvGrpSpPr>
        <p:grpSpPr>
          <a:xfrm>
            <a:off x="6890713" y="2764952"/>
            <a:ext cx="2650680" cy="1031620"/>
            <a:chOff x="673100" y="4913048"/>
            <a:chExt cx="2394314" cy="1031620"/>
          </a:xfrm>
        </p:grpSpPr>
        <p:sp>
          <p:nvSpPr>
            <p:cNvPr id="62" name="î$1îḋ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3" name="ïšľíḋe"/>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03.Text here</a:t>
              </a:r>
            </a:p>
          </p:txBody>
        </p:sp>
      </p:grpSp>
      <p:grpSp>
        <p:nvGrpSpPr>
          <p:cNvPr id="39" name="î$ḻîďê"/>
          <p:cNvGrpSpPr/>
          <p:nvPr/>
        </p:nvGrpSpPr>
        <p:grpSpPr>
          <a:xfrm>
            <a:off x="3450379" y="1474075"/>
            <a:ext cx="2650680" cy="1031620"/>
            <a:chOff x="673100" y="4913048"/>
            <a:chExt cx="2394314" cy="1031620"/>
          </a:xfrm>
        </p:grpSpPr>
        <p:sp>
          <p:nvSpPr>
            <p:cNvPr id="60" name="iṥḻïḍe"/>
            <p:cNvSpPr/>
            <p:nvPr/>
          </p:nvSpPr>
          <p:spPr>
            <a:xfrm>
              <a:off x="673100" y="5354853"/>
              <a:ext cx="2394314" cy="58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p:txBody>
        </p:sp>
        <p:sp>
          <p:nvSpPr>
            <p:cNvPr id="61" name="îśľîḍé"/>
            <p:cNvSpPr txBox="1"/>
            <p:nvPr/>
          </p:nvSpPr>
          <p:spPr>
            <a:xfrm>
              <a:off x="673100" y="4913048"/>
              <a:ext cx="239431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04.Text here</a:t>
              </a:r>
            </a:p>
          </p:txBody>
        </p:sp>
      </p:grpSp>
      <p:sp>
        <p:nvSpPr>
          <p:cNvPr id="40" name="îṣļiďe"/>
          <p:cNvSpPr/>
          <p:nvPr/>
        </p:nvSpPr>
        <p:spPr>
          <a:xfrm>
            <a:off x="6261624" y="4920503"/>
            <a:ext cx="391338" cy="314342"/>
          </a:xfrm>
          <a:custGeom>
            <a:avLst/>
            <a:gdLst>
              <a:gd name="connsiteX0" fmla="*/ 360943 w 600541"/>
              <a:gd name="connsiteY0" fmla="*/ 344430 h 482385"/>
              <a:gd name="connsiteX1" fmla="*/ 415206 w 600541"/>
              <a:gd name="connsiteY1" fmla="*/ 369480 h 482385"/>
              <a:gd name="connsiteX2" fmla="*/ 334409 w 600541"/>
              <a:gd name="connsiteY2" fmla="*/ 431508 h 482385"/>
              <a:gd name="connsiteX3" fmla="*/ 360943 w 600541"/>
              <a:gd name="connsiteY3" fmla="*/ 344430 h 482385"/>
              <a:gd name="connsiteX4" fmla="*/ 158230 w 600541"/>
              <a:gd name="connsiteY4" fmla="*/ 344430 h 482385"/>
              <a:gd name="connsiteX5" fmla="*/ 184529 w 600541"/>
              <a:gd name="connsiteY5" fmla="*/ 431014 h 482385"/>
              <a:gd name="connsiteX6" fmla="*/ 104437 w 600541"/>
              <a:gd name="connsiteY6" fmla="*/ 369236 h 482385"/>
              <a:gd name="connsiteX7" fmla="*/ 158230 w 600541"/>
              <a:gd name="connsiteY7" fmla="*/ 344430 h 482385"/>
              <a:gd name="connsiteX8" fmla="*/ 272241 w 600541"/>
              <a:gd name="connsiteY8" fmla="*/ 331516 h 482385"/>
              <a:gd name="connsiteX9" fmla="*/ 343018 w 600541"/>
              <a:gd name="connsiteY9" fmla="*/ 339630 h 482385"/>
              <a:gd name="connsiteX10" fmla="*/ 308586 w 600541"/>
              <a:gd name="connsiteY10" fmla="*/ 440343 h 482385"/>
              <a:gd name="connsiteX11" fmla="*/ 272241 w 600541"/>
              <a:gd name="connsiteY11" fmla="*/ 445832 h 482385"/>
              <a:gd name="connsiteX12" fmla="*/ 253118 w 600541"/>
              <a:gd name="connsiteY12" fmla="*/ 331516 h 482385"/>
              <a:gd name="connsiteX13" fmla="*/ 253118 w 600541"/>
              <a:gd name="connsiteY13" fmla="*/ 446044 h 482385"/>
              <a:gd name="connsiteX14" fmla="*/ 212245 w 600541"/>
              <a:gd name="connsiteY14" fmla="*/ 440079 h 482385"/>
              <a:gd name="connsiteX15" fmla="*/ 177825 w 600541"/>
              <a:gd name="connsiteY15" fmla="*/ 339867 h 482385"/>
              <a:gd name="connsiteX16" fmla="*/ 253118 w 600541"/>
              <a:gd name="connsiteY16" fmla="*/ 331516 h 482385"/>
              <a:gd name="connsiteX17" fmla="*/ 368784 w 600541"/>
              <a:gd name="connsiteY17" fmla="*/ 260175 h 482385"/>
              <a:gd name="connsiteX18" fmla="*/ 454583 w 600541"/>
              <a:gd name="connsiteY18" fmla="*/ 260175 h 482385"/>
              <a:gd name="connsiteX19" fmla="*/ 425904 w 600541"/>
              <a:gd name="connsiteY19" fmla="*/ 353251 h 482385"/>
              <a:gd name="connsiteX20" fmla="*/ 363765 w 600541"/>
              <a:gd name="connsiteY20" fmla="*/ 325090 h 482385"/>
              <a:gd name="connsiteX21" fmla="*/ 368784 w 600541"/>
              <a:gd name="connsiteY21" fmla="*/ 260175 h 482385"/>
              <a:gd name="connsiteX22" fmla="*/ 272241 w 600541"/>
              <a:gd name="connsiteY22" fmla="*/ 260175 h 482385"/>
              <a:gd name="connsiteX23" fmla="*/ 349440 w 600541"/>
              <a:gd name="connsiteY23" fmla="*/ 260175 h 482385"/>
              <a:gd name="connsiteX24" fmla="*/ 345616 w 600541"/>
              <a:gd name="connsiteY24" fmla="*/ 320297 h 482385"/>
              <a:gd name="connsiteX25" fmla="*/ 272241 w 600541"/>
              <a:gd name="connsiteY25" fmla="*/ 312185 h 482385"/>
              <a:gd name="connsiteX26" fmla="*/ 169710 w 600541"/>
              <a:gd name="connsiteY26" fmla="*/ 260175 h 482385"/>
              <a:gd name="connsiteX27" fmla="*/ 253118 w 600541"/>
              <a:gd name="connsiteY27" fmla="*/ 260175 h 482385"/>
              <a:gd name="connsiteX28" fmla="*/ 253118 w 600541"/>
              <a:gd name="connsiteY28" fmla="*/ 312185 h 482385"/>
              <a:gd name="connsiteX29" fmla="*/ 174729 w 600541"/>
              <a:gd name="connsiteY29" fmla="*/ 320297 h 482385"/>
              <a:gd name="connsiteX30" fmla="*/ 169710 w 600541"/>
              <a:gd name="connsiteY30" fmla="*/ 260175 h 482385"/>
              <a:gd name="connsiteX31" fmla="*/ 65273 w 600541"/>
              <a:gd name="connsiteY31" fmla="*/ 260175 h 482385"/>
              <a:gd name="connsiteX32" fmla="*/ 150605 w 600541"/>
              <a:gd name="connsiteY32" fmla="*/ 260175 h 482385"/>
              <a:gd name="connsiteX33" fmla="*/ 155385 w 600541"/>
              <a:gd name="connsiteY33" fmla="*/ 325078 h 482385"/>
              <a:gd name="connsiteX34" fmla="*/ 93717 w 600541"/>
              <a:gd name="connsiteY34" fmla="*/ 352757 h 482385"/>
              <a:gd name="connsiteX35" fmla="*/ 65273 w 600541"/>
              <a:gd name="connsiteY35" fmla="*/ 260175 h 482385"/>
              <a:gd name="connsiteX36" fmla="*/ 346333 w 600541"/>
              <a:gd name="connsiteY36" fmla="*/ 186645 h 482385"/>
              <a:gd name="connsiteX37" fmla="*/ 349440 w 600541"/>
              <a:gd name="connsiteY37" fmla="*/ 244367 h 482385"/>
              <a:gd name="connsiteX38" fmla="*/ 272241 w 600541"/>
              <a:gd name="connsiteY38" fmla="*/ 244367 h 482385"/>
              <a:gd name="connsiteX39" fmla="*/ 272241 w 600541"/>
              <a:gd name="connsiteY39" fmla="*/ 193801 h 482385"/>
              <a:gd name="connsiteX40" fmla="*/ 346333 w 600541"/>
              <a:gd name="connsiteY40" fmla="*/ 186645 h 482385"/>
              <a:gd name="connsiteX41" fmla="*/ 174251 w 600541"/>
              <a:gd name="connsiteY41" fmla="*/ 186645 h 482385"/>
              <a:gd name="connsiteX42" fmla="*/ 253118 w 600541"/>
              <a:gd name="connsiteY42" fmla="*/ 193801 h 482385"/>
              <a:gd name="connsiteX43" fmla="*/ 253118 w 600541"/>
              <a:gd name="connsiteY43" fmla="*/ 244367 h 482385"/>
              <a:gd name="connsiteX44" fmla="*/ 169710 w 600541"/>
              <a:gd name="connsiteY44" fmla="*/ 244367 h 482385"/>
              <a:gd name="connsiteX45" fmla="*/ 174251 w 600541"/>
              <a:gd name="connsiteY45" fmla="*/ 186645 h 482385"/>
              <a:gd name="connsiteX46" fmla="*/ 92525 w 600541"/>
              <a:gd name="connsiteY46" fmla="*/ 153974 h 482385"/>
              <a:gd name="connsiteX47" fmla="*/ 154679 w 600541"/>
              <a:gd name="connsiteY47" fmla="*/ 181879 h 482385"/>
              <a:gd name="connsiteX48" fmla="*/ 150376 w 600541"/>
              <a:gd name="connsiteY48" fmla="*/ 244368 h 482385"/>
              <a:gd name="connsiteX49" fmla="*/ 65273 w 600541"/>
              <a:gd name="connsiteY49" fmla="*/ 244368 h 482385"/>
              <a:gd name="connsiteX50" fmla="*/ 92525 w 600541"/>
              <a:gd name="connsiteY50" fmla="*/ 153974 h 482385"/>
              <a:gd name="connsiteX51" fmla="*/ 426413 w 600541"/>
              <a:gd name="connsiteY51" fmla="*/ 153197 h 482385"/>
              <a:gd name="connsiteX52" fmla="*/ 429044 w 600541"/>
              <a:gd name="connsiteY52" fmla="*/ 156061 h 482385"/>
              <a:gd name="connsiteX53" fmla="*/ 444350 w 600541"/>
              <a:gd name="connsiteY53" fmla="*/ 188758 h 482385"/>
              <a:gd name="connsiteX54" fmla="*/ 404410 w 600541"/>
              <a:gd name="connsiteY54" fmla="*/ 212863 h 482385"/>
              <a:gd name="connsiteX55" fmla="*/ 392930 w 600541"/>
              <a:gd name="connsiteY55" fmla="*/ 231002 h 482385"/>
              <a:gd name="connsiteX56" fmla="*/ 394844 w 600541"/>
              <a:gd name="connsiteY56" fmla="*/ 244367 h 482385"/>
              <a:gd name="connsiteX57" fmla="*/ 368775 w 600541"/>
              <a:gd name="connsiteY57" fmla="*/ 244367 h 482385"/>
              <a:gd name="connsiteX58" fmla="*/ 364470 w 600541"/>
              <a:gd name="connsiteY58" fmla="*/ 181837 h 482385"/>
              <a:gd name="connsiteX59" fmla="*/ 426413 w 600541"/>
              <a:gd name="connsiteY59" fmla="*/ 153197 h 482385"/>
              <a:gd name="connsiteX60" fmla="*/ 182835 w 600541"/>
              <a:gd name="connsiteY60" fmla="*/ 72541 h 482385"/>
              <a:gd name="connsiteX61" fmla="*/ 157498 w 600541"/>
              <a:gd name="connsiteY61" fmla="*/ 161101 h 482385"/>
              <a:gd name="connsiteX62" fmla="*/ 103237 w 600541"/>
              <a:gd name="connsiteY62" fmla="*/ 135798 h 482385"/>
              <a:gd name="connsiteX63" fmla="*/ 182835 w 600541"/>
              <a:gd name="connsiteY63" fmla="*/ 72541 h 482385"/>
              <a:gd name="connsiteX64" fmla="*/ 336032 w 600541"/>
              <a:gd name="connsiteY64" fmla="*/ 72330 h 482385"/>
              <a:gd name="connsiteX65" fmla="*/ 374284 w 600541"/>
              <a:gd name="connsiteY65" fmla="*/ 93807 h 482385"/>
              <a:gd name="connsiteX66" fmla="*/ 373806 w 600541"/>
              <a:gd name="connsiteY66" fmla="*/ 94284 h 482385"/>
              <a:gd name="connsiteX67" fmla="*/ 361852 w 600541"/>
              <a:gd name="connsiteY67" fmla="*/ 111943 h 482385"/>
              <a:gd name="connsiteX68" fmla="*/ 368785 w 600541"/>
              <a:gd name="connsiteY68" fmla="*/ 131988 h 482385"/>
              <a:gd name="connsiteX69" fmla="*/ 370220 w 600541"/>
              <a:gd name="connsiteY69" fmla="*/ 133420 h 482385"/>
              <a:gd name="connsiteX70" fmla="*/ 393649 w 600541"/>
              <a:gd name="connsiteY70" fmla="*/ 142726 h 482385"/>
              <a:gd name="connsiteX71" fmla="*/ 396279 w 600541"/>
              <a:gd name="connsiteY71" fmla="*/ 142726 h 482385"/>
              <a:gd name="connsiteX72" fmla="*/ 407515 w 600541"/>
              <a:gd name="connsiteY72" fmla="*/ 141533 h 482385"/>
              <a:gd name="connsiteX73" fmla="*/ 361613 w 600541"/>
              <a:gd name="connsiteY73" fmla="*/ 161101 h 482385"/>
              <a:gd name="connsiteX74" fmla="*/ 336032 w 600541"/>
              <a:gd name="connsiteY74" fmla="*/ 72330 h 482385"/>
              <a:gd name="connsiteX75" fmla="*/ 272241 w 600541"/>
              <a:gd name="connsiteY75" fmla="*/ 57299 h 482385"/>
              <a:gd name="connsiteX76" fmla="*/ 310732 w 600541"/>
              <a:gd name="connsiteY76" fmla="*/ 63263 h 482385"/>
              <a:gd name="connsiteX77" fmla="*/ 343724 w 600541"/>
              <a:gd name="connsiteY77" fmla="*/ 165849 h 482385"/>
              <a:gd name="connsiteX78" fmla="*/ 272241 w 600541"/>
              <a:gd name="connsiteY78" fmla="*/ 174438 h 482385"/>
              <a:gd name="connsiteX79" fmla="*/ 253118 w 600541"/>
              <a:gd name="connsiteY79" fmla="*/ 57017 h 482385"/>
              <a:gd name="connsiteX80" fmla="*/ 253118 w 600541"/>
              <a:gd name="connsiteY80" fmla="*/ 174438 h 482385"/>
              <a:gd name="connsiteX81" fmla="*/ 177119 w 600541"/>
              <a:gd name="connsiteY81" fmla="*/ 165846 h 482385"/>
              <a:gd name="connsiteX82" fmla="*/ 209861 w 600541"/>
              <a:gd name="connsiteY82" fmla="*/ 63461 h 482385"/>
              <a:gd name="connsiteX83" fmla="*/ 253118 w 600541"/>
              <a:gd name="connsiteY83" fmla="*/ 57017 h 482385"/>
              <a:gd name="connsiteX84" fmla="*/ 253128 w 600541"/>
              <a:gd name="connsiteY84" fmla="*/ 0 h 482385"/>
              <a:gd name="connsiteX85" fmla="*/ 424509 w 600541"/>
              <a:gd name="connsiteY85" fmla="*/ 66832 h 482385"/>
              <a:gd name="connsiteX86" fmla="*/ 436699 w 600541"/>
              <a:gd name="connsiteY86" fmla="*/ 45350 h 482385"/>
              <a:gd name="connsiteX87" fmla="*/ 445782 w 600541"/>
              <a:gd name="connsiteY87" fmla="*/ 40099 h 482385"/>
              <a:gd name="connsiteX88" fmla="*/ 453192 w 600541"/>
              <a:gd name="connsiteY88" fmla="*/ 43202 h 482385"/>
              <a:gd name="connsiteX89" fmla="*/ 459168 w 600541"/>
              <a:gd name="connsiteY89" fmla="*/ 48931 h 482385"/>
              <a:gd name="connsiteX90" fmla="*/ 463231 w 600541"/>
              <a:gd name="connsiteY90" fmla="*/ 60865 h 482385"/>
              <a:gd name="connsiteX91" fmla="*/ 461080 w 600541"/>
              <a:gd name="connsiteY91" fmla="*/ 82585 h 482385"/>
              <a:gd name="connsiteX92" fmla="*/ 517251 w 600541"/>
              <a:gd name="connsiteY92" fmla="*/ 138677 h 482385"/>
              <a:gd name="connsiteX93" fmla="*/ 553582 w 600541"/>
              <a:gd name="connsiteY93" fmla="*/ 79005 h 482385"/>
              <a:gd name="connsiteX94" fmla="*/ 564578 w 600541"/>
              <a:gd name="connsiteY94" fmla="*/ 72561 h 482385"/>
              <a:gd name="connsiteX95" fmla="*/ 573900 w 600541"/>
              <a:gd name="connsiteY95" fmla="*/ 76618 h 482385"/>
              <a:gd name="connsiteX96" fmla="*/ 578441 w 600541"/>
              <a:gd name="connsiteY96" fmla="*/ 80915 h 482385"/>
              <a:gd name="connsiteX97" fmla="*/ 582983 w 600541"/>
              <a:gd name="connsiteY97" fmla="*/ 99532 h 482385"/>
              <a:gd name="connsiteX98" fmla="*/ 558841 w 600541"/>
              <a:gd name="connsiteY98" fmla="*/ 180208 h 482385"/>
              <a:gd name="connsiteX99" fmla="*/ 592544 w 600541"/>
              <a:gd name="connsiteY99" fmla="*/ 214102 h 482385"/>
              <a:gd name="connsiteX100" fmla="*/ 589914 w 600541"/>
              <a:gd name="connsiteY100" fmla="*/ 258020 h 482385"/>
              <a:gd name="connsiteX101" fmla="*/ 589675 w 600541"/>
              <a:gd name="connsiteY101" fmla="*/ 258497 h 482385"/>
              <a:gd name="connsiteX102" fmla="*/ 568402 w 600541"/>
              <a:gd name="connsiteY102" fmla="*/ 267567 h 482385"/>
              <a:gd name="connsiteX103" fmla="*/ 547846 w 600541"/>
              <a:gd name="connsiteY103" fmla="*/ 258736 h 482385"/>
              <a:gd name="connsiteX104" fmla="*/ 515338 w 600541"/>
              <a:gd name="connsiteY104" fmla="*/ 226275 h 482385"/>
              <a:gd name="connsiteX105" fmla="*/ 430724 w 600541"/>
              <a:gd name="connsiteY105" fmla="*/ 251575 h 482385"/>
              <a:gd name="connsiteX106" fmla="*/ 425943 w 600541"/>
              <a:gd name="connsiteY106" fmla="*/ 252291 h 482385"/>
              <a:gd name="connsiteX107" fmla="*/ 412319 w 600541"/>
              <a:gd name="connsiteY107" fmla="*/ 246802 h 482385"/>
              <a:gd name="connsiteX108" fmla="*/ 407777 w 600541"/>
              <a:gd name="connsiteY108" fmla="*/ 242267 h 482385"/>
              <a:gd name="connsiteX109" fmla="*/ 403953 w 600541"/>
              <a:gd name="connsiteY109" fmla="*/ 231526 h 482385"/>
              <a:gd name="connsiteX110" fmla="*/ 410167 w 600541"/>
              <a:gd name="connsiteY110" fmla="*/ 222217 h 482385"/>
              <a:gd name="connsiteX111" fmla="*/ 473031 w 600541"/>
              <a:gd name="connsiteY111" fmla="*/ 184027 h 482385"/>
              <a:gd name="connsiteX112" fmla="*/ 418294 w 600541"/>
              <a:gd name="connsiteY112" fmla="*/ 129368 h 482385"/>
              <a:gd name="connsiteX113" fmla="*/ 392001 w 600541"/>
              <a:gd name="connsiteY113" fmla="*/ 131994 h 482385"/>
              <a:gd name="connsiteX114" fmla="*/ 390806 w 600541"/>
              <a:gd name="connsiteY114" fmla="*/ 131994 h 482385"/>
              <a:gd name="connsiteX115" fmla="*/ 380289 w 600541"/>
              <a:gd name="connsiteY115" fmla="*/ 127697 h 482385"/>
              <a:gd name="connsiteX116" fmla="*/ 374314 w 600541"/>
              <a:gd name="connsiteY116" fmla="*/ 121730 h 482385"/>
              <a:gd name="connsiteX117" fmla="*/ 371445 w 600541"/>
              <a:gd name="connsiteY117" fmla="*/ 113137 h 482385"/>
              <a:gd name="connsiteX118" fmla="*/ 376465 w 600541"/>
              <a:gd name="connsiteY118" fmla="*/ 105499 h 482385"/>
              <a:gd name="connsiteX119" fmla="*/ 402997 w 600541"/>
              <a:gd name="connsiteY119" fmla="*/ 90462 h 482385"/>
              <a:gd name="connsiteX120" fmla="*/ 253128 w 600541"/>
              <a:gd name="connsiteY120" fmla="*/ 31745 h 482385"/>
              <a:gd name="connsiteX121" fmla="*/ 31790 w 600541"/>
              <a:gd name="connsiteY121" fmla="*/ 252769 h 482385"/>
              <a:gd name="connsiteX122" fmla="*/ 157518 w 600541"/>
              <a:gd name="connsiteY122" fmla="*/ 452072 h 482385"/>
              <a:gd name="connsiteX123" fmla="*/ 164927 w 600541"/>
              <a:gd name="connsiteY123" fmla="*/ 473315 h 482385"/>
              <a:gd name="connsiteX124" fmla="*/ 150586 w 600541"/>
              <a:gd name="connsiteY124" fmla="*/ 482385 h 482385"/>
              <a:gd name="connsiteX125" fmla="*/ 143654 w 600541"/>
              <a:gd name="connsiteY125" fmla="*/ 480714 h 482385"/>
              <a:gd name="connsiteX126" fmla="*/ 0 w 600541"/>
              <a:gd name="connsiteY126" fmla="*/ 252769 h 482385"/>
              <a:gd name="connsiteX127" fmla="*/ 253128 w 600541"/>
              <a:gd name="connsiteY127" fmla="*/ 0 h 482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00541" h="482385">
                <a:moveTo>
                  <a:pt x="360943" y="344430"/>
                </a:moveTo>
                <a:cubicBezTo>
                  <a:pt x="383891" y="351110"/>
                  <a:pt x="402537" y="359937"/>
                  <a:pt x="415206" y="369480"/>
                </a:cubicBezTo>
                <a:cubicBezTo>
                  <a:pt x="394409" y="396677"/>
                  <a:pt x="366680" y="418148"/>
                  <a:pt x="334409" y="431508"/>
                </a:cubicBezTo>
                <a:cubicBezTo>
                  <a:pt x="345883" y="407412"/>
                  <a:pt x="354967" y="377830"/>
                  <a:pt x="360943" y="344430"/>
                </a:cubicBezTo>
                <a:close/>
                <a:moveTo>
                  <a:pt x="158230" y="344430"/>
                </a:moveTo>
                <a:cubicBezTo>
                  <a:pt x="164207" y="377823"/>
                  <a:pt x="173292" y="407162"/>
                  <a:pt x="184529" y="431014"/>
                </a:cubicBezTo>
                <a:cubicBezTo>
                  <a:pt x="152731" y="417895"/>
                  <a:pt x="125237" y="396190"/>
                  <a:pt x="104437" y="369236"/>
                </a:cubicBezTo>
                <a:cubicBezTo>
                  <a:pt x="117108" y="359696"/>
                  <a:pt x="135517" y="351109"/>
                  <a:pt x="158230" y="344430"/>
                </a:cubicBezTo>
                <a:close/>
                <a:moveTo>
                  <a:pt x="272241" y="331516"/>
                </a:moveTo>
                <a:cubicBezTo>
                  <a:pt x="297826" y="332232"/>
                  <a:pt x="321976" y="335096"/>
                  <a:pt x="343018" y="339630"/>
                </a:cubicBezTo>
                <a:cubicBezTo>
                  <a:pt x="335606" y="382111"/>
                  <a:pt x="323172" y="416477"/>
                  <a:pt x="308586" y="440343"/>
                </a:cubicBezTo>
                <a:cubicBezTo>
                  <a:pt x="296630" y="443207"/>
                  <a:pt x="281805" y="445116"/>
                  <a:pt x="272241" y="445832"/>
                </a:cubicBezTo>
                <a:close/>
                <a:moveTo>
                  <a:pt x="253118" y="331516"/>
                </a:moveTo>
                <a:lnTo>
                  <a:pt x="253118" y="446044"/>
                </a:lnTo>
                <a:cubicBezTo>
                  <a:pt x="237342" y="445328"/>
                  <a:pt x="225152" y="443419"/>
                  <a:pt x="212245" y="440079"/>
                </a:cubicBezTo>
                <a:cubicBezTo>
                  <a:pt x="197664" y="416219"/>
                  <a:pt x="184996" y="381861"/>
                  <a:pt x="177825" y="339867"/>
                </a:cubicBezTo>
                <a:cubicBezTo>
                  <a:pt x="199815" y="334856"/>
                  <a:pt x="221328" y="331993"/>
                  <a:pt x="253118" y="331516"/>
                </a:cubicBezTo>
                <a:close/>
                <a:moveTo>
                  <a:pt x="368784" y="260175"/>
                </a:moveTo>
                <a:lnTo>
                  <a:pt x="454583" y="260175"/>
                </a:lnTo>
                <a:cubicBezTo>
                  <a:pt x="453149" y="298360"/>
                  <a:pt x="442872" y="326044"/>
                  <a:pt x="425904" y="353251"/>
                </a:cubicBezTo>
                <a:cubicBezTo>
                  <a:pt x="410608" y="341796"/>
                  <a:pt x="389337" y="332249"/>
                  <a:pt x="363765" y="325090"/>
                </a:cubicBezTo>
                <a:cubicBezTo>
                  <a:pt x="366633" y="304565"/>
                  <a:pt x="368306" y="282609"/>
                  <a:pt x="368784" y="260175"/>
                </a:cubicBezTo>
                <a:close/>
                <a:moveTo>
                  <a:pt x="272241" y="260175"/>
                </a:moveTo>
                <a:lnTo>
                  <a:pt x="349440" y="260175"/>
                </a:lnTo>
                <a:cubicBezTo>
                  <a:pt x="348962" y="282601"/>
                  <a:pt x="348006" y="301688"/>
                  <a:pt x="345616" y="320297"/>
                </a:cubicBezTo>
                <a:cubicBezTo>
                  <a:pt x="323149" y="315525"/>
                  <a:pt x="297815" y="312901"/>
                  <a:pt x="272241" y="312185"/>
                </a:cubicBezTo>
                <a:close/>
                <a:moveTo>
                  <a:pt x="169710" y="260175"/>
                </a:moveTo>
                <a:lnTo>
                  <a:pt x="253118" y="260175"/>
                </a:lnTo>
                <a:lnTo>
                  <a:pt x="253118" y="312185"/>
                </a:lnTo>
                <a:cubicBezTo>
                  <a:pt x="221332" y="312662"/>
                  <a:pt x="198389" y="315287"/>
                  <a:pt x="174729" y="320297"/>
                </a:cubicBezTo>
                <a:cubicBezTo>
                  <a:pt x="172339" y="301688"/>
                  <a:pt x="170188" y="282601"/>
                  <a:pt x="169710" y="260175"/>
                </a:cubicBezTo>
                <a:close/>
                <a:moveTo>
                  <a:pt x="65273" y="260175"/>
                </a:moveTo>
                <a:lnTo>
                  <a:pt x="150605" y="260175"/>
                </a:lnTo>
                <a:cubicBezTo>
                  <a:pt x="150844" y="282605"/>
                  <a:pt x="152517" y="304557"/>
                  <a:pt x="155385" y="325078"/>
                </a:cubicBezTo>
                <a:cubicBezTo>
                  <a:pt x="130048" y="331998"/>
                  <a:pt x="109014" y="341542"/>
                  <a:pt x="93717" y="352757"/>
                </a:cubicBezTo>
                <a:cubicBezTo>
                  <a:pt x="76985" y="325794"/>
                  <a:pt x="66707" y="298353"/>
                  <a:pt x="65273" y="260175"/>
                </a:cubicBezTo>
                <a:close/>
                <a:moveTo>
                  <a:pt x="346333" y="186645"/>
                </a:moveTo>
                <a:cubicBezTo>
                  <a:pt x="348484" y="204296"/>
                  <a:pt x="349201" y="221946"/>
                  <a:pt x="349440" y="244367"/>
                </a:cubicBezTo>
                <a:lnTo>
                  <a:pt x="272241" y="244367"/>
                </a:lnTo>
                <a:lnTo>
                  <a:pt x="272241" y="193801"/>
                </a:lnTo>
                <a:cubicBezTo>
                  <a:pt x="297815" y="193085"/>
                  <a:pt x="323627" y="191415"/>
                  <a:pt x="346333" y="186645"/>
                </a:cubicBezTo>
                <a:close/>
                <a:moveTo>
                  <a:pt x="174251" y="186645"/>
                </a:moveTo>
                <a:cubicBezTo>
                  <a:pt x="197911" y="191654"/>
                  <a:pt x="221332" y="193324"/>
                  <a:pt x="253118" y="193801"/>
                </a:cubicBezTo>
                <a:lnTo>
                  <a:pt x="253118" y="244367"/>
                </a:lnTo>
                <a:lnTo>
                  <a:pt x="169710" y="244367"/>
                </a:lnTo>
                <a:cubicBezTo>
                  <a:pt x="170188" y="221946"/>
                  <a:pt x="172100" y="204296"/>
                  <a:pt x="174251" y="186645"/>
                </a:cubicBezTo>
                <a:close/>
                <a:moveTo>
                  <a:pt x="92525" y="153974"/>
                </a:moveTo>
                <a:cubicBezTo>
                  <a:pt x="107825" y="165661"/>
                  <a:pt x="129100" y="174724"/>
                  <a:pt x="154679" y="181879"/>
                </a:cubicBezTo>
                <a:cubicBezTo>
                  <a:pt x="152288" y="201198"/>
                  <a:pt x="150854" y="221948"/>
                  <a:pt x="150376" y="244368"/>
                </a:cubicBezTo>
                <a:lnTo>
                  <a:pt x="65273" y="244368"/>
                </a:lnTo>
                <a:cubicBezTo>
                  <a:pt x="66946" y="209308"/>
                  <a:pt x="76748" y="180448"/>
                  <a:pt x="92525" y="153974"/>
                </a:cubicBezTo>
                <a:close/>
                <a:moveTo>
                  <a:pt x="426413" y="153197"/>
                </a:moveTo>
                <a:lnTo>
                  <a:pt x="429044" y="156061"/>
                </a:lnTo>
                <a:cubicBezTo>
                  <a:pt x="435262" y="166324"/>
                  <a:pt x="440284" y="177302"/>
                  <a:pt x="444350" y="188758"/>
                </a:cubicBezTo>
                <a:lnTo>
                  <a:pt x="404410" y="212863"/>
                </a:lnTo>
                <a:cubicBezTo>
                  <a:pt x="397953" y="216921"/>
                  <a:pt x="393648" y="223603"/>
                  <a:pt x="392930" y="231002"/>
                </a:cubicBezTo>
                <a:cubicBezTo>
                  <a:pt x="392213" y="235298"/>
                  <a:pt x="392930" y="237923"/>
                  <a:pt x="394844" y="244367"/>
                </a:cubicBezTo>
                <a:lnTo>
                  <a:pt x="368775" y="244367"/>
                </a:lnTo>
                <a:cubicBezTo>
                  <a:pt x="368297" y="221933"/>
                  <a:pt x="366862" y="201169"/>
                  <a:pt x="364470" y="181837"/>
                </a:cubicBezTo>
                <a:cubicBezTo>
                  <a:pt x="389821" y="174677"/>
                  <a:pt x="411107" y="164653"/>
                  <a:pt x="426413" y="153197"/>
                </a:cubicBezTo>
                <a:close/>
                <a:moveTo>
                  <a:pt x="182835" y="72541"/>
                </a:moveTo>
                <a:cubicBezTo>
                  <a:pt x="171839" y="97128"/>
                  <a:pt x="162995" y="127205"/>
                  <a:pt x="157498" y="161101"/>
                </a:cubicBezTo>
                <a:cubicBezTo>
                  <a:pt x="134072" y="154179"/>
                  <a:pt x="115667" y="145346"/>
                  <a:pt x="103237" y="135798"/>
                </a:cubicBezTo>
                <a:cubicBezTo>
                  <a:pt x="123555" y="108108"/>
                  <a:pt x="151044" y="86386"/>
                  <a:pt x="182835" y="72541"/>
                </a:cubicBezTo>
                <a:close/>
                <a:moveTo>
                  <a:pt x="336032" y="72330"/>
                </a:moveTo>
                <a:cubicBezTo>
                  <a:pt x="349659" y="78057"/>
                  <a:pt x="362569" y="85216"/>
                  <a:pt x="374284" y="93807"/>
                </a:cubicBezTo>
                <a:lnTo>
                  <a:pt x="373806" y="94284"/>
                </a:lnTo>
                <a:cubicBezTo>
                  <a:pt x="367112" y="98102"/>
                  <a:pt x="362808" y="104545"/>
                  <a:pt x="361852" y="111943"/>
                </a:cubicBezTo>
                <a:cubicBezTo>
                  <a:pt x="360657" y="119102"/>
                  <a:pt x="363286" y="126499"/>
                  <a:pt x="368785" y="131988"/>
                </a:cubicBezTo>
                <a:lnTo>
                  <a:pt x="370220" y="133420"/>
                </a:lnTo>
                <a:cubicBezTo>
                  <a:pt x="375957" y="139147"/>
                  <a:pt x="385042" y="142726"/>
                  <a:pt x="393649" y="142726"/>
                </a:cubicBezTo>
                <a:cubicBezTo>
                  <a:pt x="394605" y="142726"/>
                  <a:pt x="395561" y="142726"/>
                  <a:pt x="396279" y="142726"/>
                </a:cubicBezTo>
                <a:lnTo>
                  <a:pt x="407515" y="141533"/>
                </a:lnTo>
                <a:cubicBezTo>
                  <a:pt x="395561" y="148931"/>
                  <a:pt x="380261" y="155612"/>
                  <a:pt x="361613" y="161101"/>
                </a:cubicBezTo>
                <a:cubicBezTo>
                  <a:pt x="356114" y="127215"/>
                  <a:pt x="347268" y="96909"/>
                  <a:pt x="336032" y="72330"/>
                </a:cubicBezTo>
                <a:close/>
                <a:moveTo>
                  <a:pt x="272241" y="57299"/>
                </a:moveTo>
                <a:cubicBezTo>
                  <a:pt x="285151" y="58015"/>
                  <a:pt x="298300" y="59923"/>
                  <a:pt x="310732" y="63263"/>
                </a:cubicBezTo>
                <a:cubicBezTo>
                  <a:pt x="325076" y="88075"/>
                  <a:pt x="336791" y="123145"/>
                  <a:pt x="343724" y="165849"/>
                </a:cubicBezTo>
                <a:cubicBezTo>
                  <a:pt x="322446" y="170621"/>
                  <a:pt x="297822" y="173722"/>
                  <a:pt x="272241" y="174438"/>
                </a:cubicBezTo>
                <a:close/>
                <a:moveTo>
                  <a:pt x="253118" y="57017"/>
                </a:moveTo>
                <a:lnTo>
                  <a:pt x="253118" y="174438"/>
                </a:lnTo>
                <a:cubicBezTo>
                  <a:pt x="221332" y="173961"/>
                  <a:pt x="199345" y="170858"/>
                  <a:pt x="177119" y="165846"/>
                </a:cubicBezTo>
                <a:cubicBezTo>
                  <a:pt x="184050" y="123126"/>
                  <a:pt x="195521" y="88282"/>
                  <a:pt x="209861" y="63461"/>
                </a:cubicBezTo>
                <a:cubicBezTo>
                  <a:pt x="223483" y="59881"/>
                  <a:pt x="237345" y="57494"/>
                  <a:pt x="253118" y="57017"/>
                </a:cubicBezTo>
                <a:close/>
                <a:moveTo>
                  <a:pt x="253128" y="0"/>
                </a:moveTo>
                <a:cubicBezTo>
                  <a:pt x="316708" y="0"/>
                  <a:pt x="377899" y="24107"/>
                  <a:pt x="424509" y="66832"/>
                </a:cubicBezTo>
                <a:lnTo>
                  <a:pt x="436699" y="45350"/>
                </a:lnTo>
                <a:cubicBezTo>
                  <a:pt x="438611" y="42009"/>
                  <a:pt x="441958" y="40099"/>
                  <a:pt x="445782" y="40099"/>
                </a:cubicBezTo>
                <a:cubicBezTo>
                  <a:pt x="448411" y="40099"/>
                  <a:pt x="451041" y="41054"/>
                  <a:pt x="453192" y="43202"/>
                </a:cubicBezTo>
                <a:lnTo>
                  <a:pt x="459168" y="48931"/>
                </a:lnTo>
                <a:cubicBezTo>
                  <a:pt x="462036" y="52034"/>
                  <a:pt x="463709" y="56807"/>
                  <a:pt x="463231" y="60865"/>
                </a:cubicBezTo>
                <a:lnTo>
                  <a:pt x="461080" y="82585"/>
                </a:lnTo>
                <a:lnTo>
                  <a:pt x="517251" y="138677"/>
                </a:lnTo>
                <a:lnTo>
                  <a:pt x="553582" y="79005"/>
                </a:lnTo>
                <a:cubicBezTo>
                  <a:pt x="555973" y="74948"/>
                  <a:pt x="560036" y="72561"/>
                  <a:pt x="564578" y="72561"/>
                </a:cubicBezTo>
                <a:cubicBezTo>
                  <a:pt x="567924" y="72561"/>
                  <a:pt x="571270" y="73993"/>
                  <a:pt x="573900" y="76618"/>
                </a:cubicBezTo>
                <a:lnTo>
                  <a:pt x="578441" y="80915"/>
                </a:lnTo>
                <a:cubicBezTo>
                  <a:pt x="582983" y="85450"/>
                  <a:pt x="584895" y="93326"/>
                  <a:pt x="582983" y="99532"/>
                </a:cubicBezTo>
                <a:lnTo>
                  <a:pt x="558841" y="180208"/>
                </a:lnTo>
                <a:lnTo>
                  <a:pt x="592544" y="214102"/>
                </a:lnTo>
                <a:cubicBezTo>
                  <a:pt x="605451" y="226752"/>
                  <a:pt x="601388" y="246324"/>
                  <a:pt x="589914" y="258020"/>
                </a:cubicBezTo>
                <a:lnTo>
                  <a:pt x="589675" y="258497"/>
                </a:lnTo>
                <a:cubicBezTo>
                  <a:pt x="583461" y="264464"/>
                  <a:pt x="575812" y="267567"/>
                  <a:pt x="568402" y="267567"/>
                </a:cubicBezTo>
                <a:cubicBezTo>
                  <a:pt x="560753" y="267567"/>
                  <a:pt x="553582" y="264464"/>
                  <a:pt x="547846" y="258736"/>
                </a:cubicBezTo>
                <a:lnTo>
                  <a:pt x="515338" y="226275"/>
                </a:lnTo>
                <a:lnTo>
                  <a:pt x="430724" y="251575"/>
                </a:lnTo>
                <a:cubicBezTo>
                  <a:pt x="429289" y="252053"/>
                  <a:pt x="427616" y="252291"/>
                  <a:pt x="425943" y="252291"/>
                </a:cubicBezTo>
                <a:cubicBezTo>
                  <a:pt x="420924" y="252291"/>
                  <a:pt x="415665" y="250143"/>
                  <a:pt x="412319" y="246802"/>
                </a:cubicBezTo>
                <a:lnTo>
                  <a:pt x="407777" y="242267"/>
                </a:lnTo>
                <a:cubicBezTo>
                  <a:pt x="404909" y="239402"/>
                  <a:pt x="403475" y="235583"/>
                  <a:pt x="403953" y="231526"/>
                </a:cubicBezTo>
                <a:cubicBezTo>
                  <a:pt x="404431" y="227707"/>
                  <a:pt x="406821" y="224365"/>
                  <a:pt x="410167" y="222217"/>
                </a:cubicBezTo>
                <a:lnTo>
                  <a:pt x="473031" y="184027"/>
                </a:lnTo>
                <a:lnTo>
                  <a:pt x="418294" y="129368"/>
                </a:lnTo>
                <a:lnTo>
                  <a:pt x="392001" y="131994"/>
                </a:lnTo>
                <a:cubicBezTo>
                  <a:pt x="391762" y="131994"/>
                  <a:pt x="391284" y="131994"/>
                  <a:pt x="390806" y="131994"/>
                </a:cubicBezTo>
                <a:cubicBezTo>
                  <a:pt x="386982" y="131994"/>
                  <a:pt x="382918" y="130323"/>
                  <a:pt x="380289" y="127697"/>
                </a:cubicBezTo>
                <a:lnTo>
                  <a:pt x="374314" y="121730"/>
                </a:lnTo>
                <a:cubicBezTo>
                  <a:pt x="371923" y="119582"/>
                  <a:pt x="370967" y="116240"/>
                  <a:pt x="371445" y="113137"/>
                </a:cubicBezTo>
                <a:cubicBezTo>
                  <a:pt x="371684" y="110034"/>
                  <a:pt x="373596" y="107170"/>
                  <a:pt x="376465" y="105499"/>
                </a:cubicBezTo>
                <a:lnTo>
                  <a:pt x="402997" y="90462"/>
                </a:lnTo>
                <a:cubicBezTo>
                  <a:pt x="362362" y="52988"/>
                  <a:pt x="308582" y="31745"/>
                  <a:pt x="253128" y="31745"/>
                </a:cubicBezTo>
                <a:cubicBezTo>
                  <a:pt x="131225" y="31745"/>
                  <a:pt x="31790" y="130800"/>
                  <a:pt x="31790" y="252769"/>
                </a:cubicBezTo>
                <a:cubicBezTo>
                  <a:pt x="31790" y="337264"/>
                  <a:pt x="81269" y="415553"/>
                  <a:pt x="157518" y="452072"/>
                </a:cubicBezTo>
                <a:cubicBezTo>
                  <a:pt x="165405" y="455891"/>
                  <a:pt x="168752" y="465438"/>
                  <a:pt x="164927" y="473315"/>
                </a:cubicBezTo>
                <a:cubicBezTo>
                  <a:pt x="162298" y="479043"/>
                  <a:pt x="156562" y="482385"/>
                  <a:pt x="150586" y="482385"/>
                </a:cubicBezTo>
                <a:cubicBezTo>
                  <a:pt x="148196" y="482385"/>
                  <a:pt x="145805" y="481669"/>
                  <a:pt x="143654" y="480714"/>
                </a:cubicBezTo>
                <a:cubicBezTo>
                  <a:pt x="56410" y="438944"/>
                  <a:pt x="0" y="349437"/>
                  <a:pt x="0" y="252769"/>
                </a:cubicBezTo>
                <a:cubicBezTo>
                  <a:pt x="0" y="113376"/>
                  <a:pt x="113537" y="0"/>
                  <a:pt x="253128" y="0"/>
                </a:cubicBezTo>
                <a:close/>
              </a:path>
            </a:pathLst>
          </a:custGeom>
          <a:solidFill>
            <a:srgbClr val="C00000"/>
          </a:solidFill>
          <a:ln>
            <a:noFill/>
          </a:ln>
        </p:spPr>
        <p:txBody>
          <a:bodyPr wrap="square" lIns="91440" tIns="45720" rIns="91440" bIns="45720" anchor="ctr">
            <a:normAutofit fontScale="87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7" name="iśḻiďe"/>
          <p:cNvSpPr/>
          <p:nvPr/>
        </p:nvSpPr>
        <p:spPr>
          <a:xfrm>
            <a:off x="6221604" y="3054122"/>
            <a:ext cx="391338" cy="355047"/>
          </a:xfrm>
          <a:custGeom>
            <a:avLst/>
            <a:gdLst>
              <a:gd name="T0" fmla="*/ 314 w 5229"/>
              <a:gd name="T1" fmla="*/ 0 h 4751"/>
              <a:gd name="T2" fmla="*/ 0 w 5229"/>
              <a:gd name="T3" fmla="*/ 4437 h 4751"/>
              <a:gd name="T4" fmla="*/ 4915 w 5229"/>
              <a:gd name="T5" fmla="*/ 4751 h 4751"/>
              <a:gd name="T6" fmla="*/ 5229 w 5229"/>
              <a:gd name="T7" fmla="*/ 315 h 4751"/>
              <a:gd name="T8" fmla="*/ 4507 w 5229"/>
              <a:gd name="T9" fmla="*/ 528 h 4751"/>
              <a:gd name="T10" fmla="*/ 4739 w 5229"/>
              <a:gd name="T11" fmla="*/ 412 h 4751"/>
              <a:gd name="T12" fmla="*/ 4855 w 5229"/>
              <a:gd name="T13" fmla="*/ 660 h 4751"/>
              <a:gd name="T14" fmla="*/ 4623 w 5229"/>
              <a:gd name="T15" fmla="*/ 776 h 4751"/>
              <a:gd name="T16" fmla="*/ 4507 w 5229"/>
              <a:gd name="T17" fmla="*/ 528 h 4751"/>
              <a:gd name="T18" fmla="*/ 4083 w 5229"/>
              <a:gd name="T19" fmla="*/ 412 h 4751"/>
              <a:gd name="T20" fmla="*/ 4316 w 5229"/>
              <a:gd name="T21" fmla="*/ 528 h 4751"/>
              <a:gd name="T22" fmla="*/ 4200 w 5229"/>
              <a:gd name="T23" fmla="*/ 776 h 4751"/>
              <a:gd name="T24" fmla="*/ 3967 w 5229"/>
              <a:gd name="T25" fmla="*/ 660 h 4751"/>
              <a:gd name="T26" fmla="*/ 3428 w 5229"/>
              <a:gd name="T27" fmla="*/ 528 h 4751"/>
              <a:gd name="T28" fmla="*/ 3660 w 5229"/>
              <a:gd name="T29" fmla="*/ 412 h 4751"/>
              <a:gd name="T30" fmla="*/ 3776 w 5229"/>
              <a:gd name="T31" fmla="*/ 660 h 4751"/>
              <a:gd name="T32" fmla="*/ 3544 w 5229"/>
              <a:gd name="T33" fmla="*/ 776 h 4751"/>
              <a:gd name="T34" fmla="*/ 3428 w 5229"/>
              <a:gd name="T35" fmla="*/ 528 h 4751"/>
              <a:gd name="T36" fmla="*/ 4852 w 5229"/>
              <a:gd name="T37" fmla="*/ 1124 h 4751"/>
              <a:gd name="T38" fmla="*/ 4720 w 5229"/>
              <a:gd name="T39" fmla="*/ 2311 h 4751"/>
              <a:gd name="T40" fmla="*/ 4608 w 5229"/>
              <a:gd name="T41" fmla="*/ 2334 h 4751"/>
              <a:gd name="T42" fmla="*/ 4187 w 5229"/>
              <a:gd name="T43" fmla="*/ 2519 h 4751"/>
              <a:gd name="T44" fmla="*/ 4064 w 5229"/>
              <a:gd name="T45" fmla="*/ 2154 h 4751"/>
              <a:gd name="T46" fmla="*/ 3662 w 5229"/>
              <a:gd name="T47" fmla="*/ 2281 h 4751"/>
              <a:gd name="T48" fmla="*/ 3459 w 5229"/>
              <a:gd name="T49" fmla="*/ 2693 h 4751"/>
              <a:gd name="T50" fmla="*/ 3130 w 5229"/>
              <a:gd name="T51" fmla="*/ 2493 h 4751"/>
              <a:gd name="T52" fmla="*/ 2879 w 5229"/>
              <a:gd name="T53" fmla="*/ 2792 h 4751"/>
              <a:gd name="T54" fmla="*/ 3119 w 5229"/>
              <a:gd name="T55" fmla="*/ 3052 h 4751"/>
              <a:gd name="T56" fmla="*/ 2718 w 5229"/>
              <a:gd name="T57" fmla="*/ 3277 h 4751"/>
              <a:gd name="T58" fmla="*/ 2612 w 5229"/>
              <a:gd name="T59" fmla="*/ 3684 h 4751"/>
              <a:gd name="T60" fmla="*/ 2688 w 5229"/>
              <a:gd name="T61" fmla="*/ 3770 h 4751"/>
              <a:gd name="T62" fmla="*/ 3058 w 5229"/>
              <a:gd name="T63" fmla="*/ 4042 h 4751"/>
              <a:gd name="T64" fmla="*/ 2789 w 5229"/>
              <a:gd name="T65" fmla="*/ 4271 h 4751"/>
              <a:gd name="T66" fmla="*/ 2835 w 5229"/>
              <a:gd name="T67" fmla="*/ 4374 h 4751"/>
              <a:gd name="T68" fmla="*/ 377 w 5229"/>
              <a:gd name="T69" fmla="*/ 1124 h 4751"/>
              <a:gd name="T70" fmla="*/ 4010 w 5229"/>
              <a:gd name="T71" fmla="*/ 3151 h 4751"/>
              <a:gd name="T72" fmla="*/ 4111 w 5229"/>
              <a:gd name="T73" fmla="*/ 4037 h 4751"/>
              <a:gd name="T74" fmla="*/ 4010 w 5229"/>
              <a:gd name="T75" fmla="*/ 3151 h 4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29" h="4751">
                <a:moveTo>
                  <a:pt x="4915" y="0"/>
                </a:moveTo>
                <a:lnTo>
                  <a:pt x="314" y="0"/>
                </a:lnTo>
                <a:cubicBezTo>
                  <a:pt x="141" y="0"/>
                  <a:pt x="0" y="141"/>
                  <a:pt x="0" y="315"/>
                </a:cubicBezTo>
                <a:lnTo>
                  <a:pt x="0" y="4437"/>
                </a:lnTo>
                <a:cubicBezTo>
                  <a:pt x="0" y="4610"/>
                  <a:pt x="141" y="4751"/>
                  <a:pt x="314" y="4751"/>
                </a:cubicBezTo>
                <a:lnTo>
                  <a:pt x="4915" y="4751"/>
                </a:lnTo>
                <a:cubicBezTo>
                  <a:pt x="5088" y="4751"/>
                  <a:pt x="5229" y="4610"/>
                  <a:pt x="5229" y="4437"/>
                </a:cubicBezTo>
                <a:lnTo>
                  <a:pt x="5229" y="315"/>
                </a:lnTo>
                <a:cubicBezTo>
                  <a:pt x="5229" y="141"/>
                  <a:pt x="5088" y="0"/>
                  <a:pt x="4915" y="0"/>
                </a:cubicBezTo>
                <a:close/>
                <a:moveTo>
                  <a:pt x="4507" y="528"/>
                </a:moveTo>
                <a:cubicBezTo>
                  <a:pt x="4507" y="464"/>
                  <a:pt x="4559" y="412"/>
                  <a:pt x="4623" y="412"/>
                </a:cubicBezTo>
                <a:lnTo>
                  <a:pt x="4739" y="412"/>
                </a:lnTo>
                <a:cubicBezTo>
                  <a:pt x="4803" y="412"/>
                  <a:pt x="4855" y="464"/>
                  <a:pt x="4855" y="528"/>
                </a:cubicBezTo>
                <a:lnTo>
                  <a:pt x="4855" y="660"/>
                </a:lnTo>
                <a:cubicBezTo>
                  <a:pt x="4855" y="724"/>
                  <a:pt x="4803" y="776"/>
                  <a:pt x="4739" y="776"/>
                </a:cubicBezTo>
                <a:lnTo>
                  <a:pt x="4623" y="776"/>
                </a:lnTo>
                <a:cubicBezTo>
                  <a:pt x="4559" y="776"/>
                  <a:pt x="4507" y="724"/>
                  <a:pt x="4507" y="660"/>
                </a:cubicBezTo>
                <a:lnTo>
                  <a:pt x="4507" y="528"/>
                </a:lnTo>
                <a:close/>
                <a:moveTo>
                  <a:pt x="3967" y="528"/>
                </a:moveTo>
                <a:cubicBezTo>
                  <a:pt x="3967" y="464"/>
                  <a:pt x="4019" y="412"/>
                  <a:pt x="4083" y="412"/>
                </a:cubicBezTo>
                <a:lnTo>
                  <a:pt x="4200" y="412"/>
                </a:lnTo>
                <a:cubicBezTo>
                  <a:pt x="4264" y="412"/>
                  <a:pt x="4316" y="464"/>
                  <a:pt x="4316" y="528"/>
                </a:cubicBezTo>
                <a:lnTo>
                  <a:pt x="4316" y="660"/>
                </a:lnTo>
                <a:cubicBezTo>
                  <a:pt x="4316" y="724"/>
                  <a:pt x="4264" y="776"/>
                  <a:pt x="4200" y="776"/>
                </a:cubicBezTo>
                <a:lnTo>
                  <a:pt x="4083" y="776"/>
                </a:lnTo>
                <a:cubicBezTo>
                  <a:pt x="4019" y="776"/>
                  <a:pt x="3967" y="724"/>
                  <a:pt x="3967" y="660"/>
                </a:cubicBezTo>
                <a:lnTo>
                  <a:pt x="3967" y="528"/>
                </a:lnTo>
                <a:close/>
                <a:moveTo>
                  <a:pt x="3428" y="528"/>
                </a:moveTo>
                <a:cubicBezTo>
                  <a:pt x="3428" y="464"/>
                  <a:pt x="3480" y="412"/>
                  <a:pt x="3544" y="412"/>
                </a:cubicBezTo>
                <a:lnTo>
                  <a:pt x="3660" y="412"/>
                </a:lnTo>
                <a:cubicBezTo>
                  <a:pt x="3724" y="412"/>
                  <a:pt x="3776" y="464"/>
                  <a:pt x="3776" y="528"/>
                </a:cubicBezTo>
                <a:lnTo>
                  <a:pt x="3776" y="660"/>
                </a:lnTo>
                <a:cubicBezTo>
                  <a:pt x="3776" y="724"/>
                  <a:pt x="3724" y="776"/>
                  <a:pt x="3660" y="776"/>
                </a:cubicBezTo>
                <a:lnTo>
                  <a:pt x="3544" y="776"/>
                </a:lnTo>
                <a:cubicBezTo>
                  <a:pt x="3480" y="776"/>
                  <a:pt x="3428" y="724"/>
                  <a:pt x="3428" y="660"/>
                </a:cubicBezTo>
                <a:lnTo>
                  <a:pt x="3428" y="528"/>
                </a:lnTo>
                <a:close/>
                <a:moveTo>
                  <a:pt x="377" y="1124"/>
                </a:moveTo>
                <a:lnTo>
                  <a:pt x="4852" y="1124"/>
                </a:lnTo>
                <a:lnTo>
                  <a:pt x="4852" y="2399"/>
                </a:lnTo>
                <a:lnTo>
                  <a:pt x="4720" y="2311"/>
                </a:lnTo>
                <a:cubicBezTo>
                  <a:pt x="4702" y="2299"/>
                  <a:pt x="4680" y="2295"/>
                  <a:pt x="4659" y="2299"/>
                </a:cubicBezTo>
                <a:cubicBezTo>
                  <a:pt x="4638" y="2304"/>
                  <a:pt x="4619" y="2316"/>
                  <a:pt x="4608" y="2334"/>
                </a:cubicBezTo>
                <a:lnTo>
                  <a:pt x="4444" y="2581"/>
                </a:lnTo>
                <a:cubicBezTo>
                  <a:pt x="4363" y="2550"/>
                  <a:pt x="4276" y="2529"/>
                  <a:pt x="4187" y="2519"/>
                </a:cubicBezTo>
                <a:lnTo>
                  <a:pt x="4154" y="2225"/>
                </a:lnTo>
                <a:cubicBezTo>
                  <a:pt x="4148" y="2181"/>
                  <a:pt x="4108" y="2149"/>
                  <a:pt x="4064" y="2154"/>
                </a:cubicBezTo>
                <a:lnTo>
                  <a:pt x="3734" y="2191"/>
                </a:lnTo>
                <a:cubicBezTo>
                  <a:pt x="3689" y="2197"/>
                  <a:pt x="3657" y="2237"/>
                  <a:pt x="3662" y="2281"/>
                </a:cubicBezTo>
                <a:lnTo>
                  <a:pt x="3696" y="2575"/>
                </a:lnTo>
                <a:cubicBezTo>
                  <a:pt x="3611" y="2605"/>
                  <a:pt x="3532" y="2645"/>
                  <a:pt x="3459" y="2693"/>
                </a:cubicBezTo>
                <a:lnTo>
                  <a:pt x="3244" y="2490"/>
                </a:lnTo>
                <a:cubicBezTo>
                  <a:pt x="3212" y="2459"/>
                  <a:pt x="3161" y="2460"/>
                  <a:pt x="3130" y="2493"/>
                </a:cubicBezTo>
                <a:lnTo>
                  <a:pt x="2901" y="2734"/>
                </a:lnTo>
                <a:cubicBezTo>
                  <a:pt x="2886" y="2749"/>
                  <a:pt x="2878" y="2770"/>
                  <a:pt x="2879" y="2792"/>
                </a:cubicBezTo>
                <a:cubicBezTo>
                  <a:pt x="2879" y="2813"/>
                  <a:pt x="2889" y="2834"/>
                  <a:pt x="2904" y="2848"/>
                </a:cubicBezTo>
                <a:lnTo>
                  <a:pt x="3119" y="3052"/>
                </a:lnTo>
                <a:cubicBezTo>
                  <a:pt x="3074" y="3128"/>
                  <a:pt x="3039" y="3209"/>
                  <a:pt x="3013" y="3294"/>
                </a:cubicBezTo>
                <a:lnTo>
                  <a:pt x="2718" y="3277"/>
                </a:lnTo>
                <a:cubicBezTo>
                  <a:pt x="2673" y="3274"/>
                  <a:pt x="2635" y="3308"/>
                  <a:pt x="2632" y="3352"/>
                </a:cubicBezTo>
                <a:lnTo>
                  <a:pt x="2612" y="3684"/>
                </a:lnTo>
                <a:cubicBezTo>
                  <a:pt x="2611" y="3706"/>
                  <a:pt x="2618" y="3727"/>
                  <a:pt x="2632" y="3743"/>
                </a:cubicBezTo>
                <a:cubicBezTo>
                  <a:pt x="2647" y="3759"/>
                  <a:pt x="2667" y="3769"/>
                  <a:pt x="2688" y="3770"/>
                </a:cubicBezTo>
                <a:lnTo>
                  <a:pt x="2983" y="3788"/>
                </a:lnTo>
                <a:cubicBezTo>
                  <a:pt x="2998" y="3877"/>
                  <a:pt x="3024" y="3962"/>
                  <a:pt x="3058" y="4042"/>
                </a:cubicBezTo>
                <a:lnTo>
                  <a:pt x="2821" y="4218"/>
                </a:lnTo>
                <a:cubicBezTo>
                  <a:pt x="2803" y="4230"/>
                  <a:pt x="2792" y="4250"/>
                  <a:pt x="2789" y="4271"/>
                </a:cubicBezTo>
                <a:cubicBezTo>
                  <a:pt x="2786" y="4292"/>
                  <a:pt x="2791" y="4314"/>
                  <a:pt x="2804" y="4331"/>
                </a:cubicBezTo>
                <a:lnTo>
                  <a:pt x="2835" y="4374"/>
                </a:lnTo>
                <a:lnTo>
                  <a:pt x="377" y="4374"/>
                </a:lnTo>
                <a:lnTo>
                  <a:pt x="377" y="1124"/>
                </a:lnTo>
                <a:lnTo>
                  <a:pt x="377" y="1124"/>
                </a:lnTo>
                <a:close/>
                <a:moveTo>
                  <a:pt x="4010" y="3151"/>
                </a:moveTo>
                <a:cubicBezTo>
                  <a:pt x="4255" y="3123"/>
                  <a:pt x="4476" y="3298"/>
                  <a:pt x="4504" y="3543"/>
                </a:cubicBezTo>
                <a:cubicBezTo>
                  <a:pt x="4532" y="3788"/>
                  <a:pt x="4356" y="4009"/>
                  <a:pt x="4111" y="4037"/>
                </a:cubicBezTo>
                <a:cubicBezTo>
                  <a:pt x="3867" y="4064"/>
                  <a:pt x="3646" y="3889"/>
                  <a:pt x="3618" y="3644"/>
                </a:cubicBezTo>
                <a:cubicBezTo>
                  <a:pt x="3590" y="3400"/>
                  <a:pt x="3766" y="3179"/>
                  <a:pt x="4010" y="3151"/>
                </a:cubicBezTo>
                <a:close/>
              </a:path>
            </a:pathLst>
          </a:custGeom>
          <a:solidFill>
            <a:srgbClr val="C00000"/>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8" name="îśliḑé"/>
          <p:cNvSpPr/>
          <p:nvPr/>
        </p:nvSpPr>
        <p:spPr>
          <a:xfrm>
            <a:off x="6100261" y="2259027"/>
            <a:ext cx="252344" cy="391338"/>
          </a:xfrm>
          <a:custGeom>
            <a:avLst/>
            <a:gdLst>
              <a:gd name="connsiteX0" fmla="*/ 253913 w 389774"/>
              <a:gd name="connsiteY0" fmla="*/ 289530 h 604464"/>
              <a:gd name="connsiteX1" fmla="*/ 286640 w 389774"/>
              <a:gd name="connsiteY1" fmla="*/ 289530 h 604464"/>
              <a:gd name="connsiteX2" fmla="*/ 286640 w 389774"/>
              <a:gd name="connsiteY2" fmla="*/ 324339 h 604464"/>
              <a:gd name="connsiteX3" fmla="*/ 319520 w 389774"/>
              <a:gd name="connsiteY3" fmla="*/ 324339 h 604464"/>
              <a:gd name="connsiteX4" fmla="*/ 319520 w 389774"/>
              <a:gd name="connsiteY4" fmla="*/ 357000 h 604464"/>
              <a:gd name="connsiteX5" fmla="*/ 286640 w 389774"/>
              <a:gd name="connsiteY5" fmla="*/ 357000 h 604464"/>
              <a:gd name="connsiteX6" fmla="*/ 286640 w 389774"/>
              <a:gd name="connsiteY6" fmla="*/ 389662 h 604464"/>
              <a:gd name="connsiteX7" fmla="*/ 253913 w 389774"/>
              <a:gd name="connsiteY7" fmla="*/ 389662 h 604464"/>
              <a:gd name="connsiteX8" fmla="*/ 253913 w 389774"/>
              <a:gd name="connsiteY8" fmla="*/ 357000 h 604464"/>
              <a:gd name="connsiteX9" fmla="*/ 219035 w 389774"/>
              <a:gd name="connsiteY9" fmla="*/ 357000 h 604464"/>
              <a:gd name="connsiteX10" fmla="*/ 219035 w 389774"/>
              <a:gd name="connsiteY10" fmla="*/ 324339 h 604464"/>
              <a:gd name="connsiteX11" fmla="*/ 253913 w 389774"/>
              <a:gd name="connsiteY11" fmla="*/ 324339 h 604464"/>
              <a:gd name="connsiteX12" fmla="*/ 271177 w 389774"/>
              <a:gd name="connsiteY12" fmla="*/ 239319 h 604464"/>
              <a:gd name="connsiteX13" fmla="*/ 261037 w 389774"/>
              <a:gd name="connsiteY13" fmla="*/ 248371 h 604464"/>
              <a:gd name="connsiteX14" fmla="*/ 203729 w 389774"/>
              <a:gd name="connsiteY14" fmla="*/ 270923 h 604464"/>
              <a:gd name="connsiteX15" fmla="*/ 189133 w 389774"/>
              <a:gd name="connsiteY15" fmla="*/ 271536 h 604464"/>
              <a:gd name="connsiteX16" fmla="*/ 189133 w 389774"/>
              <a:gd name="connsiteY16" fmla="*/ 289792 h 604464"/>
              <a:gd name="connsiteX17" fmla="*/ 191438 w 389774"/>
              <a:gd name="connsiteY17" fmla="*/ 366500 h 604464"/>
              <a:gd name="connsiteX18" fmla="*/ 208185 w 389774"/>
              <a:gd name="connsiteY18" fmla="*/ 396569 h 604464"/>
              <a:gd name="connsiteX19" fmla="*/ 262420 w 389774"/>
              <a:gd name="connsiteY19" fmla="*/ 438604 h 604464"/>
              <a:gd name="connsiteX20" fmla="*/ 271177 w 389774"/>
              <a:gd name="connsiteY20" fmla="*/ 444741 h 604464"/>
              <a:gd name="connsiteX21" fmla="*/ 279934 w 389774"/>
              <a:gd name="connsiteY21" fmla="*/ 438604 h 604464"/>
              <a:gd name="connsiteX22" fmla="*/ 334169 w 389774"/>
              <a:gd name="connsiteY22" fmla="*/ 396569 h 604464"/>
              <a:gd name="connsiteX23" fmla="*/ 350915 w 389774"/>
              <a:gd name="connsiteY23" fmla="*/ 366500 h 604464"/>
              <a:gd name="connsiteX24" fmla="*/ 353374 w 389774"/>
              <a:gd name="connsiteY24" fmla="*/ 289946 h 604464"/>
              <a:gd name="connsiteX25" fmla="*/ 353220 w 389774"/>
              <a:gd name="connsiteY25" fmla="*/ 271536 h 604464"/>
              <a:gd name="connsiteX26" fmla="*/ 338624 w 389774"/>
              <a:gd name="connsiteY26" fmla="*/ 270923 h 604464"/>
              <a:gd name="connsiteX27" fmla="*/ 281471 w 389774"/>
              <a:gd name="connsiteY27" fmla="*/ 248371 h 604464"/>
              <a:gd name="connsiteX28" fmla="*/ 271177 w 389774"/>
              <a:gd name="connsiteY28" fmla="*/ 185164 h 604464"/>
              <a:gd name="connsiteX29" fmla="*/ 364589 w 389774"/>
              <a:gd name="connsiteY29" fmla="*/ 237632 h 604464"/>
              <a:gd name="connsiteX30" fmla="*/ 389632 w 389774"/>
              <a:gd name="connsiteY30" fmla="*/ 235024 h 604464"/>
              <a:gd name="connsiteX31" fmla="*/ 361209 w 389774"/>
              <a:gd name="connsiteY31" fmla="*/ 420962 h 604464"/>
              <a:gd name="connsiteX32" fmla="*/ 271177 w 389774"/>
              <a:gd name="connsiteY32" fmla="*/ 489231 h 604464"/>
              <a:gd name="connsiteX33" fmla="*/ 181144 w 389774"/>
              <a:gd name="connsiteY33" fmla="*/ 420962 h 604464"/>
              <a:gd name="connsiteX34" fmla="*/ 152875 w 389774"/>
              <a:gd name="connsiteY34" fmla="*/ 235024 h 604464"/>
              <a:gd name="connsiteX35" fmla="*/ 177764 w 389774"/>
              <a:gd name="connsiteY35" fmla="*/ 237632 h 604464"/>
              <a:gd name="connsiteX36" fmla="*/ 271177 w 389774"/>
              <a:gd name="connsiteY36" fmla="*/ 185164 h 604464"/>
              <a:gd name="connsiteX37" fmla="*/ 126893 w 389774"/>
              <a:gd name="connsiteY37" fmla="*/ 0 h 604464"/>
              <a:gd name="connsiteX38" fmla="*/ 209389 w 389774"/>
              <a:gd name="connsiteY38" fmla="*/ 82692 h 604464"/>
              <a:gd name="connsiteX39" fmla="*/ 174363 w 389774"/>
              <a:gd name="connsiteY39" fmla="*/ 150349 h 604464"/>
              <a:gd name="connsiteX40" fmla="*/ 254247 w 389774"/>
              <a:gd name="connsiteY40" fmla="*/ 150349 h 604464"/>
              <a:gd name="connsiteX41" fmla="*/ 243033 w 389774"/>
              <a:gd name="connsiteY41" fmla="*/ 168912 h 604464"/>
              <a:gd name="connsiteX42" fmla="*/ 177742 w 389774"/>
              <a:gd name="connsiteY42" fmla="*/ 204965 h 604464"/>
              <a:gd name="connsiteX43" fmla="*/ 160844 w 389774"/>
              <a:gd name="connsiteY43" fmla="*/ 203278 h 604464"/>
              <a:gd name="connsiteX44" fmla="*/ 119519 w 389774"/>
              <a:gd name="connsiteY44" fmla="*/ 191772 h 604464"/>
              <a:gd name="connsiteX45" fmla="*/ 119980 w 389774"/>
              <a:gd name="connsiteY45" fmla="*/ 235035 h 604464"/>
              <a:gd name="connsiteX46" fmla="*/ 119980 w 389774"/>
              <a:gd name="connsiteY46" fmla="*/ 274463 h 604464"/>
              <a:gd name="connsiteX47" fmla="*/ 123820 w 389774"/>
              <a:gd name="connsiteY47" fmla="*/ 381242 h 604464"/>
              <a:gd name="connsiteX48" fmla="*/ 157771 w 389774"/>
              <a:gd name="connsiteY48" fmla="*/ 444296 h 604464"/>
              <a:gd name="connsiteX49" fmla="*/ 202783 w 389774"/>
              <a:gd name="connsiteY49" fmla="*/ 481423 h 604464"/>
              <a:gd name="connsiteX50" fmla="*/ 202783 w 389774"/>
              <a:gd name="connsiteY50" fmla="*/ 566416 h 604464"/>
              <a:gd name="connsiteX51" fmla="*/ 166067 w 389774"/>
              <a:gd name="connsiteY51" fmla="*/ 604464 h 604464"/>
              <a:gd name="connsiteX52" fmla="*/ 164991 w 389774"/>
              <a:gd name="connsiteY52" fmla="*/ 604464 h 604464"/>
              <a:gd name="connsiteX53" fmla="*/ 127661 w 389774"/>
              <a:gd name="connsiteY53" fmla="*/ 567184 h 604464"/>
              <a:gd name="connsiteX54" fmla="*/ 90330 w 389774"/>
              <a:gd name="connsiteY54" fmla="*/ 604464 h 604464"/>
              <a:gd name="connsiteX55" fmla="*/ 89255 w 389774"/>
              <a:gd name="connsiteY55" fmla="*/ 604464 h 604464"/>
              <a:gd name="connsiteX56" fmla="*/ 51156 w 389774"/>
              <a:gd name="connsiteY56" fmla="*/ 566416 h 604464"/>
              <a:gd name="connsiteX57" fmla="*/ 51156 w 389774"/>
              <a:gd name="connsiteY57" fmla="*/ 389680 h 604464"/>
              <a:gd name="connsiteX58" fmla="*/ 27191 w 389774"/>
              <a:gd name="connsiteY58" fmla="*/ 406095 h 604464"/>
              <a:gd name="connsiteX59" fmla="*/ 26116 w 389774"/>
              <a:gd name="connsiteY59" fmla="*/ 406095 h 604464"/>
              <a:gd name="connsiteX60" fmla="*/ 0 w 389774"/>
              <a:gd name="connsiteY60" fmla="*/ 380321 h 604464"/>
              <a:gd name="connsiteX61" fmla="*/ 0 w 389774"/>
              <a:gd name="connsiteY61" fmla="*/ 175970 h 604464"/>
              <a:gd name="connsiteX62" fmla="*/ 24580 w 389774"/>
              <a:gd name="connsiteY62" fmla="*/ 149735 h 604464"/>
              <a:gd name="connsiteX63" fmla="*/ 24580 w 389774"/>
              <a:gd name="connsiteY63" fmla="*/ 150349 h 604464"/>
              <a:gd name="connsiteX64" fmla="*/ 26116 w 389774"/>
              <a:gd name="connsiteY64" fmla="*/ 150349 h 604464"/>
              <a:gd name="connsiteX65" fmla="*/ 27191 w 389774"/>
              <a:gd name="connsiteY65" fmla="*/ 150349 h 604464"/>
              <a:gd name="connsiteX66" fmla="*/ 79423 w 389774"/>
              <a:gd name="connsiteY66" fmla="*/ 150349 h 604464"/>
              <a:gd name="connsiteX67" fmla="*/ 44397 w 389774"/>
              <a:gd name="connsiteY67" fmla="*/ 82692 h 604464"/>
              <a:gd name="connsiteX68" fmla="*/ 126893 w 389774"/>
              <a:gd name="connsiteY68" fmla="*/ 0 h 60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389774" h="604464">
                <a:moveTo>
                  <a:pt x="253913" y="289530"/>
                </a:moveTo>
                <a:lnTo>
                  <a:pt x="286640" y="289530"/>
                </a:lnTo>
                <a:lnTo>
                  <a:pt x="286640" y="324339"/>
                </a:lnTo>
                <a:lnTo>
                  <a:pt x="319520" y="324339"/>
                </a:lnTo>
                <a:lnTo>
                  <a:pt x="319520" y="357000"/>
                </a:lnTo>
                <a:lnTo>
                  <a:pt x="286640" y="357000"/>
                </a:lnTo>
                <a:lnTo>
                  <a:pt x="286640" y="389662"/>
                </a:lnTo>
                <a:lnTo>
                  <a:pt x="253913" y="389662"/>
                </a:lnTo>
                <a:lnTo>
                  <a:pt x="253913" y="357000"/>
                </a:lnTo>
                <a:lnTo>
                  <a:pt x="219035" y="357000"/>
                </a:lnTo>
                <a:lnTo>
                  <a:pt x="219035" y="324339"/>
                </a:lnTo>
                <a:lnTo>
                  <a:pt x="253913" y="324339"/>
                </a:lnTo>
                <a:close/>
                <a:moveTo>
                  <a:pt x="271177" y="239319"/>
                </a:moveTo>
                <a:lnTo>
                  <a:pt x="261037" y="248371"/>
                </a:lnTo>
                <a:cubicBezTo>
                  <a:pt x="245366" y="262331"/>
                  <a:pt x="226161" y="269849"/>
                  <a:pt x="203729" y="270923"/>
                </a:cubicBezTo>
                <a:lnTo>
                  <a:pt x="189133" y="271536"/>
                </a:lnTo>
                <a:lnTo>
                  <a:pt x="189133" y="289792"/>
                </a:lnTo>
                <a:cubicBezTo>
                  <a:pt x="188980" y="328453"/>
                  <a:pt x="188826" y="351618"/>
                  <a:pt x="191438" y="366500"/>
                </a:cubicBezTo>
                <a:cubicBezTo>
                  <a:pt x="193743" y="379080"/>
                  <a:pt x="197584" y="385983"/>
                  <a:pt x="208185" y="396569"/>
                </a:cubicBezTo>
                <a:cubicBezTo>
                  <a:pt x="221091" y="409302"/>
                  <a:pt x="247670" y="428326"/>
                  <a:pt x="262420" y="438604"/>
                </a:cubicBezTo>
                <a:lnTo>
                  <a:pt x="271177" y="444741"/>
                </a:lnTo>
                <a:lnTo>
                  <a:pt x="279934" y="438604"/>
                </a:lnTo>
                <a:cubicBezTo>
                  <a:pt x="294684" y="428326"/>
                  <a:pt x="321263" y="409302"/>
                  <a:pt x="334169" y="396569"/>
                </a:cubicBezTo>
                <a:cubicBezTo>
                  <a:pt x="344770" y="385983"/>
                  <a:pt x="348764" y="379080"/>
                  <a:pt x="350915" y="366500"/>
                </a:cubicBezTo>
                <a:cubicBezTo>
                  <a:pt x="353527" y="351772"/>
                  <a:pt x="353527" y="328453"/>
                  <a:pt x="353374" y="289946"/>
                </a:cubicBezTo>
                <a:lnTo>
                  <a:pt x="353220" y="271536"/>
                </a:lnTo>
                <a:lnTo>
                  <a:pt x="338624" y="270923"/>
                </a:lnTo>
                <a:cubicBezTo>
                  <a:pt x="316347" y="269849"/>
                  <a:pt x="296988" y="262331"/>
                  <a:pt x="281471" y="248371"/>
                </a:cubicBezTo>
                <a:close/>
                <a:moveTo>
                  <a:pt x="271177" y="185164"/>
                </a:moveTo>
                <a:cubicBezTo>
                  <a:pt x="297756" y="229654"/>
                  <a:pt x="338471" y="237632"/>
                  <a:pt x="364589" y="237632"/>
                </a:cubicBezTo>
                <a:cubicBezTo>
                  <a:pt x="379492" y="237632"/>
                  <a:pt x="389632" y="235024"/>
                  <a:pt x="389632" y="235024"/>
                </a:cubicBezTo>
                <a:cubicBezTo>
                  <a:pt x="389632" y="373557"/>
                  <a:pt x="393473" y="389205"/>
                  <a:pt x="361209" y="420962"/>
                </a:cubicBezTo>
                <a:cubicBezTo>
                  <a:pt x="335244" y="446582"/>
                  <a:pt x="271177" y="489231"/>
                  <a:pt x="271177" y="489231"/>
                </a:cubicBezTo>
                <a:cubicBezTo>
                  <a:pt x="271177" y="489231"/>
                  <a:pt x="207109" y="446582"/>
                  <a:pt x="181144" y="420962"/>
                </a:cubicBezTo>
                <a:cubicBezTo>
                  <a:pt x="149034" y="389205"/>
                  <a:pt x="152875" y="373557"/>
                  <a:pt x="152875" y="235024"/>
                </a:cubicBezTo>
                <a:cubicBezTo>
                  <a:pt x="152875" y="235024"/>
                  <a:pt x="162861" y="237632"/>
                  <a:pt x="177764" y="237632"/>
                </a:cubicBezTo>
                <a:cubicBezTo>
                  <a:pt x="203883" y="237632"/>
                  <a:pt x="244751" y="229654"/>
                  <a:pt x="271177" y="185164"/>
                </a:cubicBezTo>
                <a:close/>
                <a:moveTo>
                  <a:pt x="126893" y="0"/>
                </a:moveTo>
                <a:cubicBezTo>
                  <a:pt x="172519" y="0"/>
                  <a:pt x="209389" y="37127"/>
                  <a:pt x="209389" y="82692"/>
                </a:cubicBezTo>
                <a:cubicBezTo>
                  <a:pt x="209389" y="110460"/>
                  <a:pt x="195563" y="134087"/>
                  <a:pt x="174363" y="150349"/>
                </a:cubicBezTo>
                <a:lnTo>
                  <a:pt x="254247" y="150349"/>
                </a:lnTo>
                <a:lnTo>
                  <a:pt x="243033" y="168912"/>
                </a:lnTo>
                <a:cubicBezTo>
                  <a:pt x="228592" y="192999"/>
                  <a:pt x="206623" y="204965"/>
                  <a:pt x="177742" y="204965"/>
                </a:cubicBezTo>
                <a:cubicBezTo>
                  <a:pt x="168525" y="204965"/>
                  <a:pt x="161919" y="203585"/>
                  <a:pt x="160844" y="203278"/>
                </a:cubicBezTo>
                <a:lnTo>
                  <a:pt x="119519" y="191772"/>
                </a:lnTo>
                <a:lnTo>
                  <a:pt x="119980" y="235035"/>
                </a:lnTo>
                <a:cubicBezTo>
                  <a:pt x="119980" y="249456"/>
                  <a:pt x="119980" y="262497"/>
                  <a:pt x="119980" y="274463"/>
                </a:cubicBezTo>
                <a:cubicBezTo>
                  <a:pt x="119826" y="328313"/>
                  <a:pt x="119673" y="358076"/>
                  <a:pt x="123820" y="381242"/>
                </a:cubicBezTo>
                <a:cubicBezTo>
                  <a:pt x="128890" y="410545"/>
                  <a:pt x="140412" y="427114"/>
                  <a:pt x="157771" y="444296"/>
                </a:cubicBezTo>
                <a:cubicBezTo>
                  <a:pt x="169139" y="455342"/>
                  <a:pt x="186345" y="468997"/>
                  <a:pt x="202783" y="481423"/>
                </a:cubicBezTo>
                <a:lnTo>
                  <a:pt x="202783" y="566416"/>
                </a:lnTo>
                <a:cubicBezTo>
                  <a:pt x="202783" y="586974"/>
                  <a:pt x="186652" y="604464"/>
                  <a:pt x="166067" y="604464"/>
                </a:cubicBezTo>
                <a:lnTo>
                  <a:pt x="164991" y="604464"/>
                </a:lnTo>
                <a:cubicBezTo>
                  <a:pt x="144406" y="604464"/>
                  <a:pt x="127661" y="587742"/>
                  <a:pt x="127661" y="567184"/>
                </a:cubicBezTo>
                <a:cubicBezTo>
                  <a:pt x="127661" y="587742"/>
                  <a:pt x="110916" y="604464"/>
                  <a:pt x="90330" y="604464"/>
                </a:cubicBezTo>
                <a:lnTo>
                  <a:pt x="89255" y="604464"/>
                </a:lnTo>
                <a:cubicBezTo>
                  <a:pt x="68669" y="604464"/>
                  <a:pt x="51156" y="586974"/>
                  <a:pt x="51156" y="566416"/>
                </a:cubicBezTo>
                <a:lnTo>
                  <a:pt x="51156" y="389680"/>
                </a:lnTo>
                <a:cubicBezTo>
                  <a:pt x="47009" y="398885"/>
                  <a:pt x="37791" y="406095"/>
                  <a:pt x="27191" y="406095"/>
                </a:cubicBezTo>
                <a:lnTo>
                  <a:pt x="26116" y="406095"/>
                </a:lnTo>
                <a:cubicBezTo>
                  <a:pt x="12136" y="406095"/>
                  <a:pt x="0" y="394282"/>
                  <a:pt x="0" y="380321"/>
                </a:cubicBezTo>
                <a:lnTo>
                  <a:pt x="0" y="175970"/>
                </a:lnTo>
                <a:cubicBezTo>
                  <a:pt x="0" y="162315"/>
                  <a:pt x="12290" y="150196"/>
                  <a:pt x="24580" y="149735"/>
                </a:cubicBezTo>
                <a:lnTo>
                  <a:pt x="24580" y="150349"/>
                </a:lnTo>
                <a:lnTo>
                  <a:pt x="26116" y="150349"/>
                </a:lnTo>
                <a:lnTo>
                  <a:pt x="27191" y="150349"/>
                </a:lnTo>
                <a:lnTo>
                  <a:pt x="79423" y="150349"/>
                </a:lnTo>
                <a:cubicBezTo>
                  <a:pt x="58223" y="134087"/>
                  <a:pt x="44397" y="110614"/>
                  <a:pt x="44397" y="82692"/>
                </a:cubicBezTo>
                <a:cubicBezTo>
                  <a:pt x="44397" y="37127"/>
                  <a:pt x="81267" y="0"/>
                  <a:pt x="126893" y="0"/>
                </a:cubicBezTo>
                <a:close/>
              </a:path>
            </a:pathLst>
          </a:custGeom>
          <a:solidFill>
            <a:srgbClr val="C00000"/>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9" name="íšḻîḍé"/>
          <p:cNvSpPr/>
          <p:nvPr/>
        </p:nvSpPr>
        <p:spPr>
          <a:xfrm>
            <a:off x="5911905" y="3860220"/>
            <a:ext cx="391337" cy="344642"/>
          </a:xfrm>
          <a:custGeom>
            <a:avLst/>
            <a:gdLst>
              <a:gd name="connsiteX0" fmla="*/ 405120 w 603762"/>
              <a:gd name="connsiteY0" fmla="*/ 452325 h 531720"/>
              <a:gd name="connsiteX1" fmla="*/ 385544 w 603762"/>
              <a:gd name="connsiteY1" fmla="*/ 471877 h 531720"/>
              <a:gd name="connsiteX2" fmla="*/ 405120 w 603762"/>
              <a:gd name="connsiteY2" fmla="*/ 491430 h 531720"/>
              <a:gd name="connsiteX3" fmla="*/ 424547 w 603762"/>
              <a:gd name="connsiteY3" fmla="*/ 471877 h 531720"/>
              <a:gd name="connsiteX4" fmla="*/ 405120 w 603762"/>
              <a:gd name="connsiteY4" fmla="*/ 452325 h 531720"/>
              <a:gd name="connsiteX5" fmla="*/ 143001 w 603762"/>
              <a:gd name="connsiteY5" fmla="*/ 452325 h 531720"/>
              <a:gd name="connsiteX6" fmla="*/ 123413 w 603762"/>
              <a:gd name="connsiteY6" fmla="*/ 471877 h 531720"/>
              <a:gd name="connsiteX7" fmla="*/ 143001 w 603762"/>
              <a:gd name="connsiteY7" fmla="*/ 491430 h 531720"/>
              <a:gd name="connsiteX8" fmla="*/ 162589 w 603762"/>
              <a:gd name="connsiteY8" fmla="*/ 471877 h 531720"/>
              <a:gd name="connsiteX9" fmla="*/ 143001 w 603762"/>
              <a:gd name="connsiteY9" fmla="*/ 452325 h 531720"/>
              <a:gd name="connsiteX10" fmla="*/ 405120 w 603762"/>
              <a:gd name="connsiteY10" fmla="*/ 412182 h 531720"/>
              <a:gd name="connsiteX11" fmla="*/ 464885 w 603762"/>
              <a:gd name="connsiteY11" fmla="*/ 471877 h 531720"/>
              <a:gd name="connsiteX12" fmla="*/ 405120 w 603762"/>
              <a:gd name="connsiteY12" fmla="*/ 531720 h 531720"/>
              <a:gd name="connsiteX13" fmla="*/ 345206 w 603762"/>
              <a:gd name="connsiteY13" fmla="*/ 471877 h 531720"/>
              <a:gd name="connsiteX14" fmla="*/ 405120 w 603762"/>
              <a:gd name="connsiteY14" fmla="*/ 412182 h 531720"/>
              <a:gd name="connsiteX15" fmla="*/ 143001 w 603762"/>
              <a:gd name="connsiteY15" fmla="*/ 412182 h 531720"/>
              <a:gd name="connsiteX16" fmla="*/ 202805 w 603762"/>
              <a:gd name="connsiteY16" fmla="*/ 471877 h 531720"/>
              <a:gd name="connsiteX17" fmla="*/ 143001 w 603762"/>
              <a:gd name="connsiteY17" fmla="*/ 531720 h 531720"/>
              <a:gd name="connsiteX18" fmla="*/ 83197 w 603762"/>
              <a:gd name="connsiteY18" fmla="*/ 471877 h 531720"/>
              <a:gd name="connsiteX19" fmla="*/ 143001 w 603762"/>
              <a:gd name="connsiteY19" fmla="*/ 412182 h 531720"/>
              <a:gd name="connsiteX20" fmla="*/ 259598 w 603762"/>
              <a:gd name="connsiteY20" fmla="*/ 203766 h 531720"/>
              <a:gd name="connsiteX21" fmla="*/ 259598 w 603762"/>
              <a:gd name="connsiteY21" fmla="*/ 327591 h 531720"/>
              <a:gd name="connsiteX22" fmla="*/ 392215 w 603762"/>
              <a:gd name="connsiteY22" fmla="*/ 327591 h 531720"/>
              <a:gd name="connsiteX23" fmla="*/ 259598 w 603762"/>
              <a:gd name="connsiteY23" fmla="*/ 203766 h 531720"/>
              <a:gd name="connsiteX24" fmla="*/ 239423 w 603762"/>
              <a:gd name="connsiteY24" fmla="*/ 203766 h 531720"/>
              <a:gd name="connsiteX25" fmla="*/ 106658 w 603762"/>
              <a:gd name="connsiteY25" fmla="*/ 327591 h 531720"/>
              <a:gd name="connsiteX26" fmla="*/ 239423 w 603762"/>
              <a:gd name="connsiteY26" fmla="*/ 327591 h 531720"/>
              <a:gd name="connsiteX27" fmla="*/ 600339 w 603762"/>
              <a:gd name="connsiteY27" fmla="*/ 403 h 531720"/>
              <a:gd name="connsiteX28" fmla="*/ 603751 w 603762"/>
              <a:gd name="connsiteY28" fmla="*/ 5587 h 531720"/>
              <a:gd name="connsiteX29" fmla="*/ 557171 w 603762"/>
              <a:gd name="connsiteY29" fmla="*/ 176809 h 531720"/>
              <a:gd name="connsiteX30" fmla="*/ 418324 w 603762"/>
              <a:gd name="connsiteY30" fmla="*/ 193102 h 531720"/>
              <a:gd name="connsiteX31" fmla="*/ 527651 w 603762"/>
              <a:gd name="connsiteY31" fmla="*/ 113712 h 531720"/>
              <a:gd name="connsiteX32" fmla="*/ 527355 w 603762"/>
              <a:gd name="connsiteY32" fmla="*/ 111638 h 531720"/>
              <a:gd name="connsiteX33" fmla="*/ 525278 w 603762"/>
              <a:gd name="connsiteY33" fmla="*/ 111638 h 531720"/>
              <a:gd name="connsiteX34" fmla="*/ 339406 w 603762"/>
              <a:gd name="connsiteY34" fmla="*/ 180216 h 531720"/>
              <a:gd name="connsiteX35" fmla="*/ 436421 w 603762"/>
              <a:gd name="connsiteY35" fmla="*/ 298708 h 531720"/>
              <a:gd name="connsiteX36" fmla="*/ 551831 w 603762"/>
              <a:gd name="connsiteY36" fmla="*/ 412165 h 531720"/>
              <a:gd name="connsiteX37" fmla="*/ 541150 w 603762"/>
              <a:gd name="connsiteY37" fmla="*/ 450527 h 531720"/>
              <a:gd name="connsiteX38" fmla="*/ 516377 w 603762"/>
              <a:gd name="connsiteY38" fmla="*/ 464894 h 531720"/>
              <a:gd name="connsiteX39" fmla="*/ 484336 w 603762"/>
              <a:gd name="connsiteY39" fmla="*/ 464894 h 531720"/>
              <a:gd name="connsiteX40" fmla="*/ 405121 w 603762"/>
              <a:gd name="connsiteY40" fmla="*/ 392021 h 531720"/>
              <a:gd name="connsiteX41" fmla="*/ 325758 w 603762"/>
              <a:gd name="connsiteY41" fmla="*/ 464894 h 531720"/>
              <a:gd name="connsiteX42" fmla="*/ 222364 w 603762"/>
              <a:gd name="connsiteY42" fmla="*/ 464894 h 531720"/>
              <a:gd name="connsiteX43" fmla="*/ 143001 w 603762"/>
              <a:gd name="connsiteY43" fmla="*/ 392021 h 531720"/>
              <a:gd name="connsiteX44" fmla="*/ 63639 w 603762"/>
              <a:gd name="connsiteY44" fmla="*/ 464894 h 531720"/>
              <a:gd name="connsiteX45" fmla="*/ 35454 w 603762"/>
              <a:gd name="connsiteY45" fmla="*/ 464894 h 531720"/>
              <a:gd name="connsiteX46" fmla="*/ 10681 w 603762"/>
              <a:gd name="connsiteY46" fmla="*/ 450527 h 531720"/>
              <a:gd name="connsiteX47" fmla="*/ 0 w 603762"/>
              <a:gd name="connsiteY47" fmla="*/ 412165 h 531720"/>
              <a:gd name="connsiteX48" fmla="*/ 56518 w 603762"/>
              <a:gd name="connsiteY48" fmla="*/ 327591 h 531720"/>
              <a:gd name="connsiteX49" fmla="*/ 249511 w 603762"/>
              <a:gd name="connsiteY49" fmla="*/ 157998 h 531720"/>
              <a:gd name="connsiteX50" fmla="*/ 313298 w 603762"/>
              <a:gd name="connsiteY50" fmla="*/ 168959 h 531720"/>
              <a:gd name="connsiteX51" fmla="*/ 383018 w 603762"/>
              <a:gd name="connsiteY51" fmla="*/ 139632 h 531720"/>
              <a:gd name="connsiteX52" fmla="*/ 384502 w 603762"/>
              <a:gd name="connsiteY52" fmla="*/ 139632 h 531720"/>
              <a:gd name="connsiteX53" fmla="*/ 463419 w 603762"/>
              <a:gd name="connsiteY53" fmla="*/ 43357 h 531720"/>
              <a:gd name="connsiteX54" fmla="*/ 594257 w 603762"/>
              <a:gd name="connsiteY54" fmla="*/ 2033 h 531720"/>
              <a:gd name="connsiteX55" fmla="*/ 600339 w 603762"/>
              <a:gd name="connsiteY55" fmla="*/ 403 h 53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3762" h="531720">
                <a:moveTo>
                  <a:pt x="405120" y="452325"/>
                </a:moveTo>
                <a:cubicBezTo>
                  <a:pt x="394294" y="452325"/>
                  <a:pt x="385544" y="461212"/>
                  <a:pt x="385544" y="471877"/>
                </a:cubicBezTo>
                <a:cubicBezTo>
                  <a:pt x="385544" y="482690"/>
                  <a:pt x="394294" y="491430"/>
                  <a:pt x="405120" y="491430"/>
                </a:cubicBezTo>
                <a:cubicBezTo>
                  <a:pt x="415797" y="491430"/>
                  <a:pt x="424547" y="482690"/>
                  <a:pt x="424547" y="471877"/>
                </a:cubicBezTo>
                <a:cubicBezTo>
                  <a:pt x="424547" y="461212"/>
                  <a:pt x="415797" y="452325"/>
                  <a:pt x="405120" y="452325"/>
                </a:cubicBezTo>
                <a:close/>
                <a:moveTo>
                  <a:pt x="143001" y="452325"/>
                </a:moveTo>
                <a:cubicBezTo>
                  <a:pt x="132168" y="452325"/>
                  <a:pt x="123413" y="461212"/>
                  <a:pt x="123413" y="471877"/>
                </a:cubicBezTo>
                <a:cubicBezTo>
                  <a:pt x="123413" y="482690"/>
                  <a:pt x="132168" y="491430"/>
                  <a:pt x="143001" y="491430"/>
                </a:cubicBezTo>
                <a:cubicBezTo>
                  <a:pt x="153834" y="491430"/>
                  <a:pt x="162589" y="482690"/>
                  <a:pt x="162589" y="471877"/>
                </a:cubicBezTo>
                <a:cubicBezTo>
                  <a:pt x="162589" y="461212"/>
                  <a:pt x="153834" y="452325"/>
                  <a:pt x="143001" y="452325"/>
                </a:cubicBezTo>
                <a:close/>
                <a:moveTo>
                  <a:pt x="405120" y="412182"/>
                </a:moveTo>
                <a:cubicBezTo>
                  <a:pt x="438042" y="412182"/>
                  <a:pt x="464885" y="438845"/>
                  <a:pt x="464885" y="471877"/>
                </a:cubicBezTo>
                <a:cubicBezTo>
                  <a:pt x="464885" y="504909"/>
                  <a:pt x="438042" y="531720"/>
                  <a:pt x="405120" y="531720"/>
                </a:cubicBezTo>
                <a:cubicBezTo>
                  <a:pt x="372049" y="531720"/>
                  <a:pt x="345206" y="504909"/>
                  <a:pt x="345206" y="471877"/>
                </a:cubicBezTo>
                <a:cubicBezTo>
                  <a:pt x="345206" y="438845"/>
                  <a:pt x="372049" y="412182"/>
                  <a:pt x="405120" y="412182"/>
                </a:cubicBezTo>
                <a:close/>
                <a:moveTo>
                  <a:pt x="143001" y="412182"/>
                </a:moveTo>
                <a:cubicBezTo>
                  <a:pt x="176094" y="412182"/>
                  <a:pt x="202805" y="438845"/>
                  <a:pt x="202805" y="471877"/>
                </a:cubicBezTo>
                <a:cubicBezTo>
                  <a:pt x="202805" y="504909"/>
                  <a:pt x="176094" y="531720"/>
                  <a:pt x="143001" y="531720"/>
                </a:cubicBezTo>
                <a:cubicBezTo>
                  <a:pt x="109908" y="531720"/>
                  <a:pt x="83197" y="504909"/>
                  <a:pt x="83197" y="471877"/>
                </a:cubicBezTo>
                <a:cubicBezTo>
                  <a:pt x="83197" y="438845"/>
                  <a:pt x="109908" y="412182"/>
                  <a:pt x="143001" y="412182"/>
                </a:cubicBezTo>
                <a:close/>
                <a:moveTo>
                  <a:pt x="259598" y="203766"/>
                </a:moveTo>
                <a:lnTo>
                  <a:pt x="259598" y="327591"/>
                </a:lnTo>
                <a:lnTo>
                  <a:pt x="392215" y="327591"/>
                </a:lnTo>
                <a:cubicBezTo>
                  <a:pt x="383018" y="260642"/>
                  <a:pt x="327835" y="208506"/>
                  <a:pt x="259598" y="203766"/>
                </a:cubicBezTo>
                <a:close/>
                <a:moveTo>
                  <a:pt x="239423" y="203766"/>
                </a:moveTo>
                <a:cubicBezTo>
                  <a:pt x="171038" y="208506"/>
                  <a:pt x="116003" y="260642"/>
                  <a:pt x="106658" y="327591"/>
                </a:cubicBezTo>
                <a:lnTo>
                  <a:pt x="239423" y="327591"/>
                </a:lnTo>
                <a:close/>
                <a:moveTo>
                  <a:pt x="600339" y="403"/>
                </a:moveTo>
                <a:cubicBezTo>
                  <a:pt x="602564" y="1144"/>
                  <a:pt x="603899" y="3366"/>
                  <a:pt x="603751" y="5587"/>
                </a:cubicBezTo>
                <a:cubicBezTo>
                  <a:pt x="600932" y="47208"/>
                  <a:pt x="590993" y="140225"/>
                  <a:pt x="557171" y="176809"/>
                </a:cubicBezTo>
                <a:cubicBezTo>
                  <a:pt x="515784" y="221540"/>
                  <a:pt x="459266" y="225095"/>
                  <a:pt x="418324" y="193102"/>
                </a:cubicBezTo>
                <a:cubicBezTo>
                  <a:pt x="439388" y="189103"/>
                  <a:pt x="491901" y="171921"/>
                  <a:pt x="527651" y="113712"/>
                </a:cubicBezTo>
                <a:cubicBezTo>
                  <a:pt x="528096" y="113119"/>
                  <a:pt x="527948" y="112231"/>
                  <a:pt x="527355" y="111638"/>
                </a:cubicBezTo>
                <a:cubicBezTo>
                  <a:pt x="526761" y="111194"/>
                  <a:pt x="525871" y="111194"/>
                  <a:pt x="525278" y="111638"/>
                </a:cubicBezTo>
                <a:cubicBezTo>
                  <a:pt x="425592" y="196953"/>
                  <a:pt x="381386" y="141854"/>
                  <a:pt x="339406" y="180216"/>
                </a:cubicBezTo>
                <a:cubicBezTo>
                  <a:pt x="386133" y="204507"/>
                  <a:pt x="421587" y="247164"/>
                  <a:pt x="436421" y="298708"/>
                </a:cubicBezTo>
                <a:cubicBezTo>
                  <a:pt x="506142" y="324036"/>
                  <a:pt x="551831" y="365360"/>
                  <a:pt x="551831" y="412165"/>
                </a:cubicBezTo>
                <a:cubicBezTo>
                  <a:pt x="551831" y="425496"/>
                  <a:pt x="548122" y="438382"/>
                  <a:pt x="541150" y="450527"/>
                </a:cubicBezTo>
                <a:cubicBezTo>
                  <a:pt x="536107" y="459414"/>
                  <a:pt x="526613" y="464894"/>
                  <a:pt x="516377" y="464894"/>
                </a:cubicBezTo>
                <a:lnTo>
                  <a:pt x="484336" y="464894"/>
                </a:lnTo>
                <a:cubicBezTo>
                  <a:pt x="480775" y="424162"/>
                  <a:pt x="446805" y="392021"/>
                  <a:pt x="405121" y="392021"/>
                </a:cubicBezTo>
                <a:cubicBezTo>
                  <a:pt x="363289" y="392021"/>
                  <a:pt x="329319" y="424162"/>
                  <a:pt x="325758" y="464894"/>
                </a:cubicBezTo>
                <a:lnTo>
                  <a:pt x="222364" y="464894"/>
                </a:lnTo>
                <a:cubicBezTo>
                  <a:pt x="218656" y="424162"/>
                  <a:pt x="184685" y="392021"/>
                  <a:pt x="143001" y="392021"/>
                </a:cubicBezTo>
                <a:cubicBezTo>
                  <a:pt x="101317" y="392021"/>
                  <a:pt x="67199" y="424162"/>
                  <a:pt x="63639" y="464894"/>
                </a:cubicBezTo>
                <a:lnTo>
                  <a:pt x="35454" y="464894"/>
                </a:lnTo>
                <a:cubicBezTo>
                  <a:pt x="25218" y="464894"/>
                  <a:pt x="15724" y="459414"/>
                  <a:pt x="10681" y="450527"/>
                </a:cubicBezTo>
                <a:cubicBezTo>
                  <a:pt x="3709" y="438382"/>
                  <a:pt x="0" y="425496"/>
                  <a:pt x="0" y="412165"/>
                </a:cubicBezTo>
                <a:cubicBezTo>
                  <a:pt x="0" y="380320"/>
                  <a:pt x="21213" y="351141"/>
                  <a:pt x="56518" y="327591"/>
                </a:cubicBezTo>
                <a:cubicBezTo>
                  <a:pt x="68831" y="232056"/>
                  <a:pt x="150418" y="157998"/>
                  <a:pt x="249511" y="157998"/>
                </a:cubicBezTo>
                <a:cubicBezTo>
                  <a:pt x="271910" y="157998"/>
                  <a:pt x="293272" y="161997"/>
                  <a:pt x="313298" y="168959"/>
                </a:cubicBezTo>
                <a:cubicBezTo>
                  <a:pt x="334956" y="150148"/>
                  <a:pt x="358097" y="141261"/>
                  <a:pt x="383018" y="139632"/>
                </a:cubicBezTo>
                <a:cubicBezTo>
                  <a:pt x="383612" y="139632"/>
                  <a:pt x="384057" y="139632"/>
                  <a:pt x="384502" y="139632"/>
                </a:cubicBezTo>
                <a:cubicBezTo>
                  <a:pt x="376936" y="93272"/>
                  <a:pt x="408830" y="40839"/>
                  <a:pt x="463419" y="43357"/>
                </a:cubicBezTo>
                <a:cubicBezTo>
                  <a:pt x="540705" y="52096"/>
                  <a:pt x="578088" y="22176"/>
                  <a:pt x="594257" y="2033"/>
                </a:cubicBezTo>
                <a:cubicBezTo>
                  <a:pt x="595740" y="107"/>
                  <a:pt x="598114" y="-485"/>
                  <a:pt x="600339" y="403"/>
                </a:cubicBezTo>
                <a:close/>
              </a:path>
            </a:pathLst>
          </a:custGeom>
          <a:solidFill>
            <a:srgbClr val="C00000"/>
          </a:solidFill>
          <a:ln>
            <a:noFill/>
          </a:ln>
        </p:spPr>
        <p:txBody>
          <a:bodyPr wrap="square" lIns="91440" tIns="45720" rIns="91440" bIns="45720" anchor="ctr">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6713316"/>
            <a:ext cx="12192000" cy="1446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7" name="组合 6"/>
          <p:cNvGrpSpPr/>
          <p:nvPr/>
        </p:nvGrpSpPr>
        <p:grpSpPr>
          <a:xfrm>
            <a:off x="0" y="87365"/>
            <a:ext cx="3549995" cy="746012"/>
            <a:chOff x="0" y="87365"/>
            <a:chExt cx="3549995" cy="746012"/>
          </a:xfrm>
        </p:grpSpPr>
        <p:sp>
          <p:nvSpPr>
            <p:cNvPr id="3" name="矩形 2"/>
            <p:cNvSpPr/>
            <p:nvPr/>
          </p:nvSpPr>
          <p:spPr>
            <a:xfrm>
              <a:off x="196770" y="138896"/>
              <a:ext cx="81022" cy="6944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文本框 4"/>
            <p:cNvSpPr txBox="1"/>
            <p:nvPr/>
          </p:nvSpPr>
          <p:spPr>
            <a:xfrm>
              <a:off x="353053" y="433267"/>
              <a:ext cx="3196942" cy="39878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600" normalizeH="0" noProof="0">
                  <a:ln>
                    <a:noFill/>
                  </a:ln>
                  <a:solidFill>
                    <a:srgbClr val="3F3F3F"/>
                  </a:solidFill>
                  <a:effectLst/>
                  <a:uLnTx/>
                  <a:uFillTx/>
                  <a:latin typeface="思源黑体 CN Medium"/>
                  <a:ea typeface="思源黑体 CN Medium"/>
                  <a:cs typeface="思源黑体 CN Medium"/>
                  <a:sym typeface="思源黑体 CN Medium"/>
                </a:rPr>
                <a:t>请输入您的标题</a:t>
              </a:r>
            </a:p>
          </p:txBody>
        </p:sp>
        <p:sp>
          <p:nvSpPr>
            <p:cNvPr id="6" name="文本框 5"/>
            <p:cNvSpPr txBox="1"/>
            <p:nvPr/>
          </p:nvSpPr>
          <p:spPr>
            <a:xfrm>
              <a:off x="0" y="87365"/>
              <a:ext cx="1217706" cy="460375"/>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srgbClr val="3F3F3F"/>
                </a:solidFill>
                <a:effectLst/>
                <a:uLnTx/>
                <a:uFillTx/>
                <a:latin typeface="思源黑体 CN Medium"/>
                <a:ea typeface="思源黑体 CN Medium"/>
                <a:cs typeface="思源黑体 CN Medium"/>
                <a:sym typeface="思源黑体 CN Medium"/>
              </a:endParaRPr>
            </a:p>
          </p:txBody>
        </p:sp>
      </p:grpSp>
      <p:grpSp>
        <p:nvGrpSpPr>
          <p:cNvPr id="106" name="24932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673100" y="-5088"/>
            <a:ext cx="10845800" cy="6868176"/>
            <a:chOff x="673100" y="-5088"/>
            <a:chExt cx="10845800" cy="6868176"/>
          </a:xfrm>
        </p:grpSpPr>
        <p:sp>
          <p:nvSpPr>
            <p:cNvPr id="107" name="ïşľiďè"/>
            <p:cNvSpPr/>
            <p:nvPr/>
          </p:nvSpPr>
          <p:spPr>
            <a:xfrm>
              <a:off x="4543425" y="-5088"/>
              <a:ext cx="3105150" cy="6868176"/>
            </a:xfrm>
            <a:custGeom>
              <a:avLst/>
              <a:gdLst>
                <a:gd name="T0" fmla="*/ 3210561 w 20355"/>
                <a:gd name="T1" fmla="*/ 7101681 h 21600"/>
                <a:gd name="T2" fmla="*/ 3210561 w 20355"/>
                <a:gd name="T3" fmla="*/ 7101681 h 21600"/>
                <a:gd name="T4" fmla="*/ 3210561 w 20355"/>
                <a:gd name="T5" fmla="*/ 7101681 h 21600"/>
                <a:gd name="T6" fmla="*/ 3210561 w 20355"/>
                <a:gd name="T7" fmla="*/ 71016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355" h="21600">
                  <a:moveTo>
                    <a:pt x="0" y="21538"/>
                  </a:moveTo>
                  <a:lnTo>
                    <a:pt x="8" y="17094"/>
                  </a:lnTo>
                  <a:cubicBezTo>
                    <a:pt x="-63" y="15386"/>
                    <a:pt x="2702" y="13959"/>
                    <a:pt x="6258" y="13867"/>
                  </a:cubicBezTo>
                  <a:cubicBezTo>
                    <a:pt x="8652" y="13805"/>
                    <a:pt x="10911" y="14401"/>
                    <a:pt x="12085" y="15404"/>
                  </a:cubicBezTo>
                  <a:cubicBezTo>
                    <a:pt x="13228" y="16516"/>
                    <a:pt x="16417" y="16658"/>
                    <a:pt x="17968" y="15666"/>
                  </a:cubicBezTo>
                  <a:cubicBezTo>
                    <a:pt x="19560" y="14647"/>
                    <a:pt x="18292" y="13183"/>
                    <a:pt x="15664" y="13005"/>
                  </a:cubicBezTo>
                  <a:cubicBezTo>
                    <a:pt x="13741" y="12977"/>
                    <a:pt x="11924" y="12575"/>
                    <a:pt x="10631" y="11892"/>
                  </a:cubicBezTo>
                  <a:cubicBezTo>
                    <a:pt x="9579" y="11335"/>
                    <a:pt x="8944" y="10626"/>
                    <a:pt x="8829" y="9876"/>
                  </a:cubicBezTo>
                  <a:cubicBezTo>
                    <a:pt x="8834" y="9541"/>
                    <a:pt x="8609" y="9215"/>
                    <a:pt x="8188" y="8947"/>
                  </a:cubicBezTo>
                  <a:cubicBezTo>
                    <a:pt x="7563" y="8551"/>
                    <a:pt x="6581" y="8321"/>
                    <a:pt x="5545" y="8331"/>
                  </a:cubicBezTo>
                  <a:cubicBezTo>
                    <a:pt x="4058" y="8389"/>
                    <a:pt x="2597" y="8121"/>
                    <a:pt x="1570" y="7602"/>
                  </a:cubicBezTo>
                  <a:cubicBezTo>
                    <a:pt x="658" y="7141"/>
                    <a:pt x="173" y="6522"/>
                    <a:pt x="247" y="5888"/>
                  </a:cubicBezTo>
                  <a:cubicBezTo>
                    <a:pt x="353" y="4984"/>
                    <a:pt x="1543" y="4193"/>
                    <a:pt x="3296" y="3858"/>
                  </a:cubicBezTo>
                  <a:cubicBezTo>
                    <a:pt x="5097" y="3514"/>
                    <a:pt x="7152" y="3715"/>
                    <a:pt x="8529" y="4370"/>
                  </a:cubicBezTo>
                  <a:cubicBezTo>
                    <a:pt x="9363" y="4787"/>
                    <a:pt x="10463" y="5058"/>
                    <a:pt x="11655" y="5141"/>
                  </a:cubicBezTo>
                  <a:cubicBezTo>
                    <a:pt x="12818" y="5222"/>
                    <a:pt x="14003" y="5118"/>
                    <a:pt x="15032" y="4846"/>
                  </a:cubicBezTo>
                  <a:cubicBezTo>
                    <a:pt x="16167" y="4537"/>
                    <a:pt x="17035" y="4044"/>
                    <a:pt x="17480" y="3456"/>
                  </a:cubicBezTo>
                  <a:cubicBezTo>
                    <a:pt x="18016" y="2747"/>
                    <a:pt x="17897" y="1963"/>
                    <a:pt x="17154" y="1298"/>
                  </a:cubicBezTo>
                  <a:cubicBezTo>
                    <a:pt x="16875" y="1104"/>
                    <a:pt x="16660" y="891"/>
                    <a:pt x="16516" y="665"/>
                  </a:cubicBezTo>
                  <a:cubicBezTo>
                    <a:pt x="16447" y="557"/>
                    <a:pt x="16395" y="448"/>
                    <a:pt x="16360" y="336"/>
                  </a:cubicBezTo>
                  <a:cubicBezTo>
                    <a:pt x="16325" y="225"/>
                    <a:pt x="16307" y="113"/>
                    <a:pt x="16306" y="0"/>
                  </a:cubicBezTo>
                  <a:lnTo>
                    <a:pt x="18114" y="18"/>
                  </a:lnTo>
                  <a:cubicBezTo>
                    <a:pt x="18103" y="90"/>
                    <a:pt x="18103" y="162"/>
                    <a:pt x="18112" y="233"/>
                  </a:cubicBezTo>
                  <a:cubicBezTo>
                    <a:pt x="18121" y="305"/>
                    <a:pt x="18141" y="376"/>
                    <a:pt x="18170" y="446"/>
                  </a:cubicBezTo>
                  <a:cubicBezTo>
                    <a:pt x="18225" y="576"/>
                    <a:pt x="18312" y="702"/>
                    <a:pt x="18432" y="821"/>
                  </a:cubicBezTo>
                  <a:cubicBezTo>
                    <a:pt x="19457" y="1651"/>
                    <a:pt x="19718" y="2647"/>
                    <a:pt x="19153" y="3573"/>
                  </a:cubicBezTo>
                  <a:cubicBezTo>
                    <a:pt x="18646" y="4402"/>
                    <a:pt x="17510" y="5111"/>
                    <a:pt x="15968" y="5559"/>
                  </a:cubicBezTo>
                  <a:cubicBezTo>
                    <a:pt x="14738" y="5854"/>
                    <a:pt x="13369" y="5993"/>
                    <a:pt x="11995" y="5960"/>
                  </a:cubicBezTo>
                  <a:cubicBezTo>
                    <a:pt x="11121" y="5939"/>
                    <a:pt x="10265" y="5851"/>
                    <a:pt x="9472" y="5688"/>
                  </a:cubicBezTo>
                  <a:cubicBezTo>
                    <a:pt x="8722" y="5534"/>
                    <a:pt x="8031" y="5314"/>
                    <a:pt x="7438" y="5038"/>
                  </a:cubicBezTo>
                  <a:cubicBezTo>
                    <a:pt x="6420" y="4463"/>
                    <a:pt x="4817" y="4383"/>
                    <a:pt x="3609" y="4709"/>
                  </a:cubicBezTo>
                  <a:cubicBezTo>
                    <a:pt x="2665" y="4963"/>
                    <a:pt x="2028" y="5452"/>
                    <a:pt x="2025" y="6047"/>
                  </a:cubicBezTo>
                  <a:cubicBezTo>
                    <a:pt x="2020" y="6901"/>
                    <a:pt x="3496" y="7581"/>
                    <a:pt x="5273" y="7543"/>
                  </a:cubicBezTo>
                  <a:cubicBezTo>
                    <a:pt x="6800" y="7501"/>
                    <a:pt x="8282" y="7797"/>
                    <a:pt x="9297" y="8346"/>
                  </a:cubicBezTo>
                  <a:cubicBezTo>
                    <a:pt x="10029" y="8742"/>
                    <a:pt x="10463" y="9244"/>
                    <a:pt x="10528" y="9773"/>
                  </a:cubicBezTo>
                  <a:cubicBezTo>
                    <a:pt x="10575" y="10335"/>
                    <a:pt x="11012" y="10873"/>
                    <a:pt x="11768" y="11303"/>
                  </a:cubicBezTo>
                  <a:cubicBezTo>
                    <a:pt x="12689" y="11826"/>
                    <a:pt x="14010" y="12149"/>
                    <a:pt x="15433" y="12200"/>
                  </a:cubicBezTo>
                  <a:cubicBezTo>
                    <a:pt x="19223" y="12273"/>
                    <a:pt x="21537" y="14229"/>
                    <a:pt x="19727" y="15828"/>
                  </a:cubicBezTo>
                  <a:cubicBezTo>
                    <a:pt x="17851" y="17486"/>
                    <a:pt x="12954" y="17571"/>
                    <a:pt x="10834" y="15982"/>
                  </a:cubicBezTo>
                  <a:cubicBezTo>
                    <a:pt x="9428" y="14623"/>
                    <a:pt x="5743" y="14253"/>
                    <a:pt x="3319" y="15227"/>
                  </a:cubicBezTo>
                  <a:cubicBezTo>
                    <a:pt x="2203" y="15676"/>
                    <a:pt x="1620" y="16359"/>
                    <a:pt x="1760" y="17055"/>
                  </a:cubicBezTo>
                  <a:lnTo>
                    <a:pt x="1760" y="21600"/>
                  </a:lnTo>
                  <a:lnTo>
                    <a:pt x="0" y="21538"/>
                  </a:lnTo>
                  <a:close/>
                </a:path>
              </a:pathLst>
            </a:custGeom>
            <a:solidFill>
              <a:schemeClr val="bg1">
                <a:lumMod val="9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8" name="îṡľîdê"/>
            <p:cNvSpPr/>
            <p:nvPr/>
          </p:nvSpPr>
          <p:spPr>
            <a:xfrm>
              <a:off x="6477742" y="1291942"/>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09" name="iṥľïḋê"/>
            <p:cNvGrpSpPr/>
            <p:nvPr/>
          </p:nvGrpSpPr>
          <p:grpSpPr>
            <a:xfrm>
              <a:off x="7324254" y="1130300"/>
              <a:ext cx="3570264" cy="1240325"/>
              <a:chOff x="6940809" y="1964602"/>
              <a:chExt cx="3570264" cy="1240325"/>
            </a:xfrm>
          </p:grpSpPr>
          <p:sp>
            <p:nvSpPr>
              <p:cNvPr id="122" name="îšḻîḍé"/>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3" name="ísḷîḍê"/>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0" name="íŝ1îḓè"/>
            <p:cNvSpPr/>
            <p:nvPr/>
          </p:nvSpPr>
          <p:spPr>
            <a:xfrm>
              <a:off x="5629916" y="2849057"/>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1" name="îşḻîďê"/>
            <p:cNvGrpSpPr/>
            <p:nvPr/>
          </p:nvGrpSpPr>
          <p:grpSpPr>
            <a:xfrm>
              <a:off x="1951010" y="2687415"/>
              <a:ext cx="3570264" cy="1240325"/>
              <a:chOff x="6940809" y="1964602"/>
              <a:chExt cx="3570264" cy="1240325"/>
            </a:xfrm>
          </p:grpSpPr>
          <p:sp>
            <p:nvSpPr>
              <p:cNvPr id="120" name="iśľïdé"/>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21" name="ïşļíḋé"/>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2" name="ïṡḷïḋè"/>
            <p:cNvSpPr/>
            <p:nvPr/>
          </p:nvSpPr>
          <p:spPr>
            <a:xfrm>
              <a:off x="7102124" y="4478515"/>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3" name="iślíde"/>
            <p:cNvGrpSpPr/>
            <p:nvPr/>
          </p:nvGrpSpPr>
          <p:grpSpPr>
            <a:xfrm>
              <a:off x="7948636" y="4316873"/>
              <a:ext cx="3570264" cy="1240325"/>
              <a:chOff x="6940809" y="1964602"/>
              <a:chExt cx="3570264" cy="1240325"/>
            </a:xfrm>
          </p:grpSpPr>
          <p:sp>
            <p:nvSpPr>
              <p:cNvPr id="118" name="íşḻiḍê"/>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l"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9" name="ïśļîḑe"/>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sp>
          <p:nvSpPr>
            <p:cNvPr id="114" name="iSḷïḋé"/>
            <p:cNvSpPr/>
            <p:nvPr/>
          </p:nvSpPr>
          <p:spPr>
            <a:xfrm>
              <a:off x="4352006" y="4904111"/>
              <a:ext cx="737870" cy="738368"/>
            </a:xfrm>
            <a:prstGeom prst="ellipse">
              <a:avLst/>
            </a:prstGeom>
            <a:solidFill>
              <a:schemeClr val="bg1"/>
            </a:solidFill>
            <a:ln w="38100">
              <a:solidFill>
                <a:srgbClr val="C00000"/>
              </a:solid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412750" rtl="0" eaLnBrk="1" fontAlgn="base" latinLnBrk="0" hangingPunct="0">
                <a:lnSpc>
                  <a:spcPct val="100000"/>
                </a:lnSpc>
                <a:spcBef>
                  <a:spcPct val="0"/>
                </a:spcBef>
                <a:spcAft>
                  <a:spcPct val="0"/>
                </a:spcAft>
                <a:buClrTx/>
                <a:buSzTx/>
                <a:buFontTx/>
                <a:buNone/>
                <a:defRPr/>
              </a:pPr>
              <a:r>
                <a:rPr kumimoji="0" lang="en-US"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20xx</a:t>
              </a:r>
              <a:endParaRPr kumimoji="0" lang="zh-CN" altLang="zh-CN" sz="1200"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5" name="ïS1iḋé"/>
            <p:cNvGrpSpPr/>
            <p:nvPr/>
          </p:nvGrpSpPr>
          <p:grpSpPr>
            <a:xfrm>
              <a:off x="673100" y="4742469"/>
              <a:ext cx="3570264" cy="1240325"/>
              <a:chOff x="6940809" y="1964602"/>
              <a:chExt cx="3570264" cy="1240325"/>
            </a:xfrm>
          </p:grpSpPr>
          <p:sp>
            <p:nvSpPr>
              <p:cNvPr id="116" name="îṣḷíďè"/>
              <p:cNvSpPr/>
              <p:nvPr/>
            </p:nvSpPr>
            <p:spPr>
              <a:xfrm>
                <a:off x="6940809" y="2353736"/>
                <a:ext cx="3570264"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171450" marR="0" lvl="0" indent="-171450" algn="r" defTabSz="914400" rtl="0" eaLnBrk="1" fontAlgn="auto" latinLnBrk="0" hangingPunct="1">
                  <a:lnSpc>
                    <a:spcPct val="150000"/>
                  </a:lnSpc>
                  <a:spcBef>
                    <a:spcPct val="0"/>
                  </a:spcBef>
                  <a:spcAft>
                    <a:spcPct val="0"/>
                  </a:spcAft>
                  <a:buClrTx/>
                  <a:buSzTx/>
                  <a:buFont typeface="Arial" panose="020B0604020202020204" pitchFamily="34" charset="0"/>
                  <a:buChar char="•"/>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sp>
            <p:nvSpPr>
              <p:cNvPr id="117" name="iSḻíḑe"/>
              <p:cNvSpPr txBox="1"/>
              <p:nvPr/>
            </p:nvSpPr>
            <p:spPr>
              <a:xfrm>
                <a:off x="6940809" y="1964602"/>
                <a:ext cx="3570264" cy="3891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6481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custDataLst>
              <p:tags r:id="rId1"/>
            </p:custDataLst>
          </p:nvPr>
        </p:nvGrpSpPr>
        <p:grpSpPr>
          <a:xfrm>
            <a:off x="0" y="0"/>
            <a:ext cx="11518900" cy="6857999"/>
            <a:chOff x="0" y="0"/>
            <a:chExt cx="11518900" cy="6857999"/>
          </a:xfrm>
        </p:grpSpPr>
        <p:sp>
          <p:nvSpPr>
            <p:cNvPr id="4" name="îs1ídè"/>
            <p:cNvSpPr/>
            <p:nvPr/>
          </p:nvSpPr>
          <p:spPr>
            <a:xfrm>
              <a:off x="0" y="0"/>
              <a:ext cx="2796988" cy="6857999"/>
            </a:xfrm>
            <a:prstGeom prst="rect">
              <a:avLst/>
            </a:prstGeom>
            <a:blipFill>
              <a:blip r:embed="rId3"/>
              <a:srcRect/>
              <a:stretch>
                <a:fillRect l="-109108" r="-108122"/>
              </a:stretch>
            </a:blipFill>
            <a:ln w="76200">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5" name="ïṡḻïḑè"/>
            <p:cNvGrpSpPr/>
            <p:nvPr/>
          </p:nvGrpSpPr>
          <p:grpSpPr>
            <a:xfrm>
              <a:off x="4110205" y="2973410"/>
              <a:ext cx="1213108" cy="1213108"/>
              <a:chOff x="4026647" y="2889852"/>
              <a:chExt cx="1380224" cy="1380224"/>
            </a:xfrm>
          </p:grpSpPr>
          <p:sp>
            <p:nvSpPr>
              <p:cNvPr id="24" name="ïŝḷîḋe"/>
              <p:cNvSpPr/>
              <p:nvPr/>
            </p:nvSpPr>
            <p:spPr>
              <a:xfrm>
                <a:off x="4026647"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5" name="ïṡḷïḋè"/>
              <p:cNvSpPr/>
              <p:nvPr/>
            </p:nvSpPr>
            <p:spPr>
              <a:xfrm>
                <a:off x="4453654" y="3330572"/>
                <a:ext cx="526211" cy="498785"/>
              </a:xfrm>
              <a:custGeom>
                <a:avLst/>
                <a:gdLst>
                  <a:gd name="connsiteX0" fmla="*/ 302148 w 608979"/>
                  <a:gd name="connsiteY0" fmla="*/ 325871 h 577240"/>
                  <a:gd name="connsiteX1" fmla="*/ 322335 w 608979"/>
                  <a:gd name="connsiteY1" fmla="*/ 346028 h 577240"/>
                  <a:gd name="connsiteX2" fmla="*/ 322335 w 608979"/>
                  <a:gd name="connsiteY2" fmla="*/ 485197 h 577240"/>
                  <a:gd name="connsiteX3" fmla="*/ 358379 w 608979"/>
                  <a:gd name="connsiteY3" fmla="*/ 485197 h 577240"/>
                  <a:gd name="connsiteX4" fmla="*/ 374971 w 608979"/>
                  <a:gd name="connsiteY4" fmla="*/ 496334 h 577240"/>
                  <a:gd name="connsiteX5" fmla="*/ 371100 w 608979"/>
                  <a:gd name="connsiteY5" fmla="*/ 515848 h 577240"/>
                  <a:gd name="connsiteX6" fmla="*/ 314777 w 608979"/>
                  <a:gd name="connsiteY6" fmla="*/ 571994 h 577240"/>
                  <a:gd name="connsiteX7" fmla="*/ 289334 w 608979"/>
                  <a:gd name="connsiteY7" fmla="*/ 571994 h 577240"/>
                  <a:gd name="connsiteX8" fmla="*/ 233103 w 608979"/>
                  <a:gd name="connsiteY8" fmla="*/ 515848 h 577240"/>
                  <a:gd name="connsiteX9" fmla="*/ 229232 w 608979"/>
                  <a:gd name="connsiteY9" fmla="*/ 496334 h 577240"/>
                  <a:gd name="connsiteX10" fmla="*/ 245824 w 608979"/>
                  <a:gd name="connsiteY10" fmla="*/ 485197 h 577240"/>
                  <a:gd name="connsiteX11" fmla="*/ 281867 w 608979"/>
                  <a:gd name="connsiteY11" fmla="*/ 485197 h 577240"/>
                  <a:gd name="connsiteX12" fmla="*/ 281867 w 608979"/>
                  <a:gd name="connsiteY12" fmla="*/ 346028 h 577240"/>
                  <a:gd name="connsiteX13" fmla="*/ 302148 w 608979"/>
                  <a:gd name="connsiteY13" fmla="*/ 325871 h 577240"/>
                  <a:gd name="connsiteX14" fmla="*/ 463650 w 608979"/>
                  <a:gd name="connsiteY14" fmla="*/ 325800 h 577240"/>
                  <a:gd name="connsiteX15" fmla="*/ 483838 w 608979"/>
                  <a:gd name="connsiteY15" fmla="*/ 345963 h 577240"/>
                  <a:gd name="connsiteX16" fmla="*/ 483838 w 608979"/>
                  <a:gd name="connsiteY16" fmla="*/ 485171 h 577240"/>
                  <a:gd name="connsiteX17" fmla="*/ 519881 w 608979"/>
                  <a:gd name="connsiteY17" fmla="*/ 485171 h 577240"/>
                  <a:gd name="connsiteX18" fmla="*/ 536566 w 608979"/>
                  <a:gd name="connsiteY18" fmla="*/ 496311 h 577240"/>
                  <a:gd name="connsiteX19" fmla="*/ 532602 w 608979"/>
                  <a:gd name="connsiteY19" fmla="*/ 515830 h 577240"/>
                  <a:gd name="connsiteX20" fmla="*/ 476371 w 608979"/>
                  <a:gd name="connsiteY20" fmla="*/ 571992 h 577240"/>
                  <a:gd name="connsiteX21" fmla="*/ 450928 w 608979"/>
                  <a:gd name="connsiteY21" fmla="*/ 571992 h 577240"/>
                  <a:gd name="connsiteX22" fmla="*/ 394697 w 608979"/>
                  <a:gd name="connsiteY22" fmla="*/ 515830 h 577240"/>
                  <a:gd name="connsiteX23" fmla="*/ 390734 w 608979"/>
                  <a:gd name="connsiteY23" fmla="*/ 496311 h 577240"/>
                  <a:gd name="connsiteX24" fmla="*/ 407419 w 608979"/>
                  <a:gd name="connsiteY24" fmla="*/ 485171 h 577240"/>
                  <a:gd name="connsiteX25" fmla="*/ 443462 w 608979"/>
                  <a:gd name="connsiteY25" fmla="*/ 485171 h 577240"/>
                  <a:gd name="connsiteX26" fmla="*/ 443462 w 608979"/>
                  <a:gd name="connsiteY26" fmla="*/ 345963 h 577240"/>
                  <a:gd name="connsiteX27" fmla="*/ 463650 w 608979"/>
                  <a:gd name="connsiteY27" fmla="*/ 325800 h 577240"/>
                  <a:gd name="connsiteX28" fmla="*/ 140601 w 608979"/>
                  <a:gd name="connsiteY28" fmla="*/ 325800 h 577240"/>
                  <a:gd name="connsiteX29" fmla="*/ 160789 w 608979"/>
                  <a:gd name="connsiteY29" fmla="*/ 345963 h 577240"/>
                  <a:gd name="connsiteX30" fmla="*/ 160789 w 608979"/>
                  <a:gd name="connsiteY30" fmla="*/ 485171 h 577240"/>
                  <a:gd name="connsiteX31" fmla="*/ 196832 w 608979"/>
                  <a:gd name="connsiteY31" fmla="*/ 485171 h 577240"/>
                  <a:gd name="connsiteX32" fmla="*/ 213517 w 608979"/>
                  <a:gd name="connsiteY32" fmla="*/ 496311 h 577240"/>
                  <a:gd name="connsiteX33" fmla="*/ 209554 w 608979"/>
                  <a:gd name="connsiteY33" fmla="*/ 515830 h 577240"/>
                  <a:gd name="connsiteX34" fmla="*/ 153323 w 608979"/>
                  <a:gd name="connsiteY34" fmla="*/ 571992 h 577240"/>
                  <a:gd name="connsiteX35" fmla="*/ 127880 w 608979"/>
                  <a:gd name="connsiteY35" fmla="*/ 571992 h 577240"/>
                  <a:gd name="connsiteX36" fmla="*/ 71649 w 608979"/>
                  <a:gd name="connsiteY36" fmla="*/ 515830 h 577240"/>
                  <a:gd name="connsiteX37" fmla="*/ 67685 w 608979"/>
                  <a:gd name="connsiteY37" fmla="*/ 496311 h 577240"/>
                  <a:gd name="connsiteX38" fmla="*/ 84278 w 608979"/>
                  <a:gd name="connsiteY38" fmla="*/ 485171 h 577240"/>
                  <a:gd name="connsiteX39" fmla="*/ 120413 w 608979"/>
                  <a:gd name="connsiteY39" fmla="*/ 485171 h 577240"/>
                  <a:gd name="connsiteX40" fmla="*/ 120413 w 608979"/>
                  <a:gd name="connsiteY40" fmla="*/ 345963 h 577240"/>
                  <a:gd name="connsiteX41" fmla="*/ 140601 w 608979"/>
                  <a:gd name="connsiteY41" fmla="*/ 325800 h 577240"/>
                  <a:gd name="connsiteX42" fmla="*/ 284762 w 608979"/>
                  <a:gd name="connsiteY42" fmla="*/ 0 h 577240"/>
                  <a:gd name="connsiteX43" fmla="*/ 465723 w 608979"/>
                  <a:gd name="connsiteY43" fmla="*/ 149763 h 577240"/>
                  <a:gd name="connsiteX44" fmla="*/ 469041 w 608979"/>
                  <a:gd name="connsiteY44" fmla="*/ 149579 h 577240"/>
                  <a:gd name="connsiteX45" fmla="*/ 608979 w 608979"/>
                  <a:gd name="connsiteY45" fmla="*/ 289308 h 577240"/>
                  <a:gd name="connsiteX46" fmla="*/ 514212 w 608979"/>
                  <a:gd name="connsiteY46" fmla="*/ 421398 h 577240"/>
                  <a:gd name="connsiteX47" fmla="*/ 514212 w 608979"/>
                  <a:gd name="connsiteY47" fmla="*/ 346010 h 577240"/>
                  <a:gd name="connsiteX48" fmla="*/ 463694 w 608979"/>
                  <a:gd name="connsiteY48" fmla="*/ 295568 h 577240"/>
                  <a:gd name="connsiteX49" fmla="*/ 413177 w 608979"/>
                  <a:gd name="connsiteY49" fmla="*/ 346010 h 577240"/>
                  <a:gd name="connsiteX50" fmla="*/ 413177 w 608979"/>
                  <a:gd name="connsiteY50" fmla="*/ 429038 h 577240"/>
                  <a:gd name="connsiteX51" fmla="*/ 352703 w 608979"/>
                  <a:gd name="connsiteY51" fmla="*/ 429038 h 577240"/>
                  <a:gd name="connsiteX52" fmla="*/ 352703 w 608979"/>
                  <a:gd name="connsiteY52" fmla="*/ 346010 h 577240"/>
                  <a:gd name="connsiteX53" fmla="*/ 302185 w 608979"/>
                  <a:gd name="connsiteY53" fmla="*/ 295568 h 577240"/>
                  <a:gd name="connsiteX54" fmla="*/ 251667 w 608979"/>
                  <a:gd name="connsiteY54" fmla="*/ 346010 h 577240"/>
                  <a:gd name="connsiteX55" fmla="*/ 251667 w 608979"/>
                  <a:gd name="connsiteY55" fmla="*/ 429038 h 577240"/>
                  <a:gd name="connsiteX56" fmla="*/ 191101 w 608979"/>
                  <a:gd name="connsiteY56" fmla="*/ 429038 h 577240"/>
                  <a:gd name="connsiteX57" fmla="*/ 191101 w 608979"/>
                  <a:gd name="connsiteY57" fmla="*/ 346010 h 577240"/>
                  <a:gd name="connsiteX58" fmla="*/ 140583 w 608979"/>
                  <a:gd name="connsiteY58" fmla="*/ 295568 h 577240"/>
                  <a:gd name="connsiteX59" fmla="*/ 90065 w 608979"/>
                  <a:gd name="connsiteY59" fmla="*/ 346010 h 577240"/>
                  <a:gd name="connsiteX60" fmla="*/ 90065 w 608979"/>
                  <a:gd name="connsiteY60" fmla="*/ 428578 h 577240"/>
                  <a:gd name="connsiteX61" fmla="*/ 0 w 608979"/>
                  <a:gd name="connsiteY61" fmla="*/ 328705 h 577240"/>
                  <a:gd name="connsiteX62" fmla="*/ 100482 w 608979"/>
                  <a:gd name="connsiteY62" fmla="*/ 228280 h 577240"/>
                  <a:gd name="connsiteX63" fmla="*/ 106290 w 608979"/>
                  <a:gd name="connsiteY63" fmla="*/ 228925 h 577240"/>
                  <a:gd name="connsiteX64" fmla="*/ 100482 w 608979"/>
                  <a:gd name="connsiteY64" fmla="*/ 184005 h 577240"/>
                  <a:gd name="connsiteX65" fmla="*/ 284762 w 608979"/>
                  <a:gd name="connsiteY65" fmla="*/ 0 h 5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8979" h="577240">
                    <a:moveTo>
                      <a:pt x="302148" y="325871"/>
                    </a:moveTo>
                    <a:cubicBezTo>
                      <a:pt x="313302" y="325871"/>
                      <a:pt x="322335" y="334891"/>
                      <a:pt x="322335" y="346028"/>
                    </a:cubicBezTo>
                    <a:lnTo>
                      <a:pt x="322335" y="485197"/>
                    </a:lnTo>
                    <a:lnTo>
                      <a:pt x="358379" y="485197"/>
                    </a:lnTo>
                    <a:cubicBezTo>
                      <a:pt x="365661" y="485197"/>
                      <a:pt x="372206" y="489615"/>
                      <a:pt x="374971" y="496334"/>
                    </a:cubicBezTo>
                    <a:cubicBezTo>
                      <a:pt x="377737" y="502962"/>
                      <a:pt x="376262" y="510693"/>
                      <a:pt x="371100" y="515848"/>
                    </a:cubicBezTo>
                    <a:lnTo>
                      <a:pt x="314777" y="571994"/>
                    </a:lnTo>
                    <a:cubicBezTo>
                      <a:pt x="307771" y="578989"/>
                      <a:pt x="296340" y="578989"/>
                      <a:pt x="289334" y="571994"/>
                    </a:cubicBezTo>
                    <a:lnTo>
                      <a:pt x="233103" y="515848"/>
                    </a:lnTo>
                    <a:cubicBezTo>
                      <a:pt x="227941" y="510693"/>
                      <a:pt x="226374" y="502962"/>
                      <a:pt x="229232" y="496334"/>
                    </a:cubicBezTo>
                    <a:cubicBezTo>
                      <a:pt x="231997" y="489523"/>
                      <a:pt x="238542" y="485197"/>
                      <a:pt x="245824" y="485197"/>
                    </a:cubicBezTo>
                    <a:lnTo>
                      <a:pt x="281867" y="485197"/>
                    </a:lnTo>
                    <a:lnTo>
                      <a:pt x="281867" y="346028"/>
                    </a:lnTo>
                    <a:cubicBezTo>
                      <a:pt x="281867" y="334891"/>
                      <a:pt x="290994" y="325871"/>
                      <a:pt x="302148" y="325871"/>
                    </a:cubicBezTo>
                    <a:close/>
                    <a:moveTo>
                      <a:pt x="463650" y="325800"/>
                    </a:moveTo>
                    <a:cubicBezTo>
                      <a:pt x="474804" y="325800"/>
                      <a:pt x="483838" y="334823"/>
                      <a:pt x="483838" y="345963"/>
                    </a:cubicBezTo>
                    <a:lnTo>
                      <a:pt x="483838" y="485171"/>
                    </a:lnTo>
                    <a:lnTo>
                      <a:pt x="519881" y="485171"/>
                    </a:lnTo>
                    <a:cubicBezTo>
                      <a:pt x="527255" y="485171"/>
                      <a:pt x="533800" y="489590"/>
                      <a:pt x="536566" y="496311"/>
                    </a:cubicBezTo>
                    <a:cubicBezTo>
                      <a:pt x="539331" y="502940"/>
                      <a:pt x="537764" y="510674"/>
                      <a:pt x="532602" y="515830"/>
                    </a:cubicBezTo>
                    <a:lnTo>
                      <a:pt x="476371" y="571992"/>
                    </a:lnTo>
                    <a:cubicBezTo>
                      <a:pt x="469365" y="578989"/>
                      <a:pt x="457934" y="578989"/>
                      <a:pt x="450928" y="571992"/>
                    </a:cubicBezTo>
                    <a:lnTo>
                      <a:pt x="394697" y="515830"/>
                    </a:lnTo>
                    <a:cubicBezTo>
                      <a:pt x="389443" y="510674"/>
                      <a:pt x="387968" y="502940"/>
                      <a:pt x="390734" y="496311"/>
                    </a:cubicBezTo>
                    <a:cubicBezTo>
                      <a:pt x="393591" y="489498"/>
                      <a:pt x="400136" y="485171"/>
                      <a:pt x="407419" y="485171"/>
                    </a:cubicBezTo>
                    <a:lnTo>
                      <a:pt x="443462" y="485171"/>
                    </a:lnTo>
                    <a:lnTo>
                      <a:pt x="443462" y="345963"/>
                    </a:lnTo>
                    <a:cubicBezTo>
                      <a:pt x="443462" y="334823"/>
                      <a:pt x="452496" y="325800"/>
                      <a:pt x="463650" y="325800"/>
                    </a:cubicBezTo>
                    <a:close/>
                    <a:moveTo>
                      <a:pt x="140601" y="325800"/>
                    </a:moveTo>
                    <a:cubicBezTo>
                      <a:pt x="151755" y="325800"/>
                      <a:pt x="160789" y="334823"/>
                      <a:pt x="160789" y="345963"/>
                    </a:cubicBezTo>
                    <a:lnTo>
                      <a:pt x="160789" y="485171"/>
                    </a:lnTo>
                    <a:lnTo>
                      <a:pt x="196832" y="485171"/>
                    </a:lnTo>
                    <a:cubicBezTo>
                      <a:pt x="204115" y="485171"/>
                      <a:pt x="210660" y="489590"/>
                      <a:pt x="213517" y="496311"/>
                    </a:cubicBezTo>
                    <a:cubicBezTo>
                      <a:pt x="216283" y="502940"/>
                      <a:pt x="214716" y="510674"/>
                      <a:pt x="209554" y="515830"/>
                    </a:cubicBezTo>
                    <a:lnTo>
                      <a:pt x="153323" y="571992"/>
                    </a:lnTo>
                    <a:cubicBezTo>
                      <a:pt x="146317" y="578989"/>
                      <a:pt x="134886" y="578989"/>
                      <a:pt x="127880" y="571992"/>
                    </a:cubicBezTo>
                    <a:lnTo>
                      <a:pt x="71649" y="515830"/>
                    </a:lnTo>
                    <a:cubicBezTo>
                      <a:pt x="66395" y="510674"/>
                      <a:pt x="64920" y="502940"/>
                      <a:pt x="67685" y="496311"/>
                    </a:cubicBezTo>
                    <a:cubicBezTo>
                      <a:pt x="70451" y="489498"/>
                      <a:pt x="76996" y="485171"/>
                      <a:pt x="84278" y="485171"/>
                    </a:cubicBezTo>
                    <a:lnTo>
                      <a:pt x="120413" y="485171"/>
                    </a:lnTo>
                    <a:lnTo>
                      <a:pt x="120413" y="345963"/>
                    </a:lnTo>
                    <a:cubicBezTo>
                      <a:pt x="120413" y="334823"/>
                      <a:pt x="129447" y="325800"/>
                      <a:pt x="140601" y="325800"/>
                    </a:cubicBezTo>
                    <a:close/>
                    <a:moveTo>
                      <a:pt x="284762" y="0"/>
                    </a:moveTo>
                    <a:cubicBezTo>
                      <a:pt x="374827" y="0"/>
                      <a:pt x="449590" y="64526"/>
                      <a:pt x="465723" y="149763"/>
                    </a:cubicBezTo>
                    <a:cubicBezTo>
                      <a:pt x="466829" y="149763"/>
                      <a:pt x="467935" y="149579"/>
                      <a:pt x="469041" y="149579"/>
                    </a:cubicBezTo>
                    <a:cubicBezTo>
                      <a:pt x="546293" y="149579"/>
                      <a:pt x="608979" y="212172"/>
                      <a:pt x="608979" y="289308"/>
                    </a:cubicBezTo>
                    <a:cubicBezTo>
                      <a:pt x="608979" y="350705"/>
                      <a:pt x="569247" y="402620"/>
                      <a:pt x="514212" y="421398"/>
                    </a:cubicBezTo>
                    <a:lnTo>
                      <a:pt x="514212" y="346010"/>
                    </a:lnTo>
                    <a:cubicBezTo>
                      <a:pt x="514212" y="318120"/>
                      <a:pt x="491627" y="295568"/>
                      <a:pt x="463694" y="295568"/>
                    </a:cubicBezTo>
                    <a:cubicBezTo>
                      <a:pt x="435854" y="295568"/>
                      <a:pt x="413177" y="318120"/>
                      <a:pt x="413177" y="346010"/>
                    </a:cubicBezTo>
                    <a:lnTo>
                      <a:pt x="413177" y="429038"/>
                    </a:lnTo>
                    <a:lnTo>
                      <a:pt x="352703" y="429038"/>
                    </a:lnTo>
                    <a:lnTo>
                      <a:pt x="352703" y="346010"/>
                    </a:lnTo>
                    <a:cubicBezTo>
                      <a:pt x="352703" y="318120"/>
                      <a:pt x="330025" y="295568"/>
                      <a:pt x="302185" y="295568"/>
                    </a:cubicBezTo>
                    <a:cubicBezTo>
                      <a:pt x="274252" y="295568"/>
                      <a:pt x="251667" y="318120"/>
                      <a:pt x="251667" y="346010"/>
                    </a:cubicBezTo>
                    <a:lnTo>
                      <a:pt x="251667" y="429038"/>
                    </a:lnTo>
                    <a:lnTo>
                      <a:pt x="191101" y="429038"/>
                    </a:lnTo>
                    <a:lnTo>
                      <a:pt x="191101" y="346010"/>
                    </a:lnTo>
                    <a:cubicBezTo>
                      <a:pt x="191101" y="318120"/>
                      <a:pt x="168515" y="295568"/>
                      <a:pt x="140583" y="295568"/>
                    </a:cubicBezTo>
                    <a:cubicBezTo>
                      <a:pt x="112743" y="295568"/>
                      <a:pt x="90065" y="318120"/>
                      <a:pt x="90065" y="346010"/>
                    </a:cubicBezTo>
                    <a:lnTo>
                      <a:pt x="90065" y="428578"/>
                    </a:lnTo>
                    <a:cubicBezTo>
                      <a:pt x="38994" y="423883"/>
                      <a:pt x="0" y="380989"/>
                      <a:pt x="0" y="328705"/>
                    </a:cubicBezTo>
                    <a:cubicBezTo>
                      <a:pt x="0" y="273200"/>
                      <a:pt x="44987" y="228280"/>
                      <a:pt x="100482" y="228280"/>
                    </a:cubicBezTo>
                    <a:cubicBezTo>
                      <a:pt x="102418" y="228280"/>
                      <a:pt x="104354" y="228740"/>
                      <a:pt x="106290" y="228925"/>
                    </a:cubicBezTo>
                    <a:cubicBezTo>
                      <a:pt x="102603" y="214473"/>
                      <a:pt x="100482" y="199561"/>
                      <a:pt x="100482" y="184005"/>
                    </a:cubicBezTo>
                    <a:cubicBezTo>
                      <a:pt x="100482" y="82383"/>
                      <a:pt x="182989" y="0"/>
                      <a:pt x="284762"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6" name="íṡḷîḋé"/>
            <p:cNvGrpSpPr/>
            <p:nvPr/>
          </p:nvGrpSpPr>
          <p:grpSpPr>
            <a:xfrm>
              <a:off x="3353471" y="4467523"/>
              <a:ext cx="2726576" cy="1528554"/>
              <a:chOff x="3286035" y="4605546"/>
              <a:chExt cx="2476409" cy="1528554"/>
            </a:xfrm>
          </p:grpSpPr>
          <p:sp>
            <p:nvSpPr>
              <p:cNvPr id="22" name="îşļïḋé"/>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23" name="iṧḻîḍé"/>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grpSp>
          <p:nvGrpSpPr>
            <p:cNvPr id="7" name="iš1ïḋé"/>
            <p:cNvGrpSpPr/>
            <p:nvPr/>
          </p:nvGrpSpPr>
          <p:grpSpPr>
            <a:xfrm>
              <a:off x="6829631" y="2973410"/>
              <a:ext cx="1213108" cy="1213108"/>
              <a:chOff x="6746073" y="2889852"/>
              <a:chExt cx="1380224" cy="1380224"/>
            </a:xfrm>
          </p:grpSpPr>
          <p:sp>
            <p:nvSpPr>
              <p:cNvPr id="20" name="i$lîde"/>
              <p:cNvSpPr/>
              <p:nvPr/>
            </p:nvSpPr>
            <p:spPr>
              <a:xfrm>
                <a:off x="6746073"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ïsḻîḓè"/>
              <p:cNvSpPr/>
              <p:nvPr/>
            </p:nvSpPr>
            <p:spPr>
              <a:xfrm>
                <a:off x="7160354" y="3340716"/>
                <a:ext cx="551662" cy="478498"/>
              </a:xfrm>
              <a:custGeom>
                <a:avLst/>
                <a:gdLst>
                  <a:gd name="connsiteX0" fmla="*/ 303820 w 607639"/>
                  <a:gd name="connsiteY0" fmla="*/ 112552 h 527053"/>
                  <a:gd name="connsiteX1" fmla="*/ 347324 w 607639"/>
                  <a:gd name="connsiteY1" fmla="*/ 155985 h 527053"/>
                  <a:gd name="connsiteX2" fmla="*/ 303820 w 607639"/>
                  <a:gd name="connsiteY2" fmla="*/ 199418 h 527053"/>
                  <a:gd name="connsiteX3" fmla="*/ 260316 w 607639"/>
                  <a:gd name="connsiteY3" fmla="*/ 155985 h 527053"/>
                  <a:gd name="connsiteX4" fmla="*/ 303820 w 607639"/>
                  <a:gd name="connsiteY4" fmla="*/ 112552 h 527053"/>
                  <a:gd name="connsiteX5" fmla="*/ 303775 w 607639"/>
                  <a:gd name="connsiteY5" fmla="*/ 72970 h 527053"/>
                  <a:gd name="connsiteX6" fmla="*/ 220644 w 607639"/>
                  <a:gd name="connsiteY6" fmla="*/ 155983 h 527053"/>
                  <a:gd name="connsiteX7" fmla="*/ 303775 w 607639"/>
                  <a:gd name="connsiteY7" fmla="*/ 238996 h 527053"/>
                  <a:gd name="connsiteX8" fmla="*/ 386906 w 607639"/>
                  <a:gd name="connsiteY8" fmla="*/ 155983 h 527053"/>
                  <a:gd name="connsiteX9" fmla="*/ 303775 w 607639"/>
                  <a:gd name="connsiteY9" fmla="*/ 72970 h 527053"/>
                  <a:gd name="connsiteX10" fmla="*/ 303775 w 607639"/>
                  <a:gd name="connsiteY10" fmla="*/ 0 h 527053"/>
                  <a:gd name="connsiteX11" fmla="*/ 459979 w 607639"/>
                  <a:gd name="connsiteY11" fmla="*/ 155983 h 527053"/>
                  <a:gd name="connsiteX12" fmla="*/ 426246 w 607639"/>
                  <a:gd name="connsiteY12" fmla="*/ 252594 h 527053"/>
                  <a:gd name="connsiteX13" fmla="*/ 500922 w 607639"/>
                  <a:gd name="connsiteY13" fmla="*/ 294812 h 527053"/>
                  <a:gd name="connsiteX14" fmla="*/ 517388 w 607639"/>
                  <a:gd name="connsiteY14" fmla="*/ 292057 h 527053"/>
                  <a:gd name="connsiteX15" fmla="*/ 567943 w 607639"/>
                  <a:gd name="connsiteY15" fmla="*/ 342451 h 527053"/>
                  <a:gd name="connsiteX16" fmla="*/ 537236 w 607639"/>
                  <a:gd name="connsiteY16" fmla="*/ 388935 h 527053"/>
                  <a:gd name="connsiteX17" fmla="*/ 537236 w 607639"/>
                  <a:gd name="connsiteY17" fmla="*/ 419420 h 527053"/>
                  <a:gd name="connsiteX18" fmla="*/ 607639 w 607639"/>
                  <a:gd name="connsiteY18" fmla="*/ 507322 h 527053"/>
                  <a:gd name="connsiteX19" fmla="*/ 607639 w 607639"/>
                  <a:gd name="connsiteY19" fmla="*/ 527053 h 527053"/>
                  <a:gd name="connsiteX20" fmla="*/ 427136 w 607639"/>
                  <a:gd name="connsiteY20" fmla="*/ 527053 h 527053"/>
                  <a:gd name="connsiteX21" fmla="*/ 427136 w 607639"/>
                  <a:gd name="connsiteY21" fmla="*/ 507322 h 527053"/>
                  <a:gd name="connsiteX22" fmla="*/ 497540 w 607639"/>
                  <a:gd name="connsiteY22" fmla="*/ 419420 h 527053"/>
                  <a:gd name="connsiteX23" fmla="*/ 497540 w 607639"/>
                  <a:gd name="connsiteY23" fmla="*/ 388935 h 527053"/>
                  <a:gd name="connsiteX24" fmla="*/ 466833 w 607639"/>
                  <a:gd name="connsiteY24" fmla="*/ 342451 h 527053"/>
                  <a:gd name="connsiteX25" fmla="*/ 470660 w 607639"/>
                  <a:gd name="connsiteY25" fmla="*/ 323253 h 527053"/>
                  <a:gd name="connsiteX26" fmla="*/ 396608 w 607639"/>
                  <a:gd name="connsiteY26" fmla="*/ 281302 h 527053"/>
                  <a:gd name="connsiteX27" fmla="*/ 323623 w 607639"/>
                  <a:gd name="connsiteY27" fmla="*/ 310632 h 527053"/>
                  <a:gd name="connsiteX28" fmla="*/ 323623 w 607639"/>
                  <a:gd name="connsiteY28" fmla="*/ 419420 h 527053"/>
                  <a:gd name="connsiteX29" fmla="*/ 394026 w 607639"/>
                  <a:gd name="connsiteY29" fmla="*/ 507322 h 527053"/>
                  <a:gd name="connsiteX30" fmla="*/ 394026 w 607639"/>
                  <a:gd name="connsiteY30" fmla="*/ 527053 h 527053"/>
                  <a:gd name="connsiteX31" fmla="*/ 213613 w 607639"/>
                  <a:gd name="connsiteY31" fmla="*/ 527053 h 527053"/>
                  <a:gd name="connsiteX32" fmla="*/ 213613 w 607639"/>
                  <a:gd name="connsiteY32" fmla="*/ 507322 h 527053"/>
                  <a:gd name="connsiteX33" fmla="*/ 284016 w 607639"/>
                  <a:gd name="connsiteY33" fmla="*/ 419420 h 527053"/>
                  <a:gd name="connsiteX34" fmla="*/ 284016 w 607639"/>
                  <a:gd name="connsiteY34" fmla="*/ 310632 h 527053"/>
                  <a:gd name="connsiteX35" fmla="*/ 211032 w 607639"/>
                  <a:gd name="connsiteY35" fmla="*/ 281302 h 527053"/>
                  <a:gd name="connsiteX36" fmla="*/ 136890 w 607639"/>
                  <a:gd name="connsiteY36" fmla="*/ 323253 h 527053"/>
                  <a:gd name="connsiteX37" fmla="*/ 140717 w 607639"/>
                  <a:gd name="connsiteY37" fmla="*/ 342451 h 527053"/>
                  <a:gd name="connsiteX38" fmla="*/ 110011 w 607639"/>
                  <a:gd name="connsiteY38" fmla="*/ 388935 h 527053"/>
                  <a:gd name="connsiteX39" fmla="*/ 110011 w 607639"/>
                  <a:gd name="connsiteY39" fmla="*/ 419420 h 527053"/>
                  <a:gd name="connsiteX40" fmla="*/ 180414 w 607639"/>
                  <a:gd name="connsiteY40" fmla="*/ 507322 h 527053"/>
                  <a:gd name="connsiteX41" fmla="*/ 180414 w 607639"/>
                  <a:gd name="connsiteY41" fmla="*/ 527053 h 527053"/>
                  <a:gd name="connsiteX42" fmla="*/ 0 w 607639"/>
                  <a:gd name="connsiteY42" fmla="*/ 527053 h 527053"/>
                  <a:gd name="connsiteX43" fmla="*/ 0 w 607639"/>
                  <a:gd name="connsiteY43" fmla="*/ 507322 h 527053"/>
                  <a:gd name="connsiteX44" fmla="*/ 70403 w 607639"/>
                  <a:gd name="connsiteY44" fmla="*/ 419420 h 527053"/>
                  <a:gd name="connsiteX45" fmla="*/ 70403 w 607639"/>
                  <a:gd name="connsiteY45" fmla="*/ 388935 h 527053"/>
                  <a:gd name="connsiteX46" fmla="*/ 39696 w 607639"/>
                  <a:gd name="connsiteY46" fmla="*/ 342451 h 527053"/>
                  <a:gd name="connsiteX47" fmla="*/ 90251 w 607639"/>
                  <a:gd name="connsiteY47" fmla="*/ 292057 h 527053"/>
                  <a:gd name="connsiteX48" fmla="*/ 106717 w 607639"/>
                  <a:gd name="connsiteY48" fmla="*/ 294812 h 527053"/>
                  <a:gd name="connsiteX49" fmla="*/ 181304 w 607639"/>
                  <a:gd name="connsiteY49" fmla="*/ 252594 h 527053"/>
                  <a:gd name="connsiteX50" fmla="*/ 147660 w 607639"/>
                  <a:gd name="connsiteY50" fmla="*/ 155983 h 527053"/>
                  <a:gd name="connsiteX51" fmla="*/ 303775 w 607639"/>
                  <a:gd name="connsiteY51" fmla="*/ 0 h 52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527053">
                    <a:moveTo>
                      <a:pt x="303820" y="112552"/>
                    </a:moveTo>
                    <a:cubicBezTo>
                      <a:pt x="327847" y="112552"/>
                      <a:pt x="347324" y="131998"/>
                      <a:pt x="347324" y="155985"/>
                    </a:cubicBezTo>
                    <a:cubicBezTo>
                      <a:pt x="347324" y="179972"/>
                      <a:pt x="327847" y="199418"/>
                      <a:pt x="303820" y="199418"/>
                    </a:cubicBezTo>
                    <a:cubicBezTo>
                      <a:pt x="279793" y="199418"/>
                      <a:pt x="260316" y="179972"/>
                      <a:pt x="260316" y="155985"/>
                    </a:cubicBezTo>
                    <a:cubicBezTo>
                      <a:pt x="260316" y="131998"/>
                      <a:pt x="279793" y="112552"/>
                      <a:pt x="303820" y="112552"/>
                    </a:cubicBezTo>
                    <a:close/>
                    <a:moveTo>
                      <a:pt x="303775" y="72970"/>
                    </a:moveTo>
                    <a:cubicBezTo>
                      <a:pt x="257937" y="72970"/>
                      <a:pt x="220644" y="110210"/>
                      <a:pt x="220644" y="155983"/>
                    </a:cubicBezTo>
                    <a:cubicBezTo>
                      <a:pt x="220644" y="201756"/>
                      <a:pt x="257937" y="238996"/>
                      <a:pt x="303775" y="238996"/>
                    </a:cubicBezTo>
                    <a:cubicBezTo>
                      <a:pt x="349613" y="238996"/>
                      <a:pt x="386906" y="201756"/>
                      <a:pt x="386906" y="155983"/>
                    </a:cubicBezTo>
                    <a:cubicBezTo>
                      <a:pt x="386906" y="110210"/>
                      <a:pt x="349613" y="72970"/>
                      <a:pt x="303775" y="72970"/>
                    </a:cubicBezTo>
                    <a:close/>
                    <a:moveTo>
                      <a:pt x="303775" y="0"/>
                    </a:moveTo>
                    <a:cubicBezTo>
                      <a:pt x="389932" y="0"/>
                      <a:pt x="459979" y="69948"/>
                      <a:pt x="459979" y="155983"/>
                    </a:cubicBezTo>
                    <a:cubicBezTo>
                      <a:pt x="459979" y="192423"/>
                      <a:pt x="447341" y="226020"/>
                      <a:pt x="426246" y="252594"/>
                    </a:cubicBezTo>
                    <a:lnTo>
                      <a:pt x="500922" y="294812"/>
                    </a:lnTo>
                    <a:cubicBezTo>
                      <a:pt x="506084" y="293034"/>
                      <a:pt x="511602" y="292057"/>
                      <a:pt x="517388" y="292057"/>
                    </a:cubicBezTo>
                    <a:cubicBezTo>
                      <a:pt x="545246" y="292057"/>
                      <a:pt x="567943" y="314632"/>
                      <a:pt x="567943" y="342451"/>
                    </a:cubicBezTo>
                    <a:cubicBezTo>
                      <a:pt x="567943" y="363249"/>
                      <a:pt x="555215" y="381202"/>
                      <a:pt x="537236" y="388935"/>
                    </a:cubicBezTo>
                    <a:lnTo>
                      <a:pt x="537236" y="419420"/>
                    </a:lnTo>
                    <a:cubicBezTo>
                      <a:pt x="577466" y="428486"/>
                      <a:pt x="607639" y="464393"/>
                      <a:pt x="607639" y="507322"/>
                    </a:cubicBezTo>
                    <a:lnTo>
                      <a:pt x="607639" y="527053"/>
                    </a:lnTo>
                    <a:lnTo>
                      <a:pt x="427136" y="527053"/>
                    </a:lnTo>
                    <a:lnTo>
                      <a:pt x="427136" y="507322"/>
                    </a:lnTo>
                    <a:cubicBezTo>
                      <a:pt x="427136" y="464393"/>
                      <a:pt x="457309" y="428486"/>
                      <a:pt x="497540" y="419420"/>
                    </a:cubicBezTo>
                    <a:lnTo>
                      <a:pt x="497540" y="388935"/>
                    </a:lnTo>
                    <a:cubicBezTo>
                      <a:pt x="479560" y="381202"/>
                      <a:pt x="466833" y="363249"/>
                      <a:pt x="466833" y="342451"/>
                    </a:cubicBezTo>
                    <a:cubicBezTo>
                      <a:pt x="466833" y="335696"/>
                      <a:pt x="468257" y="329208"/>
                      <a:pt x="470660" y="323253"/>
                    </a:cubicBezTo>
                    <a:lnTo>
                      <a:pt x="396608" y="281302"/>
                    </a:lnTo>
                    <a:cubicBezTo>
                      <a:pt x="375691" y="296767"/>
                      <a:pt x="350681" y="307166"/>
                      <a:pt x="323623" y="310632"/>
                    </a:cubicBezTo>
                    <a:lnTo>
                      <a:pt x="323623" y="419420"/>
                    </a:lnTo>
                    <a:cubicBezTo>
                      <a:pt x="363854" y="428486"/>
                      <a:pt x="394026" y="464393"/>
                      <a:pt x="394026" y="507322"/>
                    </a:cubicBezTo>
                    <a:lnTo>
                      <a:pt x="394026" y="527053"/>
                    </a:lnTo>
                    <a:lnTo>
                      <a:pt x="213613" y="527053"/>
                    </a:lnTo>
                    <a:lnTo>
                      <a:pt x="213613" y="507322"/>
                    </a:lnTo>
                    <a:cubicBezTo>
                      <a:pt x="213613" y="464393"/>
                      <a:pt x="243786" y="428486"/>
                      <a:pt x="284016" y="419420"/>
                    </a:cubicBezTo>
                    <a:lnTo>
                      <a:pt x="284016" y="310632"/>
                    </a:lnTo>
                    <a:cubicBezTo>
                      <a:pt x="256869" y="307166"/>
                      <a:pt x="231948" y="296767"/>
                      <a:pt x="211032" y="281302"/>
                    </a:cubicBezTo>
                    <a:lnTo>
                      <a:pt x="136890" y="323253"/>
                    </a:lnTo>
                    <a:cubicBezTo>
                      <a:pt x="139382" y="329208"/>
                      <a:pt x="140717" y="335696"/>
                      <a:pt x="140717" y="342451"/>
                    </a:cubicBezTo>
                    <a:cubicBezTo>
                      <a:pt x="140717" y="363249"/>
                      <a:pt x="128079" y="381202"/>
                      <a:pt x="110011" y="388935"/>
                    </a:cubicBezTo>
                    <a:lnTo>
                      <a:pt x="110011" y="419420"/>
                    </a:lnTo>
                    <a:cubicBezTo>
                      <a:pt x="150241" y="428486"/>
                      <a:pt x="180414" y="464393"/>
                      <a:pt x="180414" y="507322"/>
                    </a:cubicBezTo>
                    <a:lnTo>
                      <a:pt x="180414" y="527053"/>
                    </a:lnTo>
                    <a:lnTo>
                      <a:pt x="0" y="527053"/>
                    </a:lnTo>
                    <a:lnTo>
                      <a:pt x="0" y="507322"/>
                    </a:lnTo>
                    <a:cubicBezTo>
                      <a:pt x="0" y="464393"/>
                      <a:pt x="30173" y="428486"/>
                      <a:pt x="70403" y="419420"/>
                    </a:cubicBezTo>
                    <a:lnTo>
                      <a:pt x="70403" y="388935"/>
                    </a:lnTo>
                    <a:cubicBezTo>
                      <a:pt x="52335" y="381202"/>
                      <a:pt x="39696" y="363249"/>
                      <a:pt x="39696" y="342451"/>
                    </a:cubicBezTo>
                    <a:cubicBezTo>
                      <a:pt x="39696" y="314632"/>
                      <a:pt x="62393" y="292057"/>
                      <a:pt x="90251" y="292057"/>
                    </a:cubicBezTo>
                    <a:cubicBezTo>
                      <a:pt x="96037" y="292057"/>
                      <a:pt x="101555" y="293034"/>
                      <a:pt x="106717" y="294812"/>
                    </a:cubicBezTo>
                    <a:lnTo>
                      <a:pt x="181304" y="252594"/>
                    </a:lnTo>
                    <a:cubicBezTo>
                      <a:pt x="160299" y="226020"/>
                      <a:pt x="147660" y="192423"/>
                      <a:pt x="147660" y="155983"/>
                    </a:cubicBezTo>
                    <a:cubicBezTo>
                      <a:pt x="147660" y="69948"/>
                      <a:pt x="217707" y="0"/>
                      <a:pt x="303775"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8" name="íşḻîḋe"/>
            <p:cNvGrpSpPr/>
            <p:nvPr/>
          </p:nvGrpSpPr>
          <p:grpSpPr>
            <a:xfrm>
              <a:off x="6072897" y="4467523"/>
              <a:ext cx="2726576" cy="1528554"/>
              <a:chOff x="3286035" y="4605546"/>
              <a:chExt cx="2476409" cy="1528554"/>
            </a:xfrm>
          </p:grpSpPr>
          <p:sp>
            <p:nvSpPr>
              <p:cNvPr id="18" name="iṥḻiḑé"/>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19" name="îSḷîḋè"/>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grpSp>
          <p:nvGrpSpPr>
            <p:cNvPr id="9" name="iṧḷiḓè"/>
            <p:cNvGrpSpPr/>
            <p:nvPr/>
          </p:nvGrpSpPr>
          <p:grpSpPr>
            <a:xfrm>
              <a:off x="9549058" y="2973410"/>
              <a:ext cx="1213108" cy="1213108"/>
              <a:chOff x="9465500" y="2889852"/>
              <a:chExt cx="1380224" cy="1380224"/>
            </a:xfrm>
          </p:grpSpPr>
          <p:sp>
            <p:nvSpPr>
              <p:cNvPr id="16" name="iŝḷíḍè"/>
              <p:cNvSpPr/>
              <p:nvPr/>
            </p:nvSpPr>
            <p:spPr>
              <a:xfrm>
                <a:off x="9465500" y="2889852"/>
                <a:ext cx="1380224" cy="1380224"/>
              </a:xfrm>
              <a:prstGeom prst="donut">
                <a:avLst>
                  <a:gd name="adj" fmla="val 2097"/>
                </a:avLst>
              </a:pr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7" name="í$liḍe"/>
              <p:cNvSpPr/>
              <p:nvPr/>
            </p:nvSpPr>
            <p:spPr>
              <a:xfrm>
                <a:off x="9933835" y="3316859"/>
                <a:ext cx="443556" cy="526211"/>
              </a:xfrm>
              <a:custGeom>
                <a:avLst/>
                <a:gdLst>
                  <a:gd name="connsiteX0" fmla="*/ 436982 w 510470"/>
                  <a:gd name="connsiteY0" fmla="*/ 513452 h 605593"/>
                  <a:gd name="connsiteX1" fmla="*/ 422903 w 510470"/>
                  <a:gd name="connsiteY1" fmla="*/ 527513 h 605593"/>
                  <a:gd name="connsiteX2" fmla="*/ 436982 w 510470"/>
                  <a:gd name="connsiteY2" fmla="*/ 541574 h 605593"/>
                  <a:gd name="connsiteX3" fmla="*/ 451168 w 510470"/>
                  <a:gd name="connsiteY3" fmla="*/ 527513 h 605593"/>
                  <a:gd name="connsiteX4" fmla="*/ 436982 w 510470"/>
                  <a:gd name="connsiteY4" fmla="*/ 513452 h 605593"/>
                  <a:gd name="connsiteX5" fmla="*/ 114232 w 510470"/>
                  <a:gd name="connsiteY5" fmla="*/ 513452 h 605593"/>
                  <a:gd name="connsiteX6" fmla="*/ 100046 w 510470"/>
                  <a:gd name="connsiteY6" fmla="*/ 527513 h 605593"/>
                  <a:gd name="connsiteX7" fmla="*/ 114232 w 510470"/>
                  <a:gd name="connsiteY7" fmla="*/ 541574 h 605593"/>
                  <a:gd name="connsiteX8" fmla="*/ 128311 w 510470"/>
                  <a:gd name="connsiteY8" fmla="*/ 527513 h 605593"/>
                  <a:gd name="connsiteX9" fmla="*/ 114232 w 510470"/>
                  <a:gd name="connsiteY9" fmla="*/ 513452 h 605593"/>
                  <a:gd name="connsiteX10" fmla="*/ 68902 w 510470"/>
                  <a:gd name="connsiteY10" fmla="*/ 513452 h 605593"/>
                  <a:gd name="connsiteX11" fmla="*/ 54823 w 510470"/>
                  <a:gd name="connsiteY11" fmla="*/ 527513 h 605593"/>
                  <a:gd name="connsiteX12" fmla="*/ 68902 w 510470"/>
                  <a:gd name="connsiteY12" fmla="*/ 541574 h 605593"/>
                  <a:gd name="connsiteX13" fmla="*/ 83087 w 510470"/>
                  <a:gd name="connsiteY13" fmla="*/ 527513 h 605593"/>
                  <a:gd name="connsiteX14" fmla="*/ 68902 w 510470"/>
                  <a:gd name="connsiteY14" fmla="*/ 513452 h 605593"/>
                  <a:gd name="connsiteX15" fmla="*/ 0 w 510470"/>
                  <a:gd name="connsiteY15" fmla="*/ 449432 h 605593"/>
                  <a:gd name="connsiteX16" fmla="*/ 510470 w 510470"/>
                  <a:gd name="connsiteY16" fmla="*/ 449432 h 605593"/>
                  <a:gd name="connsiteX17" fmla="*/ 510470 w 510470"/>
                  <a:gd name="connsiteY17" fmla="*/ 605593 h 605593"/>
                  <a:gd name="connsiteX18" fmla="*/ 0 w 510470"/>
                  <a:gd name="connsiteY18" fmla="*/ 605593 h 605593"/>
                  <a:gd name="connsiteX19" fmla="*/ 95598 w 510470"/>
                  <a:gd name="connsiteY19" fmla="*/ 342807 h 605593"/>
                  <a:gd name="connsiteX20" fmla="*/ 414907 w 510470"/>
                  <a:gd name="connsiteY20" fmla="*/ 342807 h 605593"/>
                  <a:gd name="connsiteX21" fmla="*/ 506519 w 510470"/>
                  <a:gd name="connsiteY21" fmla="*/ 421840 h 605593"/>
                  <a:gd name="connsiteX22" fmla="*/ 4093 w 510470"/>
                  <a:gd name="connsiteY22" fmla="*/ 421840 h 605593"/>
                  <a:gd name="connsiteX23" fmla="*/ 255235 w 510470"/>
                  <a:gd name="connsiteY23" fmla="*/ 71977 h 605593"/>
                  <a:gd name="connsiteX24" fmla="*/ 313663 w 510470"/>
                  <a:gd name="connsiteY24" fmla="*/ 130352 h 605593"/>
                  <a:gd name="connsiteX25" fmla="*/ 280078 w 510470"/>
                  <a:gd name="connsiteY25" fmla="*/ 183082 h 605593"/>
                  <a:gd name="connsiteX26" fmla="*/ 280078 w 510470"/>
                  <a:gd name="connsiteY26" fmla="*/ 316345 h 605593"/>
                  <a:gd name="connsiteX27" fmla="*/ 230392 w 510470"/>
                  <a:gd name="connsiteY27" fmla="*/ 316345 h 605593"/>
                  <a:gd name="connsiteX28" fmla="*/ 230392 w 510470"/>
                  <a:gd name="connsiteY28" fmla="*/ 183082 h 605593"/>
                  <a:gd name="connsiteX29" fmla="*/ 196807 w 510470"/>
                  <a:gd name="connsiteY29" fmla="*/ 130352 h 605593"/>
                  <a:gd name="connsiteX30" fmla="*/ 255235 w 510470"/>
                  <a:gd name="connsiteY30" fmla="*/ 71977 h 605593"/>
                  <a:gd name="connsiteX31" fmla="*/ 380055 w 510470"/>
                  <a:gd name="connsiteY31" fmla="*/ 62733 h 605593"/>
                  <a:gd name="connsiteX32" fmla="*/ 418030 w 510470"/>
                  <a:gd name="connsiteY32" fmla="*/ 130352 h 605593"/>
                  <a:gd name="connsiteX33" fmla="*/ 380055 w 510470"/>
                  <a:gd name="connsiteY33" fmla="*/ 197866 h 605593"/>
                  <a:gd name="connsiteX34" fmla="*/ 354027 w 510470"/>
                  <a:gd name="connsiteY34" fmla="*/ 155484 h 605593"/>
                  <a:gd name="connsiteX35" fmla="*/ 368214 w 510470"/>
                  <a:gd name="connsiteY35" fmla="*/ 130352 h 605593"/>
                  <a:gd name="connsiteX36" fmla="*/ 354027 w 510470"/>
                  <a:gd name="connsiteY36" fmla="*/ 105115 h 605593"/>
                  <a:gd name="connsiteX37" fmla="*/ 130486 w 510470"/>
                  <a:gd name="connsiteY37" fmla="*/ 62733 h 605593"/>
                  <a:gd name="connsiteX38" fmla="*/ 156514 w 510470"/>
                  <a:gd name="connsiteY38" fmla="*/ 105115 h 605593"/>
                  <a:gd name="connsiteX39" fmla="*/ 142327 w 510470"/>
                  <a:gd name="connsiteY39" fmla="*/ 130352 h 605593"/>
                  <a:gd name="connsiteX40" fmla="*/ 156514 w 510470"/>
                  <a:gd name="connsiteY40" fmla="*/ 155484 h 605593"/>
                  <a:gd name="connsiteX41" fmla="*/ 130486 w 510470"/>
                  <a:gd name="connsiteY41" fmla="*/ 197866 h 605593"/>
                  <a:gd name="connsiteX42" fmla="*/ 92511 w 510470"/>
                  <a:gd name="connsiteY42" fmla="*/ 130352 h 605593"/>
                  <a:gd name="connsiteX43" fmla="*/ 130486 w 510470"/>
                  <a:gd name="connsiteY43" fmla="*/ 62733 h 605593"/>
                  <a:gd name="connsiteX44" fmla="*/ 437083 w 510470"/>
                  <a:gd name="connsiteY44" fmla="*/ 0 h 605593"/>
                  <a:gd name="connsiteX45" fmla="*/ 510187 w 510470"/>
                  <a:gd name="connsiteY45" fmla="*/ 130352 h 605593"/>
                  <a:gd name="connsiteX46" fmla="*/ 437083 w 510470"/>
                  <a:gd name="connsiteY46" fmla="*/ 260598 h 605593"/>
                  <a:gd name="connsiteX47" fmla="*/ 411043 w 510470"/>
                  <a:gd name="connsiteY47" fmla="*/ 218212 h 605593"/>
                  <a:gd name="connsiteX48" fmla="*/ 460455 w 510470"/>
                  <a:gd name="connsiteY48" fmla="*/ 130352 h 605593"/>
                  <a:gd name="connsiteX49" fmla="*/ 411043 w 510470"/>
                  <a:gd name="connsiteY49" fmla="*/ 42386 h 605593"/>
                  <a:gd name="connsiteX50" fmla="*/ 73405 w 510470"/>
                  <a:gd name="connsiteY50" fmla="*/ 0 h 605593"/>
                  <a:gd name="connsiteX51" fmla="*/ 99427 w 510470"/>
                  <a:gd name="connsiteY51" fmla="*/ 42386 h 605593"/>
                  <a:gd name="connsiteX52" fmla="*/ 50050 w 510470"/>
                  <a:gd name="connsiteY52" fmla="*/ 130352 h 605593"/>
                  <a:gd name="connsiteX53" fmla="*/ 99427 w 510470"/>
                  <a:gd name="connsiteY53" fmla="*/ 218212 h 605593"/>
                  <a:gd name="connsiteX54" fmla="*/ 73405 w 510470"/>
                  <a:gd name="connsiteY54" fmla="*/ 260598 h 605593"/>
                  <a:gd name="connsiteX55" fmla="*/ 353 w 510470"/>
                  <a:gd name="connsiteY55" fmla="*/ 130352 h 605593"/>
                  <a:gd name="connsiteX56" fmla="*/ 73405 w 510470"/>
                  <a:gd name="connsiteY56"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10470" h="605593">
                    <a:moveTo>
                      <a:pt x="436982" y="513452"/>
                    </a:moveTo>
                    <a:cubicBezTo>
                      <a:pt x="429196" y="513452"/>
                      <a:pt x="422903" y="519737"/>
                      <a:pt x="422903" y="527513"/>
                    </a:cubicBezTo>
                    <a:cubicBezTo>
                      <a:pt x="422903" y="535289"/>
                      <a:pt x="429196" y="541574"/>
                      <a:pt x="436982" y="541574"/>
                    </a:cubicBezTo>
                    <a:cubicBezTo>
                      <a:pt x="444875" y="541574"/>
                      <a:pt x="451168" y="535289"/>
                      <a:pt x="451168" y="527513"/>
                    </a:cubicBezTo>
                    <a:cubicBezTo>
                      <a:pt x="451168" y="519737"/>
                      <a:pt x="444768" y="513452"/>
                      <a:pt x="436982" y="513452"/>
                    </a:cubicBezTo>
                    <a:close/>
                    <a:moveTo>
                      <a:pt x="114232" y="513452"/>
                    </a:moveTo>
                    <a:cubicBezTo>
                      <a:pt x="106446" y="513452"/>
                      <a:pt x="100046" y="519737"/>
                      <a:pt x="100046" y="527513"/>
                    </a:cubicBezTo>
                    <a:cubicBezTo>
                      <a:pt x="100046" y="535289"/>
                      <a:pt x="106446" y="541574"/>
                      <a:pt x="114232" y="541574"/>
                    </a:cubicBezTo>
                    <a:cubicBezTo>
                      <a:pt x="122018" y="541574"/>
                      <a:pt x="128311" y="535289"/>
                      <a:pt x="128311" y="527513"/>
                    </a:cubicBezTo>
                    <a:cubicBezTo>
                      <a:pt x="128311" y="519737"/>
                      <a:pt x="122018" y="513452"/>
                      <a:pt x="114232" y="513452"/>
                    </a:cubicBezTo>
                    <a:close/>
                    <a:moveTo>
                      <a:pt x="68902" y="513452"/>
                    </a:moveTo>
                    <a:cubicBezTo>
                      <a:pt x="61116" y="513452"/>
                      <a:pt x="54823" y="519737"/>
                      <a:pt x="54823" y="527513"/>
                    </a:cubicBezTo>
                    <a:cubicBezTo>
                      <a:pt x="54823" y="535289"/>
                      <a:pt x="61116" y="541574"/>
                      <a:pt x="68902" y="541574"/>
                    </a:cubicBezTo>
                    <a:cubicBezTo>
                      <a:pt x="76688" y="541574"/>
                      <a:pt x="83087" y="535289"/>
                      <a:pt x="83087" y="527513"/>
                    </a:cubicBezTo>
                    <a:cubicBezTo>
                      <a:pt x="83087" y="519737"/>
                      <a:pt x="76688" y="513452"/>
                      <a:pt x="68902" y="513452"/>
                    </a:cubicBezTo>
                    <a:close/>
                    <a:moveTo>
                      <a:pt x="0" y="449432"/>
                    </a:moveTo>
                    <a:lnTo>
                      <a:pt x="510470" y="449432"/>
                    </a:lnTo>
                    <a:lnTo>
                      <a:pt x="510470" y="605593"/>
                    </a:lnTo>
                    <a:lnTo>
                      <a:pt x="0" y="605593"/>
                    </a:lnTo>
                    <a:close/>
                    <a:moveTo>
                      <a:pt x="95598" y="342807"/>
                    </a:moveTo>
                    <a:lnTo>
                      <a:pt x="414907" y="342807"/>
                    </a:lnTo>
                    <a:lnTo>
                      <a:pt x="506519" y="421840"/>
                    </a:lnTo>
                    <a:lnTo>
                      <a:pt x="4093" y="421840"/>
                    </a:lnTo>
                    <a:close/>
                    <a:moveTo>
                      <a:pt x="255235" y="71977"/>
                    </a:moveTo>
                    <a:cubicBezTo>
                      <a:pt x="287434" y="71977"/>
                      <a:pt x="313663" y="98075"/>
                      <a:pt x="313663" y="130352"/>
                    </a:cubicBezTo>
                    <a:cubicBezTo>
                      <a:pt x="313663" y="153575"/>
                      <a:pt x="299909" y="173708"/>
                      <a:pt x="280078" y="183082"/>
                    </a:cubicBezTo>
                    <a:lnTo>
                      <a:pt x="280078" y="316345"/>
                    </a:lnTo>
                    <a:lnTo>
                      <a:pt x="230392" y="316345"/>
                    </a:lnTo>
                    <a:lnTo>
                      <a:pt x="230392" y="183082"/>
                    </a:lnTo>
                    <a:cubicBezTo>
                      <a:pt x="210561" y="173708"/>
                      <a:pt x="196807" y="153575"/>
                      <a:pt x="196807" y="130352"/>
                    </a:cubicBezTo>
                    <a:cubicBezTo>
                      <a:pt x="196807" y="98075"/>
                      <a:pt x="223036" y="71977"/>
                      <a:pt x="255235" y="71977"/>
                    </a:cubicBezTo>
                    <a:close/>
                    <a:moveTo>
                      <a:pt x="380055" y="62733"/>
                    </a:moveTo>
                    <a:cubicBezTo>
                      <a:pt x="403843" y="77215"/>
                      <a:pt x="418030" y="102559"/>
                      <a:pt x="418030" y="130352"/>
                    </a:cubicBezTo>
                    <a:cubicBezTo>
                      <a:pt x="418030" y="158146"/>
                      <a:pt x="403843" y="183383"/>
                      <a:pt x="380055" y="197866"/>
                    </a:cubicBezTo>
                    <a:lnTo>
                      <a:pt x="354027" y="155484"/>
                    </a:lnTo>
                    <a:cubicBezTo>
                      <a:pt x="362881" y="150053"/>
                      <a:pt x="368214" y="140682"/>
                      <a:pt x="368214" y="130352"/>
                    </a:cubicBezTo>
                    <a:cubicBezTo>
                      <a:pt x="368214" y="119917"/>
                      <a:pt x="362881" y="110546"/>
                      <a:pt x="354027" y="105115"/>
                    </a:cubicBezTo>
                    <a:close/>
                    <a:moveTo>
                      <a:pt x="130486" y="62733"/>
                    </a:moveTo>
                    <a:lnTo>
                      <a:pt x="156514" y="105115"/>
                    </a:lnTo>
                    <a:cubicBezTo>
                      <a:pt x="147660" y="110546"/>
                      <a:pt x="142327" y="119917"/>
                      <a:pt x="142327" y="130352"/>
                    </a:cubicBezTo>
                    <a:cubicBezTo>
                      <a:pt x="142327" y="140682"/>
                      <a:pt x="147660" y="150053"/>
                      <a:pt x="156514" y="155484"/>
                    </a:cubicBezTo>
                    <a:lnTo>
                      <a:pt x="130486" y="197866"/>
                    </a:lnTo>
                    <a:cubicBezTo>
                      <a:pt x="106698" y="183383"/>
                      <a:pt x="92511" y="158146"/>
                      <a:pt x="92511" y="130352"/>
                    </a:cubicBezTo>
                    <a:cubicBezTo>
                      <a:pt x="92511" y="102559"/>
                      <a:pt x="106698" y="77215"/>
                      <a:pt x="130486" y="62733"/>
                    </a:cubicBezTo>
                    <a:close/>
                    <a:moveTo>
                      <a:pt x="437083" y="0"/>
                    </a:moveTo>
                    <a:cubicBezTo>
                      <a:pt x="482866" y="28008"/>
                      <a:pt x="510187" y="76678"/>
                      <a:pt x="510187" y="130352"/>
                    </a:cubicBezTo>
                    <a:cubicBezTo>
                      <a:pt x="510187" y="183920"/>
                      <a:pt x="482866" y="232589"/>
                      <a:pt x="437083" y="260598"/>
                    </a:cubicBezTo>
                    <a:lnTo>
                      <a:pt x="411043" y="218212"/>
                    </a:lnTo>
                    <a:cubicBezTo>
                      <a:pt x="441992" y="199362"/>
                      <a:pt x="460455" y="166454"/>
                      <a:pt x="460455" y="130352"/>
                    </a:cubicBezTo>
                    <a:cubicBezTo>
                      <a:pt x="460455" y="94143"/>
                      <a:pt x="441992" y="61235"/>
                      <a:pt x="411043" y="42386"/>
                    </a:cubicBezTo>
                    <a:close/>
                    <a:moveTo>
                      <a:pt x="73405" y="0"/>
                    </a:moveTo>
                    <a:lnTo>
                      <a:pt x="99427" y="42386"/>
                    </a:lnTo>
                    <a:cubicBezTo>
                      <a:pt x="68500" y="61235"/>
                      <a:pt x="50050" y="94143"/>
                      <a:pt x="50050" y="130352"/>
                    </a:cubicBezTo>
                    <a:cubicBezTo>
                      <a:pt x="50050" y="166454"/>
                      <a:pt x="68500" y="199362"/>
                      <a:pt x="99427" y="218212"/>
                    </a:cubicBezTo>
                    <a:lnTo>
                      <a:pt x="73405" y="260598"/>
                    </a:lnTo>
                    <a:cubicBezTo>
                      <a:pt x="27654" y="232589"/>
                      <a:pt x="353" y="183920"/>
                      <a:pt x="353" y="130352"/>
                    </a:cubicBezTo>
                    <a:cubicBezTo>
                      <a:pt x="353" y="76678"/>
                      <a:pt x="27654" y="28008"/>
                      <a:pt x="73405" y="0"/>
                    </a:cubicBezTo>
                    <a:close/>
                  </a:path>
                </a:pathLst>
              </a:custGeom>
              <a:solidFill>
                <a:srgbClr val="C00000"/>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2000" b="1" i="1"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0" name="iś1ïḍe"/>
            <p:cNvGrpSpPr/>
            <p:nvPr/>
          </p:nvGrpSpPr>
          <p:grpSpPr>
            <a:xfrm>
              <a:off x="8792324" y="4467523"/>
              <a:ext cx="2726576" cy="1528554"/>
              <a:chOff x="3286035" y="4605546"/>
              <a:chExt cx="2476409" cy="1528554"/>
            </a:xfrm>
          </p:grpSpPr>
          <p:sp>
            <p:nvSpPr>
              <p:cNvPr id="14" name="ïSlîde"/>
              <p:cNvSpPr txBox="1"/>
              <p:nvPr/>
            </p:nvSpPr>
            <p:spPr>
              <a:xfrm>
                <a:off x="3286035" y="4605546"/>
                <a:ext cx="2476409" cy="417624"/>
              </a:xfrm>
              <a:prstGeom prst="rect">
                <a:avLst/>
              </a:prstGeom>
              <a:noFill/>
            </p:spPr>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rPr>
                  <a:t>Text here</a:t>
                </a:r>
                <a:endParaRPr kumimoji="0" lang="id-ID" sz="1600" b="1" i="0" u="none" strike="noStrike" kern="1200" cap="none" normalizeH="0" noProof="0">
                  <a:ln>
                    <a:noFill/>
                  </a:ln>
                  <a:solidFill>
                    <a:srgbClr val="C00000"/>
                  </a:solidFill>
                  <a:effectLst/>
                  <a:uLnTx/>
                  <a:uFillTx/>
                  <a:latin typeface="思源黑体 CN Medium"/>
                  <a:ea typeface="思源黑体 CN Medium"/>
                  <a:cs typeface="思源黑体 CN Medium"/>
                  <a:sym typeface="思源黑体 CN Medium"/>
                </a:endParaRPr>
              </a:p>
            </p:txBody>
          </p:sp>
          <p:sp>
            <p:nvSpPr>
              <p:cNvPr id="15" name="íSlíďê"/>
              <p:cNvSpPr/>
              <p:nvPr/>
            </p:nvSpPr>
            <p:spPr>
              <a:xfrm>
                <a:off x="3286035" y="5023172"/>
                <a:ext cx="2476409"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Copy paste fonts. Choose the only option to retain text.</a:t>
                </a:r>
              </a:p>
              <a:p>
                <a:pPr marL="0" marR="0" lvl="0" indent="0" algn="ctr" defTabSz="914400" rtl="0" eaLnBrk="1" fontAlgn="auto" latinLnBrk="0" hangingPunct="1">
                  <a:lnSpc>
                    <a:spcPct val="150000"/>
                  </a:lnSpc>
                  <a:spcBef>
                    <a:spcPct val="0"/>
                  </a:spcBef>
                  <a:spcAft>
                    <a:spcPct val="0"/>
                  </a:spcAft>
                  <a:buClrTx/>
                  <a:buSzTx/>
                  <a:buFontTx/>
                  <a:buNone/>
                  <a:defRPr/>
                </a:pPr>
                <a:endPar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ctr" defTabSz="914400" rtl="0" eaLnBrk="1" fontAlgn="auto" latinLnBrk="0" hangingPunct="1">
                  <a:lnSpc>
                    <a:spcPct val="150000"/>
                  </a:lnSpc>
                  <a:spcBef>
                    <a:spcPct val="0"/>
                  </a:spcBef>
                  <a:spcAft>
                    <a:spcPct val="0"/>
                  </a:spcAft>
                  <a:buClrTx/>
                  <a:buSzTx/>
                  <a:buFontTx/>
                  <a:buNone/>
                  <a:defRPr/>
                </a:pPr>
                <a:r>
                  <a:rPr kumimoji="0" lang="en-US" altLang="zh-CN" sz="11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t>
                </a:r>
              </a:p>
            </p:txBody>
          </p:sp>
        </p:grpSp>
        <p:cxnSp>
          <p:nvCxnSpPr>
            <p:cNvPr id="11" name="直接连接符 10"/>
            <p:cNvCxnSpPr/>
            <p:nvPr/>
          </p:nvCxnSpPr>
          <p:spPr>
            <a:xfrm>
              <a:off x="6076472" y="2989413"/>
              <a:ext cx="0" cy="290710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795898" y="2989413"/>
              <a:ext cx="0" cy="290710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3" name="îš1idè"/>
            <p:cNvSpPr/>
            <p:nvPr/>
          </p:nvSpPr>
          <p:spPr>
            <a:xfrm>
              <a:off x="3353471" y="1201271"/>
              <a:ext cx="8165429" cy="140678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Unified fonts make reading more fluent.</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Theme color makes PPT more convenient to change.</a:t>
              </a:r>
            </a:p>
            <a:p>
              <a:pPr marL="0" marR="0" lvl="0" indent="0" algn="ctr" defTabSz="914400" rtl="0" eaLnBrk="1" fontAlgn="auto" latinLnBrk="0" hangingPunct="1">
                <a:lnSpc>
                  <a:spcPct val="150000"/>
                </a:lnSpc>
                <a:spcBef>
                  <a:spcPct val="0"/>
                </a:spcBef>
                <a:spcAft>
                  <a:spcPct val="0"/>
                </a:spcAft>
                <a:buClrTx/>
                <a:buSzPct val="25000"/>
                <a:buFontTx/>
                <a:buNone/>
                <a:defRPr/>
              </a:pPr>
              <a:r>
                <a:rPr kumimoji="0" lang="en-US" altLang="zh-CN" sz="1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Adjust the spacing to adapt to Chinese typesetting, use the reference line in PPT.</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rcRect r="31254" b="13303"/>
          <a:stretch>
            <a:fillRect/>
          </a:stretch>
        </p:blipFill>
        <p:spPr>
          <a:xfrm>
            <a:off x="-1" y="0"/>
            <a:ext cx="12192001" cy="6858000"/>
          </a:xfrm>
          <a:prstGeom prst="rect">
            <a:avLst/>
          </a:prstGeom>
        </p:spPr>
      </p:pic>
      <p:sp>
        <p:nvSpPr>
          <p:cNvPr id="9" name="矩形 8"/>
          <p:cNvSpPr/>
          <p:nvPr/>
        </p:nvSpPr>
        <p:spPr>
          <a:xfrm>
            <a:off x="0" y="1752600"/>
            <a:ext cx="7943850" cy="3257550"/>
          </a:xfrm>
          <a:prstGeom prst="rect">
            <a:avLst/>
          </a:prstGeom>
          <a:gradFill>
            <a:gsLst>
              <a:gs pos="50700">
                <a:srgbClr val="C00000">
                  <a:alpha val="58000"/>
                </a:srgbClr>
              </a:gs>
              <a:gs pos="0">
                <a:srgbClr val="C00000">
                  <a:alpha val="2000"/>
                  <a:lumMod val="3000"/>
                </a:srgbClr>
              </a:gs>
              <a:gs pos="100000">
                <a:srgbClr val="C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矩形 9"/>
          <p:cNvSpPr/>
          <p:nvPr/>
        </p:nvSpPr>
        <p:spPr>
          <a:xfrm>
            <a:off x="544573" y="244187"/>
            <a:ext cx="792480" cy="46037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rPr>
              <a:t>LOGO</a:t>
            </a:r>
            <a:endParaRPr kumimoji="0" lang="zh-CN" altLang="en-US" sz="2800" b="0" i="0" u="none" strike="noStrike" kern="1200" cap="none" normalizeH="0" noProof="0">
              <a:ln>
                <a:noFill/>
              </a:ln>
              <a:solidFill>
                <a:prstClr val="white">
                  <a:lumMod val="95000"/>
                </a:prstClr>
              </a:solidFill>
              <a:effectLst>
                <a:outerShdw blurRad="50800" dist="50800" dir="5400000" algn="ctr" rotWithShape="0">
                  <a:srgbClr val="000000">
                    <a:alpha val="78000"/>
                  </a:srgbClr>
                </a:outerShdw>
              </a:effectLst>
              <a:uLnTx/>
              <a:uFillTx/>
              <a:latin typeface="思源黑体 CN Medium"/>
              <a:ea typeface="思源黑体 CN Medium"/>
              <a:cs typeface="思源黑体 CN Medium"/>
              <a:sym typeface="思源黑体 CN Medium"/>
            </a:endParaRPr>
          </a:p>
        </p:txBody>
      </p:sp>
      <p:grpSp>
        <p:nvGrpSpPr>
          <p:cNvPr id="16" name="组合 15"/>
          <p:cNvGrpSpPr/>
          <p:nvPr/>
        </p:nvGrpSpPr>
        <p:grpSpPr>
          <a:xfrm>
            <a:off x="1484109" y="2465556"/>
            <a:ext cx="5634231" cy="1623690"/>
            <a:chOff x="515243" y="3327447"/>
            <a:chExt cx="5634231" cy="1623690"/>
          </a:xfrm>
        </p:grpSpPr>
        <p:sp>
          <p:nvSpPr>
            <p:cNvPr id="17" name="文本框 16"/>
            <p:cNvSpPr txBox="1"/>
            <p:nvPr/>
          </p:nvSpPr>
          <p:spPr>
            <a:xfrm>
              <a:off x="515243" y="3543691"/>
              <a:ext cx="5634231" cy="521970"/>
            </a:xfrm>
            <a:prstGeom prst="rect">
              <a:avLst/>
            </a:prstGeom>
            <a:noFill/>
          </p:spPr>
          <p:txBody>
            <a:bodyPr wrap="square" rtlCol="0">
              <a:spAutoFit/>
            </a:bodyPr>
            <a:lstStyle/>
            <a:p>
              <a:pPr marL="0" marR="0" lvl="0" indent="0" algn="l" defTabSz="866775" rtl="0" eaLnBrk="1" fontAlgn="auto" latinLnBrk="0" hangingPunct="1">
                <a:lnSpc>
                  <a:spcPct val="100000"/>
                </a:lnSpc>
                <a:spcBef>
                  <a:spcPct val="0"/>
                </a:spcBef>
                <a:spcAft>
                  <a:spcPct val="0"/>
                </a:spcAft>
                <a:buClrTx/>
                <a:buSzTx/>
                <a:buFontTx/>
                <a:buNone/>
                <a:defRPr/>
              </a:pPr>
              <a:r>
                <a:rPr kumimoji="0" lang="en-US" altLang="zh-CN"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THANK  YOU</a:t>
              </a:r>
              <a:endParaRPr kumimoji="0" lang="zh-CN" altLang="en-US" sz="28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8" name="矩形 17"/>
            <p:cNvSpPr/>
            <p:nvPr/>
          </p:nvSpPr>
          <p:spPr>
            <a:xfrm>
              <a:off x="515243" y="3327447"/>
              <a:ext cx="2219654" cy="252730"/>
            </a:xfrm>
            <a:prstGeom prst="rect">
              <a:avLst/>
            </a:prstGeom>
          </p:spPr>
          <p:txBody>
            <a:bodyPr wrap="square">
              <a:spAutoFit/>
            </a:body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SIMPLEMENT,SMART&amp; INTUITIVE</a:t>
              </a:r>
              <a:endParaRPr kumimoji="0" lang="zh-CN" altLang="en-US" sz="104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0" name="矩形 19"/>
            <p:cNvSpPr/>
            <p:nvPr/>
          </p:nvSpPr>
          <p:spPr>
            <a:xfrm>
              <a:off x="515243" y="3992508"/>
              <a:ext cx="5076196" cy="619760"/>
            </a:xfrm>
            <a:prstGeom prst="rect">
              <a:avLst/>
            </a:prstGeom>
          </p:spPr>
          <p:txBody>
            <a:bodyPr wrap="square">
              <a:spAutoFit/>
            </a:bodyPr>
            <a:lstStyle/>
            <a:p>
              <a:pPr marL="0" marR="0" lvl="0" indent="0" algn="l" defTabSz="866775" rtl="0" eaLnBrk="1" fontAlgn="base" latinLnBrk="0" hangingPunct="1">
                <a:lnSpc>
                  <a:spcPct val="200000"/>
                </a:lnSpc>
                <a:spcBef>
                  <a:spcPct val="0"/>
                </a:spcBef>
                <a:spcAft>
                  <a:spcPct val="0"/>
                </a:spcAft>
                <a:buClr>
                  <a:srgbClr val="E7E6E6">
                    <a:lumMod val="10000"/>
                  </a:srgbClr>
                </a:buClr>
                <a:buSzTx/>
                <a:buFontTx/>
                <a:buNone/>
                <a:defRPr/>
              </a:pPr>
              <a:r>
                <a:rPr kumimoji="0" lang="en-US" altLang="zh-CN" sz="85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By faith I mean a vision of good one cherishes and the enthusiasm that pushes one to seek its fulfillment regardless of obstacles. By faith I By faith I</a:t>
              </a:r>
            </a:p>
          </p:txBody>
        </p:sp>
        <p:sp>
          <p:nvSpPr>
            <p:cNvPr id="22" name="矩形 21"/>
            <p:cNvSpPr/>
            <p:nvPr/>
          </p:nvSpPr>
          <p:spPr>
            <a:xfrm>
              <a:off x="528090" y="4698407"/>
              <a:ext cx="2396490" cy="252730"/>
            </a:xfrm>
            <a:prstGeom prst="rect">
              <a:avLst/>
            </a:prstGeom>
            <a:solidFill>
              <a:schemeClr val="bg1"/>
            </a:solidFill>
            <a:ln>
              <a:noFill/>
            </a:ln>
          </p:spPr>
          <p:txBody>
            <a:bodyPr wrap="none">
              <a:spAutoFit/>
            </a:bodyPr>
            <a:lstStyle/>
            <a:p>
              <a:pPr marL="0" marR="0" lvl="0" indent="0" algn="ctr" defTabSz="866775" rtl="0" eaLnBrk="1" fontAlgn="auto" latinLnBrk="0" hangingPunct="1">
                <a:lnSpc>
                  <a:spcPct val="100000"/>
                </a:lnSpc>
                <a:spcBef>
                  <a:spcPct val="0"/>
                </a:spcBef>
                <a:spcAft>
                  <a:spcPct val="0"/>
                </a:spcAft>
                <a:buClrTx/>
                <a:buSzTx/>
                <a:buFontTx/>
                <a:buNone/>
                <a:defRPr/>
              </a:pP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深圳</a:t>
              </a:r>
              <a:r>
                <a:rPr kumimoji="0" lang="en-US" altLang="zh-CN"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WPS</a:t>
              </a:r>
              <a:r>
                <a:rPr kumimoji="0" lang="zh-CN" altLang="en-US"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rPr>
                <a:t>软件开发有限公司      夏影</a:t>
              </a:r>
              <a:endParaRPr kumimoji="0" lang="en-US" altLang="zh-CN" sz="1045" b="1" i="0" u="none" strike="noStrike" kern="1200" cap="none" normalizeH="0" noProof="0">
                <a:ln>
                  <a:noFill/>
                </a:ln>
                <a:solidFill>
                  <a:prstClr val="black">
                    <a:lumMod val="85000"/>
                    <a:lumOff val="15000"/>
                  </a:prstClr>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a:xfrm>
            <a:off x="2616687" y="2468788"/>
            <a:ext cx="6958626"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marL="0" marR="0" lvl="0" indent="0" algn="ctr" defTabSz="1218565" rtl="0" eaLnBrk="1" fontAlgn="auto" latinLnBrk="0" hangingPunct="1">
              <a:lnSpc>
                <a:spcPct val="100000"/>
              </a:lnSpc>
              <a:spcBef>
                <a:spcPct val="20000"/>
              </a:spcBef>
              <a:spcAft>
                <a:spcPct val="0"/>
              </a:spcAft>
              <a:buClrTx/>
              <a:buSzTx/>
              <a:buFont typeface="Arial" panose="020B0604020202020204" pitchFamily="34" charset="0"/>
              <a:buNone/>
              <a:defRPr/>
            </a:pP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小清新工作总结</a:t>
            </a:r>
            <a:r>
              <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PPT</a:t>
            </a: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模板</a:t>
            </a:r>
            <a:endPar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5" name="原创设计师QQ598969553                 _16"/>
          <p:cNvSpPr txBox="1"/>
          <p:nvPr/>
        </p:nvSpPr>
        <p:spPr>
          <a:xfrm>
            <a:off x="2736664" y="3269147"/>
            <a:ext cx="6718673" cy="45910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I know you need to include your content here, remember this is an important thingI know you need to include your content here, remember this is an important thingI know you need to include your content here, remember this is an important thin</a:t>
            </a:r>
            <a:endParaRPr kumimoji="0" lang="zh-CN" altLang="en-US"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 name="原创设计师QQ598969553                 _15"/>
          <p:cNvSpPr/>
          <p:nvPr/>
        </p:nvSpPr>
        <p:spPr>
          <a:xfrm>
            <a:off x="4057302" y="3844428"/>
            <a:ext cx="4077397" cy="3782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汇报人：你的名字       日期：</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年</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03</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月</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05</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日</a:t>
            </a:r>
            <a:endPar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8" name="原创设计师QQ598969553                 _16"/>
          <p:cNvSpPr txBox="1"/>
          <p:nvPr/>
        </p:nvSpPr>
        <p:spPr>
          <a:xfrm>
            <a:off x="4985021" y="987467"/>
            <a:ext cx="2221958" cy="161353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66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p>
        </p:txBody>
      </p:sp>
      <p:pic>
        <p:nvPicPr>
          <p:cNvPr id="22" name="Picture 2" descr="æ¤ç©åºçº¹èæ¯"/>
          <p:cNvPicPr>
            <a:picLocks noChangeAspect="1" noChangeArrowheads="1"/>
          </p:cNvPicPr>
          <p:nvPr/>
        </p:nvPicPr>
        <p:blipFill>
          <a:blip r:embed="rId3">
            <a:clrChange>
              <a:clrFrom>
                <a:srgbClr val="FFFFFF"/>
              </a:clrFrom>
              <a:clrTo>
                <a:srgbClr val="FFFFFF">
                  <a:alpha val="0"/>
                </a:srgbClr>
              </a:clrTo>
            </a:clrChange>
          </a:blip>
          <a:srcRect t="40798" b="50309"/>
          <a:stretch>
            <a:fillRect/>
          </a:stretch>
        </p:blipFill>
        <p:spPr>
          <a:xfrm>
            <a:off x="3223115" y="4844823"/>
            <a:ext cx="5745769" cy="2051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451324" y="2588583"/>
            <a:ext cx="1760940" cy="1913239"/>
            <a:chOff x="1746251" y="3409950"/>
            <a:chExt cx="1762125" cy="1914525"/>
          </a:xfrm>
        </p:grpSpPr>
        <p:sp>
          <p:nvSpPr>
            <p:cNvPr id="4" name="MH_Other_1"/>
            <p:cNvSpPr/>
            <p:nvPr>
              <p:custDataLst>
                <p:tags r:id="rId9"/>
              </p:custDataLst>
            </p:nvPr>
          </p:nvSpPr>
          <p:spPr>
            <a:xfrm>
              <a:off x="2713039" y="3409950"/>
              <a:ext cx="795337"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5" name="MH_SubTitle_1"/>
            <p:cNvSpPr/>
            <p:nvPr>
              <p:custDataLst>
                <p:tags r:id="rId10"/>
              </p:custDataLst>
            </p:nvPr>
          </p:nvSpPr>
          <p:spPr>
            <a:xfrm rot="19176636" flipH="1">
              <a:off x="1746251" y="4657725"/>
              <a:ext cx="1706563"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rgbClr val="57B39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年度工作概述</a:t>
              </a:r>
            </a:p>
          </p:txBody>
        </p:sp>
      </p:grpSp>
      <p:grpSp>
        <p:nvGrpSpPr>
          <p:cNvPr id="19" name="组合 18"/>
          <p:cNvGrpSpPr/>
          <p:nvPr/>
        </p:nvGrpSpPr>
        <p:grpSpPr>
          <a:xfrm>
            <a:off x="4142461" y="2588583"/>
            <a:ext cx="1759354" cy="1913239"/>
            <a:chOff x="3438526" y="3409950"/>
            <a:chExt cx="1760537" cy="1914525"/>
          </a:xfrm>
        </p:grpSpPr>
        <p:sp>
          <p:nvSpPr>
            <p:cNvPr id="6" name="MH_Other_2"/>
            <p:cNvSpPr/>
            <p:nvPr>
              <p:custDataLst>
                <p:tags r:id="rId7"/>
              </p:custDataLst>
            </p:nvPr>
          </p:nvSpPr>
          <p:spPr>
            <a:xfrm>
              <a:off x="4403725" y="3409950"/>
              <a:ext cx="795338"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MH_SubTitle_2"/>
            <p:cNvSpPr/>
            <p:nvPr>
              <p:custDataLst>
                <p:tags r:id="rId8"/>
              </p:custDataLst>
            </p:nvPr>
          </p:nvSpPr>
          <p:spPr>
            <a:xfrm rot="19176636" flipH="1">
              <a:off x="3438526" y="4657725"/>
              <a:ext cx="1704975"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chemeClr val="bg1">
                <a:lumMod val="5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工作完成情况</a:t>
              </a:r>
            </a:p>
          </p:txBody>
        </p:sp>
      </p:grpSp>
      <p:grpSp>
        <p:nvGrpSpPr>
          <p:cNvPr id="20" name="组合 19"/>
          <p:cNvGrpSpPr/>
          <p:nvPr/>
        </p:nvGrpSpPr>
        <p:grpSpPr>
          <a:xfrm>
            <a:off x="5832013" y="2588583"/>
            <a:ext cx="1760940" cy="1913239"/>
            <a:chOff x="5129213" y="3409950"/>
            <a:chExt cx="1762125" cy="1914525"/>
          </a:xfrm>
        </p:grpSpPr>
        <p:sp>
          <p:nvSpPr>
            <p:cNvPr id="8" name="MH_Other_3"/>
            <p:cNvSpPr/>
            <p:nvPr>
              <p:custDataLst>
                <p:tags r:id="rId5"/>
              </p:custDataLst>
            </p:nvPr>
          </p:nvSpPr>
          <p:spPr>
            <a:xfrm>
              <a:off x="6096000" y="3409950"/>
              <a:ext cx="795338"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9" name="MH_SubTitle_3"/>
            <p:cNvSpPr/>
            <p:nvPr>
              <p:custDataLst>
                <p:tags r:id="rId6"/>
              </p:custDataLst>
            </p:nvPr>
          </p:nvSpPr>
          <p:spPr>
            <a:xfrm rot="19176636" flipH="1">
              <a:off x="5129213" y="4657725"/>
              <a:ext cx="1706562"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rgbClr val="57B395"/>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19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成功项目展示</a:t>
              </a:r>
              <a:endParaRPr kumimoji="0" lang="en-US" altLang="zh-CN" sz="19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grpSp>
        <p:nvGrpSpPr>
          <p:cNvPr id="21" name="组合 20"/>
          <p:cNvGrpSpPr/>
          <p:nvPr/>
        </p:nvGrpSpPr>
        <p:grpSpPr>
          <a:xfrm>
            <a:off x="7523151" y="2588583"/>
            <a:ext cx="1759354" cy="1913239"/>
            <a:chOff x="6821489" y="3409950"/>
            <a:chExt cx="1760537" cy="1914525"/>
          </a:xfrm>
        </p:grpSpPr>
        <p:sp>
          <p:nvSpPr>
            <p:cNvPr id="10" name="MH_Other_4"/>
            <p:cNvSpPr/>
            <p:nvPr>
              <p:custDataLst>
                <p:tags r:id="rId3"/>
              </p:custDataLst>
            </p:nvPr>
          </p:nvSpPr>
          <p:spPr>
            <a:xfrm>
              <a:off x="7786689" y="3409950"/>
              <a:ext cx="795337" cy="795338"/>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zh-CN" altLang="en-US" sz="170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1" name="MH_SubTitle_4"/>
            <p:cNvSpPr/>
            <p:nvPr>
              <p:custDataLst>
                <p:tags r:id="rId4"/>
              </p:custDataLst>
            </p:nvPr>
          </p:nvSpPr>
          <p:spPr>
            <a:xfrm rot="19176636" flipH="1">
              <a:off x="6821489" y="4657725"/>
              <a:ext cx="1704975" cy="666750"/>
            </a:xfrm>
            <a:custGeom>
              <a:avLst/>
              <a:gdLst>
                <a:gd name="connsiteX0" fmla="*/ 302185 w 1423253"/>
                <a:gd name="connsiteY0" fmla="*/ 557176 h 557177"/>
                <a:gd name="connsiteX1" fmla="*/ 313708 w 1423253"/>
                <a:gd name="connsiteY1" fmla="*/ 539112 h 557177"/>
                <a:gd name="connsiteX2" fmla="*/ 1140428 w 1423253"/>
                <a:gd name="connsiteY2" fmla="*/ 539112 h 557177"/>
                <a:gd name="connsiteX3" fmla="*/ 1400952 w 1423253"/>
                <a:gd name="connsiteY3" fmla="*/ 278588 h 557177"/>
                <a:gd name="connsiteX4" fmla="*/ 1140428 w 1423253"/>
                <a:gd name="connsiteY4" fmla="*/ 18063 h 557177"/>
                <a:gd name="connsiteX5" fmla="*/ 0 w 1423253"/>
                <a:gd name="connsiteY5" fmla="*/ 18063 h 557177"/>
                <a:gd name="connsiteX6" fmla="*/ 1016 w 1423253"/>
                <a:gd name="connsiteY6" fmla="*/ 0 h 557177"/>
                <a:gd name="connsiteX7" fmla="*/ 1144665 w 1423253"/>
                <a:gd name="connsiteY7" fmla="*/ 0 h 557177"/>
                <a:gd name="connsiteX8" fmla="*/ 1423253 w 1423253"/>
                <a:gd name="connsiteY8" fmla="*/ 278589 h 557177"/>
                <a:gd name="connsiteX9" fmla="*/ 1423252 w 1423253"/>
                <a:gd name="connsiteY9" fmla="*/ 278589 h 557177"/>
                <a:gd name="connsiteX10" fmla="*/ 1144664 w 1423253"/>
                <a:gd name="connsiteY10" fmla="*/ 557177 h 557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3253" h="557177">
                  <a:moveTo>
                    <a:pt x="302185" y="557176"/>
                  </a:moveTo>
                  <a:lnTo>
                    <a:pt x="313708" y="539112"/>
                  </a:lnTo>
                  <a:lnTo>
                    <a:pt x="1140428" y="539112"/>
                  </a:lnTo>
                  <a:cubicBezTo>
                    <a:pt x="1284311" y="539112"/>
                    <a:pt x="1400952" y="422472"/>
                    <a:pt x="1400952" y="278588"/>
                  </a:cubicBezTo>
                  <a:cubicBezTo>
                    <a:pt x="1400952" y="134704"/>
                    <a:pt x="1284311" y="18063"/>
                    <a:pt x="1140428" y="18063"/>
                  </a:cubicBezTo>
                  <a:lnTo>
                    <a:pt x="0" y="18063"/>
                  </a:lnTo>
                  <a:lnTo>
                    <a:pt x="1016" y="0"/>
                  </a:lnTo>
                  <a:lnTo>
                    <a:pt x="1144665" y="0"/>
                  </a:lnTo>
                  <a:cubicBezTo>
                    <a:pt x="1298525" y="0"/>
                    <a:pt x="1423253" y="124728"/>
                    <a:pt x="1423253" y="278589"/>
                  </a:cubicBezTo>
                  <a:lnTo>
                    <a:pt x="1423252" y="278589"/>
                  </a:lnTo>
                  <a:cubicBezTo>
                    <a:pt x="1423252" y="432449"/>
                    <a:pt x="1298524" y="557177"/>
                    <a:pt x="1144664" y="557177"/>
                  </a:cubicBezTo>
                  <a:close/>
                </a:path>
              </a:pathLst>
            </a:custGeom>
            <a:solidFill>
              <a:schemeClr val="bg1">
                <a:lumMod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marL="0" marR="0" lvl="0" indent="0" algn="ctr"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明年工作计划</a:t>
              </a:r>
            </a:p>
          </p:txBody>
        </p:sp>
      </p:grpSp>
      <p:sp>
        <p:nvSpPr>
          <p:cNvPr id="23" name="PA_淘宝店chenying0907 8"/>
          <p:cNvSpPr/>
          <p:nvPr>
            <p:custDataLst>
              <p:tags r:id="rId1"/>
            </p:custDataLst>
          </p:nvPr>
        </p:nvSpPr>
        <p:spPr>
          <a:xfrm>
            <a:off x="1668793" y="997014"/>
            <a:ext cx="2959116" cy="71179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4" name="PA_淘宝店chenying0907 10"/>
          <p:cNvSpPr txBox="1"/>
          <p:nvPr>
            <p:custDataLst>
              <p:tags r:id="rId2"/>
            </p:custDataLst>
          </p:nvPr>
        </p:nvSpPr>
        <p:spPr>
          <a:xfrm>
            <a:off x="1797266" y="1089751"/>
            <a:ext cx="2691288"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rPr>
              <a:t>目录</a:t>
            </a:r>
            <a:r>
              <a:rPr kumimoji="0" lang="en-US" altLang="zh-CN" sz="2400" b="1"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rPr>
              <a:t>/CONTENT</a:t>
            </a:r>
          </a:p>
        </p:txBody>
      </p:sp>
      <p:pic>
        <p:nvPicPr>
          <p:cNvPr id="2050" name="Picture 2"/>
          <p:cNvPicPr>
            <a:picLocks noChangeAspect="1" noChangeArrowheads="1"/>
          </p:cNvPicPr>
          <p:nvPr/>
        </p:nvPicPr>
        <p:blipFill>
          <a:blip r:embed="rId13">
            <a:clrChange>
              <a:clrFrom>
                <a:srgbClr val="FFFFFF"/>
              </a:clrFrom>
              <a:clrTo>
                <a:srgbClr val="FFFFFF">
                  <a:alpha val="0"/>
                </a:srgbClr>
              </a:clrTo>
            </a:clrChange>
          </a:blip>
          <a:srcRect/>
          <a:stretch>
            <a:fillRect/>
          </a:stretch>
        </p:blipFill>
        <p:spPr>
          <a:xfrm>
            <a:off x="10273115" y="0"/>
            <a:ext cx="2402257" cy="36134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9844" y="2565171"/>
            <a:ext cx="4632312" cy="1189726"/>
            <a:chOff x="4681489" y="2565171"/>
            <a:chExt cx="4632312" cy="1189726"/>
          </a:xfrm>
        </p:grpSpPr>
        <p:sp>
          <p:nvSpPr>
            <p:cNvPr id="3" name="MH_Other_1"/>
            <p:cNvSpPr/>
            <p:nvPr>
              <p:custDataLst>
                <p:tags r:id="rId1"/>
              </p:custDataLst>
            </p:nvPr>
          </p:nvSpPr>
          <p:spPr>
            <a:xfrm>
              <a:off x="4681489" y="2565171"/>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191982" y="2729280"/>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年度工作概述</a:t>
              </a:r>
            </a:p>
          </p:txBody>
        </p:sp>
        <p:sp>
          <p:nvSpPr>
            <p:cNvPr id="5" name="TextBox 11"/>
            <p:cNvSpPr txBox="1"/>
            <p:nvPr/>
          </p:nvSpPr>
          <p:spPr>
            <a:xfrm>
              <a:off x="6088209" y="3188260"/>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494929" y="3188260"/>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088209" y="3449912"/>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494929" y="3449912"/>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3"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a:off x="3488589" y="4942785"/>
            <a:ext cx="812464" cy="512862"/>
          </a:xfrm>
          <a:custGeom>
            <a:avLst/>
            <a:gdLst>
              <a:gd name="T0" fmla="*/ 0 w 1113"/>
              <a:gd name="T1" fmla="*/ 0 h 757"/>
              <a:gd name="T2" fmla="*/ 1113 w 1113"/>
              <a:gd name="T3" fmla="*/ 0 h 757"/>
              <a:gd name="T4" fmla="*/ 1113 w 1113"/>
              <a:gd name="T5" fmla="*/ 685 h 757"/>
              <a:gd name="T6" fmla="*/ 249 w 1113"/>
              <a:gd name="T7" fmla="*/ 685 h 757"/>
              <a:gd name="T8" fmla="*/ 177 w 1113"/>
              <a:gd name="T9" fmla="*/ 757 h 757"/>
              <a:gd name="T10" fmla="*/ 105 w 1113"/>
              <a:gd name="T11" fmla="*/ 685 h 757"/>
              <a:gd name="T12" fmla="*/ 0 w 1113"/>
              <a:gd name="T13" fmla="*/ 685 h 757"/>
              <a:gd name="T14" fmla="*/ 0 w 1113"/>
              <a:gd name="T15" fmla="*/ 0 h 7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757">
                <a:moveTo>
                  <a:pt x="0" y="0"/>
                </a:moveTo>
                <a:lnTo>
                  <a:pt x="1113" y="0"/>
                </a:lnTo>
                <a:lnTo>
                  <a:pt x="1113" y="685"/>
                </a:lnTo>
                <a:lnTo>
                  <a:pt x="249" y="685"/>
                </a:lnTo>
                <a:lnTo>
                  <a:pt x="177" y="757"/>
                </a:lnTo>
                <a:lnTo>
                  <a:pt x="105" y="685"/>
                </a:lnTo>
                <a:lnTo>
                  <a:pt x="0" y="685"/>
                </a:lnTo>
                <a:lnTo>
                  <a:pt x="0" y="0"/>
                </a:lnTo>
                <a:close/>
              </a:path>
            </a:pathLst>
          </a:custGeom>
          <a:solidFill>
            <a:schemeClr val="accent1"/>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465"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Freeform 8"/>
          <p:cNvSpPr/>
          <p:nvPr/>
        </p:nvSpPr>
        <p:spPr>
          <a:xfrm>
            <a:off x="2651793" y="1946082"/>
            <a:ext cx="2493768" cy="2852114"/>
          </a:xfrm>
          <a:custGeom>
            <a:avLst/>
            <a:gdLst>
              <a:gd name="T0" fmla="*/ 133 w 3381"/>
              <a:gd name="T1" fmla="*/ 2348 h 3999"/>
              <a:gd name="T2" fmla="*/ 0 w 3381"/>
              <a:gd name="T3" fmla="*/ 1703 h 3999"/>
              <a:gd name="T4" fmla="*/ 282 w 3381"/>
              <a:gd name="T5" fmla="*/ 767 h 3999"/>
              <a:gd name="T6" fmla="*/ 1039 w 3381"/>
              <a:gd name="T7" fmla="*/ 133 h 3999"/>
              <a:gd name="T8" fmla="*/ 1689 w 3381"/>
              <a:gd name="T9" fmla="*/ 0 h 3999"/>
              <a:gd name="T10" fmla="*/ 2885 w 3381"/>
              <a:gd name="T11" fmla="*/ 495 h 3999"/>
              <a:gd name="T12" fmla="*/ 3381 w 3381"/>
              <a:gd name="T13" fmla="*/ 1691 h 3999"/>
              <a:gd name="T14" fmla="*/ 3097 w 3381"/>
              <a:gd name="T15" fmla="*/ 2624 h 3999"/>
              <a:gd name="T16" fmla="*/ 2346 w 3381"/>
              <a:gd name="T17" fmla="*/ 3248 h 3999"/>
              <a:gd name="T18" fmla="*/ 2281 w 3381"/>
              <a:gd name="T19" fmla="*/ 3304 h 3999"/>
              <a:gd name="T20" fmla="*/ 2256 w 3381"/>
              <a:gd name="T21" fmla="*/ 3388 h 3999"/>
              <a:gd name="T22" fmla="*/ 2256 w 3381"/>
              <a:gd name="T23" fmla="*/ 3718 h 3999"/>
              <a:gd name="T24" fmla="*/ 1699 w 3381"/>
              <a:gd name="T25" fmla="*/ 3999 h 3999"/>
              <a:gd name="T26" fmla="*/ 1142 w 3381"/>
              <a:gd name="T27" fmla="*/ 3718 h 3999"/>
              <a:gd name="T28" fmla="*/ 1142 w 3381"/>
              <a:gd name="T29" fmla="*/ 3388 h 3999"/>
              <a:gd name="T30" fmla="*/ 1354 w 3381"/>
              <a:gd name="T31" fmla="*/ 2691 h 3999"/>
              <a:gd name="T32" fmla="*/ 1916 w 3381"/>
              <a:gd name="T33" fmla="*/ 2226 h 3999"/>
              <a:gd name="T34" fmla="*/ 2171 w 3381"/>
              <a:gd name="T35" fmla="*/ 2011 h 3999"/>
              <a:gd name="T36" fmla="*/ 2267 w 3381"/>
              <a:gd name="T37" fmla="*/ 1691 h 3999"/>
              <a:gd name="T38" fmla="*/ 2098 w 3381"/>
              <a:gd name="T39" fmla="*/ 1283 h 3999"/>
              <a:gd name="T40" fmla="*/ 1689 w 3381"/>
              <a:gd name="T41" fmla="*/ 1113 h 3999"/>
              <a:gd name="T42" fmla="*/ 1469 w 3381"/>
              <a:gd name="T43" fmla="*/ 1155 h 3999"/>
              <a:gd name="T44" fmla="*/ 1212 w 3381"/>
              <a:gd name="T45" fmla="*/ 1375 h 3999"/>
              <a:gd name="T46" fmla="*/ 1113 w 3381"/>
              <a:gd name="T47" fmla="*/ 1703 h 3999"/>
              <a:gd name="T48" fmla="*/ 1155 w 3381"/>
              <a:gd name="T49" fmla="*/ 1918 h 3999"/>
              <a:gd name="T50" fmla="*/ 133 w 3381"/>
              <a:gd name="T51" fmla="*/ 2348 h 3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1" h="3999">
                <a:moveTo>
                  <a:pt x="133" y="2348"/>
                </a:moveTo>
                <a:cubicBezTo>
                  <a:pt x="42" y="2134"/>
                  <a:pt x="0" y="1915"/>
                  <a:pt x="0" y="1703"/>
                </a:cubicBezTo>
                <a:cubicBezTo>
                  <a:pt x="0" y="1368"/>
                  <a:pt x="102" y="1042"/>
                  <a:pt x="282" y="767"/>
                </a:cubicBezTo>
                <a:cubicBezTo>
                  <a:pt x="461" y="492"/>
                  <a:pt x="721" y="267"/>
                  <a:pt x="1039" y="133"/>
                </a:cubicBezTo>
                <a:cubicBezTo>
                  <a:pt x="1240" y="48"/>
                  <a:pt x="1459" y="0"/>
                  <a:pt x="1689" y="0"/>
                </a:cubicBezTo>
                <a:cubicBezTo>
                  <a:pt x="2156" y="0"/>
                  <a:pt x="2579" y="189"/>
                  <a:pt x="2885" y="495"/>
                </a:cubicBezTo>
                <a:cubicBezTo>
                  <a:pt x="3191" y="802"/>
                  <a:pt x="3381" y="1224"/>
                  <a:pt x="3381" y="1691"/>
                </a:cubicBezTo>
                <a:cubicBezTo>
                  <a:pt x="3381" y="2028"/>
                  <a:pt x="3278" y="2352"/>
                  <a:pt x="3097" y="2624"/>
                </a:cubicBezTo>
                <a:cubicBezTo>
                  <a:pt x="2918" y="2895"/>
                  <a:pt x="2659" y="3115"/>
                  <a:pt x="2346" y="3248"/>
                </a:cubicBezTo>
                <a:cubicBezTo>
                  <a:pt x="2320" y="3259"/>
                  <a:pt x="2298" y="3279"/>
                  <a:pt x="2281" y="3304"/>
                </a:cubicBezTo>
                <a:cubicBezTo>
                  <a:pt x="2265" y="3328"/>
                  <a:pt x="2256" y="3357"/>
                  <a:pt x="2256" y="3388"/>
                </a:cubicBezTo>
                <a:lnTo>
                  <a:pt x="2256" y="3718"/>
                </a:lnTo>
                <a:lnTo>
                  <a:pt x="1699" y="3999"/>
                </a:lnTo>
                <a:lnTo>
                  <a:pt x="1142" y="3718"/>
                </a:lnTo>
                <a:lnTo>
                  <a:pt x="1142" y="3388"/>
                </a:lnTo>
                <a:cubicBezTo>
                  <a:pt x="1142" y="3137"/>
                  <a:pt x="1219" y="2895"/>
                  <a:pt x="1354" y="2691"/>
                </a:cubicBezTo>
                <a:cubicBezTo>
                  <a:pt x="1488" y="2489"/>
                  <a:pt x="1681" y="2325"/>
                  <a:pt x="1916" y="2226"/>
                </a:cubicBezTo>
                <a:cubicBezTo>
                  <a:pt x="2020" y="2181"/>
                  <a:pt x="2108" y="2106"/>
                  <a:pt x="2171" y="2011"/>
                </a:cubicBezTo>
                <a:cubicBezTo>
                  <a:pt x="2232" y="1918"/>
                  <a:pt x="2267" y="1808"/>
                  <a:pt x="2267" y="1691"/>
                </a:cubicBezTo>
                <a:cubicBezTo>
                  <a:pt x="2267" y="1532"/>
                  <a:pt x="2203" y="1387"/>
                  <a:pt x="2098" y="1283"/>
                </a:cubicBezTo>
                <a:cubicBezTo>
                  <a:pt x="1993" y="1178"/>
                  <a:pt x="1849" y="1113"/>
                  <a:pt x="1689" y="1113"/>
                </a:cubicBezTo>
                <a:cubicBezTo>
                  <a:pt x="1606" y="1113"/>
                  <a:pt x="1532" y="1128"/>
                  <a:pt x="1469" y="1155"/>
                </a:cubicBezTo>
                <a:cubicBezTo>
                  <a:pt x="1365" y="1199"/>
                  <a:pt x="1276" y="1278"/>
                  <a:pt x="1212" y="1375"/>
                </a:cubicBezTo>
                <a:cubicBezTo>
                  <a:pt x="1149" y="1472"/>
                  <a:pt x="1113" y="1586"/>
                  <a:pt x="1113" y="1703"/>
                </a:cubicBezTo>
                <a:cubicBezTo>
                  <a:pt x="1113" y="1777"/>
                  <a:pt x="1127" y="1850"/>
                  <a:pt x="1155" y="1918"/>
                </a:cubicBezTo>
                <a:lnTo>
                  <a:pt x="133" y="2348"/>
                </a:lnTo>
                <a:close/>
              </a:path>
            </a:pathLst>
          </a:custGeom>
          <a:solidFill>
            <a:schemeClr val="accent4"/>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0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8" name="Freeform 9"/>
          <p:cNvSpPr/>
          <p:nvPr/>
        </p:nvSpPr>
        <p:spPr>
          <a:xfrm>
            <a:off x="3287160" y="1949069"/>
            <a:ext cx="1706208" cy="1030205"/>
          </a:xfrm>
          <a:custGeom>
            <a:avLst/>
            <a:gdLst>
              <a:gd name="T0" fmla="*/ 0 w 2313"/>
              <a:gd name="T1" fmla="*/ 221 h 1445"/>
              <a:gd name="T2" fmla="*/ 179 w 2313"/>
              <a:gd name="T3" fmla="*/ 133 h 1445"/>
              <a:gd name="T4" fmla="*/ 829 w 2313"/>
              <a:gd name="T5" fmla="*/ 0 h 1445"/>
              <a:gd name="T6" fmla="*/ 2025 w 2313"/>
              <a:gd name="T7" fmla="*/ 495 h 1445"/>
              <a:gd name="T8" fmla="*/ 2313 w 2313"/>
              <a:gd name="T9" fmla="*/ 879 h 1445"/>
              <a:gd name="T10" fmla="*/ 1353 w 2313"/>
              <a:gd name="T11" fmla="*/ 1445 h 1445"/>
              <a:gd name="T12" fmla="*/ 1238 w 2313"/>
              <a:gd name="T13" fmla="*/ 1283 h 1445"/>
              <a:gd name="T14" fmla="*/ 829 w 2313"/>
              <a:gd name="T15" fmla="*/ 1113 h 1445"/>
              <a:gd name="T16" fmla="*/ 609 w 2313"/>
              <a:gd name="T17" fmla="*/ 1155 h 1445"/>
              <a:gd name="T18" fmla="*/ 552 w 2313"/>
              <a:gd name="T19" fmla="*/ 1184 h 1445"/>
              <a:gd name="T20" fmla="*/ 0 w 2313"/>
              <a:gd name="T21" fmla="*/ 221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13" h="1445">
                <a:moveTo>
                  <a:pt x="0" y="221"/>
                </a:moveTo>
                <a:cubicBezTo>
                  <a:pt x="57" y="189"/>
                  <a:pt x="117" y="159"/>
                  <a:pt x="179" y="133"/>
                </a:cubicBezTo>
                <a:cubicBezTo>
                  <a:pt x="380" y="48"/>
                  <a:pt x="599" y="0"/>
                  <a:pt x="829" y="0"/>
                </a:cubicBezTo>
                <a:cubicBezTo>
                  <a:pt x="1296" y="0"/>
                  <a:pt x="1719" y="189"/>
                  <a:pt x="2025" y="495"/>
                </a:cubicBezTo>
                <a:cubicBezTo>
                  <a:pt x="2138" y="609"/>
                  <a:pt x="2236" y="738"/>
                  <a:pt x="2313" y="879"/>
                </a:cubicBezTo>
                <a:lnTo>
                  <a:pt x="1353" y="1445"/>
                </a:lnTo>
                <a:cubicBezTo>
                  <a:pt x="1324" y="1385"/>
                  <a:pt x="1285" y="1330"/>
                  <a:pt x="1238" y="1283"/>
                </a:cubicBezTo>
                <a:cubicBezTo>
                  <a:pt x="1133" y="1178"/>
                  <a:pt x="989" y="1113"/>
                  <a:pt x="829" y="1113"/>
                </a:cubicBezTo>
                <a:cubicBezTo>
                  <a:pt x="746" y="1113"/>
                  <a:pt x="672" y="1128"/>
                  <a:pt x="609" y="1155"/>
                </a:cubicBezTo>
                <a:cubicBezTo>
                  <a:pt x="590" y="1163"/>
                  <a:pt x="570" y="1173"/>
                  <a:pt x="552" y="1184"/>
                </a:cubicBezTo>
                <a:lnTo>
                  <a:pt x="0" y="221"/>
                </a:lnTo>
                <a:close/>
              </a:path>
            </a:pathLst>
          </a:custGeom>
          <a:solidFill>
            <a:schemeClr val="accent2"/>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9" name="Freeform 10"/>
          <p:cNvSpPr/>
          <p:nvPr/>
        </p:nvSpPr>
        <p:spPr>
          <a:xfrm>
            <a:off x="4187357" y="2525776"/>
            <a:ext cx="960638" cy="1488403"/>
          </a:xfrm>
          <a:custGeom>
            <a:avLst/>
            <a:gdLst>
              <a:gd name="T0" fmla="*/ 1061 w 1303"/>
              <a:gd name="T1" fmla="*/ 0 h 2087"/>
              <a:gd name="T2" fmla="*/ 1303 w 1303"/>
              <a:gd name="T3" fmla="*/ 872 h 2087"/>
              <a:gd name="T4" fmla="*/ 1019 w 1303"/>
              <a:gd name="T5" fmla="*/ 1805 h 2087"/>
              <a:gd name="T6" fmla="*/ 785 w 1303"/>
              <a:gd name="T7" fmla="*/ 2087 h 2087"/>
              <a:gd name="T8" fmla="*/ 0 w 1303"/>
              <a:gd name="T9" fmla="*/ 1301 h 2087"/>
              <a:gd name="T10" fmla="*/ 93 w 1303"/>
              <a:gd name="T11" fmla="*/ 1192 h 2087"/>
              <a:gd name="T12" fmla="*/ 189 w 1303"/>
              <a:gd name="T13" fmla="*/ 872 h 2087"/>
              <a:gd name="T14" fmla="*/ 101 w 1303"/>
              <a:gd name="T15" fmla="*/ 566 h 2087"/>
              <a:gd name="T16" fmla="*/ 1061 w 1303"/>
              <a:gd name="T17" fmla="*/ 0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2087">
                <a:moveTo>
                  <a:pt x="1061" y="0"/>
                </a:moveTo>
                <a:cubicBezTo>
                  <a:pt x="1214" y="255"/>
                  <a:pt x="1303" y="553"/>
                  <a:pt x="1303" y="872"/>
                </a:cubicBezTo>
                <a:cubicBezTo>
                  <a:pt x="1303" y="1209"/>
                  <a:pt x="1200" y="1533"/>
                  <a:pt x="1019" y="1805"/>
                </a:cubicBezTo>
                <a:cubicBezTo>
                  <a:pt x="952" y="1907"/>
                  <a:pt x="874" y="2001"/>
                  <a:pt x="785" y="2087"/>
                </a:cubicBezTo>
                <a:lnTo>
                  <a:pt x="0" y="1301"/>
                </a:lnTo>
                <a:cubicBezTo>
                  <a:pt x="35" y="1269"/>
                  <a:pt x="66" y="1232"/>
                  <a:pt x="93" y="1192"/>
                </a:cubicBezTo>
                <a:cubicBezTo>
                  <a:pt x="154" y="1099"/>
                  <a:pt x="189" y="989"/>
                  <a:pt x="189" y="872"/>
                </a:cubicBezTo>
                <a:cubicBezTo>
                  <a:pt x="189" y="760"/>
                  <a:pt x="157" y="655"/>
                  <a:pt x="101" y="566"/>
                </a:cubicBezTo>
                <a:lnTo>
                  <a:pt x="1061" y="0"/>
                </a:lnTo>
                <a:close/>
              </a:path>
            </a:pathLst>
          </a:custGeom>
          <a:solidFill>
            <a:schemeClr val="accent3"/>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0" name="Freeform 11"/>
          <p:cNvSpPr/>
          <p:nvPr/>
        </p:nvSpPr>
        <p:spPr>
          <a:xfrm>
            <a:off x="2640683" y="2097228"/>
            <a:ext cx="1053833" cy="1518093"/>
          </a:xfrm>
          <a:custGeom>
            <a:avLst/>
            <a:gdLst>
              <a:gd name="T0" fmla="*/ 149 w 1428"/>
              <a:gd name="T1" fmla="*/ 2129 h 2129"/>
              <a:gd name="T2" fmla="*/ 25 w 1428"/>
              <a:gd name="T3" fmla="*/ 1325 h 2129"/>
              <a:gd name="T4" fmla="*/ 296 w 1428"/>
              <a:gd name="T5" fmla="*/ 552 h 2129"/>
              <a:gd name="T6" fmla="*/ 554 w 1428"/>
              <a:gd name="T7" fmla="*/ 242 h 2129"/>
              <a:gd name="T8" fmla="*/ 880 w 1428"/>
              <a:gd name="T9" fmla="*/ 0 h 2129"/>
              <a:gd name="T10" fmla="*/ 1428 w 1428"/>
              <a:gd name="T11" fmla="*/ 965 h 2129"/>
              <a:gd name="T12" fmla="*/ 1319 w 1428"/>
              <a:gd name="T13" fmla="*/ 1046 h 2129"/>
              <a:gd name="T14" fmla="*/ 1227 w 1428"/>
              <a:gd name="T15" fmla="*/ 1157 h 2129"/>
              <a:gd name="T16" fmla="*/ 1130 w 1428"/>
              <a:gd name="T17" fmla="*/ 1429 h 2129"/>
              <a:gd name="T18" fmla="*/ 1171 w 1428"/>
              <a:gd name="T19" fmla="*/ 1699 h 2129"/>
              <a:gd name="T20" fmla="*/ 149 w 1428"/>
              <a:gd name="T21" fmla="*/ 2129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8" h="2129">
                <a:moveTo>
                  <a:pt x="149" y="2129"/>
                </a:moveTo>
                <a:cubicBezTo>
                  <a:pt x="37" y="1865"/>
                  <a:pt x="0" y="1590"/>
                  <a:pt x="25" y="1325"/>
                </a:cubicBezTo>
                <a:cubicBezTo>
                  <a:pt x="52" y="1048"/>
                  <a:pt x="147" y="782"/>
                  <a:pt x="296" y="552"/>
                </a:cubicBezTo>
                <a:cubicBezTo>
                  <a:pt x="370" y="438"/>
                  <a:pt x="457" y="334"/>
                  <a:pt x="554" y="242"/>
                </a:cubicBezTo>
                <a:cubicBezTo>
                  <a:pt x="651" y="149"/>
                  <a:pt x="761" y="68"/>
                  <a:pt x="880" y="0"/>
                </a:cubicBezTo>
                <a:lnTo>
                  <a:pt x="1428" y="965"/>
                </a:lnTo>
                <a:cubicBezTo>
                  <a:pt x="1389" y="987"/>
                  <a:pt x="1353" y="1015"/>
                  <a:pt x="1319" y="1046"/>
                </a:cubicBezTo>
                <a:cubicBezTo>
                  <a:pt x="1283" y="1080"/>
                  <a:pt x="1252" y="1117"/>
                  <a:pt x="1227" y="1157"/>
                </a:cubicBezTo>
                <a:cubicBezTo>
                  <a:pt x="1173" y="1239"/>
                  <a:pt x="1139" y="1333"/>
                  <a:pt x="1130" y="1429"/>
                </a:cubicBezTo>
                <a:cubicBezTo>
                  <a:pt x="1122" y="1519"/>
                  <a:pt x="1134" y="1611"/>
                  <a:pt x="1171" y="1699"/>
                </a:cubicBezTo>
                <a:lnTo>
                  <a:pt x="149" y="2129"/>
                </a:lnTo>
                <a:close/>
              </a:path>
            </a:pathLst>
          </a:custGeom>
          <a:solidFill>
            <a:schemeClr val="accent1"/>
          </a:solidFill>
          <a:ln w="3175" cap="flat" cmpd="sng">
            <a:noFill/>
            <a:bevel/>
          </a:ln>
        </p:spPr>
        <p:txBody>
          <a:bodyPr lIns="81589" tIns="40794" rIns="81589" bIns="40794"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5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1" name="TextBox 10"/>
          <p:cNvSpPr txBox="1"/>
          <p:nvPr/>
        </p:nvSpPr>
        <p:spPr>
          <a:xfrm>
            <a:off x="2880736" y="2658362"/>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1</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2" name="TextBox 11"/>
          <p:cNvSpPr txBox="1"/>
          <p:nvPr/>
        </p:nvSpPr>
        <p:spPr>
          <a:xfrm>
            <a:off x="3868997" y="2157211"/>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2</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3" name="TextBox 12"/>
          <p:cNvSpPr txBox="1"/>
          <p:nvPr/>
        </p:nvSpPr>
        <p:spPr>
          <a:xfrm>
            <a:off x="4549287" y="3022390"/>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3</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4" name="TextBox 13"/>
          <p:cNvSpPr txBox="1"/>
          <p:nvPr/>
        </p:nvSpPr>
        <p:spPr>
          <a:xfrm>
            <a:off x="3766563" y="3845919"/>
            <a:ext cx="301355" cy="480060"/>
          </a:xfrm>
          <a:prstGeom prst="rect">
            <a:avLst/>
          </a:prstGeom>
          <a:noFill/>
        </p:spPr>
        <p:txBody>
          <a:bodyPr wrap="square" lIns="91412" tIns="45706" rIns="91412" bIns="45706" rtlCol="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en-US" altLang="zh-CN"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4</a:t>
            </a:r>
            <a:endParaRPr kumimoji="0" lang="zh-CN" altLang="en-US" sz="2535" b="1"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endParaRPr>
          </a:p>
        </p:txBody>
      </p:sp>
      <p:sp>
        <p:nvSpPr>
          <p:cNvPr id="15" name="TextBox 14"/>
          <p:cNvSpPr txBox="1"/>
          <p:nvPr/>
        </p:nvSpPr>
        <p:spPr>
          <a:xfrm>
            <a:off x="3442312" y="5006918"/>
            <a:ext cx="884614" cy="287020"/>
          </a:xfrm>
          <a:prstGeom prst="rect">
            <a:avLst/>
          </a:prstGeom>
          <a:noFill/>
        </p:spPr>
        <p:txBody>
          <a:bodyPr wrap="square" lIns="81589" tIns="40794" rIns="81589" bIns="40794"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335" b="0" i="0" u="none" strike="noStrike" kern="1200" cap="none" normalizeH="0" noProof="0">
                <a:ln>
                  <a:noFill/>
                </a:ln>
                <a:solidFill>
                  <a:srgbClr val="F8F8F8"/>
                </a:solidFill>
                <a:effectLst/>
                <a:uLnTx/>
                <a:uFillTx/>
                <a:latin typeface="思源黑体 CN Medium"/>
                <a:ea typeface="思源黑体 CN Medium"/>
                <a:cs typeface="思源黑体 CN Medium"/>
                <a:sym typeface="思源黑体 CN Medium"/>
              </a:rPr>
              <a:t>添加标题</a:t>
            </a:r>
          </a:p>
        </p:txBody>
      </p:sp>
      <p:sp>
        <p:nvSpPr>
          <p:cNvPr id="16" name="TextBox 15"/>
          <p:cNvSpPr txBox="1"/>
          <p:nvPr/>
        </p:nvSpPr>
        <p:spPr>
          <a:xfrm>
            <a:off x="6659565" y="1774599"/>
            <a:ext cx="3316038"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现阶段问题一</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2" name="组合 16"/>
          <p:cNvGrpSpPr/>
          <p:nvPr/>
        </p:nvGrpSpPr>
        <p:grpSpPr>
          <a:xfrm>
            <a:off x="6032993" y="1846276"/>
            <a:ext cx="534958" cy="530674"/>
            <a:chOff x="6409426" y="1173624"/>
            <a:chExt cx="962086" cy="962084"/>
          </a:xfrm>
          <a:solidFill>
            <a:schemeClr val="tx2">
              <a:lumMod val="75000"/>
            </a:schemeClr>
          </a:solidFill>
        </p:grpSpPr>
        <p:sp>
          <p:nvSpPr>
            <p:cNvPr id="18" name="椭圆 17"/>
            <p:cNvSpPr/>
            <p:nvPr/>
          </p:nvSpPr>
          <p:spPr>
            <a:xfrm>
              <a:off x="6409426" y="1173624"/>
              <a:ext cx="962086" cy="962084"/>
            </a:xfrm>
            <a:prstGeom prst="ellipse">
              <a:avLst/>
            </a:prstGeom>
            <a:solidFill>
              <a:schemeClr val="accent1"/>
            </a:solid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314865"/>
                </a:solidFill>
                <a:effectLst/>
                <a:uLnTx/>
                <a:uFillTx/>
                <a:latin typeface="思源黑体 CN Medium"/>
                <a:ea typeface="思源黑体 CN Medium"/>
                <a:cs typeface="思源黑体 CN Medium"/>
                <a:sym typeface="思源黑体 CN Medium"/>
              </a:endParaRPr>
            </a:p>
          </p:txBody>
        </p:sp>
        <p:sp>
          <p:nvSpPr>
            <p:cNvPr id="19" name="TextBox 18"/>
            <p:cNvSpPr txBox="1"/>
            <p:nvPr/>
          </p:nvSpPr>
          <p:spPr>
            <a:xfrm>
              <a:off x="6616339" y="1282180"/>
              <a:ext cx="546387" cy="717446"/>
            </a:xfrm>
            <a:prstGeom prst="rect">
              <a:avLst/>
            </a:prstGeom>
            <a:no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1</a:t>
              </a: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3" name="组合 19"/>
          <p:cNvGrpSpPr/>
          <p:nvPr/>
        </p:nvGrpSpPr>
        <p:grpSpPr>
          <a:xfrm>
            <a:off x="6032993" y="2952561"/>
            <a:ext cx="534958" cy="530674"/>
            <a:chOff x="6409426" y="2394908"/>
            <a:chExt cx="962086" cy="962084"/>
          </a:xfrm>
          <a:solidFill>
            <a:schemeClr val="accent1">
              <a:lumMod val="75000"/>
            </a:schemeClr>
          </a:solidFill>
        </p:grpSpPr>
        <p:sp>
          <p:nvSpPr>
            <p:cNvPr id="21" name="椭圆 20"/>
            <p:cNvSpPr/>
            <p:nvPr/>
          </p:nvSpPr>
          <p:spPr>
            <a:xfrm>
              <a:off x="6409426" y="2394908"/>
              <a:ext cx="962086" cy="962084"/>
            </a:xfrm>
            <a:prstGeom prst="ellipse">
              <a:avLst/>
            </a:prstGeom>
            <a:solidFill>
              <a:schemeClr val="accent2"/>
            </a:solid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2" name="TextBox 21"/>
            <p:cNvSpPr txBox="1"/>
            <p:nvPr/>
          </p:nvSpPr>
          <p:spPr>
            <a:xfrm>
              <a:off x="6600496" y="2510335"/>
              <a:ext cx="546387" cy="717446"/>
            </a:xfrm>
            <a:prstGeom prst="rect">
              <a:avLst/>
            </a:prstGeom>
            <a:noFill/>
            <a:ln w="3175" cap="flat" cmpd="sng">
              <a:noFill/>
              <a:bevel/>
            </a:ln>
          </p:spPr>
          <p:txBody>
            <a:bodyPr anchor="ctr"/>
            <a:lstStyle>
              <a:defPPr>
                <a:defRPr lang="zh-CN"/>
              </a:defPPr>
              <a:lvl1pPr algn="ctr">
                <a:defRPr sz="1600">
                  <a:solidFill>
                    <a:srgbClr val="FFFFFF"/>
                  </a:solidFill>
                  <a:latin typeface="+mn-ea"/>
                  <a:ea typeface="+mn-ea"/>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2</a:t>
              </a:r>
              <a:endParaRPr kumimoji="0" lang="zh-CN" altLang="en-US"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4" name="组合 22"/>
          <p:cNvGrpSpPr/>
          <p:nvPr/>
        </p:nvGrpSpPr>
        <p:grpSpPr>
          <a:xfrm>
            <a:off x="6032995" y="4016894"/>
            <a:ext cx="534958" cy="530674"/>
            <a:chOff x="6409426" y="3568104"/>
            <a:chExt cx="962086" cy="962084"/>
          </a:xfrm>
          <a:solidFill>
            <a:schemeClr val="accent3"/>
          </a:solidFill>
        </p:grpSpPr>
        <p:sp>
          <p:nvSpPr>
            <p:cNvPr id="24" name="椭圆 23"/>
            <p:cNvSpPr/>
            <p:nvPr/>
          </p:nvSpPr>
          <p:spPr>
            <a:xfrm>
              <a:off x="6409426" y="3568104"/>
              <a:ext cx="962086" cy="962084"/>
            </a:xfrm>
            <a:prstGeom prst="ellipse">
              <a:avLst/>
            </a:prstGeom>
            <a:grp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5" name="TextBox 24"/>
            <p:cNvSpPr txBox="1"/>
            <p:nvPr/>
          </p:nvSpPr>
          <p:spPr>
            <a:xfrm>
              <a:off x="6629988" y="3710247"/>
              <a:ext cx="546387" cy="717446"/>
            </a:xfrm>
            <a:prstGeom prst="rect">
              <a:avLst/>
            </a:prstGeom>
            <a:grp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3</a:t>
              </a: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grpSp>
        <p:nvGrpSpPr>
          <p:cNvPr id="5" name="组合 25"/>
          <p:cNvGrpSpPr/>
          <p:nvPr/>
        </p:nvGrpSpPr>
        <p:grpSpPr>
          <a:xfrm>
            <a:off x="6032995" y="5123345"/>
            <a:ext cx="534958" cy="530674"/>
            <a:chOff x="6409426" y="4869160"/>
            <a:chExt cx="962086" cy="962084"/>
          </a:xfrm>
          <a:solidFill>
            <a:schemeClr val="accent4"/>
          </a:solidFill>
        </p:grpSpPr>
        <p:sp>
          <p:nvSpPr>
            <p:cNvPr id="27" name="椭圆 26"/>
            <p:cNvSpPr/>
            <p:nvPr/>
          </p:nvSpPr>
          <p:spPr>
            <a:xfrm>
              <a:off x="6409426" y="4869160"/>
              <a:ext cx="962086" cy="962084"/>
            </a:xfrm>
            <a:prstGeom prst="ellipse">
              <a:avLst/>
            </a:prstGeom>
            <a:grpFill/>
            <a:ln w="3175" cap="flat" cmpd="sng">
              <a:noFill/>
              <a:beve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8" name="TextBox 27"/>
            <p:cNvSpPr txBox="1"/>
            <p:nvPr/>
          </p:nvSpPr>
          <p:spPr>
            <a:xfrm>
              <a:off x="6595474" y="4996174"/>
              <a:ext cx="546387" cy="717446"/>
            </a:xfrm>
            <a:prstGeom prst="rect">
              <a:avLst/>
            </a:prstGeom>
            <a:grpFill/>
            <a:ln w="3175" cap="flat" cmpd="sng">
              <a:noFill/>
              <a:bevel/>
            </a:ln>
          </p:spPr>
          <p:txBody>
            <a:bodyPr anchor="ctr"/>
            <a:lstStyle>
              <a:defPPr>
                <a:defRPr lang="zh-CN"/>
              </a:defPPr>
              <a:lvl1pPr algn="ctr">
                <a:defRPr sz="1600">
                  <a:solidFill>
                    <a:srgbClr val="FFFFFF"/>
                  </a:solidFill>
                  <a:latin typeface="+mn-ea"/>
                  <a:ea typeface="+mn-ea"/>
                </a:defRPr>
              </a:lvl1p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4</a:t>
              </a:r>
              <a:endParaRPr kumimoji="0" lang="zh-CN" altLang="en-US" sz="2135" b="1"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grpSp>
      <p:sp>
        <p:nvSpPr>
          <p:cNvPr id="29" name="TextBox 28"/>
          <p:cNvSpPr txBox="1"/>
          <p:nvPr/>
        </p:nvSpPr>
        <p:spPr>
          <a:xfrm>
            <a:off x="6659563" y="2836817"/>
            <a:ext cx="3316039"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现阶段问题二</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0" name="TextBox 29"/>
          <p:cNvSpPr txBox="1"/>
          <p:nvPr/>
        </p:nvSpPr>
        <p:spPr>
          <a:xfrm>
            <a:off x="6659566" y="3916880"/>
            <a:ext cx="3316035"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现阶段问题三</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1" name="TextBox 30"/>
          <p:cNvSpPr txBox="1"/>
          <p:nvPr/>
        </p:nvSpPr>
        <p:spPr>
          <a:xfrm>
            <a:off x="6659565" y="5043949"/>
            <a:ext cx="3316038" cy="962025"/>
          </a:xfrm>
          <a:prstGeom prst="rect">
            <a:avLst/>
          </a:prstGeom>
          <a:noFill/>
        </p:spPr>
        <p:txBody>
          <a:bodyPr wrap="square" lIns="81589" tIns="40794" rIns="81589" bIns="40794"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现阶段问题四</a:t>
            </a:r>
            <a:endParaRPr kumimoji="0" lang="en-US" altLang="zh-CN" sz="1465" b="1"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rPr>
              <a:t>您的内容打在这里，或者通过复制您的文本后，在此框中选择粘贴</a:t>
            </a:r>
            <a:endParaRPr kumimoji="0" lang="en-US" altLang="zh-CN" sz="1465"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p:nvPr/>
        </p:nvSpPr>
        <p:spPr>
          <a:xfrm>
            <a:off x="7530659" y="2258485"/>
            <a:ext cx="960670" cy="641350"/>
          </a:xfrm>
          <a:custGeom>
            <a:avLst/>
            <a:gdLst>
              <a:gd name="T0" fmla="*/ 196 w 542"/>
              <a:gd name="T1" fmla="*/ 59 h 361"/>
              <a:gd name="T2" fmla="*/ 355 w 542"/>
              <a:gd name="T3" fmla="*/ 66 h 361"/>
              <a:gd name="T4" fmla="*/ 463 w 542"/>
              <a:gd name="T5" fmla="*/ 149 h 361"/>
              <a:gd name="T6" fmla="*/ 346 w 542"/>
              <a:gd name="T7" fmla="*/ 294 h 361"/>
              <a:gd name="T8" fmla="*/ 159 w 542"/>
              <a:gd name="T9" fmla="*/ 298 h 361"/>
              <a:gd name="T10" fmla="*/ 11 w 542"/>
              <a:gd name="T11" fmla="*/ 224 h 361"/>
              <a:gd name="T12" fmla="*/ 11 w 542"/>
              <a:gd name="T13" fmla="*/ 224 h 361"/>
              <a:gd name="T14" fmla="*/ 104 w 542"/>
              <a:gd name="T15" fmla="*/ 106 h 361"/>
              <a:gd name="T16" fmla="*/ 196 w 542"/>
              <a:gd name="T17" fmla="*/ 5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2" h="361">
                <a:moveTo>
                  <a:pt x="196" y="59"/>
                </a:moveTo>
                <a:cubicBezTo>
                  <a:pt x="230" y="0"/>
                  <a:pt x="327" y="2"/>
                  <a:pt x="355" y="66"/>
                </a:cubicBezTo>
                <a:cubicBezTo>
                  <a:pt x="413" y="33"/>
                  <a:pt x="478" y="83"/>
                  <a:pt x="463" y="149"/>
                </a:cubicBezTo>
                <a:cubicBezTo>
                  <a:pt x="542" y="228"/>
                  <a:pt x="451" y="345"/>
                  <a:pt x="346" y="294"/>
                </a:cubicBezTo>
                <a:cubicBezTo>
                  <a:pt x="309" y="356"/>
                  <a:pt x="199" y="361"/>
                  <a:pt x="159" y="298"/>
                </a:cubicBezTo>
                <a:cubicBezTo>
                  <a:pt x="85" y="310"/>
                  <a:pt x="22" y="284"/>
                  <a:pt x="11" y="224"/>
                </a:cubicBezTo>
                <a:cubicBezTo>
                  <a:pt x="11" y="224"/>
                  <a:pt x="11" y="224"/>
                  <a:pt x="11" y="224"/>
                </a:cubicBezTo>
                <a:cubicBezTo>
                  <a:pt x="0" y="170"/>
                  <a:pt x="44" y="120"/>
                  <a:pt x="104" y="106"/>
                </a:cubicBezTo>
                <a:cubicBezTo>
                  <a:pt x="108" y="62"/>
                  <a:pt x="160" y="42"/>
                  <a:pt x="196" y="59"/>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 name="Freeform 6"/>
          <p:cNvSpPr/>
          <p:nvPr/>
        </p:nvSpPr>
        <p:spPr>
          <a:xfrm>
            <a:off x="7587792" y="5992286"/>
            <a:ext cx="884494" cy="575733"/>
          </a:xfrm>
          <a:custGeom>
            <a:avLst/>
            <a:gdLst>
              <a:gd name="T0" fmla="*/ 388 w 499"/>
              <a:gd name="T1" fmla="*/ 260 h 324"/>
              <a:gd name="T2" fmla="*/ 254 w 499"/>
              <a:gd name="T3" fmla="*/ 287 h 324"/>
              <a:gd name="T4" fmla="*/ 122 w 499"/>
              <a:gd name="T5" fmla="*/ 258 h 324"/>
              <a:gd name="T6" fmla="*/ 77 w 499"/>
              <a:gd name="T7" fmla="*/ 135 h 324"/>
              <a:gd name="T8" fmla="*/ 203 w 499"/>
              <a:gd name="T9" fmla="*/ 61 h 324"/>
              <a:gd name="T10" fmla="*/ 377 w 499"/>
              <a:gd name="T11" fmla="*/ 107 h 324"/>
              <a:gd name="T12" fmla="*/ 388 w 499"/>
              <a:gd name="T13" fmla="*/ 260 h 324"/>
            </a:gdLst>
            <a:ahLst/>
            <a:cxnLst>
              <a:cxn ang="0">
                <a:pos x="T0" y="T1"/>
              </a:cxn>
              <a:cxn ang="0">
                <a:pos x="T2" y="T3"/>
              </a:cxn>
              <a:cxn ang="0">
                <a:pos x="T4" y="T5"/>
              </a:cxn>
              <a:cxn ang="0">
                <a:pos x="T6" y="T7"/>
              </a:cxn>
              <a:cxn ang="0">
                <a:pos x="T8" y="T9"/>
              </a:cxn>
              <a:cxn ang="0">
                <a:pos x="T10" y="T11"/>
              </a:cxn>
              <a:cxn ang="0">
                <a:pos x="T12" y="T13"/>
              </a:cxn>
            </a:cxnLst>
            <a:rect l="0" t="0" r="r" b="b"/>
            <a:pathLst>
              <a:path w="499" h="324">
                <a:moveTo>
                  <a:pt x="388" y="260"/>
                </a:moveTo>
                <a:cubicBezTo>
                  <a:pt x="371" y="311"/>
                  <a:pt x="291" y="324"/>
                  <a:pt x="254" y="287"/>
                </a:cubicBezTo>
                <a:cubicBezTo>
                  <a:pt x="213" y="316"/>
                  <a:pt x="142" y="310"/>
                  <a:pt x="122" y="258"/>
                </a:cubicBezTo>
                <a:cubicBezTo>
                  <a:pt x="28" y="273"/>
                  <a:pt x="0" y="165"/>
                  <a:pt x="77" y="135"/>
                </a:cubicBezTo>
                <a:cubicBezTo>
                  <a:pt x="73" y="73"/>
                  <a:pt x="150" y="32"/>
                  <a:pt x="203" y="61"/>
                </a:cubicBezTo>
                <a:cubicBezTo>
                  <a:pt x="255" y="0"/>
                  <a:pt x="370" y="20"/>
                  <a:pt x="377" y="107"/>
                </a:cubicBezTo>
                <a:cubicBezTo>
                  <a:pt x="487" y="116"/>
                  <a:pt x="499" y="234"/>
                  <a:pt x="388" y="260"/>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 name="Freeform 7"/>
          <p:cNvSpPr/>
          <p:nvPr/>
        </p:nvSpPr>
        <p:spPr>
          <a:xfrm>
            <a:off x="4145036" y="6292853"/>
            <a:ext cx="704633" cy="501649"/>
          </a:xfrm>
          <a:custGeom>
            <a:avLst/>
            <a:gdLst>
              <a:gd name="T0" fmla="*/ 109 w 398"/>
              <a:gd name="T1" fmla="*/ 228 h 284"/>
              <a:gd name="T2" fmla="*/ 92 w 398"/>
              <a:gd name="T3" fmla="*/ 100 h 284"/>
              <a:gd name="T4" fmla="*/ 233 w 398"/>
              <a:gd name="T5" fmla="*/ 47 h 284"/>
              <a:gd name="T6" fmla="*/ 316 w 398"/>
              <a:gd name="T7" fmla="*/ 105 h 284"/>
              <a:gd name="T8" fmla="*/ 265 w 398"/>
              <a:gd name="T9" fmla="*/ 232 h 284"/>
              <a:gd name="T10" fmla="*/ 109 w 398"/>
              <a:gd name="T11" fmla="*/ 228 h 284"/>
            </a:gdLst>
            <a:ahLst/>
            <a:cxnLst>
              <a:cxn ang="0">
                <a:pos x="T0" y="T1"/>
              </a:cxn>
              <a:cxn ang="0">
                <a:pos x="T2" y="T3"/>
              </a:cxn>
              <a:cxn ang="0">
                <a:pos x="T4" y="T5"/>
              </a:cxn>
              <a:cxn ang="0">
                <a:pos x="T6" y="T7"/>
              </a:cxn>
              <a:cxn ang="0">
                <a:pos x="T8" y="T9"/>
              </a:cxn>
              <a:cxn ang="0">
                <a:pos x="T10" y="T11"/>
              </a:cxn>
            </a:cxnLst>
            <a:rect l="0" t="0" r="r" b="b"/>
            <a:pathLst>
              <a:path w="398" h="284">
                <a:moveTo>
                  <a:pt x="109" y="228"/>
                </a:moveTo>
                <a:cubicBezTo>
                  <a:pt x="12" y="230"/>
                  <a:pt x="0" y="117"/>
                  <a:pt x="92" y="100"/>
                </a:cubicBezTo>
                <a:cubicBezTo>
                  <a:pt x="98" y="31"/>
                  <a:pt x="184" y="0"/>
                  <a:pt x="233" y="47"/>
                </a:cubicBezTo>
                <a:cubicBezTo>
                  <a:pt x="272" y="36"/>
                  <a:pt x="314" y="65"/>
                  <a:pt x="316" y="105"/>
                </a:cubicBezTo>
                <a:cubicBezTo>
                  <a:pt x="398" y="161"/>
                  <a:pt x="336" y="257"/>
                  <a:pt x="265" y="232"/>
                </a:cubicBezTo>
                <a:cubicBezTo>
                  <a:pt x="233" y="284"/>
                  <a:pt x="134" y="283"/>
                  <a:pt x="109" y="228"/>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 name="Freeform 8"/>
          <p:cNvSpPr/>
          <p:nvPr/>
        </p:nvSpPr>
        <p:spPr>
          <a:xfrm>
            <a:off x="4530152" y="2008718"/>
            <a:ext cx="571324" cy="342900"/>
          </a:xfrm>
          <a:custGeom>
            <a:avLst/>
            <a:gdLst>
              <a:gd name="T0" fmla="*/ 218 w 322"/>
              <a:gd name="T1" fmla="*/ 168 h 193"/>
              <a:gd name="T2" fmla="*/ 149 w 322"/>
              <a:gd name="T3" fmla="*/ 172 h 193"/>
              <a:gd name="T4" fmla="*/ 71 w 322"/>
              <a:gd name="T5" fmla="*/ 156 h 193"/>
              <a:gd name="T6" fmla="*/ 51 w 322"/>
              <a:gd name="T7" fmla="*/ 75 h 193"/>
              <a:gd name="T8" fmla="*/ 85 w 322"/>
              <a:gd name="T9" fmla="*/ 38 h 193"/>
              <a:gd name="T10" fmla="*/ 155 w 322"/>
              <a:gd name="T11" fmla="*/ 24 h 193"/>
              <a:gd name="T12" fmla="*/ 198 w 322"/>
              <a:gd name="T13" fmla="*/ 31 h 193"/>
              <a:gd name="T14" fmla="*/ 244 w 322"/>
              <a:gd name="T15" fmla="*/ 57 h 193"/>
              <a:gd name="T16" fmla="*/ 274 w 322"/>
              <a:gd name="T17" fmla="*/ 144 h 193"/>
              <a:gd name="T18" fmla="*/ 218 w 322"/>
              <a:gd name="T19" fmla="*/ 168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193">
                <a:moveTo>
                  <a:pt x="218" y="168"/>
                </a:moveTo>
                <a:cubicBezTo>
                  <a:pt x="203" y="189"/>
                  <a:pt x="165" y="193"/>
                  <a:pt x="149" y="172"/>
                </a:cubicBezTo>
                <a:cubicBezTo>
                  <a:pt x="126" y="191"/>
                  <a:pt x="83" y="184"/>
                  <a:pt x="71" y="156"/>
                </a:cubicBezTo>
                <a:cubicBezTo>
                  <a:pt x="15" y="159"/>
                  <a:pt x="0" y="98"/>
                  <a:pt x="51" y="75"/>
                </a:cubicBezTo>
                <a:cubicBezTo>
                  <a:pt x="49" y="55"/>
                  <a:pt x="65" y="38"/>
                  <a:pt x="85" y="38"/>
                </a:cubicBezTo>
                <a:cubicBezTo>
                  <a:pt x="90" y="6"/>
                  <a:pt x="138" y="0"/>
                  <a:pt x="155" y="24"/>
                </a:cubicBezTo>
                <a:cubicBezTo>
                  <a:pt x="168" y="14"/>
                  <a:pt x="190" y="17"/>
                  <a:pt x="198" y="31"/>
                </a:cubicBezTo>
                <a:cubicBezTo>
                  <a:pt x="217" y="24"/>
                  <a:pt x="241" y="36"/>
                  <a:pt x="244" y="57"/>
                </a:cubicBezTo>
                <a:cubicBezTo>
                  <a:pt x="298" y="47"/>
                  <a:pt x="322" y="118"/>
                  <a:pt x="274" y="144"/>
                </a:cubicBezTo>
                <a:cubicBezTo>
                  <a:pt x="273" y="170"/>
                  <a:pt x="238" y="182"/>
                  <a:pt x="218" y="168"/>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2" name="组合 1"/>
          <p:cNvGrpSpPr/>
          <p:nvPr/>
        </p:nvGrpSpPr>
        <p:grpSpPr>
          <a:xfrm>
            <a:off x="3800128" y="2142066"/>
            <a:ext cx="4538848" cy="4715934"/>
            <a:chOff x="2850314" y="1607199"/>
            <a:chExt cx="3404291" cy="3536301"/>
          </a:xfrm>
        </p:grpSpPr>
        <p:sp>
          <p:nvSpPr>
            <p:cNvPr id="7" name="Freeform 9"/>
            <p:cNvSpPr/>
            <p:nvPr/>
          </p:nvSpPr>
          <p:spPr>
            <a:xfrm>
              <a:off x="3466102" y="2419850"/>
              <a:ext cx="1039538" cy="2723650"/>
            </a:xfrm>
            <a:custGeom>
              <a:avLst/>
              <a:gdLst>
                <a:gd name="T0" fmla="*/ 0 w 781"/>
                <a:gd name="T1" fmla="*/ 1 h 2046"/>
                <a:gd name="T2" fmla="*/ 617 w 781"/>
                <a:gd name="T3" fmla="*/ 1 h 2046"/>
                <a:gd name="T4" fmla="*/ 617 w 781"/>
                <a:gd name="T5" fmla="*/ 1 h 2046"/>
                <a:gd name="T6" fmla="*/ 781 w 781"/>
                <a:gd name="T7" fmla="*/ 148 h 2046"/>
                <a:gd name="T8" fmla="*/ 781 w 781"/>
                <a:gd name="T9" fmla="*/ 149 h 2046"/>
                <a:gd name="T10" fmla="*/ 781 w 781"/>
                <a:gd name="T11" fmla="*/ 2046 h 2046"/>
                <a:gd name="T12" fmla="*/ 742 w 781"/>
                <a:gd name="T13" fmla="*/ 2046 h 2046"/>
                <a:gd name="T14" fmla="*/ 742 w 781"/>
                <a:gd name="T15" fmla="*/ 149 h 2046"/>
                <a:gd name="T16" fmla="*/ 742 w 781"/>
                <a:gd name="T17" fmla="*/ 149 h 2046"/>
                <a:gd name="T18" fmla="*/ 617 w 781"/>
                <a:gd name="T19" fmla="*/ 39 h 2046"/>
                <a:gd name="T20" fmla="*/ 617 w 781"/>
                <a:gd name="T21" fmla="*/ 39 h 2046"/>
                <a:gd name="T22" fmla="*/ 0 w 781"/>
                <a:gd name="T23" fmla="*/ 39 h 2046"/>
                <a:gd name="T24" fmla="*/ 0 w 781"/>
                <a:gd name="T25" fmla="*/ 1 h 2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1" h="2046">
                  <a:moveTo>
                    <a:pt x="0" y="1"/>
                  </a:moveTo>
                  <a:cubicBezTo>
                    <a:pt x="617" y="1"/>
                    <a:pt x="617" y="1"/>
                    <a:pt x="617" y="1"/>
                  </a:cubicBezTo>
                  <a:cubicBezTo>
                    <a:pt x="617" y="1"/>
                    <a:pt x="617" y="1"/>
                    <a:pt x="617" y="1"/>
                  </a:cubicBezTo>
                  <a:cubicBezTo>
                    <a:pt x="721" y="0"/>
                    <a:pt x="776" y="49"/>
                    <a:pt x="781" y="148"/>
                  </a:cubicBezTo>
                  <a:cubicBezTo>
                    <a:pt x="781" y="149"/>
                    <a:pt x="781" y="149"/>
                    <a:pt x="781" y="149"/>
                  </a:cubicBezTo>
                  <a:cubicBezTo>
                    <a:pt x="781" y="2046"/>
                    <a:pt x="781" y="2046"/>
                    <a:pt x="781" y="2046"/>
                  </a:cubicBezTo>
                  <a:cubicBezTo>
                    <a:pt x="742" y="2046"/>
                    <a:pt x="742" y="2046"/>
                    <a:pt x="742" y="2046"/>
                  </a:cubicBezTo>
                  <a:cubicBezTo>
                    <a:pt x="742" y="149"/>
                    <a:pt x="742" y="149"/>
                    <a:pt x="742" y="149"/>
                  </a:cubicBezTo>
                  <a:cubicBezTo>
                    <a:pt x="742" y="149"/>
                    <a:pt x="742" y="149"/>
                    <a:pt x="742" y="149"/>
                  </a:cubicBezTo>
                  <a:cubicBezTo>
                    <a:pt x="738" y="75"/>
                    <a:pt x="697" y="39"/>
                    <a:pt x="617" y="39"/>
                  </a:cubicBezTo>
                  <a:cubicBezTo>
                    <a:pt x="617" y="39"/>
                    <a:pt x="617" y="39"/>
                    <a:pt x="617" y="39"/>
                  </a:cubicBezTo>
                  <a:cubicBezTo>
                    <a:pt x="0" y="39"/>
                    <a:pt x="0" y="39"/>
                    <a:pt x="0" y="39"/>
                  </a:cubicBezTo>
                  <a:cubicBezTo>
                    <a:pt x="0" y="1"/>
                    <a:pt x="0" y="1"/>
                    <a:pt x="0" y="1"/>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 name="Freeform 10"/>
            <p:cNvSpPr/>
            <p:nvPr/>
          </p:nvSpPr>
          <p:spPr>
            <a:xfrm>
              <a:off x="3916833" y="1977019"/>
              <a:ext cx="809412" cy="3166481"/>
            </a:xfrm>
            <a:custGeom>
              <a:avLst/>
              <a:gdLst>
                <a:gd name="T0" fmla="*/ 0 w 609"/>
                <a:gd name="T1" fmla="*/ 0 h 2380"/>
                <a:gd name="T2" fmla="*/ 445 w 609"/>
                <a:gd name="T3" fmla="*/ 0 h 2380"/>
                <a:gd name="T4" fmla="*/ 445 w 609"/>
                <a:gd name="T5" fmla="*/ 0 h 2380"/>
                <a:gd name="T6" fmla="*/ 609 w 609"/>
                <a:gd name="T7" fmla="*/ 148 h 2380"/>
                <a:gd name="T8" fmla="*/ 609 w 609"/>
                <a:gd name="T9" fmla="*/ 149 h 2380"/>
                <a:gd name="T10" fmla="*/ 609 w 609"/>
                <a:gd name="T11" fmla="*/ 2380 h 2380"/>
                <a:gd name="T12" fmla="*/ 570 w 609"/>
                <a:gd name="T13" fmla="*/ 2380 h 2380"/>
                <a:gd name="T14" fmla="*/ 570 w 609"/>
                <a:gd name="T15" fmla="*/ 149 h 2380"/>
                <a:gd name="T16" fmla="*/ 570 w 609"/>
                <a:gd name="T17" fmla="*/ 149 h 2380"/>
                <a:gd name="T18" fmla="*/ 445 w 609"/>
                <a:gd name="T19" fmla="*/ 38 h 2380"/>
                <a:gd name="T20" fmla="*/ 445 w 609"/>
                <a:gd name="T21" fmla="*/ 38 h 2380"/>
                <a:gd name="T22" fmla="*/ 0 w 609"/>
                <a:gd name="T23" fmla="*/ 38 h 2380"/>
                <a:gd name="T24" fmla="*/ 0 w 609"/>
                <a:gd name="T25" fmla="*/ 0 h 2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9" h="2380">
                  <a:moveTo>
                    <a:pt x="0" y="0"/>
                  </a:moveTo>
                  <a:cubicBezTo>
                    <a:pt x="445" y="0"/>
                    <a:pt x="445" y="0"/>
                    <a:pt x="445" y="0"/>
                  </a:cubicBezTo>
                  <a:cubicBezTo>
                    <a:pt x="445" y="0"/>
                    <a:pt x="445" y="0"/>
                    <a:pt x="445" y="0"/>
                  </a:cubicBezTo>
                  <a:cubicBezTo>
                    <a:pt x="549" y="0"/>
                    <a:pt x="603" y="49"/>
                    <a:pt x="609" y="148"/>
                  </a:cubicBezTo>
                  <a:cubicBezTo>
                    <a:pt x="609" y="149"/>
                    <a:pt x="609" y="149"/>
                    <a:pt x="609" y="149"/>
                  </a:cubicBezTo>
                  <a:cubicBezTo>
                    <a:pt x="609" y="2380"/>
                    <a:pt x="609" y="2380"/>
                    <a:pt x="609" y="2380"/>
                  </a:cubicBezTo>
                  <a:cubicBezTo>
                    <a:pt x="570" y="2380"/>
                    <a:pt x="570" y="2380"/>
                    <a:pt x="570" y="2380"/>
                  </a:cubicBezTo>
                  <a:cubicBezTo>
                    <a:pt x="570" y="149"/>
                    <a:pt x="570" y="149"/>
                    <a:pt x="570" y="149"/>
                  </a:cubicBezTo>
                  <a:cubicBezTo>
                    <a:pt x="570" y="149"/>
                    <a:pt x="570" y="149"/>
                    <a:pt x="570" y="149"/>
                  </a:cubicBezTo>
                  <a:cubicBezTo>
                    <a:pt x="566" y="75"/>
                    <a:pt x="524" y="38"/>
                    <a:pt x="445" y="38"/>
                  </a:cubicBezTo>
                  <a:cubicBezTo>
                    <a:pt x="445" y="38"/>
                    <a:pt x="445" y="38"/>
                    <a:pt x="445" y="38"/>
                  </a:cubicBezTo>
                  <a:cubicBezTo>
                    <a:pt x="0" y="38"/>
                    <a:pt x="0" y="38"/>
                    <a:pt x="0" y="38"/>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 name="Freeform 11"/>
            <p:cNvSpPr/>
            <p:nvPr/>
          </p:nvSpPr>
          <p:spPr>
            <a:xfrm>
              <a:off x="3186775" y="3635652"/>
              <a:ext cx="1209357" cy="1507848"/>
            </a:xfrm>
            <a:custGeom>
              <a:avLst/>
              <a:gdLst>
                <a:gd name="T0" fmla="*/ 0 w 909"/>
                <a:gd name="T1" fmla="*/ 0 h 1133"/>
                <a:gd name="T2" fmla="*/ 745 w 909"/>
                <a:gd name="T3" fmla="*/ 0 h 1133"/>
                <a:gd name="T4" fmla="*/ 745 w 909"/>
                <a:gd name="T5" fmla="*/ 0 h 1133"/>
                <a:gd name="T6" fmla="*/ 909 w 909"/>
                <a:gd name="T7" fmla="*/ 148 h 1133"/>
                <a:gd name="T8" fmla="*/ 909 w 909"/>
                <a:gd name="T9" fmla="*/ 149 h 1133"/>
                <a:gd name="T10" fmla="*/ 909 w 909"/>
                <a:gd name="T11" fmla="*/ 1133 h 1133"/>
                <a:gd name="T12" fmla="*/ 870 w 909"/>
                <a:gd name="T13" fmla="*/ 1133 h 1133"/>
                <a:gd name="T14" fmla="*/ 870 w 909"/>
                <a:gd name="T15" fmla="*/ 149 h 1133"/>
                <a:gd name="T16" fmla="*/ 870 w 909"/>
                <a:gd name="T17" fmla="*/ 149 h 1133"/>
                <a:gd name="T18" fmla="*/ 745 w 909"/>
                <a:gd name="T19" fmla="*/ 38 h 1133"/>
                <a:gd name="T20" fmla="*/ 745 w 909"/>
                <a:gd name="T21" fmla="*/ 38 h 1133"/>
                <a:gd name="T22" fmla="*/ 0 w 909"/>
                <a:gd name="T23" fmla="*/ 38 h 1133"/>
                <a:gd name="T24" fmla="*/ 0 w 909"/>
                <a:gd name="T25" fmla="*/ 0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9" h="1133">
                  <a:moveTo>
                    <a:pt x="0" y="0"/>
                  </a:moveTo>
                  <a:cubicBezTo>
                    <a:pt x="745" y="0"/>
                    <a:pt x="745" y="0"/>
                    <a:pt x="745" y="0"/>
                  </a:cubicBezTo>
                  <a:cubicBezTo>
                    <a:pt x="745" y="0"/>
                    <a:pt x="745" y="0"/>
                    <a:pt x="745" y="0"/>
                  </a:cubicBezTo>
                  <a:cubicBezTo>
                    <a:pt x="849" y="0"/>
                    <a:pt x="903" y="49"/>
                    <a:pt x="909" y="148"/>
                  </a:cubicBezTo>
                  <a:cubicBezTo>
                    <a:pt x="909" y="149"/>
                    <a:pt x="909" y="149"/>
                    <a:pt x="909" y="149"/>
                  </a:cubicBezTo>
                  <a:cubicBezTo>
                    <a:pt x="909" y="1133"/>
                    <a:pt x="909" y="1133"/>
                    <a:pt x="909" y="1133"/>
                  </a:cubicBezTo>
                  <a:cubicBezTo>
                    <a:pt x="870" y="1133"/>
                    <a:pt x="870" y="1133"/>
                    <a:pt x="870" y="1133"/>
                  </a:cubicBezTo>
                  <a:cubicBezTo>
                    <a:pt x="870" y="149"/>
                    <a:pt x="870" y="149"/>
                    <a:pt x="870" y="149"/>
                  </a:cubicBezTo>
                  <a:cubicBezTo>
                    <a:pt x="870" y="149"/>
                    <a:pt x="870" y="149"/>
                    <a:pt x="870" y="149"/>
                  </a:cubicBezTo>
                  <a:cubicBezTo>
                    <a:pt x="866" y="75"/>
                    <a:pt x="824" y="38"/>
                    <a:pt x="745" y="38"/>
                  </a:cubicBezTo>
                  <a:cubicBezTo>
                    <a:pt x="745" y="38"/>
                    <a:pt x="745" y="38"/>
                    <a:pt x="745" y="38"/>
                  </a:cubicBezTo>
                  <a:cubicBezTo>
                    <a:pt x="0" y="38"/>
                    <a:pt x="0" y="38"/>
                    <a:pt x="0" y="38"/>
                  </a:cubicBezTo>
                  <a:cubicBezTo>
                    <a:pt x="0" y="0"/>
                    <a:pt x="0" y="0"/>
                    <a:pt x="0"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 name="Freeform 12"/>
            <p:cNvSpPr/>
            <p:nvPr/>
          </p:nvSpPr>
          <p:spPr>
            <a:xfrm>
              <a:off x="3486733" y="3078542"/>
              <a:ext cx="795129" cy="2064958"/>
            </a:xfrm>
            <a:custGeom>
              <a:avLst/>
              <a:gdLst>
                <a:gd name="T0" fmla="*/ 0 w 598"/>
                <a:gd name="T1" fmla="*/ 0 h 1552"/>
                <a:gd name="T2" fmla="*/ 435 w 598"/>
                <a:gd name="T3" fmla="*/ 0 h 1552"/>
                <a:gd name="T4" fmla="*/ 435 w 598"/>
                <a:gd name="T5" fmla="*/ 0 h 1552"/>
                <a:gd name="T6" fmla="*/ 598 w 598"/>
                <a:gd name="T7" fmla="*/ 148 h 1552"/>
                <a:gd name="T8" fmla="*/ 598 w 598"/>
                <a:gd name="T9" fmla="*/ 149 h 1552"/>
                <a:gd name="T10" fmla="*/ 598 w 598"/>
                <a:gd name="T11" fmla="*/ 1552 h 1552"/>
                <a:gd name="T12" fmla="*/ 560 w 598"/>
                <a:gd name="T13" fmla="*/ 1552 h 1552"/>
                <a:gd name="T14" fmla="*/ 560 w 598"/>
                <a:gd name="T15" fmla="*/ 149 h 1552"/>
                <a:gd name="T16" fmla="*/ 560 w 598"/>
                <a:gd name="T17" fmla="*/ 149 h 1552"/>
                <a:gd name="T18" fmla="*/ 435 w 598"/>
                <a:gd name="T19" fmla="*/ 38 h 1552"/>
                <a:gd name="T20" fmla="*/ 435 w 598"/>
                <a:gd name="T21" fmla="*/ 39 h 1552"/>
                <a:gd name="T22" fmla="*/ 0 w 598"/>
                <a:gd name="T23" fmla="*/ 39 h 1552"/>
                <a:gd name="T24" fmla="*/ 0 w 598"/>
                <a:gd name="T25" fmla="*/ 0 h 1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8" h="1552">
                  <a:moveTo>
                    <a:pt x="0" y="0"/>
                  </a:moveTo>
                  <a:cubicBezTo>
                    <a:pt x="435" y="0"/>
                    <a:pt x="435" y="0"/>
                    <a:pt x="435" y="0"/>
                  </a:cubicBezTo>
                  <a:cubicBezTo>
                    <a:pt x="435" y="0"/>
                    <a:pt x="435" y="0"/>
                    <a:pt x="435" y="0"/>
                  </a:cubicBezTo>
                  <a:cubicBezTo>
                    <a:pt x="538" y="0"/>
                    <a:pt x="593" y="49"/>
                    <a:pt x="598" y="148"/>
                  </a:cubicBezTo>
                  <a:cubicBezTo>
                    <a:pt x="598" y="149"/>
                    <a:pt x="598" y="149"/>
                    <a:pt x="598" y="149"/>
                  </a:cubicBezTo>
                  <a:cubicBezTo>
                    <a:pt x="598" y="1552"/>
                    <a:pt x="598" y="1552"/>
                    <a:pt x="598" y="1552"/>
                  </a:cubicBezTo>
                  <a:cubicBezTo>
                    <a:pt x="560" y="1552"/>
                    <a:pt x="560" y="1552"/>
                    <a:pt x="560" y="1552"/>
                  </a:cubicBezTo>
                  <a:cubicBezTo>
                    <a:pt x="560" y="149"/>
                    <a:pt x="560" y="149"/>
                    <a:pt x="560" y="149"/>
                  </a:cubicBezTo>
                  <a:cubicBezTo>
                    <a:pt x="560" y="149"/>
                    <a:pt x="560" y="149"/>
                    <a:pt x="560" y="149"/>
                  </a:cubicBezTo>
                  <a:cubicBezTo>
                    <a:pt x="555" y="75"/>
                    <a:pt x="514" y="38"/>
                    <a:pt x="435" y="38"/>
                  </a:cubicBezTo>
                  <a:cubicBezTo>
                    <a:pt x="435" y="39"/>
                    <a:pt x="435" y="39"/>
                    <a:pt x="435" y="39"/>
                  </a:cubicBezTo>
                  <a:cubicBezTo>
                    <a:pt x="0" y="39"/>
                    <a:pt x="0" y="39"/>
                    <a:pt x="0" y="39"/>
                  </a:cubicBezTo>
                  <a:cubicBezTo>
                    <a:pt x="0" y="0"/>
                    <a:pt x="0" y="0"/>
                    <a:pt x="0" y="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 name="Freeform 13"/>
            <p:cNvSpPr/>
            <p:nvPr/>
          </p:nvSpPr>
          <p:spPr>
            <a:xfrm>
              <a:off x="4562775" y="2221449"/>
              <a:ext cx="910985" cy="2922051"/>
            </a:xfrm>
            <a:custGeom>
              <a:avLst/>
              <a:gdLst>
                <a:gd name="T0" fmla="*/ 684 w 684"/>
                <a:gd name="T1" fmla="*/ 362 h 2196"/>
                <a:gd name="T2" fmla="*/ 163 w 684"/>
                <a:gd name="T3" fmla="*/ 362 h 2196"/>
                <a:gd name="T4" fmla="*/ 163 w 684"/>
                <a:gd name="T5" fmla="*/ 362 h 2196"/>
                <a:gd name="T6" fmla="*/ 38 w 684"/>
                <a:gd name="T7" fmla="*/ 405 h 2196"/>
                <a:gd name="T8" fmla="*/ 38 w 684"/>
                <a:gd name="T9" fmla="*/ 149 h 2196"/>
                <a:gd name="T10" fmla="*/ 38 w 684"/>
                <a:gd name="T11" fmla="*/ 149 h 2196"/>
                <a:gd name="T12" fmla="*/ 163 w 684"/>
                <a:gd name="T13" fmla="*/ 39 h 2196"/>
                <a:gd name="T14" fmla="*/ 163 w 684"/>
                <a:gd name="T15" fmla="*/ 39 h 2196"/>
                <a:gd name="T16" fmla="*/ 395 w 684"/>
                <a:gd name="T17" fmla="*/ 39 h 2196"/>
                <a:gd name="T18" fmla="*/ 395 w 684"/>
                <a:gd name="T19" fmla="*/ 0 h 2196"/>
                <a:gd name="T20" fmla="*/ 163 w 684"/>
                <a:gd name="T21" fmla="*/ 0 h 2196"/>
                <a:gd name="T22" fmla="*/ 163 w 684"/>
                <a:gd name="T23" fmla="*/ 0 h 2196"/>
                <a:gd name="T24" fmla="*/ 0 w 684"/>
                <a:gd name="T25" fmla="*/ 148 h 2196"/>
                <a:gd name="T26" fmla="*/ 0 w 684"/>
                <a:gd name="T27" fmla="*/ 149 h 2196"/>
                <a:gd name="T28" fmla="*/ 0 w 684"/>
                <a:gd name="T29" fmla="*/ 2196 h 2196"/>
                <a:gd name="T30" fmla="*/ 38 w 684"/>
                <a:gd name="T31" fmla="*/ 2196 h 2196"/>
                <a:gd name="T32" fmla="*/ 38 w 684"/>
                <a:gd name="T33" fmla="*/ 511 h 2196"/>
                <a:gd name="T34" fmla="*/ 38 w 684"/>
                <a:gd name="T35" fmla="*/ 511 h 2196"/>
                <a:gd name="T36" fmla="*/ 163 w 684"/>
                <a:gd name="T37" fmla="*/ 401 h 2196"/>
                <a:gd name="T38" fmla="*/ 163 w 684"/>
                <a:gd name="T39" fmla="*/ 401 h 2196"/>
                <a:gd name="T40" fmla="*/ 684 w 684"/>
                <a:gd name="T41" fmla="*/ 401 h 2196"/>
                <a:gd name="T42" fmla="*/ 684 w 684"/>
                <a:gd name="T43" fmla="*/ 362 h 2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4" h="2196">
                  <a:moveTo>
                    <a:pt x="684" y="362"/>
                  </a:moveTo>
                  <a:cubicBezTo>
                    <a:pt x="163" y="362"/>
                    <a:pt x="163" y="362"/>
                    <a:pt x="163" y="362"/>
                  </a:cubicBezTo>
                  <a:cubicBezTo>
                    <a:pt x="163" y="362"/>
                    <a:pt x="163" y="362"/>
                    <a:pt x="163" y="362"/>
                  </a:cubicBezTo>
                  <a:cubicBezTo>
                    <a:pt x="107" y="362"/>
                    <a:pt x="66" y="376"/>
                    <a:pt x="38" y="405"/>
                  </a:cubicBezTo>
                  <a:cubicBezTo>
                    <a:pt x="38" y="149"/>
                    <a:pt x="38" y="149"/>
                    <a:pt x="38" y="149"/>
                  </a:cubicBezTo>
                  <a:cubicBezTo>
                    <a:pt x="38" y="149"/>
                    <a:pt x="38" y="149"/>
                    <a:pt x="38" y="149"/>
                  </a:cubicBezTo>
                  <a:cubicBezTo>
                    <a:pt x="43" y="75"/>
                    <a:pt x="84" y="38"/>
                    <a:pt x="163" y="39"/>
                  </a:cubicBezTo>
                  <a:cubicBezTo>
                    <a:pt x="163" y="39"/>
                    <a:pt x="163" y="39"/>
                    <a:pt x="163" y="39"/>
                  </a:cubicBezTo>
                  <a:cubicBezTo>
                    <a:pt x="395" y="39"/>
                    <a:pt x="395" y="39"/>
                    <a:pt x="395" y="39"/>
                  </a:cubicBezTo>
                  <a:cubicBezTo>
                    <a:pt x="395" y="0"/>
                    <a:pt x="395" y="0"/>
                    <a:pt x="395" y="0"/>
                  </a:cubicBezTo>
                  <a:cubicBezTo>
                    <a:pt x="163" y="0"/>
                    <a:pt x="163" y="0"/>
                    <a:pt x="163" y="0"/>
                  </a:cubicBezTo>
                  <a:cubicBezTo>
                    <a:pt x="163" y="0"/>
                    <a:pt x="163" y="0"/>
                    <a:pt x="163" y="0"/>
                  </a:cubicBezTo>
                  <a:cubicBezTo>
                    <a:pt x="60" y="0"/>
                    <a:pt x="5" y="49"/>
                    <a:pt x="0" y="148"/>
                  </a:cubicBezTo>
                  <a:cubicBezTo>
                    <a:pt x="0" y="149"/>
                    <a:pt x="0" y="149"/>
                    <a:pt x="0" y="149"/>
                  </a:cubicBezTo>
                  <a:cubicBezTo>
                    <a:pt x="0" y="2196"/>
                    <a:pt x="0" y="2196"/>
                    <a:pt x="0" y="2196"/>
                  </a:cubicBezTo>
                  <a:cubicBezTo>
                    <a:pt x="38" y="2196"/>
                    <a:pt x="38" y="2196"/>
                    <a:pt x="38" y="2196"/>
                  </a:cubicBezTo>
                  <a:cubicBezTo>
                    <a:pt x="38" y="511"/>
                    <a:pt x="38" y="511"/>
                    <a:pt x="38" y="511"/>
                  </a:cubicBezTo>
                  <a:cubicBezTo>
                    <a:pt x="38" y="511"/>
                    <a:pt x="38" y="511"/>
                    <a:pt x="38" y="511"/>
                  </a:cubicBezTo>
                  <a:cubicBezTo>
                    <a:pt x="43" y="437"/>
                    <a:pt x="84" y="400"/>
                    <a:pt x="163" y="401"/>
                  </a:cubicBezTo>
                  <a:cubicBezTo>
                    <a:pt x="163" y="401"/>
                    <a:pt x="163" y="401"/>
                    <a:pt x="163" y="401"/>
                  </a:cubicBezTo>
                  <a:cubicBezTo>
                    <a:pt x="684" y="401"/>
                    <a:pt x="684" y="401"/>
                    <a:pt x="684" y="401"/>
                  </a:cubicBezTo>
                  <a:cubicBezTo>
                    <a:pt x="684" y="362"/>
                    <a:pt x="684" y="362"/>
                    <a:pt x="684" y="362"/>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 name="Freeform 14"/>
            <p:cNvSpPr/>
            <p:nvPr/>
          </p:nvSpPr>
          <p:spPr>
            <a:xfrm>
              <a:off x="4884953" y="3359477"/>
              <a:ext cx="1137937" cy="1784023"/>
            </a:xfrm>
            <a:custGeom>
              <a:avLst/>
              <a:gdLst>
                <a:gd name="T0" fmla="*/ 855 w 855"/>
                <a:gd name="T1" fmla="*/ 0 h 1341"/>
                <a:gd name="T2" fmla="*/ 163 w 855"/>
                <a:gd name="T3" fmla="*/ 0 h 1341"/>
                <a:gd name="T4" fmla="*/ 163 w 855"/>
                <a:gd name="T5" fmla="*/ 0 h 1341"/>
                <a:gd name="T6" fmla="*/ 0 w 855"/>
                <a:gd name="T7" fmla="*/ 148 h 1341"/>
                <a:gd name="T8" fmla="*/ 0 w 855"/>
                <a:gd name="T9" fmla="*/ 149 h 1341"/>
                <a:gd name="T10" fmla="*/ 0 w 855"/>
                <a:gd name="T11" fmla="*/ 1341 h 1341"/>
                <a:gd name="T12" fmla="*/ 38 w 855"/>
                <a:gd name="T13" fmla="*/ 1341 h 1341"/>
                <a:gd name="T14" fmla="*/ 38 w 855"/>
                <a:gd name="T15" fmla="*/ 149 h 1341"/>
                <a:gd name="T16" fmla="*/ 38 w 855"/>
                <a:gd name="T17" fmla="*/ 149 h 1341"/>
                <a:gd name="T18" fmla="*/ 163 w 855"/>
                <a:gd name="T19" fmla="*/ 39 h 1341"/>
                <a:gd name="T20" fmla="*/ 163 w 855"/>
                <a:gd name="T21" fmla="*/ 39 h 1341"/>
                <a:gd name="T22" fmla="*/ 855 w 855"/>
                <a:gd name="T23" fmla="*/ 39 h 1341"/>
                <a:gd name="T24" fmla="*/ 855 w 855"/>
                <a:gd name="T25" fmla="*/ 0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5" h="1341">
                  <a:moveTo>
                    <a:pt x="855" y="0"/>
                  </a:moveTo>
                  <a:cubicBezTo>
                    <a:pt x="163" y="0"/>
                    <a:pt x="163" y="0"/>
                    <a:pt x="163" y="0"/>
                  </a:cubicBezTo>
                  <a:cubicBezTo>
                    <a:pt x="163" y="0"/>
                    <a:pt x="163" y="0"/>
                    <a:pt x="163" y="0"/>
                  </a:cubicBezTo>
                  <a:cubicBezTo>
                    <a:pt x="59" y="0"/>
                    <a:pt x="5" y="49"/>
                    <a:pt x="0" y="148"/>
                  </a:cubicBezTo>
                  <a:cubicBezTo>
                    <a:pt x="0" y="149"/>
                    <a:pt x="0" y="149"/>
                    <a:pt x="0" y="149"/>
                  </a:cubicBezTo>
                  <a:cubicBezTo>
                    <a:pt x="0" y="1341"/>
                    <a:pt x="0" y="1341"/>
                    <a:pt x="0" y="1341"/>
                  </a:cubicBezTo>
                  <a:cubicBezTo>
                    <a:pt x="38" y="1341"/>
                    <a:pt x="38" y="1341"/>
                    <a:pt x="38" y="1341"/>
                  </a:cubicBezTo>
                  <a:cubicBezTo>
                    <a:pt x="38" y="149"/>
                    <a:pt x="38" y="149"/>
                    <a:pt x="38" y="149"/>
                  </a:cubicBezTo>
                  <a:cubicBezTo>
                    <a:pt x="38" y="149"/>
                    <a:pt x="38" y="149"/>
                    <a:pt x="38" y="149"/>
                  </a:cubicBezTo>
                  <a:cubicBezTo>
                    <a:pt x="42" y="75"/>
                    <a:pt x="84" y="38"/>
                    <a:pt x="163" y="39"/>
                  </a:cubicBezTo>
                  <a:cubicBezTo>
                    <a:pt x="163" y="39"/>
                    <a:pt x="163" y="39"/>
                    <a:pt x="163" y="39"/>
                  </a:cubicBezTo>
                  <a:cubicBezTo>
                    <a:pt x="855" y="39"/>
                    <a:pt x="855" y="39"/>
                    <a:pt x="855" y="39"/>
                  </a:cubicBezTo>
                  <a:cubicBezTo>
                    <a:pt x="855" y="0"/>
                    <a:pt x="855" y="0"/>
                    <a:pt x="85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3" name="Freeform 15"/>
            <p:cNvSpPr/>
            <p:nvPr/>
          </p:nvSpPr>
          <p:spPr>
            <a:xfrm>
              <a:off x="4780206" y="4129274"/>
              <a:ext cx="825283" cy="1014226"/>
            </a:xfrm>
            <a:custGeom>
              <a:avLst/>
              <a:gdLst>
                <a:gd name="T0" fmla="*/ 620 w 620"/>
                <a:gd name="T1" fmla="*/ 1 h 762"/>
                <a:gd name="T2" fmla="*/ 163 w 620"/>
                <a:gd name="T3" fmla="*/ 1 h 762"/>
                <a:gd name="T4" fmla="*/ 163 w 620"/>
                <a:gd name="T5" fmla="*/ 1 h 762"/>
                <a:gd name="T6" fmla="*/ 0 w 620"/>
                <a:gd name="T7" fmla="*/ 149 h 762"/>
                <a:gd name="T8" fmla="*/ 0 w 620"/>
                <a:gd name="T9" fmla="*/ 150 h 762"/>
                <a:gd name="T10" fmla="*/ 0 w 620"/>
                <a:gd name="T11" fmla="*/ 762 h 762"/>
                <a:gd name="T12" fmla="*/ 39 w 620"/>
                <a:gd name="T13" fmla="*/ 762 h 762"/>
                <a:gd name="T14" fmla="*/ 39 w 620"/>
                <a:gd name="T15" fmla="*/ 150 h 762"/>
                <a:gd name="T16" fmla="*/ 38 w 620"/>
                <a:gd name="T17" fmla="*/ 150 h 762"/>
                <a:gd name="T18" fmla="*/ 163 w 620"/>
                <a:gd name="T19" fmla="*/ 39 h 762"/>
                <a:gd name="T20" fmla="*/ 163 w 620"/>
                <a:gd name="T21" fmla="*/ 39 h 762"/>
                <a:gd name="T22" fmla="*/ 620 w 620"/>
                <a:gd name="T23" fmla="*/ 39 h 762"/>
                <a:gd name="T24" fmla="*/ 620 w 620"/>
                <a:gd name="T25" fmla="*/ 1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0" h="762">
                  <a:moveTo>
                    <a:pt x="620" y="1"/>
                  </a:moveTo>
                  <a:cubicBezTo>
                    <a:pt x="163" y="1"/>
                    <a:pt x="163" y="1"/>
                    <a:pt x="163" y="1"/>
                  </a:cubicBezTo>
                  <a:cubicBezTo>
                    <a:pt x="163" y="1"/>
                    <a:pt x="163" y="1"/>
                    <a:pt x="163" y="1"/>
                  </a:cubicBezTo>
                  <a:cubicBezTo>
                    <a:pt x="60" y="0"/>
                    <a:pt x="5" y="50"/>
                    <a:pt x="0" y="149"/>
                  </a:cubicBezTo>
                  <a:cubicBezTo>
                    <a:pt x="0" y="150"/>
                    <a:pt x="0" y="150"/>
                    <a:pt x="0" y="150"/>
                  </a:cubicBezTo>
                  <a:cubicBezTo>
                    <a:pt x="0" y="762"/>
                    <a:pt x="0" y="762"/>
                    <a:pt x="0" y="762"/>
                  </a:cubicBezTo>
                  <a:cubicBezTo>
                    <a:pt x="39" y="762"/>
                    <a:pt x="39" y="762"/>
                    <a:pt x="39" y="762"/>
                  </a:cubicBezTo>
                  <a:cubicBezTo>
                    <a:pt x="39" y="150"/>
                    <a:pt x="39" y="150"/>
                    <a:pt x="39" y="150"/>
                  </a:cubicBezTo>
                  <a:cubicBezTo>
                    <a:pt x="38" y="150"/>
                    <a:pt x="38" y="150"/>
                    <a:pt x="38" y="150"/>
                  </a:cubicBezTo>
                  <a:cubicBezTo>
                    <a:pt x="43" y="76"/>
                    <a:pt x="84" y="39"/>
                    <a:pt x="163" y="39"/>
                  </a:cubicBezTo>
                  <a:cubicBezTo>
                    <a:pt x="163" y="39"/>
                    <a:pt x="163" y="39"/>
                    <a:pt x="163" y="39"/>
                  </a:cubicBezTo>
                  <a:cubicBezTo>
                    <a:pt x="620" y="39"/>
                    <a:pt x="620" y="39"/>
                    <a:pt x="620" y="39"/>
                  </a:cubicBezTo>
                  <a:cubicBezTo>
                    <a:pt x="620" y="1"/>
                    <a:pt x="620" y="1"/>
                    <a:pt x="620" y="1"/>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4" name="Freeform 16"/>
            <p:cNvSpPr/>
            <p:nvPr/>
          </p:nvSpPr>
          <p:spPr>
            <a:xfrm>
              <a:off x="3627984" y="1823059"/>
              <a:ext cx="353919"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20" y="267"/>
                    <a:pt x="0" y="247"/>
                    <a:pt x="0" y="224"/>
                  </a:cubicBezTo>
                  <a:cubicBezTo>
                    <a:pt x="0" y="43"/>
                    <a:pt x="0" y="43"/>
                    <a:pt x="0" y="43"/>
                  </a:cubicBezTo>
                  <a:cubicBezTo>
                    <a:pt x="0" y="19"/>
                    <a:pt x="20" y="0"/>
                    <a:pt x="43" y="0"/>
                  </a:cubicBezTo>
                  <a:cubicBezTo>
                    <a:pt x="224" y="0"/>
                    <a:pt x="224" y="0"/>
                    <a:pt x="224" y="0"/>
                  </a:cubicBezTo>
                  <a:cubicBezTo>
                    <a:pt x="247" y="0"/>
                    <a:pt x="267" y="19"/>
                    <a:pt x="267" y="43"/>
                  </a:cubicBezTo>
                  <a:cubicBezTo>
                    <a:pt x="267" y="224"/>
                    <a:pt x="267" y="224"/>
                    <a:pt x="267" y="224"/>
                  </a:cubicBezTo>
                  <a:cubicBezTo>
                    <a:pt x="267" y="247"/>
                    <a:pt x="247" y="267"/>
                    <a:pt x="224" y="26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5" name="Freeform 17"/>
            <p:cNvSpPr/>
            <p:nvPr/>
          </p:nvSpPr>
          <p:spPr>
            <a:xfrm>
              <a:off x="5054771" y="2067490"/>
              <a:ext cx="355506" cy="352360"/>
            </a:xfrm>
            <a:custGeom>
              <a:avLst/>
              <a:gdLst>
                <a:gd name="T0" fmla="*/ 224 w 267"/>
                <a:gd name="T1" fmla="*/ 266 h 266"/>
                <a:gd name="T2" fmla="*/ 43 w 267"/>
                <a:gd name="T3" fmla="*/ 266 h 266"/>
                <a:gd name="T4" fmla="*/ 0 w 267"/>
                <a:gd name="T5" fmla="*/ 223 h 266"/>
                <a:gd name="T6" fmla="*/ 0 w 267"/>
                <a:gd name="T7" fmla="*/ 43 h 266"/>
                <a:gd name="T8" fmla="*/ 43 w 267"/>
                <a:gd name="T9" fmla="*/ 0 h 266"/>
                <a:gd name="T10" fmla="*/ 224 w 267"/>
                <a:gd name="T11" fmla="*/ 0 h 266"/>
                <a:gd name="T12" fmla="*/ 267 w 267"/>
                <a:gd name="T13" fmla="*/ 43 h 266"/>
                <a:gd name="T14" fmla="*/ 267 w 267"/>
                <a:gd name="T15" fmla="*/ 223 h 266"/>
                <a:gd name="T16" fmla="*/ 224 w 267"/>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6">
                  <a:moveTo>
                    <a:pt x="224" y="266"/>
                  </a:moveTo>
                  <a:cubicBezTo>
                    <a:pt x="43" y="266"/>
                    <a:pt x="43" y="266"/>
                    <a:pt x="43" y="266"/>
                  </a:cubicBezTo>
                  <a:cubicBezTo>
                    <a:pt x="20" y="266"/>
                    <a:pt x="0" y="247"/>
                    <a:pt x="0" y="223"/>
                  </a:cubicBezTo>
                  <a:cubicBezTo>
                    <a:pt x="0" y="43"/>
                    <a:pt x="0" y="43"/>
                    <a:pt x="0" y="43"/>
                  </a:cubicBezTo>
                  <a:cubicBezTo>
                    <a:pt x="0" y="19"/>
                    <a:pt x="20" y="0"/>
                    <a:pt x="43" y="0"/>
                  </a:cubicBezTo>
                  <a:cubicBezTo>
                    <a:pt x="224" y="0"/>
                    <a:pt x="224" y="0"/>
                    <a:pt x="224" y="0"/>
                  </a:cubicBezTo>
                  <a:cubicBezTo>
                    <a:pt x="247" y="0"/>
                    <a:pt x="267" y="19"/>
                    <a:pt x="267" y="43"/>
                  </a:cubicBezTo>
                  <a:cubicBezTo>
                    <a:pt x="267" y="223"/>
                    <a:pt x="267" y="223"/>
                    <a:pt x="267" y="223"/>
                  </a:cubicBezTo>
                  <a:cubicBezTo>
                    <a:pt x="267" y="247"/>
                    <a:pt x="247" y="266"/>
                    <a:pt x="224" y="26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6" name="Freeform 18"/>
            <p:cNvSpPr/>
            <p:nvPr/>
          </p:nvSpPr>
          <p:spPr>
            <a:xfrm>
              <a:off x="5411865" y="2550001"/>
              <a:ext cx="353919"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20" y="267"/>
                    <a:pt x="0" y="247"/>
                    <a:pt x="0" y="224"/>
                  </a:cubicBezTo>
                  <a:cubicBezTo>
                    <a:pt x="0" y="43"/>
                    <a:pt x="0" y="43"/>
                    <a:pt x="0" y="43"/>
                  </a:cubicBezTo>
                  <a:cubicBezTo>
                    <a:pt x="0" y="20"/>
                    <a:pt x="20"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7" name="Freeform 19"/>
            <p:cNvSpPr/>
            <p:nvPr/>
          </p:nvSpPr>
          <p:spPr>
            <a:xfrm>
              <a:off x="5900686" y="3207105"/>
              <a:ext cx="353919" cy="353948"/>
            </a:xfrm>
            <a:custGeom>
              <a:avLst/>
              <a:gdLst>
                <a:gd name="T0" fmla="*/ 223 w 266"/>
                <a:gd name="T1" fmla="*/ 266 h 266"/>
                <a:gd name="T2" fmla="*/ 43 w 266"/>
                <a:gd name="T3" fmla="*/ 266 h 266"/>
                <a:gd name="T4" fmla="*/ 0 w 266"/>
                <a:gd name="T5" fmla="*/ 224 h 266"/>
                <a:gd name="T6" fmla="*/ 0 w 266"/>
                <a:gd name="T7" fmla="*/ 43 h 266"/>
                <a:gd name="T8" fmla="*/ 43 w 266"/>
                <a:gd name="T9" fmla="*/ 0 h 266"/>
                <a:gd name="T10" fmla="*/ 223 w 266"/>
                <a:gd name="T11" fmla="*/ 0 h 266"/>
                <a:gd name="T12" fmla="*/ 266 w 266"/>
                <a:gd name="T13" fmla="*/ 43 h 266"/>
                <a:gd name="T14" fmla="*/ 266 w 266"/>
                <a:gd name="T15" fmla="*/ 224 h 266"/>
                <a:gd name="T16" fmla="*/ 223 w 266"/>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66">
                  <a:moveTo>
                    <a:pt x="223" y="266"/>
                  </a:moveTo>
                  <a:cubicBezTo>
                    <a:pt x="43" y="266"/>
                    <a:pt x="43" y="266"/>
                    <a:pt x="43" y="266"/>
                  </a:cubicBezTo>
                  <a:cubicBezTo>
                    <a:pt x="19" y="266"/>
                    <a:pt x="0" y="247"/>
                    <a:pt x="0" y="224"/>
                  </a:cubicBezTo>
                  <a:cubicBezTo>
                    <a:pt x="0" y="43"/>
                    <a:pt x="0" y="43"/>
                    <a:pt x="0" y="43"/>
                  </a:cubicBezTo>
                  <a:cubicBezTo>
                    <a:pt x="0" y="19"/>
                    <a:pt x="19" y="0"/>
                    <a:pt x="43" y="0"/>
                  </a:cubicBezTo>
                  <a:cubicBezTo>
                    <a:pt x="223" y="0"/>
                    <a:pt x="223" y="0"/>
                    <a:pt x="223" y="0"/>
                  </a:cubicBezTo>
                  <a:cubicBezTo>
                    <a:pt x="247" y="0"/>
                    <a:pt x="266" y="19"/>
                    <a:pt x="266" y="43"/>
                  </a:cubicBezTo>
                  <a:cubicBezTo>
                    <a:pt x="266" y="224"/>
                    <a:pt x="266" y="224"/>
                    <a:pt x="266" y="224"/>
                  </a:cubicBezTo>
                  <a:cubicBezTo>
                    <a:pt x="266" y="247"/>
                    <a:pt x="247" y="266"/>
                    <a:pt x="223" y="266"/>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8" name="Freeform 20"/>
            <p:cNvSpPr/>
            <p:nvPr/>
          </p:nvSpPr>
          <p:spPr>
            <a:xfrm>
              <a:off x="5549940" y="3978489"/>
              <a:ext cx="353920" cy="352360"/>
            </a:xfrm>
            <a:custGeom>
              <a:avLst/>
              <a:gdLst>
                <a:gd name="T0" fmla="*/ 224 w 267"/>
                <a:gd name="T1" fmla="*/ 266 h 266"/>
                <a:gd name="T2" fmla="*/ 43 w 267"/>
                <a:gd name="T3" fmla="*/ 266 h 266"/>
                <a:gd name="T4" fmla="*/ 0 w 267"/>
                <a:gd name="T5" fmla="*/ 223 h 266"/>
                <a:gd name="T6" fmla="*/ 0 w 267"/>
                <a:gd name="T7" fmla="*/ 43 h 266"/>
                <a:gd name="T8" fmla="*/ 43 w 267"/>
                <a:gd name="T9" fmla="*/ 0 h 266"/>
                <a:gd name="T10" fmla="*/ 224 w 267"/>
                <a:gd name="T11" fmla="*/ 0 h 266"/>
                <a:gd name="T12" fmla="*/ 267 w 267"/>
                <a:gd name="T13" fmla="*/ 43 h 266"/>
                <a:gd name="T14" fmla="*/ 267 w 267"/>
                <a:gd name="T15" fmla="*/ 223 h 266"/>
                <a:gd name="T16" fmla="*/ 224 w 267"/>
                <a:gd name="T17"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6">
                  <a:moveTo>
                    <a:pt x="224" y="266"/>
                  </a:moveTo>
                  <a:cubicBezTo>
                    <a:pt x="43" y="266"/>
                    <a:pt x="43" y="266"/>
                    <a:pt x="43" y="266"/>
                  </a:cubicBezTo>
                  <a:cubicBezTo>
                    <a:pt x="20" y="266"/>
                    <a:pt x="0" y="247"/>
                    <a:pt x="0" y="223"/>
                  </a:cubicBezTo>
                  <a:cubicBezTo>
                    <a:pt x="0" y="43"/>
                    <a:pt x="0" y="43"/>
                    <a:pt x="0" y="43"/>
                  </a:cubicBezTo>
                  <a:cubicBezTo>
                    <a:pt x="0" y="19"/>
                    <a:pt x="20" y="0"/>
                    <a:pt x="43" y="0"/>
                  </a:cubicBezTo>
                  <a:cubicBezTo>
                    <a:pt x="224" y="0"/>
                    <a:pt x="224" y="0"/>
                    <a:pt x="224" y="0"/>
                  </a:cubicBezTo>
                  <a:cubicBezTo>
                    <a:pt x="248" y="0"/>
                    <a:pt x="267" y="19"/>
                    <a:pt x="267" y="43"/>
                  </a:cubicBezTo>
                  <a:cubicBezTo>
                    <a:pt x="267" y="223"/>
                    <a:pt x="267" y="223"/>
                    <a:pt x="267" y="223"/>
                  </a:cubicBezTo>
                  <a:cubicBezTo>
                    <a:pt x="267" y="247"/>
                    <a:pt x="248" y="266"/>
                    <a:pt x="224" y="266"/>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9" name="Freeform 21"/>
            <p:cNvSpPr/>
            <p:nvPr/>
          </p:nvSpPr>
          <p:spPr>
            <a:xfrm>
              <a:off x="3158208" y="2269066"/>
              <a:ext cx="355506"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19" y="267"/>
                    <a:pt x="0" y="247"/>
                    <a:pt x="0" y="224"/>
                  </a:cubicBezTo>
                  <a:cubicBezTo>
                    <a:pt x="0" y="43"/>
                    <a:pt x="0" y="43"/>
                    <a:pt x="0" y="43"/>
                  </a:cubicBezTo>
                  <a:cubicBezTo>
                    <a:pt x="0" y="20"/>
                    <a:pt x="19"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0" name="Freeform 22"/>
            <p:cNvSpPr/>
            <p:nvPr/>
          </p:nvSpPr>
          <p:spPr>
            <a:xfrm>
              <a:off x="3201059" y="2924582"/>
              <a:ext cx="355506" cy="355535"/>
            </a:xfrm>
            <a:custGeom>
              <a:avLst/>
              <a:gdLst>
                <a:gd name="T0" fmla="*/ 224 w 267"/>
                <a:gd name="T1" fmla="*/ 267 h 267"/>
                <a:gd name="T2" fmla="*/ 43 w 267"/>
                <a:gd name="T3" fmla="*/ 267 h 267"/>
                <a:gd name="T4" fmla="*/ 0 w 267"/>
                <a:gd name="T5" fmla="*/ 224 h 267"/>
                <a:gd name="T6" fmla="*/ 0 w 267"/>
                <a:gd name="T7" fmla="*/ 43 h 267"/>
                <a:gd name="T8" fmla="*/ 43 w 267"/>
                <a:gd name="T9" fmla="*/ 0 h 267"/>
                <a:gd name="T10" fmla="*/ 224 w 267"/>
                <a:gd name="T11" fmla="*/ 0 h 267"/>
                <a:gd name="T12" fmla="*/ 267 w 267"/>
                <a:gd name="T13" fmla="*/ 43 h 267"/>
                <a:gd name="T14" fmla="*/ 267 w 267"/>
                <a:gd name="T15" fmla="*/ 224 h 267"/>
                <a:gd name="T16" fmla="*/ 224 w 267"/>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7">
                  <a:moveTo>
                    <a:pt x="224" y="267"/>
                  </a:moveTo>
                  <a:cubicBezTo>
                    <a:pt x="43" y="267"/>
                    <a:pt x="43" y="267"/>
                    <a:pt x="43" y="267"/>
                  </a:cubicBezTo>
                  <a:cubicBezTo>
                    <a:pt x="19" y="267"/>
                    <a:pt x="0" y="247"/>
                    <a:pt x="0" y="224"/>
                  </a:cubicBezTo>
                  <a:cubicBezTo>
                    <a:pt x="0" y="43"/>
                    <a:pt x="0" y="43"/>
                    <a:pt x="0" y="43"/>
                  </a:cubicBezTo>
                  <a:cubicBezTo>
                    <a:pt x="0" y="20"/>
                    <a:pt x="19" y="0"/>
                    <a:pt x="43" y="0"/>
                  </a:cubicBezTo>
                  <a:cubicBezTo>
                    <a:pt x="224" y="0"/>
                    <a:pt x="224" y="0"/>
                    <a:pt x="224" y="0"/>
                  </a:cubicBezTo>
                  <a:cubicBezTo>
                    <a:pt x="247" y="0"/>
                    <a:pt x="267" y="20"/>
                    <a:pt x="267" y="43"/>
                  </a:cubicBezTo>
                  <a:cubicBezTo>
                    <a:pt x="267" y="224"/>
                    <a:pt x="267" y="224"/>
                    <a:pt x="267" y="224"/>
                  </a:cubicBezTo>
                  <a:cubicBezTo>
                    <a:pt x="267" y="247"/>
                    <a:pt x="247" y="267"/>
                    <a:pt x="224" y="267"/>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Freeform 23"/>
            <p:cNvSpPr/>
            <p:nvPr/>
          </p:nvSpPr>
          <p:spPr>
            <a:xfrm>
              <a:off x="2850314" y="3484867"/>
              <a:ext cx="353919" cy="353947"/>
            </a:xfrm>
            <a:custGeom>
              <a:avLst/>
              <a:gdLst>
                <a:gd name="T0" fmla="*/ 223 w 266"/>
                <a:gd name="T1" fmla="*/ 267 h 267"/>
                <a:gd name="T2" fmla="*/ 43 w 266"/>
                <a:gd name="T3" fmla="*/ 267 h 267"/>
                <a:gd name="T4" fmla="*/ 0 w 266"/>
                <a:gd name="T5" fmla="*/ 224 h 267"/>
                <a:gd name="T6" fmla="*/ 0 w 266"/>
                <a:gd name="T7" fmla="*/ 43 h 267"/>
                <a:gd name="T8" fmla="*/ 43 w 266"/>
                <a:gd name="T9" fmla="*/ 0 h 267"/>
                <a:gd name="T10" fmla="*/ 223 w 266"/>
                <a:gd name="T11" fmla="*/ 0 h 267"/>
                <a:gd name="T12" fmla="*/ 266 w 266"/>
                <a:gd name="T13" fmla="*/ 43 h 267"/>
                <a:gd name="T14" fmla="*/ 266 w 266"/>
                <a:gd name="T15" fmla="*/ 224 h 267"/>
                <a:gd name="T16" fmla="*/ 223 w 266"/>
                <a:gd name="T17"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 h="267">
                  <a:moveTo>
                    <a:pt x="223" y="267"/>
                  </a:moveTo>
                  <a:cubicBezTo>
                    <a:pt x="43" y="267"/>
                    <a:pt x="43" y="267"/>
                    <a:pt x="43" y="267"/>
                  </a:cubicBezTo>
                  <a:cubicBezTo>
                    <a:pt x="19" y="267"/>
                    <a:pt x="0" y="247"/>
                    <a:pt x="0" y="224"/>
                  </a:cubicBezTo>
                  <a:cubicBezTo>
                    <a:pt x="0" y="43"/>
                    <a:pt x="0" y="43"/>
                    <a:pt x="0" y="43"/>
                  </a:cubicBezTo>
                  <a:cubicBezTo>
                    <a:pt x="0" y="20"/>
                    <a:pt x="19" y="0"/>
                    <a:pt x="43" y="0"/>
                  </a:cubicBezTo>
                  <a:cubicBezTo>
                    <a:pt x="223" y="0"/>
                    <a:pt x="223" y="0"/>
                    <a:pt x="223" y="0"/>
                  </a:cubicBezTo>
                  <a:cubicBezTo>
                    <a:pt x="247" y="0"/>
                    <a:pt x="266" y="20"/>
                    <a:pt x="266" y="43"/>
                  </a:cubicBezTo>
                  <a:cubicBezTo>
                    <a:pt x="266" y="224"/>
                    <a:pt x="266" y="224"/>
                    <a:pt x="266" y="224"/>
                  </a:cubicBezTo>
                  <a:cubicBezTo>
                    <a:pt x="266" y="247"/>
                    <a:pt x="247" y="267"/>
                    <a:pt x="223"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2" name="Freeform 24"/>
            <p:cNvSpPr>
              <a:spLocks noEditPoints="1"/>
            </p:cNvSpPr>
            <p:nvPr/>
          </p:nvSpPr>
          <p:spPr>
            <a:xfrm>
              <a:off x="3466102" y="3815007"/>
              <a:ext cx="704665" cy="1328493"/>
            </a:xfrm>
            <a:custGeom>
              <a:avLst/>
              <a:gdLst>
                <a:gd name="T0" fmla="*/ 74 w 530"/>
                <a:gd name="T1" fmla="*/ 24 h 999"/>
                <a:gd name="T2" fmla="*/ 0 w 530"/>
                <a:gd name="T3" fmla="*/ 29 h 999"/>
                <a:gd name="T4" fmla="*/ 530 w 530"/>
                <a:gd name="T5" fmla="*/ 999 h 999"/>
                <a:gd name="T6" fmla="*/ 520 w 530"/>
                <a:gd name="T7" fmla="*/ 956 h 999"/>
                <a:gd name="T8" fmla="*/ 520 w 530"/>
                <a:gd name="T9" fmla="*/ 946 h 999"/>
                <a:gd name="T10" fmla="*/ 530 w 530"/>
                <a:gd name="T11" fmla="*/ 918 h 999"/>
                <a:gd name="T12" fmla="*/ 530 w 530"/>
                <a:gd name="T13" fmla="*/ 918 h 999"/>
                <a:gd name="T14" fmla="*/ 530 w 530"/>
                <a:gd name="T15" fmla="*/ 871 h 999"/>
                <a:gd name="T16" fmla="*/ 520 w 530"/>
                <a:gd name="T17" fmla="*/ 843 h 999"/>
                <a:gd name="T18" fmla="*/ 520 w 530"/>
                <a:gd name="T19" fmla="*/ 833 h 999"/>
                <a:gd name="T20" fmla="*/ 530 w 530"/>
                <a:gd name="T21" fmla="*/ 805 h 999"/>
                <a:gd name="T22" fmla="*/ 530 w 530"/>
                <a:gd name="T23" fmla="*/ 805 h 999"/>
                <a:gd name="T24" fmla="*/ 530 w 530"/>
                <a:gd name="T25" fmla="*/ 758 h 999"/>
                <a:gd name="T26" fmla="*/ 520 w 530"/>
                <a:gd name="T27" fmla="*/ 729 h 999"/>
                <a:gd name="T28" fmla="*/ 520 w 530"/>
                <a:gd name="T29" fmla="*/ 720 h 999"/>
                <a:gd name="T30" fmla="*/ 530 w 530"/>
                <a:gd name="T31" fmla="*/ 691 h 999"/>
                <a:gd name="T32" fmla="*/ 530 w 530"/>
                <a:gd name="T33" fmla="*/ 691 h 999"/>
                <a:gd name="T34" fmla="*/ 530 w 530"/>
                <a:gd name="T35" fmla="*/ 644 h 999"/>
                <a:gd name="T36" fmla="*/ 520 w 530"/>
                <a:gd name="T37" fmla="*/ 616 h 999"/>
                <a:gd name="T38" fmla="*/ 520 w 530"/>
                <a:gd name="T39" fmla="*/ 606 h 999"/>
                <a:gd name="T40" fmla="*/ 530 w 530"/>
                <a:gd name="T41" fmla="*/ 578 h 999"/>
                <a:gd name="T42" fmla="*/ 530 w 530"/>
                <a:gd name="T43" fmla="*/ 578 h 999"/>
                <a:gd name="T44" fmla="*/ 530 w 530"/>
                <a:gd name="T45" fmla="*/ 531 h 999"/>
                <a:gd name="T46" fmla="*/ 520 w 530"/>
                <a:gd name="T47" fmla="*/ 502 h 999"/>
                <a:gd name="T48" fmla="*/ 520 w 530"/>
                <a:gd name="T49" fmla="*/ 493 h 999"/>
                <a:gd name="T50" fmla="*/ 530 w 530"/>
                <a:gd name="T51" fmla="*/ 465 h 999"/>
                <a:gd name="T52" fmla="*/ 530 w 530"/>
                <a:gd name="T53" fmla="*/ 465 h 999"/>
                <a:gd name="T54" fmla="*/ 530 w 530"/>
                <a:gd name="T55" fmla="*/ 417 h 999"/>
                <a:gd name="T56" fmla="*/ 520 w 530"/>
                <a:gd name="T57" fmla="*/ 389 h 999"/>
                <a:gd name="T58" fmla="*/ 520 w 530"/>
                <a:gd name="T59" fmla="*/ 380 h 999"/>
                <a:gd name="T60" fmla="*/ 530 w 530"/>
                <a:gd name="T61" fmla="*/ 351 h 999"/>
                <a:gd name="T62" fmla="*/ 530 w 530"/>
                <a:gd name="T63" fmla="*/ 351 h 999"/>
                <a:gd name="T64" fmla="*/ 530 w 530"/>
                <a:gd name="T65" fmla="*/ 304 h 999"/>
                <a:gd name="T66" fmla="*/ 520 w 530"/>
                <a:gd name="T67" fmla="*/ 276 h 999"/>
                <a:gd name="T68" fmla="*/ 520 w 530"/>
                <a:gd name="T69" fmla="*/ 266 h 999"/>
                <a:gd name="T70" fmla="*/ 530 w 530"/>
                <a:gd name="T71" fmla="*/ 238 h 999"/>
                <a:gd name="T72" fmla="*/ 530 w 530"/>
                <a:gd name="T73" fmla="*/ 238 h 999"/>
                <a:gd name="T74" fmla="*/ 530 w 530"/>
                <a:gd name="T75" fmla="*/ 191 h 999"/>
                <a:gd name="T76" fmla="*/ 520 w 530"/>
                <a:gd name="T77" fmla="*/ 162 h 999"/>
                <a:gd name="T78" fmla="*/ 520 w 530"/>
                <a:gd name="T79" fmla="*/ 153 h 999"/>
                <a:gd name="T80" fmla="*/ 530 w 530"/>
                <a:gd name="T81" fmla="*/ 125 h 999"/>
                <a:gd name="T82" fmla="*/ 530 w 530"/>
                <a:gd name="T83" fmla="*/ 125 h 999"/>
                <a:gd name="T84" fmla="*/ 518 w 530"/>
                <a:gd name="T85" fmla="*/ 98 h 999"/>
                <a:gd name="T86" fmla="*/ 498 w 530"/>
                <a:gd name="T87" fmla="*/ 58 h 999"/>
                <a:gd name="T88" fmla="*/ 481 w 530"/>
                <a:gd name="T89" fmla="*/ 34 h 999"/>
                <a:gd name="T90" fmla="*/ 471 w 530"/>
                <a:gd name="T91" fmla="*/ 31 h 999"/>
                <a:gd name="T92" fmla="*/ 471 w 530"/>
                <a:gd name="T93" fmla="*/ 31 h 999"/>
                <a:gd name="T94" fmla="*/ 442 w 530"/>
                <a:gd name="T95" fmla="*/ 34 h 999"/>
                <a:gd name="T96" fmla="*/ 395 w 530"/>
                <a:gd name="T97" fmla="*/ 34 h 999"/>
                <a:gd name="T98" fmla="*/ 367 w 530"/>
                <a:gd name="T99" fmla="*/ 24 h 999"/>
                <a:gd name="T100" fmla="*/ 357 w 530"/>
                <a:gd name="T101" fmla="*/ 24 h 999"/>
                <a:gd name="T102" fmla="*/ 357 w 530"/>
                <a:gd name="T103" fmla="*/ 24 h 999"/>
                <a:gd name="T104" fmla="*/ 329 w 530"/>
                <a:gd name="T105" fmla="*/ 34 h 999"/>
                <a:gd name="T106" fmla="*/ 281 w 530"/>
                <a:gd name="T107" fmla="*/ 34 h 999"/>
                <a:gd name="T108" fmla="*/ 253 w 530"/>
                <a:gd name="T109" fmla="*/ 24 h 999"/>
                <a:gd name="T110" fmla="*/ 244 w 530"/>
                <a:gd name="T111" fmla="*/ 24 h 999"/>
                <a:gd name="T112" fmla="*/ 244 w 530"/>
                <a:gd name="T113" fmla="*/ 24 h 999"/>
                <a:gd name="T114" fmla="*/ 215 w 530"/>
                <a:gd name="T115" fmla="*/ 34 h 999"/>
                <a:gd name="T116" fmla="*/ 168 w 530"/>
                <a:gd name="T117" fmla="*/ 34 h 999"/>
                <a:gd name="T118" fmla="*/ 140 w 530"/>
                <a:gd name="T119" fmla="*/ 24 h 999"/>
                <a:gd name="T120" fmla="*/ 130 w 530"/>
                <a:gd name="T121" fmla="*/ 24 h 999"/>
                <a:gd name="T122" fmla="*/ 130 w 530"/>
                <a:gd name="T123" fmla="*/ 24 h 999"/>
                <a:gd name="T124" fmla="*/ 102 w 530"/>
                <a:gd name="T125" fmla="*/ 34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0" h="999">
                  <a:moveTo>
                    <a:pt x="0" y="29"/>
                  </a:moveTo>
                  <a:cubicBezTo>
                    <a:pt x="58" y="0"/>
                    <a:pt x="58" y="0"/>
                    <a:pt x="58" y="0"/>
                  </a:cubicBezTo>
                  <a:cubicBezTo>
                    <a:pt x="58" y="24"/>
                    <a:pt x="58" y="24"/>
                    <a:pt x="58" y="24"/>
                  </a:cubicBezTo>
                  <a:cubicBezTo>
                    <a:pt x="74" y="24"/>
                    <a:pt x="74" y="24"/>
                    <a:pt x="74" y="24"/>
                  </a:cubicBezTo>
                  <a:cubicBezTo>
                    <a:pt x="74" y="34"/>
                    <a:pt x="74" y="34"/>
                    <a:pt x="74" y="34"/>
                  </a:cubicBezTo>
                  <a:cubicBezTo>
                    <a:pt x="58" y="34"/>
                    <a:pt x="58" y="34"/>
                    <a:pt x="58" y="34"/>
                  </a:cubicBezTo>
                  <a:cubicBezTo>
                    <a:pt x="58" y="58"/>
                    <a:pt x="58" y="58"/>
                    <a:pt x="58" y="58"/>
                  </a:cubicBezTo>
                  <a:cubicBezTo>
                    <a:pt x="0" y="29"/>
                    <a:pt x="0" y="29"/>
                    <a:pt x="0" y="29"/>
                  </a:cubicBezTo>
                  <a:close/>
                  <a:moveTo>
                    <a:pt x="520" y="999"/>
                  </a:moveTo>
                  <a:cubicBezTo>
                    <a:pt x="520" y="984"/>
                    <a:pt x="520" y="984"/>
                    <a:pt x="520" y="984"/>
                  </a:cubicBezTo>
                  <a:cubicBezTo>
                    <a:pt x="530" y="984"/>
                    <a:pt x="530" y="984"/>
                    <a:pt x="530" y="984"/>
                  </a:cubicBezTo>
                  <a:cubicBezTo>
                    <a:pt x="530" y="999"/>
                    <a:pt x="530" y="999"/>
                    <a:pt x="530" y="999"/>
                  </a:cubicBezTo>
                  <a:cubicBezTo>
                    <a:pt x="520" y="999"/>
                    <a:pt x="520" y="999"/>
                    <a:pt x="520" y="999"/>
                  </a:cubicBezTo>
                  <a:close/>
                  <a:moveTo>
                    <a:pt x="530" y="975"/>
                  </a:moveTo>
                  <a:cubicBezTo>
                    <a:pt x="520" y="975"/>
                    <a:pt x="520" y="975"/>
                    <a:pt x="520" y="975"/>
                  </a:cubicBezTo>
                  <a:cubicBezTo>
                    <a:pt x="520" y="956"/>
                    <a:pt x="520" y="956"/>
                    <a:pt x="520" y="956"/>
                  </a:cubicBezTo>
                  <a:cubicBezTo>
                    <a:pt x="530" y="956"/>
                    <a:pt x="530" y="956"/>
                    <a:pt x="530" y="956"/>
                  </a:cubicBezTo>
                  <a:cubicBezTo>
                    <a:pt x="530" y="975"/>
                    <a:pt x="530" y="975"/>
                    <a:pt x="530" y="975"/>
                  </a:cubicBezTo>
                  <a:close/>
                  <a:moveTo>
                    <a:pt x="530" y="946"/>
                  </a:moveTo>
                  <a:cubicBezTo>
                    <a:pt x="520" y="946"/>
                    <a:pt x="520" y="946"/>
                    <a:pt x="520" y="946"/>
                  </a:cubicBezTo>
                  <a:cubicBezTo>
                    <a:pt x="520" y="928"/>
                    <a:pt x="520" y="928"/>
                    <a:pt x="520" y="928"/>
                  </a:cubicBezTo>
                  <a:cubicBezTo>
                    <a:pt x="530" y="928"/>
                    <a:pt x="530" y="928"/>
                    <a:pt x="530" y="928"/>
                  </a:cubicBezTo>
                  <a:cubicBezTo>
                    <a:pt x="530" y="946"/>
                    <a:pt x="530" y="946"/>
                    <a:pt x="530" y="946"/>
                  </a:cubicBezTo>
                  <a:close/>
                  <a:moveTo>
                    <a:pt x="530" y="918"/>
                  </a:moveTo>
                  <a:cubicBezTo>
                    <a:pt x="520" y="918"/>
                    <a:pt x="520" y="918"/>
                    <a:pt x="520" y="918"/>
                  </a:cubicBezTo>
                  <a:cubicBezTo>
                    <a:pt x="520" y="899"/>
                    <a:pt x="520" y="899"/>
                    <a:pt x="520" y="899"/>
                  </a:cubicBezTo>
                  <a:cubicBezTo>
                    <a:pt x="530" y="899"/>
                    <a:pt x="530" y="899"/>
                    <a:pt x="530" y="899"/>
                  </a:cubicBezTo>
                  <a:cubicBezTo>
                    <a:pt x="530" y="918"/>
                    <a:pt x="530" y="918"/>
                    <a:pt x="530" y="918"/>
                  </a:cubicBezTo>
                  <a:close/>
                  <a:moveTo>
                    <a:pt x="530" y="890"/>
                  </a:moveTo>
                  <a:cubicBezTo>
                    <a:pt x="520" y="890"/>
                    <a:pt x="520" y="890"/>
                    <a:pt x="520" y="890"/>
                  </a:cubicBezTo>
                  <a:cubicBezTo>
                    <a:pt x="520" y="871"/>
                    <a:pt x="520" y="871"/>
                    <a:pt x="520" y="871"/>
                  </a:cubicBezTo>
                  <a:cubicBezTo>
                    <a:pt x="530" y="871"/>
                    <a:pt x="530" y="871"/>
                    <a:pt x="530" y="871"/>
                  </a:cubicBezTo>
                  <a:cubicBezTo>
                    <a:pt x="530" y="890"/>
                    <a:pt x="530" y="890"/>
                    <a:pt x="530" y="890"/>
                  </a:cubicBezTo>
                  <a:close/>
                  <a:moveTo>
                    <a:pt x="530" y="861"/>
                  </a:moveTo>
                  <a:cubicBezTo>
                    <a:pt x="520" y="861"/>
                    <a:pt x="520" y="861"/>
                    <a:pt x="520" y="861"/>
                  </a:cubicBezTo>
                  <a:cubicBezTo>
                    <a:pt x="520" y="843"/>
                    <a:pt x="520" y="843"/>
                    <a:pt x="520" y="843"/>
                  </a:cubicBezTo>
                  <a:cubicBezTo>
                    <a:pt x="530" y="843"/>
                    <a:pt x="530" y="843"/>
                    <a:pt x="530" y="843"/>
                  </a:cubicBezTo>
                  <a:cubicBezTo>
                    <a:pt x="530" y="861"/>
                    <a:pt x="530" y="861"/>
                    <a:pt x="530" y="861"/>
                  </a:cubicBezTo>
                  <a:close/>
                  <a:moveTo>
                    <a:pt x="530" y="833"/>
                  </a:moveTo>
                  <a:cubicBezTo>
                    <a:pt x="520" y="833"/>
                    <a:pt x="520" y="833"/>
                    <a:pt x="520" y="833"/>
                  </a:cubicBezTo>
                  <a:cubicBezTo>
                    <a:pt x="520" y="814"/>
                    <a:pt x="520" y="814"/>
                    <a:pt x="520" y="814"/>
                  </a:cubicBezTo>
                  <a:cubicBezTo>
                    <a:pt x="530" y="814"/>
                    <a:pt x="530" y="814"/>
                    <a:pt x="530" y="814"/>
                  </a:cubicBezTo>
                  <a:cubicBezTo>
                    <a:pt x="530" y="833"/>
                    <a:pt x="530" y="833"/>
                    <a:pt x="530" y="833"/>
                  </a:cubicBezTo>
                  <a:close/>
                  <a:moveTo>
                    <a:pt x="530" y="805"/>
                  </a:moveTo>
                  <a:cubicBezTo>
                    <a:pt x="520" y="805"/>
                    <a:pt x="520" y="805"/>
                    <a:pt x="520" y="805"/>
                  </a:cubicBezTo>
                  <a:cubicBezTo>
                    <a:pt x="520" y="786"/>
                    <a:pt x="520" y="786"/>
                    <a:pt x="520" y="786"/>
                  </a:cubicBezTo>
                  <a:cubicBezTo>
                    <a:pt x="530" y="786"/>
                    <a:pt x="530" y="786"/>
                    <a:pt x="530" y="786"/>
                  </a:cubicBezTo>
                  <a:cubicBezTo>
                    <a:pt x="530" y="805"/>
                    <a:pt x="530" y="805"/>
                    <a:pt x="530" y="805"/>
                  </a:cubicBezTo>
                  <a:close/>
                  <a:moveTo>
                    <a:pt x="530" y="776"/>
                  </a:moveTo>
                  <a:cubicBezTo>
                    <a:pt x="520" y="776"/>
                    <a:pt x="520" y="776"/>
                    <a:pt x="520" y="776"/>
                  </a:cubicBezTo>
                  <a:cubicBezTo>
                    <a:pt x="520" y="758"/>
                    <a:pt x="520" y="758"/>
                    <a:pt x="520" y="758"/>
                  </a:cubicBezTo>
                  <a:cubicBezTo>
                    <a:pt x="530" y="758"/>
                    <a:pt x="530" y="758"/>
                    <a:pt x="530" y="758"/>
                  </a:cubicBezTo>
                  <a:cubicBezTo>
                    <a:pt x="530" y="776"/>
                    <a:pt x="530" y="776"/>
                    <a:pt x="530" y="776"/>
                  </a:cubicBezTo>
                  <a:close/>
                  <a:moveTo>
                    <a:pt x="530" y="748"/>
                  </a:moveTo>
                  <a:cubicBezTo>
                    <a:pt x="520" y="748"/>
                    <a:pt x="520" y="748"/>
                    <a:pt x="520" y="748"/>
                  </a:cubicBezTo>
                  <a:cubicBezTo>
                    <a:pt x="520" y="729"/>
                    <a:pt x="520" y="729"/>
                    <a:pt x="520" y="729"/>
                  </a:cubicBezTo>
                  <a:cubicBezTo>
                    <a:pt x="530" y="729"/>
                    <a:pt x="530" y="729"/>
                    <a:pt x="530" y="729"/>
                  </a:cubicBezTo>
                  <a:cubicBezTo>
                    <a:pt x="530" y="748"/>
                    <a:pt x="530" y="748"/>
                    <a:pt x="530" y="748"/>
                  </a:cubicBezTo>
                  <a:close/>
                  <a:moveTo>
                    <a:pt x="530" y="720"/>
                  </a:moveTo>
                  <a:cubicBezTo>
                    <a:pt x="520" y="720"/>
                    <a:pt x="520" y="720"/>
                    <a:pt x="520" y="720"/>
                  </a:cubicBezTo>
                  <a:cubicBezTo>
                    <a:pt x="520" y="701"/>
                    <a:pt x="520" y="701"/>
                    <a:pt x="520" y="701"/>
                  </a:cubicBezTo>
                  <a:cubicBezTo>
                    <a:pt x="530" y="701"/>
                    <a:pt x="530" y="701"/>
                    <a:pt x="530" y="701"/>
                  </a:cubicBezTo>
                  <a:cubicBezTo>
                    <a:pt x="530" y="720"/>
                    <a:pt x="530" y="720"/>
                    <a:pt x="530" y="720"/>
                  </a:cubicBezTo>
                  <a:close/>
                  <a:moveTo>
                    <a:pt x="530" y="691"/>
                  </a:moveTo>
                  <a:cubicBezTo>
                    <a:pt x="520" y="691"/>
                    <a:pt x="520" y="691"/>
                    <a:pt x="520" y="691"/>
                  </a:cubicBezTo>
                  <a:cubicBezTo>
                    <a:pt x="520" y="673"/>
                    <a:pt x="520" y="673"/>
                    <a:pt x="520" y="673"/>
                  </a:cubicBezTo>
                  <a:cubicBezTo>
                    <a:pt x="530" y="673"/>
                    <a:pt x="530" y="673"/>
                    <a:pt x="530" y="673"/>
                  </a:cubicBezTo>
                  <a:cubicBezTo>
                    <a:pt x="530" y="691"/>
                    <a:pt x="530" y="691"/>
                    <a:pt x="530" y="691"/>
                  </a:cubicBezTo>
                  <a:close/>
                  <a:moveTo>
                    <a:pt x="530" y="663"/>
                  </a:moveTo>
                  <a:cubicBezTo>
                    <a:pt x="520" y="663"/>
                    <a:pt x="520" y="663"/>
                    <a:pt x="520" y="663"/>
                  </a:cubicBezTo>
                  <a:cubicBezTo>
                    <a:pt x="520" y="644"/>
                    <a:pt x="520" y="644"/>
                    <a:pt x="520" y="644"/>
                  </a:cubicBezTo>
                  <a:cubicBezTo>
                    <a:pt x="530" y="644"/>
                    <a:pt x="530" y="644"/>
                    <a:pt x="530" y="644"/>
                  </a:cubicBezTo>
                  <a:cubicBezTo>
                    <a:pt x="530" y="663"/>
                    <a:pt x="530" y="663"/>
                    <a:pt x="530" y="663"/>
                  </a:cubicBezTo>
                  <a:close/>
                  <a:moveTo>
                    <a:pt x="530" y="635"/>
                  </a:moveTo>
                  <a:cubicBezTo>
                    <a:pt x="520" y="635"/>
                    <a:pt x="520" y="635"/>
                    <a:pt x="520" y="635"/>
                  </a:cubicBezTo>
                  <a:cubicBezTo>
                    <a:pt x="520" y="616"/>
                    <a:pt x="520" y="616"/>
                    <a:pt x="520" y="616"/>
                  </a:cubicBezTo>
                  <a:cubicBezTo>
                    <a:pt x="530" y="616"/>
                    <a:pt x="530" y="616"/>
                    <a:pt x="530" y="616"/>
                  </a:cubicBezTo>
                  <a:cubicBezTo>
                    <a:pt x="530" y="635"/>
                    <a:pt x="530" y="635"/>
                    <a:pt x="530" y="635"/>
                  </a:cubicBezTo>
                  <a:close/>
                  <a:moveTo>
                    <a:pt x="530" y="606"/>
                  </a:moveTo>
                  <a:cubicBezTo>
                    <a:pt x="520" y="606"/>
                    <a:pt x="520" y="606"/>
                    <a:pt x="520" y="606"/>
                  </a:cubicBezTo>
                  <a:cubicBezTo>
                    <a:pt x="520" y="588"/>
                    <a:pt x="520" y="588"/>
                    <a:pt x="520" y="588"/>
                  </a:cubicBezTo>
                  <a:cubicBezTo>
                    <a:pt x="530" y="588"/>
                    <a:pt x="530" y="588"/>
                    <a:pt x="530" y="588"/>
                  </a:cubicBezTo>
                  <a:cubicBezTo>
                    <a:pt x="530" y="606"/>
                    <a:pt x="530" y="606"/>
                    <a:pt x="530" y="606"/>
                  </a:cubicBezTo>
                  <a:close/>
                  <a:moveTo>
                    <a:pt x="530" y="578"/>
                  </a:moveTo>
                  <a:cubicBezTo>
                    <a:pt x="520" y="578"/>
                    <a:pt x="520" y="578"/>
                    <a:pt x="520" y="578"/>
                  </a:cubicBezTo>
                  <a:cubicBezTo>
                    <a:pt x="520" y="559"/>
                    <a:pt x="520" y="559"/>
                    <a:pt x="520" y="559"/>
                  </a:cubicBezTo>
                  <a:cubicBezTo>
                    <a:pt x="530" y="559"/>
                    <a:pt x="530" y="559"/>
                    <a:pt x="530" y="559"/>
                  </a:cubicBezTo>
                  <a:cubicBezTo>
                    <a:pt x="530" y="578"/>
                    <a:pt x="530" y="578"/>
                    <a:pt x="530" y="578"/>
                  </a:cubicBezTo>
                  <a:close/>
                  <a:moveTo>
                    <a:pt x="530" y="550"/>
                  </a:moveTo>
                  <a:cubicBezTo>
                    <a:pt x="520" y="550"/>
                    <a:pt x="520" y="550"/>
                    <a:pt x="520" y="550"/>
                  </a:cubicBezTo>
                  <a:cubicBezTo>
                    <a:pt x="520" y="531"/>
                    <a:pt x="520" y="531"/>
                    <a:pt x="520" y="531"/>
                  </a:cubicBezTo>
                  <a:cubicBezTo>
                    <a:pt x="530" y="531"/>
                    <a:pt x="530" y="531"/>
                    <a:pt x="530" y="531"/>
                  </a:cubicBezTo>
                  <a:cubicBezTo>
                    <a:pt x="530" y="550"/>
                    <a:pt x="530" y="550"/>
                    <a:pt x="530" y="550"/>
                  </a:cubicBezTo>
                  <a:close/>
                  <a:moveTo>
                    <a:pt x="530" y="521"/>
                  </a:moveTo>
                  <a:cubicBezTo>
                    <a:pt x="520" y="521"/>
                    <a:pt x="520" y="521"/>
                    <a:pt x="520" y="521"/>
                  </a:cubicBezTo>
                  <a:cubicBezTo>
                    <a:pt x="520" y="502"/>
                    <a:pt x="520" y="502"/>
                    <a:pt x="520" y="502"/>
                  </a:cubicBezTo>
                  <a:cubicBezTo>
                    <a:pt x="530" y="502"/>
                    <a:pt x="530" y="502"/>
                    <a:pt x="530" y="502"/>
                  </a:cubicBezTo>
                  <a:cubicBezTo>
                    <a:pt x="530" y="521"/>
                    <a:pt x="530" y="521"/>
                    <a:pt x="530" y="521"/>
                  </a:cubicBezTo>
                  <a:close/>
                  <a:moveTo>
                    <a:pt x="530" y="493"/>
                  </a:moveTo>
                  <a:cubicBezTo>
                    <a:pt x="520" y="493"/>
                    <a:pt x="520" y="493"/>
                    <a:pt x="520" y="493"/>
                  </a:cubicBezTo>
                  <a:cubicBezTo>
                    <a:pt x="520" y="474"/>
                    <a:pt x="520" y="474"/>
                    <a:pt x="520" y="474"/>
                  </a:cubicBezTo>
                  <a:cubicBezTo>
                    <a:pt x="530" y="474"/>
                    <a:pt x="530" y="474"/>
                    <a:pt x="530" y="474"/>
                  </a:cubicBezTo>
                  <a:cubicBezTo>
                    <a:pt x="530" y="493"/>
                    <a:pt x="530" y="493"/>
                    <a:pt x="530" y="493"/>
                  </a:cubicBezTo>
                  <a:close/>
                  <a:moveTo>
                    <a:pt x="530" y="465"/>
                  </a:moveTo>
                  <a:cubicBezTo>
                    <a:pt x="520" y="465"/>
                    <a:pt x="520" y="465"/>
                    <a:pt x="520" y="465"/>
                  </a:cubicBezTo>
                  <a:cubicBezTo>
                    <a:pt x="520" y="446"/>
                    <a:pt x="520" y="446"/>
                    <a:pt x="520" y="446"/>
                  </a:cubicBezTo>
                  <a:cubicBezTo>
                    <a:pt x="530" y="446"/>
                    <a:pt x="530" y="446"/>
                    <a:pt x="530" y="446"/>
                  </a:cubicBezTo>
                  <a:cubicBezTo>
                    <a:pt x="530" y="465"/>
                    <a:pt x="530" y="465"/>
                    <a:pt x="530" y="465"/>
                  </a:cubicBezTo>
                  <a:close/>
                  <a:moveTo>
                    <a:pt x="530" y="436"/>
                  </a:moveTo>
                  <a:cubicBezTo>
                    <a:pt x="520" y="436"/>
                    <a:pt x="520" y="436"/>
                    <a:pt x="520" y="436"/>
                  </a:cubicBezTo>
                  <a:cubicBezTo>
                    <a:pt x="520" y="417"/>
                    <a:pt x="520" y="417"/>
                    <a:pt x="520" y="417"/>
                  </a:cubicBezTo>
                  <a:cubicBezTo>
                    <a:pt x="530" y="417"/>
                    <a:pt x="530" y="417"/>
                    <a:pt x="530" y="417"/>
                  </a:cubicBezTo>
                  <a:cubicBezTo>
                    <a:pt x="530" y="436"/>
                    <a:pt x="530" y="436"/>
                    <a:pt x="530" y="436"/>
                  </a:cubicBezTo>
                  <a:close/>
                  <a:moveTo>
                    <a:pt x="530" y="408"/>
                  </a:moveTo>
                  <a:cubicBezTo>
                    <a:pt x="520" y="408"/>
                    <a:pt x="520" y="408"/>
                    <a:pt x="520" y="408"/>
                  </a:cubicBezTo>
                  <a:cubicBezTo>
                    <a:pt x="520" y="389"/>
                    <a:pt x="520" y="389"/>
                    <a:pt x="520" y="389"/>
                  </a:cubicBezTo>
                  <a:cubicBezTo>
                    <a:pt x="530" y="389"/>
                    <a:pt x="530" y="389"/>
                    <a:pt x="530" y="389"/>
                  </a:cubicBezTo>
                  <a:cubicBezTo>
                    <a:pt x="530" y="408"/>
                    <a:pt x="530" y="408"/>
                    <a:pt x="530" y="408"/>
                  </a:cubicBezTo>
                  <a:close/>
                  <a:moveTo>
                    <a:pt x="530" y="380"/>
                  </a:moveTo>
                  <a:cubicBezTo>
                    <a:pt x="520" y="380"/>
                    <a:pt x="520" y="380"/>
                    <a:pt x="520" y="380"/>
                  </a:cubicBezTo>
                  <a:cubicBezTo>
                    <a:pt x="520" y="361"/>
                    <a:pt x="520" y="361"/>
                    <a:pt x="520" y="361"/>
                  </a:cubicBezTo>
                  <a:cubicBezTo>
                    <a:pt x="530" y="361"/>
                    <a:pt x="530" y="361"/>
                    <a:pt x="530" y="361"/>
                  </a:cubicBezTo>
                  <a:cubicBezTo>
                    <a:pt x="530" y="380"/>
                    <a:pt x="530" y="380"/>
                    <a:pt x="530" y="380"/>
                  </a:cubicBezTo>
                  <a:close/>
                  <a:moveTo>
                    <a:pt x="530" y="351"/>
                  </a:moveTo>
                  <a:cubicBezTo>
                    <a:pt x="520" y="351"/>
                    <a:pt x="520" y="351"/>
                    <a:pt x="520" y="351"/>
                  </a:cubicBezTo>
                  <a:cubicBezTo>
                    <a:pt x="520" y="332"/>
                    <a:pt x="520" y="332"/>
                    <a:pt x="520" y="332"/>
                  </a:cubicBezTo>
                  <a:cubicBezTo>
                    <a:pt x="530" y="332"/>
                    <a:pt x="530" y="332"/>
                    <a:pt x="530" y="332"/>
                  </a:cubicBezTo>
                  <a:cubicBezTo>
                    <a:pt x="530" y="351"/>
                    <a:pt x="530" y="351"/>
                    <a:pt x="530" y="351"/>
                  </a:cubicBezTo>
                  <a:close/>
                  <a:moveTo>
                    <a:pt x="530" y="323"/>
                  </a:moveTo>
                  <a:cubicBezTo>
                    <a:pt x="520" y="323"/>
                    <a:pt x="520" y="323"/>
                    <a:pt x="520" y="323"/>
                  </a:cubicBezTo>
                  <a:cubicBezTo>
                    <a:pt x="520" y="304"/>
                    <a:pt x="520" y="304"/>
                    <a:pt x="520" y="304"/>
                  </a:cubicBezTo>
                  <a:cubicBezTo>
                    <a:pt x="530" y="304"/>
                    <a:pt x="530" y="304"/>
                    <a:pt x="530" y="304"/>
                  </a:cubicBezTo>
                  <a:cubicBezTo>
                    <a:pt x="530" y="323"/>
                    <a:pt x="530" y="323"/>
                    <a:pt x="530" y="323"/>
                  </a:cubicBezTo>
                  <a:close/>
                  <a:moveTo>
                    <a:pt x="530" y="295"/>
                  </a:moveTo>
                  <a:cubicBezTo>
                    <a:pt x="520" y="295"/>
                    <a:pt x="520" y="295"/>
                    <a:pt x="520" y="295"/>
                  </a:cubicBezTo>
                  <a:cubicBezTo>
                    <a:pt x="520" y="276"/>
                    <a:pt x="520" y="276"/>
                    <a:pt x="520" y="276"/>
                  </a:cubicBezTo>
                  <a:cubicBezTo>
                    <a:pt x="530" y="276"/>
                    <a:pt x="530" y="276"/>
                    <a:pt x="530" y="276"/>
                  </a:cubicBezTo>
                  <a:cubicBezTo>
                    <a:pt x="530" y="295"/>
                    <a:pt x="530" y="295"/>
                    <a:pt x="530" y="295"/>
                  </a:cubicBezTo>
                  <a:close/>
                  <a:moveTo>
                    <a:pt x="530" y="266"/>
                  </a:moveTo>
                  <a:cubicBezTo>
                    <a:pt x="520" y="266"/>
                    <a:pt x="520" y="266"/>
                    <a:pt x="520" y="266"/>
                  </a:cubicBezTo>
                  <a:cubicBezTo>
                    <a:pt x="520" y="247"/>
                    <a:pt x="520" y="247"/>
                    <a:pt x="520" y="247"/>
                  </a:cubicBezTo>
                  <a:cubicBezTo>
                    <a:pt x="530" y="247"/>
                    <a:pt x="530" y="247"/>
                    <a:pt x="530" y="247"/>
                  </a:cubicBezTo>
                  <a:cubicBezTo>
                    <a:pt x="530" y="266"/>
                    <a:pt x="530" y="266"/>
                    <a:pt x="530" y="266"/>
                  </a:cubicBezTo>
                  <a:close/>
                  <a:moveTo>
                    <a:pt x="530" y="238"/>
                  </a:moveTo>
                  <a:cubicBezTo>
                    <a:pt x="520" y="238"/>
                    <a:pt x="520" y="238"/>
                    <a:pt x="520" y="238"/>
                  </a:cubicBezTo>
                  <a:cubicBezTo>
                    <a:pt x="520" y="219"/>
                    <a:pt x="520" y="219"/>
                    <a:pt x="520" y="219"/>
                  </a:cubicBezTo>
                  <a:cubicBezTo>
                    <a:pt x="530" y="219"/>
                    <a:pt x="530" y="219"/>
                    <a:pt x="530" y="219"/>
                  </a:cubicBezTo>
                  <a:cubicBezTo>
                    <a:pt x="530" y="238"/>
                    <a:pt x="530" y="238"/>
                    <a:pt x="530" y="238"/>
                  </a:cubicBezTo>
                  <a:close/>
                  <a:moveTo>
                    <a:pt x="530" y="210"/>
                  </a:moveTo>
                  <a:cubicBezTo>
                    <a:pt x="520" y="210"/>
                    <a:pt x="520" y="210"/>
                    <a:pt x="520" y="210"/>
                  </a:cubicBezTo>
                  <a:cubicBezTo>
                    <a:pt x="520" y="191"/>
                    <a:pt x="520" y="191"/>
                    <a:pt x="520" y="191"/>
                  </a:cubicBezTo>
                  <a:cubicBezTo>
                    <a:pt x="530" y="191"/>
                    <a:pt x="530" y="191"/>
                    <a:pt x="530" y="191"/>
                  </a:cubicBezTo>
                  <a:cubicBezTo>
                    <a:pt x="530" y="210"/>
                    <a:pt x="530" y="210"/>
                    <a:pt x="530" y="210"/>
                  </a:cubicBezTo>
                  <a:close/>
                  <a:moveTo>
                    <a:pt x="530" y="181"/>
                  </a:moveTo>
                  <a:cubicBezTo>
                    <a:pt x="520" y="181"/>
                    <a:pt x="520" y="181"/>
                    <a:pt x="520" y="181"/>
                  </a:cubicBezTo>
                  <a:cubicBezTo>
                    <a:pt x="520" y="162"/>
                    <a:pt x="520" y="162"/>
                    <a:pt x="520" y="162"/>
                  </a:cubicBezTo>
                  <a:cubicBezTo>
                    <a:pt x="530" y="162"/>
                    <a:pt x="530" y="162"/>
                    <a:pt x="530" y="162"/>
                  </a:cubicBezTo>
                  <a:cubicBezTo>
                    <a:pt x="530" y="181"/>
                    <a:pt x="530" y="181"/>
                    <a:pt x="530" y="181"/>
                  </a:cubicBezTo>
                  <a:close/>
                  <a:moveTo>
                    <a:pt x="530" y="153"/>
                  </a:moveTo>
                  <a:cubicBezTo>
                    <a:pt x="520" y="153"/>
                    <a:pt x="520" y="153"/>
                    <a:pt x="520" y="153"/>
                  </a:cubicBezTo>
                  <a:cubicBezTo>
                    <a:pt x="520" y="134"/>
                    <a:pt x="520" y="134"/>
                    <a:pt x="520" y="134"/>
                  </a:cubicBezTo>
                  <a:cubicBezTo>
                    <a:pt x="530" y="134"/>
                    <a:pt x="530" y="134"/>
                    <a:pt x="530" y="134"/>
                  </a:cubicBezTo>
                  <a:cubicBezTo>
                    <a:pt x="530" y="153"/>
                    <a:pt x="530" y="153"/>
                    <a:pt x="530" y="153"/>
                  </a:cubicBezTo>
                  <a:close/>
                  <a:moveTo>
                    <a:pt x="530" y="125"/>
                  </a:moveTo>
                  <a:cubicBezTo>
                    <a:pt x="520" y="125"/>
                    <a:pt x="520" y="125"/>
                    <a:pt x="520" y="125"/>
                  </a:cubicBezTo>
                  <a:cubicBezTo>
                    <a:pt x="519" y="106"/>
                    <a:pt x="519" y="106"/>
                    <a:pt x="519" y="106"/>
                  </a:cubicBezTo>
                  <a:cubicBezTo>
                    <a:pt x="529" y="105"/>
                    <a:pt x="529" y="105"/>
                    <a:pt x="529" y="105"/>
                  </a:cubicBezTo>
                  <a:cubicBezTo>
                    <a:pt x="530" y="125"/>
                    <a:pt x="530" y="125"/>
                    <a:pt x="530" y="125"/>
                  </a:cubicBezTo>
                  <a:close/>
                  <a:moveTo>
                    <a:pt x="527" y="96"/>
                  </a:moveTo>
                  <a:cubicBezTo>
                    <a:pt x="521" y="77"/>
                    <a:pt x="521" y="77"/>
                    <a:pt x="521" y="77"/>
                  </a:cubicBezTo>
                  <a:cubicBezTo>
                    <a:pt x="513" y="80"/>
                    <a:pt x="513" y="80"/>
                    <a:pt x="513" y="80"/>
                  </a:cubicBezTo>
                  <a:cubicBezTo>
                    <a:pt x="515" y="86"/>
                    <a:pt x="517" y="92"/>
                    <a:pt x="518" y="98"/>
                  </a:cubicBezTo>
                  <a:cubicBezTo>
                    <a:pt x="527" y="96"/>
                    <a:pt x="527" y="96"/>
                    <a:pt x="527" y="96"/>
                  </a:cubicBezTo>
                  <a:close/>
                  <a:moveTo>
                    <a:pt x="517" y="68"/>
                  </a:moveTo>
                  <a:cubicBezTo>
                    <a:pt x="505" y="51"/>
                    <a:pt x="505" y="51"/>
                    <a:pt x="505" y="51"/>
                  </a:cubicBezTo>
                  <a:cubicBezTo>
                    <a:pt x="498" y="58"/>
                    <a:pt x="498" y="58"/>
                    <a:pt x="498" y="58"/>
                  </a:cubicBezTo>
                  <a:cubicBezTo>
                    <a:pt x="509" y="72"/>
                    <a:pt x="509" y="72"/>
                    <a:pt x="509" y="72"/>
                  </a:cubicBezTo>
                  <a:cubicBezTo>
                    <a:pt x="517" y="68"/>
                    <a:pt x="517" y="68"/>
                    <a:pt x="517" y="68"/>
                  </a:cubicBezTo>
                  <a:close/>
                  <a:moveTo>
                    <a:pt x="498" y="45"/>
                  </a:moveTo>
                  <a:cubicBezTo>
                    <a:pt x="481" y="34"/>
                    <a:pt x="481" y="34"/>
                    <a:pt x="481" y="34"/>
                  </a:cubicBezTo>
                  <a:cubicBezTo>
                    <a:pt x="477" y="43"/>
                    <a:pt x="477" y="43"/>
                    <a:pt x="477" y="43"/>
                  </a:cubicBezTo>
                  <a:cubicBezTo>
                    <a:pt x="492" y="52"/>
                    <a:pt x="492" y="52"/>
                    <a:pt x="492" y="52"/>
                  </a:cubicBezTo>
                  <a:cubicBezTo>
                    <a:pt x="498" y="45"/>
                    <a:pt x="498" y="45"/>
                    <a:pt x="498" y="45"/>
                  </a:cubicBezTo>
                  <a:close/>
                  <a:moveTo>
                    <a:pt x="471" y="31"/>
                  </a:moveTo>
                  <a:cubicBezTo>
                    <a:pt x="452" y="26"/>
                    <a:pt x="452" y="26"/>
                    <a:pt x="452" y="26"/>
                  </a:cubicBezTo>
                  <a:cubicBezTo>
                    <a:pt x="451" y="36"/>
                    <a:pt x="451" y="36"/>
                    <a:pt x="451" y="36"/>
                  </a:cubicBezTo>
                  <a:cubicBezTo>
                    <a:pt x="468" y="40"/>
                    <a:pt x="468" y="40"/>
                    <a:pt x="468" y="40"/>
                  </a:cubicBezTo>
                  <a:cubicBezTo>
                    <a:pt x="471" y="31"/>
                    <a:pt x="471" y="31"/>
                    <a:pt x="471" y="31"/>
                  </a:cubicBezTo>
                  <a:close/>
                  <a:moveTo>
                    <a:pt x="442" y="25"/>
                  </a:moveTo>
                  <a:cubicBezTo>
                    <a:pt x="423" y="24"/>
                    <a:pt x="423" y="24"/>
                    <a:pt x="423" y="24"/>
                  </a:cubicBezTo>
                  <a:cubicBezTo>
                    <a:pt x="423" y="34"/>
                    <a:pt x="423" y="34"/>
                    <a:pt x="423" y="34"/>
                  </a:cubicBezTo>
                  <a:cubicBezTo>
                    <a:pt x="442" y="34"/>
                    <a:pt x="442" y="34"/>
                    <a:pt x="442" y="34"/>
                  </a:cubicBezTo>
                  <a:cubicBezTo>
                    <a:pt x="442" y="25"/>
                    <a:pt x="442" y="25"/>
                    <a:pt x="442" y="25"/>
                  </a:cubicBezTo>
                  <a:close/>
                  <a:moveTo>
                    <a:pt x="414" y="24"/>
                  </a:moveTo>
                  <a:cubicBezTo>
                    <a:pt x="395" y="24"/>
                    <a:pt x="395" y="24"/>
                    <a:pt x="395" y="24"/>
                  </a:cubicBezTo>
                  <a:cubicBezTo>
                    <a:pt x="395" y="34"/>
                    <a:pt x="395" y="34"/>
                    <a:pt x="395" y="34"/>
                  </a:cubicBezTo>
                  <a:cubicBezTo>
                    <a:pt x="414" y="34"/>
                    <a:pt x="414" y="34"/>
                    <a:pt x="414" y="34"/>
                  </a:cubicBezTo>
                  <a:cubicBezTo>
                    <a:pt x="414" y="24"/>
                    <a:pt x="414" y="24"/>
                    <a:pt x="414" y="24"/>
                  </a:cubicBezTo>
                  <a:close/>
                  <a:moveTo>
                    <a:pt x="385" y="24"/>
                  </a:moveTo>
                  <a:cubicBezTo>
                    <a:pt x="367" y="24"/>
                    <a:pt x="367" y="24"/>
                    <a:pt x="367" y="24"/>
                  </a:cubicBezTo>
                  <a:cubicBezTo>
                    <a:pt x="367" y="34"/>
                    <a:pt x="367" y="34"/>
                    <a:pt x="367" y="34"/>
                  </a:cubicBezTo>
                  <a:cubicBezTo>
                    <a:pt x="385" y="34"/>
                    <a:pt x="385" y="34"/>
                    <a:pt x="385" y="34"/>
                  </a:cubicBezTo>
                  <a:cubicBezTo>
                    <a:pt x="385" y="24"/>
                    <a:pt x="385" y="24"/>
                    <a:pt x="385" y="24"/>
                  </a:cubicBezTo>
                  <a:close/>
                  <a:moveTo>
                    <a:pt x="357" y="24"/>
                  </a:moveTo>
                  <a:cubicBezTo>
                    <a:pt x="338" y="24"/>
                    <a:pt x="338" y="24"/>
                    <a:pt x="338" y="24"/>
                  </a:cubicBezTo>
                  <a:cubicBezTo>
                    <a:pt x="338" y="34"/>
                    <a:pt x="338" y="34"/>
                    <a:pt x="338" y="34"/>
                  </a:cubicBezTo>
                  <a:cubicBezTo>
                    <a:pt x="357" y="34"/>
                    <a:pt x="357" y="34"/>
                    <a:pt x="357" y="34"/>
                  </a:cubicBezTo>
                  <a:cubicBezTo>
                    <a:pt x="357" y="24"/>
                    <a:pt x="357" y="24"/>
                    <a:pt x="357" y="24"/>
                  </a:cubicBezTo>
                  <a:close/>
                  <a:moveTo>
                    <a:pt x="329" y="24"/>
                  </a:moveTo>
                  <a:cubicBezTo>
                    <a:pt x="310" y="24"/>
                    <a:pt x="310" y="24"/>
                    <a:pt x="310" y="24"/>
                  </a:cubicBezTo>
                  <a:cubicBezTo>
                    <a:pt x="310" y="34"/>
                    <a:pt x="310" y="34"/>
                    <a:pt x="310" y="34"/>
                  </a:cubicBezTo>
                  <a:cubicBezTo>
                    <a:pt x="329" y="34"/>
                    <a:pt x="329" y="34"/>
                    <a:pt x="329" y="34"/>
                  </a:cubicBezTo>
                  <a:cubicBezTo>
                    <a:pt x="329" y="24"/>
                    <a:pt x="329" y="24"/>
                    <a:pt x="329" y="24"/>
                  </a:cubicBezTo>
                  <a:close/>
                  <a:moveTo>
                    <a:pt x="300" y="24"/>
                  </a:moveTo>
                  <a:cubicBezTo>
                    <a:pt x="281" y="24"/>
                    <a:pt x="281" y="24"/>
                    <a:pt x="281" y="24"/>
                  </a:cubicBezTo>
                  <a:cubicBezTo>
                    <a:pt x="281" y="34"/>
                    <a:pt x="281" y="34"/>
                    <a:pt x="281" y="34"/>
                  </a:cubicBezTo>
                  <a:cubicBezTo>
                    <a:pt x="300" y="34"/>
                    <a:pt x="300" y="34"/>
                    <a:pt x="300" y="34"/>
                  </a:cubicBezTo>
                  <a:cubicBezTo>
                    <a:pt x="300" y="24"/>
                    <a:pt x="300" y="24"/>
                    <a:pt x="300" y="24"/>
                  </a:cubicBezTo>
                  <a:close/>
                  <a:moveTo>
                    <a:pt x="272" y="24"/>
                  </a:moveTo>
                  <a:cubicBezTo>
                    <a:pt x="253" y="24"/>
                    <a:pt x="253" y="24"/>
                    <a:pt x="253" y="24"/>
                  </a:cubicBezTo>
                  <a:cubicBezTo>
                    <a:pt x="253" y="34"/>
                    <a:pt x="253" y="34"/>
                    <a:pt x="253" y="34"/>
                  </a:cubicBezTo>
                  <a:cubicBezTo>
                    <a:pt x="272" y="34"/>
                    <a:pt x="272" y="34"/>
                    <a:pt x="272" y="34"/>
                  </a:cubicBezTo>
                  <a:cubicBezTo>
                    <a:pt x="272" y="24"/>
                    <a:pt x="272" y="24"/>
                    <a:pt x="272" y="24"/>
                  </a:cubicBezTo>
                  <a:close/>
                  <a:moveTo>
                    <a:pt x="244" y="24"/>
                  </a:moveTo>
                  <a:cubicBezTo>
                    <a:pt x="225" y="24"/>
                    <a:pt x="225" y="24"/>
                    <a:pt x="225" y="24"/>
                  </a:cubicBezTo>
                  <a:cubicBezTo>
                    <a:pt x="225" y="34"/>
                    <a:pt x="225" y="34"/>
                    <a:pt x="225" y="34"/>
                  </a:cubicBezTo>
                  <a:cubicBezTo>
                    <a:pt x="244" y="34"/>
                    <a:pt x="244" y="34"/>
                    <a:pt x="244" y="34"/>
                  </a:cubicBezTo>
                  <a:cubicBezTo>
                    <a:pt x="244" y="24"/>
                    <a:pt x="244" y="24"/>
                    <a:pt x="244" y="24"/>
                  </a:cubicBezTo>
                  <a:close/>
                  <a:moveTo>
                    <a:pt x="215" y="24"/>
                  </a:moveTo>
                  <a:cubicBezTo>
                    <a:pt x="196" y="24"/>
                    <a:pt x="196" y="24"/>
                    <a:pt x="196" y="24"/>
                  </a:cubicBezTo>
                  <a:cubicBezTo>
                    <a:pt x="196" y="34"/>
                    <a:pt x="196" y="34"/>
                    <a:pt x="196" y="34"/>
                  </a:cubicBezTo>
                  <a:cubicBezTo>
                    <a:pt x="215" y="34"/>
                    <a:pt x="215" y="34"/>
                    <a:pt x="215" y="34"/>
                  </a:cubicBezTo>
                  <a:cubicBezTo>
                    <a:pt x="215" y="24"/>
                    <a:pt x="215" y="24"/>
                    <a:pt x="215" y="24"/>
                  </a:cubicBezTo>
                  <a:close/>
                  <a:moveTo>
                    <a:pt x="187" y="24"/>
                  </a:moveTo>
                  <a:cubicBezTo>
                    <a:pt x="168" y="24"/>
                    <a:pt x="168" y="24"/>
                    <a:pt x="168" y="24"/>
                  </a:cubicBezTo>
                  <a:cubicBezTo>
                    <a:pt x="168" y="34"/>
                    <a:pt x="168" y="34"/>
                    <a:pt x="168" y="34"/>
                  </a:cubicBezTo>
                  <a:cubicBezTo>
                    <a:pt x="187" y="34"/>
                    <a:pt x="187" y="34"/>
                    <a:pt x="187" y="34"/>
                  </a:cubicBezTo>
                  <a:cubicBezTo>
                    <a:pt x="187" y="24"/>
                    <a:pt x="187" y="24"/>
                    <a:pt x="187" y="24"/>
                  </a:cubicBezTo>
                  <a:close/>
                  <a:moveTo>
                    <a:pt x="159" y="24"/>
                  </a:moveTo>
                  <a:cubicBezTo>
                    <a:pt x="140" y="24"/>
                    <a:pt x="140" y="24"/>
                    <a:pt x="140" y="24"/>
                  </a:cubicBezTo>
                  <a:cubicBezTo>
                    <a:pt x="140" y="34"/>
                    <a:pt x="140" y="34"/>
                    <a:pt x="140" y="34"/>
                  </a:cubicBezTo>
                  <a:cubicBezTo>
                    <a:pt x="159" y="34"/>
                    <a:pt x="159" y="34"/>
                    <a:pt x="159" y="34"/>
                  </a:cubicBezTo>
                  <a:cubicBezTo>
                    <a:pt x="159" y="24"/>
                    <a:pt x="159" y="24"/>
                    <a:pt x="159" y="24"/>
                  </a:cubicBezTo>
                  <a:close/>
                  <a:moveTo>
                    <a:pt x="130" y="24"/>
                  </a:moveTo>
                  <a:cubicBezTo>
                    <a:pt x="111" y="24"/>
                    <a:pt x="111" y="24"/>
                    <a:pt x="111" y="24"/>
                  </a:cubicBezTo>
                  <a:cubicBezTo>
                    <a:pt x="111" y="34"/>
                    <a:pt x="111" y="34"/>
                    <a:pt x="111" y="34"/>
                  </a:cubicBezTo>
                  <a:cubicBezTo>
                    <a:pt x="130" y="34"/>
                    <a:pt x="130" y="34"/>
                    <a:pt x="130" y="34"/>
                  </a:cubicBezTo>
                  <a:cubicBezTo>
                    <a:pt x="130" y="24"/>
                    <a:pt x="130" y="24"/>
                    <a:pt x="130" y="24"/>
                  </a:cubicBezTo>
                  <a:close/>
                  <a:moveTo>
                    <a:pt x="102" y="24"/>
                  </a:moveTo>
                  <a:cubicBezTo>
                    <a:pt x="83" y="24"/>
                    <a:pt x="83" y="24"/>
                    <a:pt x="83" y="24"/>
                  </a:cubicBezTo>
                  <a:cubicBezTo>
                    <a:pt x="83" y="34"/>
                    <a:pt x="83" y="34"/>
                    <a:pt x="83" y="34"/>
                  </a:cubicBezTo>
                  <a:cubicBezTo>
                    <a:pt x="102" y="34"/>
                    <a:pt x="102" y="34"/>
                    <a:pt x="102" y="34"/>
                  </a:cubicBezTo>
                  <a:cubicBezTo>
                    <a:pt x="102" y="24"/>
                    <a:pt x="102" y="24"/>
                    <a:pt x="102"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3" name="Freeform 25"/>
            <p:cNvSpPr>
              <a:spLocks noEditPoints="1"/>
            </p:cNvSpPr>
            <p:nvPr/>
          </p:nvSpPr>
          <p:spPr>
            <a:xfrm>
              <a:off x="3383574" y="2775385"/>
              <a:ext cx="704665" cy="277762"/>
            </a:xfrm>
            <a:custGeom>
              <a:avLst/>
              <a:gdLst>
                <a:gd name="T0" fmla="*/ 83 w 530"/>
                <a:gd name="T1" fmla="*/ 24 h 209"/>
                <a:gd name="T2" fmla="*/ 102 w 530"/>
                <a:gd name="T3" fmla="*/ 33 h 209"/>
                <a:gd name="T4" fmla="*/ 130 w 530"/>
                <a:gd name="T5" fmla="*/ 24 h 209"/>
                <a:gd name="T6" fmla="*/ 112 w 530"/>
                <a:gd name="T7" fmla="*/ 33 h 209"/>
                <a:gd name="T8" fmla="*/ 130 w 530"/>
                <a:gd name="T9" fmla="*/ 24 h 209"/>
                <a:gd name="T10" fmla="*/ 140 w 530"/>
                <a:gd name="T11" fmla="*/ 24 h 209"/>
                <a:gd name="T12" fmla="*/ 159 w 530"/>
                <a:gd name="T13" fmla="*/ 33 h 209"/>
                <a:gd name="T14" fmla="*/ 187 w 530"/>
                <a:gd name="T15" fmla="*/ 24 h 209"/>
                <a:gd name="T16" fmla="*/ 168 w 530"/>
                <a:gd name="T17" fmla="*/ 33 h 209"/>
                <a:gd name="T18" fmla="*/ 187 w 530"/>
                <a:gd name="T19" fmla="*/ 24 h 209"/>
                <a:gd name="T20" fmla="*/ 197 w 530"/>
                <a:gd name="T21" fmla="*/ 24 h 209"/>
                <a:gd name="T22" fmla="*/ 215 w 530"/>
                <a:gd name="T23" fmla="*/ 33 h 209"/>
                <a:gd name="T24" fmla="*/ 244 w 530"/>
                <a:gd name="T25" fmla="*/ 24 h 209"/>
                <a:gd name="T26" fmla="*/ 225 w 530"/>
                <a:gd name="T27" fmla="*/ 33 h 209"/>
                <a:gd name="T28" fmla="*/ 244 w 530"/>
                <a:gd name="T29" fmla="*/ 24 h 209"/>
                <a:gd name="T30" fmla="*/ 253 w 530"/>
                <a:gd name="T31" fmla="*/ 24 h 209"/>
                <a:gd name="T32" fmla="*/ 272 w 530"/>
                <a:gd name="T33" fmla="*/ 33 h 209"/>
                <a:gd name="T34" fmla="*/ 300 w 530"/>
                <a:gd name="T35" fmla="*/ 24 h 209"/>
                <a:gd name="T36" fmla="*/ 282 w 530"/>
                <a:gd name="T37" fmla="*/ 33 h 209"/>
                <a:gd name="T38" fmla="*/ 300 w 530"/>
                <a:gd name="T39" fmla="*/ 24 h 209"/>
                <a:gd name="T40" fmla="*/ 310 w 530"/>
                <a:gd name="T41" fmla="*/ 24 h 209"/>
                <a:gd name="T42" fmla="*/ 329 w 530"/>
                <a:gd name="T43" fmla="*/ 33 h 209"/>
                <a:gd name="T44" fmla="*/ 357 w 530"/>
                <a:gd name="T45" fmla="*/ 24 h 209"/>
                <a:gd name="T46" fmla="*/ 338 w 530"/>
                <a:gd name="T47" fmla="*/ 33 h 209"/>
                <a:gd name="T48" fmla="*/ 357 w 530"/>
                <a:gd name="T49" fmla="*/ 24 h 209"/>
                <a:gd name="T50" fmla="*/ 367 w 530"/>
                <a:gd name="T51" fmla="*/ 24 h 209"/>
                <a:gd name="T52" fmla="*/ 385 w 530"/>
                <a:gd name="T53" fmla="*/ 33 h 209"/>
                <a:gd name="T54" fmla="*/ 414 w 530"/>
                <a:gd name="T55" fmla="*/ 24 h 209"/>
                <a:gd name="T56" fmla="*/ 395 w 530"/>
                <a:gd name="T57" fmla="*/ 33 h 209"/>
                <a:gd name="T58" fmla="*/ 414 w 530"/>
                <a:gd name="T59" fmla="*/ 24 h 209"/>
                <a:gd name="T60" fmla="*/ 423 w 530"/>
                <a:gd name="T61" fmla="*/ 24 h 209"/>
                <a:gd name="T62" fmla="*/ 442 w 530"/>
                <a:gd name="T63" fmla="*/ 34 h 209"/>
                <a:gd name="T64" fmla="*/ 471 w 530"/>
                <a:gd name="T65" fmla="*/ 30 h 209"/>
                <a:gd name="T66" fmla="*/ 451 w 530"/>
                <a:gd name="T67" fmla="*/ 35 h 209"/>
                <a:gd name="T68" fmla="*/ 471 w 530"/>
                <a:gd name="T69" fmla="*/ 30 h 209"/>
                <a:gd name="T70" fmla="*/ 481 w 530"/>
                <a:gd name="T71" fmla="*/ 34 h 209"/>
                <a:gd name="T72" fmla="*/ 492 w 530"/>
                <a:gd name="T73" fmla="*/ 52 h 209"/>
                <a:gd name="T74" fmla="*/ 517 w 530"/>
                <a:gd name="T75" fmla="*/ 67 h 209"/>
                <a:gd name="T76" fmla="*/ 498 w 530"/>
                <a:gd name="T77" fmla="*/ 58 h 209"/>
                <a:gd name="T78" fmla="*/ 517 w 530"/>
                <a:gd name="T79" fmla="*/ 67 h 209"/>
                <a:gd name="T80" fmla="*/ 521 w 530"/>
                <a:gd name="T81" fmla="*/ 76 h 209"/>
                <a:gd name="T82" fmla="*/ 518 w 530"/>
                <a:gd name="T83" fmla="*/ 97 h 209"/>
                <a:gd name="T84" fmla="*/ 530 w 530"/>
                <a:gd name="T85" fmla="*/ 124 h 209"/>
                <a:gd name="T86" fmla="*/ 519 w 530"/>
                <a:gd name="T87" fmla="*/ 106 h 209"/>
                <a:gd name="T88" fmla="*/ 530 w 530"/>
                <a:gd name="T89" fmla="*/ 124 h 209"/>
                <a:gd name="T90" fmla="*/ 521 w 530"/>
                <a:gd name="T91" fmla="*/ 153 h 209"/>
                <a:gd name="T92" fmla="*/ 530 w 530"/>
                <a:gd name="T93" fmla="*/ 134 h 209"/>
                <a:gd name="T94" fmla="*/ 530 w 530"/>
                <a:gd name="T95" fmla="*/ 181 h 209"/>
                <a:gd name="T96" fmla="*/ 521 w 530"/>
                <a:gd name="T97" fmla="*/ 162 h 209"/>
                <a:gd name="T98" fmla="*/ 530 w 530"/>
                <a:gd name="T99" fmla="*/ 181 h 209"/>
                <a:gd name="T100" fmla="*/ 521 w 530"/>
                <a:gd name="T101" fmla="*/ 209 h 209"/>
                <a:gd name="T102" fmla="*/ 530 w 530"/>
                <a:gd name="T103" fmla="*/ 190 h 209"/>
                <a:gd name="T104" fmla="*/ 0 w 530"/>
                <a:gd name="T105" fmla="*/ 29 h 209"/>
                <a:gd name="T106" fmla="*/ 58 w 530"/>
                <a:gd name="T107" fmla="*/ 24 h 209"/>
                <a:gd name="T108" fmla="*/ 74 w 530"/>
                <a:gd name="T109" fmla="*/ 33 h 209"/>
                <a:gd name="T110" fmla="*/ 58 w 530"/>
                <a:gd name="T111" fmla="*/ 5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30" h="209">
                  <a:moveTo>
                    <a:pt x="102" y="24"/>
                  </a:moveTo>
                  <a:cubicBezTo>
                    <a:pt x="83" y="24"/>
                    <a:pt x="83" y="24"/>
                    <a:pt x="83" y="24"/>
                  </a:cubicBezTo>
                  <a:cubicBezTo>
                    <a:pt x="83" y="33"/>
                    <a:pt x="83" y="33"/>
                    <a:pt x="83" y="33"/>
                  </a:cubicBezTo>
                  <a:cubicBezTo>
                    <a:pt x="102" y="33"/>
                    <a:pt x="102" y="33"/>
                    <a:pt x="102" y="33"/>
                  </a:cubicBezTo>
                  <a:cubicBezTo>
                    <a:pt x="102" y="24"/>
                    <a:pt x="102" y="24"/>
                    <a:pt x="102" y="24"/>
                  </a:cubicBezTo>
                  <a:close/>
                  <a:moveTo>
                    <a:pt x="130" y="24"/>
                  </a:moveTo>
                  <a:cubicBezTo>
                    <a:pt x="112" y="24"/>
                    <a:pt x="112" y="24"/>
                    <a:pt x="112" y="24"/>
                  </a:cubicBezTo>
                  <a:cubicBezTo>
                    <a:pt x="112" y="33"/>
                    <a:pt x="112" y="33"/>
                    <a:pt x="112" y="33"/>
                  </a:cubicBezTo>
                  <a:cubicBezTo>
                    <a:pt x="130" y="33"/>
                    <a:pt x="130" y="33"/>
                    <a:pt x="130" y="33"/>
                  </a:cubicBezTo>
                  <a:cubicBezTo>
                    <a:pt x="130" y="24"/>
                    <a:pt x="130" y="24"/>
                    <a:pt x="130" y="24"/>
                  </a:cubicBezTo>
                  <a:close/>
                  <a:moveTo>
                    <a:pt x="159" y="24"/>
                  </a:moveTo>
                  <a:cubicBezTo>
                    <a:pt x="140" y="24"/>
                    <a:pt x="140" y="24"/>
                    <a:pt x="140" y="24"/>
                  </a:cubicBezTo>
                  <a:cubicBezTo>
                    <a:pt x="140" y="33"/>
                    <a:pt x="140" y="33"/>
                    <a:pt x="140" y="33"/>
                  </a:cubicBezTo>
                  <a:cubicBezTo>
                    <a:pt x="159" y="33"/>
                    <a:pt x="159" y="33"/>
                    <a:pt x="159" y="33"/>
                  </a:cubicBezTo>
                  <a:cubicBezTo>
                    <a:pt x="159" y="24"/>
                    <a:pt x="159" y="24"/>
                    <a:pt x="159" y="24"/>
                  </a:cubicBezTo>
                  <a:close/>
                  <a:moveTo>
                    <a:pt x="187" y="24"/>
                  </a:moveTo>
                  <a:cubicBezTo>
                    <a:pt x="168" y="24"/>
                    <a:pt x="168" y="24"/>
                    <a:pt x="168" y="24"/>
                  </a:cubicBezTo>
                  <a:cubicBezTo>
                    <a:pt x="168" y="33"/>
                    <a:pt x="168" y="33"/>
                    <a:pt x="168" y="33"/>
                  </a:cubicBezTo>
                  <a:cubicBezTo>
                    <a:pt x="187" y="33"/>
                    <a:pt x="187" y="33"/>
                    <a:pt x="187" y="33"/>
                  </a:cubicBezTo>
                  <a:cubicBezTo>
                    <a:pt x="187" y="24"/>
                    <a:pt x="187" y="24"/>
                    <a:pt x="187" y="24"/>
                  </a:cubicBezTo>
                  <a:close/>
                  <a:moveTo>
                    <a:pt x="215" y="24"/>
                  </a:moveTo>
                  <a:cubicBezTo>
                    <a:pt x="197" y="24"/>
                    <a:pt x="197" y="24"/>
                    <a:pt x="197" y="24"/>
                  </a:cubicBezTo>
                  <a:cubicBezTo>
                    <a:pt x="197" y="33"/>
                    <a:pt x="197" y="33"/>
                    <a:pt x="197" y="33"/>
                  </a:cubicBezTo>
                  <a:cubicBezTo>
                    <a:pt x="215" y="33"/>
                    <a:pt x="215" y="33"/>
                    <a:pt x="215" y="33"/>
                  </a:cubicBezTo>
                  <a:cubicBezTo>
                    <a:pt x="215" y="24"/>
                    <a:pt x="215" y="24"/>
                    <a:pt x="215" y="24"/>
                  </a:cubicBezTo>
                  <a:close/>
                  <a:moveTo>
                    <a:pt x="244" y="24"/>
                  </a:moveTo>
                  <a:cubicBezTo>
                    <a:pt x="225" y="24"/>
                    <a:pt x="225" y="24"/>
                    <a:pt x="225" y="24"/>
                  </a:cubicBezTo>
                  <a:cubicBezTo>
                    <a:pt x="225" y="33"/>
                    <a:pt x="225" y="33"/>
                    <a:pt x="225" y="33"/>
                  </a:cubicBezTo>
                  <a:cubicBezTo>
                    <a:pt x="244" y="33"/>
                    <a:pt x="244" y="33"/>
                    <a:pt x="244" y="33"/>
                  </a:cubicBezTo>
                  <a:cubicBezTo>
                    <a:pt x="244" y="24"/>
                    <a:pt x="244" y="24"/>
                    <a:pt x="244" y="24"/>
                  </a:cubicBezTo>
                  <a:close/>
                  <a:moveTo>
                    <a:pt x="272" y="24"/>
                  </a:moveTo>
                  <a:cubicBezTo>
                    <a:pt x="253" y="24"/>
                    <a:pt x="253" y="24"/>
                    <a:pt x="253" y="24"/>
                  </a:cubicBezTo>
                  <a:cubicBezTo>
                    <a:pt x="253" y="33"/>
                    <a:pt x="253" y="33"/>
                    <a:pt x="253" y="33"/>
                  </a:cubicBezTo>
                  <a:cubicBezTo>
                    <a:pt x="272" y="33"/>
                    <a:pt x="272" y="33"/>
                    <a:pt x="272" y="33"/>
                  </a:cubicBezTo>
                  <a:cubicBezTo>
                    <a:pt x="272" y="24"/>
                    <a:pt x="272" y="24"/>
                    <a:pt x="272" y="24"/>
                  </a:cubicBezTo>
                  <a:close/>
                  <a:moveTo>
                    <a:pt x="300" y="24"/>
                  </a:moveTo>
                  <a:cubicBezTo>
                    <a:pt x="282" y="24"/>
                    <a:pt x="282" y="24"/>
                    <a:pt x="282" y="24"/>
                  </a:cubicBezTo>
                  <a:cubicBezTo>
                    <a:pt x="282" y="33"/>
                    <a:pt x="282" y="33"/>
                    <a:pt x="282" y="33"/>
                  </a:cubicBezTo>
                  <a:cubicBezTo>
                    <a:pt x="300" y="33"/>
                    <a:pt x="300" y="33"/>
                    <a:pt x="300" y="33"/>
                  </a:cubicBezTo>
                  <a:cubicBezTo>
                    <a:pt x="300" y="24"/>
                    <a:pt x="300" y="24"/>
                    <a:pt x="300" y="24"/>
                  </a:cubicBezTo>
                  <a:close/>
                  <a:moveTo>
                    <a:pt x="329" y="24"/>
                  </a:moveTo>
                  <a:cubicBezTo>
                    <a:pt x="310" y="24"/>
                    <a:pt x="310" y="24"/>
                    <a:pt x="310" y="24"/>
                  </a:cubicBezTo>
                  <a:cubicBezTo>
                    <a:pt x="310" y="33"/>
                    <a:pt x="310" y="33"/>
                    <a:pt x="310" y="33"/>
                  </a:cubicBezTo>
                  <a:cubicBezTo>
                    <a:pt x="329" y="33"/>
                    <a:pt x="329" y="33"/>
                    <a:pt x="329" y="33"/>
                  </a:cubicBezTo>
                  <a:cubicBezTo>
                    <a:pt x="329" y="24"/>
                    <a:pt x="329" y="24"/>
                    <a:pt x="329" y="24"/>
                  </a:cubicBezTo>
                  <a:close/>
                  <a:moveTo>
                    <a:pt x="357" y="24"/>
                  </a:moveTo>
                  <a:cubicBezTo>
                    <a:pt x="338" y="24"/>
                    <a:pt x="338" y="24"/>
                    <a:pt x="338" y="24"/>
                  </a:cubicBezTo>
                  <a:cubicBezTo>
                    <a:pt x="338" y="33"/>
                    <a:pt x="338" y="33"/>
                    <a:pt x="338" y="33"/>
                  </a:cubicBezTo>
                  <a:cubicBezTo>
                    <a:pt x="357" y="33"/>
                    <a:pt x="357" y="33"/>
                    <a:pt x="357" y="33"/>
                  </a:cubicBezTo>
                  <a:cubicBezTo>
                    <a:pt x="357" y="24"/>
                    <a:pt x="357" y="24"/>
                    <a:pt x="357" y="24"/>
                  </a:cubicBezTo>
                  <a:close/>
                  <a:moveTo>
                    <a:pt x="385" y="24"/>
                  </a:moveTo>
                  <a:cubicBezTo>
                    <a:pt x="367" y="24"/>
                    <a:pt x="367" y="24"/>
                    <a:pt x="367" y="24"/>
                  </a:cubicBezTo>
                  <a:cubicBezTo>
                    <a:pt x="367" y="33"/>
                    <a:pt x="367" y="33"/>
                    <a:pt x="367" y="33"/>
                  </a:cubicBezTo>
                  <a:cubicBezTo>
                    <a:pt x="385" y="33"/>
                    <a:pt x="385" y="33"/>
                    <a:pt x="385" y="33"/>
                  </a:cubicBezTo>
                  <a:cubicBezTo>
                    <a:pt x="385" y="24"/>
                    <a:pt x="385" y="24"/>
                    <a:pt x="385" y="24"/>
                  </a:cubicBezTo>
                  <a:close/>
                  <a:moveTo>
                    <a:pt x="414" y="24"/>
                  </a:moveTo>
                  <a:cubicBezTo>
                    <a:pt x="395" y="24"/>
                    <a:pt x="395" y="24"/>
                    <a:pt x="395" y="24"/>
                  </a:cubicBezTo>
                  <a:cubicBezTo>
                    <a:pt x="395" y="33"/>
                    <a:pt x="395" y="33"/>
                    <a:pt x="395" y="33"/>
                  </a:cubicBezTo>
                  <a:cubicBezTo>
                    <a:pt x="414" y="33"/>
                    <a:pt x="414" y="33"/>
                    <a:pt x="414" y="33"/>
                  </a:cubicBezTo>
                  <a:cubicBezTo>
                    <a:pt x="414" y="24"/>
                    <a:pt x="414" y="24"/>
                    <a:pt x="414" y="24"/>
                  </a:cubicBezTo>
                  <a:close/>
                  <a:moveTo>
                    <a:pt x="442" y="25"/>
                  </a:moveTo>
                  <a:cubicBezTo>
                    <a:pt x="423" y="24"/>
                    <a:pt x="423" y="24"/>
                    <a:pt x="423" y="24"/>
                  </a:cubicBezTo>
                  <a:cubicBezTo>
                    <a:pt x="423" y="33"/>
                    <a:pt x="423" y="33"/>
                    <a:pt x="423" y="33"/>
                  </a:cubicBezTo>
                  <a:cubicBezTo>
                    <a:pt x="442" y="34"/>
                    <a:pt x="442" y="34"/>
                    <a:pt x="442" y="34"/>
                  </a:cubicBezTo>
                  <a:cubicBezTo>
                    <a:pt x="442" y="25"/>
                    <a:pt x="442" y="25"/>
                    <a:pt x="442" y="25"/>
                  </a:cubicBezTo>
                  <a:close/>
                  <a:moveTo>
                    <a:pt x="471" y="30"/>
                  </a:moveTo>
                  <a:cubicBezTo>
                    <a:pt x="452" y="26"/>
                    <a:pt x="452" y="26"/>
                    <a:pt x="452" y="26"/>
                  </a:cubicBezTo>
                  <a:cubicBezTo>
                    <a:pt x="451" y="35"/>
                    <a:pt x="451" y="35"/>
                    <a:pt x="451" y="35"/>
                  </a:cubicBezTo>
                  <a:cubicBezTo>
                    <a:pt x="468" y="39"/>
                    <a:pt x="468" y="39"/>
                    <a:pt x="468" y="39"/>
                  </a:cubicBezTo>
                  <a:cubicBezTo>
                    <a:pt x="471" y="30"/>
                    <a:pt x="471" y="30"/>
                    <a:pt x="471" y="30"/>
                  </a:cubicBezTo>
                  <a:close/>
                  <a:moveTo>
                    <a:pt x="498" y="44"/>
                  </a:moveTo>
                  <a:cubicBezTo>
                    <a:pt x="481" y="34"/>
                    <a:pt x="481" y="34"/>
                    <a:pt x="481" y="34"/>
                  </a:cubicBezTo>
                  <a:cubicBezTo>
                    <a:pt x="477" y="42"/>
                    <a:pt x="477" y="42"/>
                    <a:pt x="477" y="42"/>
                  </a:cubicBezTo>
                  <a:cubicBezTo>
                    <a:pt x="492" y="52"/>
                    <a:pt x="492" y="52"/>
                    <a:pt x="492" y="52"/>
                  </a:cubicBezTo>
                  <a:cubicBezTo>
                    <a:pt x="498" y="44"/>
                    <a:pt x="498" y="44"/>
                    <a:pt x="498" y="44"/>
                  </a:cubicBezTo>
                  <a:close/>
                  <a:moveTo>
                    <a:pt x="517" y="67"/>
                  </a:moveTo>
                  <a:cubicBezTo>
                    <a:pt x="505" y="51"/>
                    <a:pt x="505" y="51"/>
                    <a:pt x="505" y="51"/>
                  </a:cubicBezTo>
                  <a:cubicBezTo>
                    <a:pt x="498" y="58"/>
                    <a:pt x="498" y="58"/>
                    <a:pt x="498" y="58"/>
                  </a:cubicBezTo>
                  <a:cubicBezTo>
                    <a:pt x="509" y="72"/>
                    <a:pt x="509" y="72"/>
                    <a:pt x="509" y="72"/>
                  </a:cubicBezTo>
                  <a:cubicBezTo>
                    <a:pt x="517" y="67"/>
                    <a:pt x="517" y="67"/>
                    <a:pt x="517" y="67"/>
                  </a:cubicBezTo>
                  <a:close/>
                  <a:moveTo>
                    <a:pt x="527" y="95"/>
                  </a:moveTo>
                  <a:cubicBezTo>
                    <a:pt x="521" y="76"/>
                    <a:pt x="521" y="76"/>
                    <a:pt x="521" y="76"/>
                  </a:cubicBezTo>
                  <a:cubicBezTo>
                    <a:pt x="513" y="80"/>
                    <a:pt x="513" y="80"/>
                    <a:pt x="513" y="80"/>
                  </a:cubicBezTo>
                  <a:cubicBezTo>
                    <a:pt x="515" y="85"/>
                    <a:pt x="517" y="91"/>
                    <a:pt x="518" y="97"/>
                  </a:cubicBezTo>
                  <a:cubicBezTo>
                    <a:pt x="527" y="95"/>
                    <a:pt x="527" y="95"/>
                    <a:pt x="527" y="95"/>
                  </a:cubicBezTo>
                  <a:close/>
                  <a:moveTo>
                    <a:pt x="530" y="124"/>
                  </a:moveTo>
                  <a:cubicBezTo>
                    <a:pt x="521" y="124"/>
                    <a:pt x="521" y="124"/>
                    <a:pt x="521" y="124"/>
                  </a:cubicBezTo>
                  <a:cubicBezTo>
                    <a:pt x="519" y="106"/>
                    <a:pt x="519" y="106"/>
                    <a:pt x="519" y="106"/>
                  </a:cubicBezTo>
                  <a:cubicBezTo>
                    <a:pt x="529" y="105"/>
                    <a:pt x="529" y="105"/>
                    <a:pt x="529" y="105"/>
                  </a:cubicBezTo>
                  <a:cubicBezTo>
                    <a:pt x="530" y="124"/>
                    <a:pt x="530" y="124"/>
                    <a:pt x="530" y="124"/>
                  </a:cubicBezTo>
                  <a:close/>
                  <a:moveTo>
                    <a:pt x="530" y="153"/>
                  </a:moveTo>
                  <a:cubicBezTo>
                    <a:pt x="521" y="153"/>
                    <a:pt x="521" y="153"/>
                    <a:pt x="521" y="153"/>
                  </a:cubicBezTo>
                  <a:cubicBezTo>
                    <a:pt x="521" y="134"/>
                    <a:pt x="521" y="134"/>
                    <a:pt x="521" y="134"/>
                  </a:cubicBezTo>
                  <a:cubicBezTo>
                    <a:pt x="530" y="134"/>
                    <a:pt x="530" y="134"/>
                    <a:pt x="530" y="134"/>
                  </a:cubicBezTo>
                  <a:cubicBezTo>
                    <a:pt x="530" y="153"/>
                    <a:pt x="530" y="153"/>
                    <a:pt x="530" y="153"/>
                  </a:cubicBezTo>
                  <a:close/>
                  <a:moveTo>
                    <a:pt x="530" y="181"/>
                  </a:moveTo>
                  <a:cubicBezTo>
                    <a:pt x="521" y="181"/>
                    <a:pt x="521" y="181"/>
                    <a:pt x="521" y="181"/>
                  </a:cubicBezTo>
                  <a:cubicBezTo>
                    <a:pt x="521" y="162"/>
                    <a:pt x="521" y="162"/>
                    <a:pt x="521" y="162"/>
                  </a:cubicBezTo>
                  <a:cubicBezTo>
                    <a:pt x="530" y="162"/>
                    <a:pt x="530" y="162"/>
                    <a:pt x="530" y="162"/>
                  </a:cubicBezTo>
                  <a:cubicBezTo>
                    <a:pt x="530" y="181"/>
                    <a:pt x="530" y="181"/>
                    <a:pt x="530" y="181"/>
                  </a:cubicBezTo>
                  <a:close/>
                  <a:moveTo>
                    <a:pt x="530" y="209"/>
                  </a:moveTo>
                  <a:cubicBezTo>
                    <a:pt x="521" y="209"/>
                    <a:pt x="521" y="209"/>
                    <a:pt x="521" y="209"/>
                  </a:cubicBezTo>
                  <a:cubicBezTo>
                    <a:pt x="521" y="190"/>
                    <a:pt x="521" y="190"/>
                    <a:pt x="521" y="190"/>
                  </a:cubicBezTo>
                  <a:cubicBezTo>
                    <a:pt x="530" y="190"/>
                    <a:pt x="530" y="190"/>
                    <a:pt x="530" y="190"/>
                  </a:cubicBezTo>
                  <a:cubicBezTo>
                    <a:pt x="530" y="209"/>
                    <a:pt x="530" y="209"/>
                    <a:pt x="530" y="209"/>
                  </a:cubicBezTo>
                  <a:close/>
                  <a:moveTo>
                    <a:pt x="0" y="29"/>
                  </a:moveTo>
                  <a:cubicBezTo>
                    <a:pt x="58" y="0"/>
                    <a:pt x="58" y="0"/>
                    <a:pt x="58" y="0"/>
                  </a:cubicBezTo>
                  <a:cubicBezTo>
                    <a:pt x="58" y="24"/>
                    <a:pt x="58" y="24"/>
                    <a:pt x="58" y="24"/>
                  </a:cubicBezTo>
                  <a:cubicBezTo>
                    <a:pt x="74" y="24"/>
                    <a:pt x="74" y="24"/>
                    <a:pt x="74" y="24"/>
                  </a:cubicBezTo>
                  <a:cubicBezTo>
                    <a:pt x="74" y="33"/>
                    <a:pt x="74" y="33"/>
                    <a:pt x="74" y="33"/>
                  </a:cubicBezTo>
                  <a:cubicBezTo>
                    <a:pt x="58" y="33"/>
                    <a:pt x="58" y="33"/>
                    <a:pt x="58" y="33"/>
                  </a:cubicBezTo>
                  <a:cubicBezTo>
                    <a:pt x="58" y="58"/>
                    <a:pt x="58" y="58"/>
                    <a:pt x="58" y="58"/>
                  </a:cubicBezTo>
                  <a:cubicBezTo>
                    <a:pt x="0" y="29"/>
                    <a:pt x="0" y="29"/>
                    <a:pt x="0"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4" name="Freeform 26"/>
            <p:cNvSpPr>
              <a:spLocks noEditPoints="1"/>
            </p:cNvSpPr>
            <p:nvPr/>
          </p:nvSpPr>
          <p:spPr>
            <a:xfrm>
              <a:off x="3629571" y="4899070"/>
              <a:ext cx="477712" cy="239669"/>
            </a:xfrm>
            <a:custGeom>
              <a:avLst/>
              <a:gdLst>
                <a:gd name="T0" fmla="*/ 58 w 359"/>
                <a:gd name="T1" fmla="*/ 0 h 181"/>
                <a:gd name="T2" fmla="*/ 74 w 359"/>
                <a:gd name="T3" fmla="*/ 24 h 181"/>
                <a:gd name="T4" fmla="*/ 58 w 359"/>
                <a:gd name="T5" fmla="*/ 33 h 181"/>
                <a:gd name="T6" fmla="*/ 0 w 359"/>
                <a:gd name="T7" fmla="*/ 29 h 181"/>
                <a:gd name="T8" fmla="*/ 349 w 359"/>
                <a:gd name="T9" fmla="*/ 181 h 181"/>
                <a:gd name="T10" fmla="*/ 359 w 359"/>
                <a:gd name="T11" fmla="*/ 162 h 181"/>
                <a:gd name="T12" fmla="*/ 359 w 359"/>
                <a:gd name="T13" fmla="*/ 153 h 181"/>
                <a:gd name="T14" fmla="*/ 349 w 359"/>
                <a:gd name="T15" fmla="*/ 134 h 181"/>
                <a:gd name="T16" fmla="*/ 359 w 359"/>
                <a:gd name="T17" fmla="*/ 153 h 181"/>
                <a:gd name="T18" fmla="*/ 349 w 359"/>
                <a:gd name="T19" fmla="*/ 124 h 181"/>
                <a:gd name="T20" fmla="*/ 358 w 359"/>
                <a:gd name="T21" fmla="*/ 105 h 181"/>
                <a:gd name="T22" fmla="*/ 356 w 359"/>
                <a:gd name="T23" fmla="*/ 95 h 181"/>
                <a:gd name="T24" fmla="*/ 342 w 359"/>
                <a:gd name="T25" fmla="*/ 80 h 181"/>
                <a:gd name="T26" fmla="*/ 356 w 359"/>
                <a:gd name="T27" fmla="*/ 95 h 181"/>
                <a:gd name="T28" fmla="*/ 334 w 359"/>
                <a:gd name="T29" fmla="*/ 51 h 181"/>
                <a:gd name="T30" fmla="*/ 338 w 359"/>
                <a:gd name="T31" fmla="*/ 72 h 181"/>
                <a:gd name="T32" fmla="*/ 327 w 359"/>
                <a:gd name="T33" fmla="*/ 44 h 181"/>
                <a:gd name="T34" fmla="*/ 306 w 359"/>
                <a:gd name="T35" fmla="*/ 43 h 181"/>
                <a:gd name="T36" fmla="*/ 327 w 359"/>
                <a:gd name="T37" fmla="*/ 44 h 181"/>
                <a:gd name="T38" fmla="*/ 281 w 359"/>
                <a:gd name="T39" fmla="*/ 26 h 181"/>
                <a:gd name="T40" fmla="*/ 297 w 359"/>
                <a:gd name="T41" fmla="*/ 39 h 181"/>
                <a:gd name="T42" fmla="*/ 271 w 359"/>
                <a:gd name="T43" fmla="*/ 25 h 181"/>
                <a:gd name="T44" fmla="*/ 252 w 359"/>
                <a:gd name="T45" fmla="*/ 33 h 181"/>
                <a:gd name="T46" fmla="*/ 271 w 359"/>
                <a:gd name="T47" fmla="*/ 25 h 181"/>
                <a:gd name="T48" fmla="*/ 224 w 359"/>
                <a:gd name="T49" fmla="*/ 24 h 181"/>
                <a:gd name="T50" fmla="*/ 243 w 359"/>
                <a:gd name="T51" fmla="*/ 33 h 181"/>
                <a:gd name="T52" fmla="*/ 214 w 359"/>
                <a:gd name="T53" fmla="*/ 24 h 181"/>
                <a:gd name="T54" fmla="*/ 195 w 359"/>
                <a:gd name="T55" fmla="*/ 33 h 181"/>
                <a:gd name="T56" fmla="*/ 214 w 359"/>
                <a:gd name="T57" fmla="*/ 24 h 181"/>
                <a:gd name="T58" fmla="*/ 167 w 359"/>
                <a:gd name="T59" fmla="*/ 24 h 181"/>
                <a:gd name="T60" fmla="*/ 186 w 359"/>
                <a:gd name="T61" fmla="*/ 33 h 181"/>
                <a:gd name="T62" fmla="*/ 158 w 359"/>
                <a:gd name="T63" fmla="*/ 24 h 181"/>
                <a:gd name="T64" fmla="*/ 139 w 359"/>
                <a:gd name="T65" fmla="*/ 33 h 181"/>
                <a:gd name="T66" fmla="*/ 158 w 359"/>
                <a:gd name="T67" fmla="*/ 24 h 181"/>
                <a:gd name="T68" fmla="*/ 110 w 359"/>
                <a:gd name="T69" fmla="*/ 24 h 181"/>
                <a:gd name="T70" fmla="*/ 129 w 359"/>
                <a:gd name="T71" fmla="*/ 33 h 181"/>
                <a:gd name="T72" fmla="*/ 101 w 359"/>
                <a:gd name="T73" fmla="*/ 24 h 181"/>
                <a:gd name="T74" fmla="*/ 82 w 359"/>
                <a:gd name="T75" fmla="*/ 33 h 181"/>
                <a:gd name="T76" fmla="*/ 101 w 359"/>
                <a:gd name="T77" fmla="*/ 24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9" h="181">
                  <a:moveTo>
                    <a:pt x="0" y="29"/>
                  </a:moveTo>
                  <a:cubicBezTo>
                    <a:pt x="58" y="0"/>
                    <a:pt x="58" y="0"/>
                    <a:pt x="58" y="0"/>
                  </a:cubicBezTo>
                  <a:cubicBezTo>
                    <a:pt x="58" y="24"/>
                    <a:pt x="58" y="24"/>
                    <a:pt x="58" y="24"/>
                  </a:cubicBezTo>
                  <a:cubicBezTo>
                    <a:pt x="74" y="24"/>
                    <a:pt x="74" y="24"/>
                    <a:pt x="74" y="24"/>
                  </a:cubicBezTo>
                  <a:cubicBezTo>
                    <a:pt x="74" y="33"/>
                    <a:pt x="74" y="33"/>
                    <a:pt x="74" y="33"/>
                  </a:cubicBezTo>
                  <a:cubicBezTo>
                    <a:pt x="58" y="33"/>
                    <a:pt x="58" y="33"/>
                    <a:pt x="58" y="33"/>
                  </a:cubicBezTo>
                  <a:cubicBezTo>
                    <a:pt x="58" y="58"/>
                    <a:pt x="58" y="58"/>
                    <a:pt x="58" y="58"/>
                  </a:cubicBezTo>
                  <a:cubicBezTo>
                    <a:pt x="0" y="29"/>
                    <a:pt x="0" y="29"/>
                    <a:pt x="0" y="29"/>
                  </a:cubicBezTo>
                  <a:close/>
                  <a:moveTo>
                    <a:pt x="359" y="181"/>
                  </a:moveTo>
                  <a:cubicBezTo>
                    <a:pt x="349" y="181"/>
                    <a:pt x="349" y="181"/>
                    <a:pt x="349" y="181"/>
                  </a:cubicBezTo>
                  <a:cubicBezTo>
                    <a:pt x="349" y="162"/>
                    <a:pt x="349" y="162"/>
                    <a:pt x="349" y="162"/>
                  </a:cubicBezTo>
                  <a:cubicBezTo>
                    <a:pt x="359" y="162"/>
                    <a:pt x="359" y="162"/>
                    <a:pt x="359" y="162"/>
                  </a:cubicBezTo>
                  <a:cubicBezTo>
                    <a:pt x="359" y="181"/>
                    <a:pt x="359" y="181"/>
                    <a:pt x="359" y="181"/>
                  </a:cubicBezTo>
                  <a:close/>
                  <a:moveTo>
                    <a:pt x="359" y="153"/>
                  </a:moveTo>
                  <a:cubicBezTo>
                    <a:pt x="349" y="153"/>
                    <a:pt x="349" y="153"/>
                    <a:pt x="349" y="153"/>
                  </a:cubicBezTo>
                  <a:cubicBezTo>
                    <a:pt x="349" y="134"/>
                    <a:pt x="349" y="134"/>
                    <a:pt x="349" y="134"/>
                  </a:cubicBezTo>
                  <a:cubicBezTo>
                    <a:pt x="359" y="134"/>
                    <a:pt x="359" y="134"/>
                    <a:pt x="359" y="134"/>
                  </a:cubicBezTo>
                  <a:cubicBezTo>
                    <a:pt x="359" y="153"/>
                    <a:pt x="359" y="153"/>
                    <a:pt x="359" y="153"/>
                  </a:cubicBezTo>
                  <a:close/>
                  <a:moveTo>
                    <a:pt x="359" y="124"/>
                  </a:moveTo>
                  <a:cubicBezTo>
                    <a:pt x="349" y="124"/>
                    <a:pt x="349" y="124"/>
                    <a:pt x="349" y="124"/>
                  </a:cubicBezTo>
                  <a:cubicBezTo>
                    <a:pt x="348" y="106"/>
                    <a:pt x="348" y="106"/>
                    <a:pt x="348" y="106"/>
                  </a:cubicBezTo>
                  <a:cubicBezTo>
                    <a:pt x="358" y="105"/>
                    <a:pt x="358" y="105"/>
                    <a:pt x="358" y="105"/>
                  </a:cubicBezTo>
                  <a:cubicBezTo>
                    <a:pt x="359" y="124"/>
                    <a:pt x="359" y="124"/>
                    <a:pt x="359" y="124"/>
                  </a:cubicBezTo>
                  <a:close/>
                  <a:moveTo>
                    <a:pt x="356" y="95"/>
                  </a:moveTo>
                  <a:cubicBezTo>
                    <a:pt x="350" y="76"/>
                    <a:pt x="350" y="76"/>
                    <a:pt x="350" y="76"/>
                  </a:cubicBezTo>
                  <a:cubicBezTo>
                    <a:pt x="342" y="80"/>
                    <a:pt x="342" y="80"/>
                    <a:pt x="342" y="80"/>
                  </a:cubicBezTo>
                  <a:cubicBezTo>
                    <a:pt x="344" y="85"/>
                    <a:pt x="346" y="91"/>
                    <a:pt x="347" y="97"/>
                  </a:cubicBezTo>
                  <a:cubicBezTo>
                    <a:pt x="356" y="95"/>
                    <a:pt x="356" y="95"/>
                    <a:pt x="356" y="95"/>
                  </a:cubicBezTo>
                  <a:close/>
                  <a:moveTo>
                    <a:pt x="346" y="67"/>
                  </a:moveTo>
                  <a:cubicBezTo>
                    <a:pt x="334" y="51"/>
                    <a:pt x="334" y="51"/>
                    <a:pt x="334" y="51"/>
                  </a:cubicBezTo>
                  <a:cubicBezTo>
                    <a:pt x="327" y="58"/>
                    <a:pt x="327" y="58"/>
                    <a:pt x="327" y="58"/>
                  </a:cubicBezTo>
                  <a:cubicBezTo>
                    <a:pt x="338" y="72"/>
                    <a:pt x="338" y="72"/>
                    <a:pt x="338" y="72"/>
                  </a:cubicBezTo>
                  <a:cubicBezTo>
                    <a:pt x="346" y="67"/>
                    <a:pt x="346" y="67"/>
                    <a:pt x="346" y="67"/>
                  </a:cubicBezTo>
                  <a:close/>
                  <a:moveTo>
                    <a:pt x="327" y="44"/>
                  </a:moveTo>
                  <a:cubicBezTo>
                    <a:pt x="310" y="34"/>
                    <a:pt x="310" y="34"/>
                    <a:pt x="310" y="34"/>
                  </a:cubicBezTo>
                  <a:cubicBezTo>
                    <a:pt x="306" y="43"/>
                    <a:pt x="306" y="43"/>
                    <a:pt x="306" y="43"/>
                  </a:cubicBezTo>
                  <a:cubicBezTo>
                    <a:pt x="321" y="52"/>
                    <a:pt x="321" y="52"/>
                    <a:pt x="321" y="52"/>
                  </a:cubicBezTo>
                  <a:cubicBezTo>
                    <a:pt x="327" y="44"/>
                    <a:pt x="327" y="44"/>
                    <a:pt x="327" y="44"/>
                  </a:cubicBezTo>
                  <a:close/>
                  <a:moveTo>
                    <a:pt x="300" y="30"/>
                  </a:moveTo>
                  <a:cubicBezTo>
                    <a:pt x="281" y="26"/>
                    <a:pt x="281" y="26"/>
                    <a:pt x="281" y="26"/>
                  </a:cubicBezTo>
                  <a:cubicBezTo>
                    <a:pt x="280" y="35"/>
                    <a:pt x="280" y="35"/>
                    <a:pt x="280" y="35"/>
                  </a:cubicBezTo>
                  <a:cubicBezTo>
                    <a:pt x="297" y="39"/>
                    <a:pt x="297" y="39"/>
                    <a:pt x="297" y="39"/>
                  </a:cubicBezTo>
                  <a:cubicBezTo>
                    <a:pt x="300" y="30"/>
                    <a:pt x="300" y="30"/>
                    <a:pt x="300" y="30"/>
                  </a:cubicBezTo>
                  <a:close/>
                  <a:moveTo>
                    <a:pt x="271" y="25"/>
                  </a:moveTo>
                  <a:cubicBezTo>
                    <a:pt x="252" y="24"/>
                    <a:pt x="252" y="24"/>
                    <a:pt x="252" y="24"/>
                  </a:cubicBezTo>
                  <a:cubicBezTo>
                    <a:pt x="252" y="33"/>
                    <a:pt x="252" y="33"/>
                    <a:pt x="252" y="33"/>
                  </a:cubicBezTo>
                  <a:cubicBezTo>
                    <a:pt x="271" y="34"/>
                    <a:pt x="271" y="34"/>
                    <a:pt x="271" y="34"/>
                  </a:cubicBezTo>
                  <a:cubicBezTo>
                    <a:pt x="271" y="25"/>
                    <a:pt x="271" y="25"/>
                    <a:pt x="271" y="25"/>
                  </a:cubicBezTo>
                  <a:close/>
                  <a:moveTo>
                    <a:pt x="243" y="24"/>
                  </a:moveTo>
                  <a:cubicBezTo>
                    <a:pt x="224" y="24"/>
                    <a:pt x="224" y="24"/>
                    <a:pt x="224" y="24"/>
                  </a:cubicBezTo>
                  <a:cubicBezTo>
                    <a:pt x="224" y="33"/>
                    <a:pt x="224" y="33"/>
                    <a:pt x="224" y="33"/>
                  </a:cubicBezTo>
                  <a:cubicBezTo>
                    <a:pt x="243" y="33"/>
                    <a:pt x="243" y="33"/>
                    <a:pt x="243" y="33"/>
                  </a:cubicBezTo>
                  <a:cubicBezTo>
                    <a:pt x="243" y="24"/>
                    <a:pt x="243" y="24"/>
                    <a:pt x="243" y="24"/>
                  </a:cubicBezTo>
                  <a:close/>
                  <a:moveTo>
                    <a:pt x="214" y="24"/>
                  </a:moveTo>
                  <a:cubicBezTo>
                    <a:pt x="195" y="24"/>
                    <a:pt x="195" y="24"/>
                    <a:pt x="195" y="24"/>
                  </a:cubicBezTo>
                  <a:cubicBezTo>
                    <a:pt x="195" y="33"/>
                    <a:pt x="195" y="33"/>
                    <a:pt x="195" y="33"/>
                  </a:cubicBezTo>
                  <a:cubicBezTo>
                    <a:pt x="214" y="33"/>
                    <a:pt x="214" y="33"/>
                    <a:pt x="214" y="33"/>
                  </a:cubicBezTo>
                  <a:cubicBezTo>
                    <a:pt x="214" y="24"/>
                    <a:pt x="214" y="24"/>
                    <a:pt x="214" y="24"/>
                  </a:cubicBezTo>
                  <a:close/>
                  <a:moveTo>
                    <a:pt x="186" y="24"/>
                  </a:moveTo>
                  <a:cubicBezTo>
                    <a:pt x="167" y="24"/>
                    <a:pt x="167" y="24"/>
                    <a:pt x="167" y="24"/>
                  </a:cubicBezTo>
                  <a:cubicBezTo>
                    <a:pt x="167" y="33"/>
                    <a:pt x="167" y="33"/>
                    <a:pt x="167" y="33"/>
                  </a:cubicBezTo>
                  <a:cubicBezTo>
                    <a:pt x="186" y="33"/>
                    <a:pt x="186" y="33"/>
                    <a:pt x="186" y="33"/>
                  </a:cubicBezTo>
                  <a:cubicBezTo>
                    <a:pt x="186" y="24"/>
                    <a:pt x="186" y="24"/>
                    <a:pt x="186" y="24"/>
                  </a:cubicBezTo>
                  <a:close/>
                  <a:moveTo>
                    <a:pt x="158" y="24"/>
                  </a:moveTo>
                  <a:cubicBezTo>
                    <a:pt x="139" y="24"/>
                    <a:pt x="139" y="24"/>
                    <a:pt x="139" y="24"/>
                  </a:cubicBezTo>
                  <a:cubicBezTo>
                    <a:pt x="139" y="33"/>
                    <a:pt x="139" y="33"/>
                    <a:pt x="139" y="33"/>
                  </a:cubicBezTo>
                  <a:cubicBezTo>
                    <a:pt x="158" y="33"/>
                    <a:pt x="158" y="33"/>
                    <a:pt x="158" y="33"/>
                  </a:cubicBezTo>
                  <a:cubicBezTo>
                    <a:pt x="158" y="24"/>
                    <a:pt x="158" y="24"/>
                    <a:pt x="158" y="24"/>
                  </a:cubicBezTo>
                  <a:close/>
                  <a:moveTo>
                    <a:pt x="129" y="24"/>
                  </a:moveTo>
                  <a:cubicBezTo>
                    <a:pt x="110" y="24"/>
                    <a:pt x="110" y="24"/>
                    <a:pt x="110" y="24"/>
                  </a:cubicBezTo>
                  <a:cubicBezTo>
                    <a:pt x="110" y="33"/>
                    <a:pt x="110" y="33"/>
                    <a:pt x="110" y="33"/>
                  </a:cubicBezTo>
                  <a:cubicBezTo>
                    <a:pt x="129" y="33"/>
                    <a:pt x="129" y="33"/>
                    <a:pt x="129" y="33"/>
                  </a:cubicBezTo>
                  <a:cubicBezTo>
                    <a:pt x="129" y="24"/>
                    <a:pt x="129" y="24"/>
                    <a:pt x="129" y="24"/>
                  </a:cubicBezTo>
                  <a:close/>
                  <a:moveTo>
                    <a:pt x="101" y="24"/>
                  </a:moveTo>
                  <a:cubicBezTo>
                    <a:pt x="82" y="24"/>
                    <a:pt x="82" y="24"/>
                    <a:pt x="82" y="24"/>
                  </a:cubicBezTo>
                  <a:cubicBezTo>
                    <a:pt x="82" y="33"/>
                    <a:pt x="82" y="33"/>
                    <a:pt x="82" y="33"/>
                  </a:cubicBezTo>
                  <a:cubicBezTo>
                    <a:pt x="101" y="33"/>
                    <a:pt x="101" y="33"/>
                    <a:pt x="101" y="33"/>
                  </a:cubicBezTo>
                  <a:cubicBezTo>
                    <a:pt x="101" y="24"/>
                    <a:pt x="101" y="24"/>
                    <a:pt x="101"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5" name="Freeform 27"/>
            <p:cNvSpPr>
              <a:spLocks noEditPoints="1"/>
            </p:cNvSpPr>
            <p:nvPr/>
          </p:nvSpPr>
          <p:spPr>
            <a:xfrm>
              <a:off x="4981765" y="4702256"/>
              <a:ext cx="704665" cy="431721"/>
            </a:xfrm>
            <a:custGeom>
              <a:avLst/>
              <a:gdLst>
                <a:gd name="T0" fmla="*/ 472 w 530"/>
                <a:gd name="T1" fmla="*/ 25 h 323"/>
                <a:gd name="T2" fmla="*/ 472 w 530"/>
                <a:gd name="T3" fmla="*/ 34 h 323"/>
                <a:gd name="T4" fmla="*/ 0 w 530"/>
                <a:gd name="T5" fmla="*/ 323 h 323"/>
                <a:gd name="T6" fmla="*/ 0 w 530"/>
                <a:gd name="T7" fmla="*/ 304 h 323"/>
                <a:gd name="T8" fmla="*/ 9 w 530"/>
                <a:gd name="T9" fmla="*/ 295 h 323"/>
                <a:gd name="T10" fmla="*/ 0 w 530"/>
                <a:gd name="T11" fmla="*/ 295 h 323"/>
                <a:gd name="T12" fmla="*/ 9 w 530"/>
                <a:gd name="T13" fmla="*/ 248 h 323"/>
                <a:gd name="T14" fmla="*/ 0 w 530"/>
                <a:gd name="T15" fmla="*/ 238 h 323"/>
                <a:gd name="T16" fmla="*/ 0 w 530"/>
                <a:gd name="T17" fmla="*/ 219 h 323"/>
                <a:gd name="T18" fmla="*/ 9 w 530"/>
                <a:gd name="T19" fmla="*/ 210 h 323"/>
                <a:gd name="T20" fmla="*/ 0 w 530"/>
                <a:gd name="T21" fmla="*/ 210 h 323"/>
                <a:gd name="T22" fmla="*/ 9 w 530"/>
                <a:gd name="T23" fmla="*/ 163 h 323"/>
                <a:gd name="T24" fmla="*/ 0 w 530"/>
                <a:gd name="T25" fmla="*/ 153 h 323"/>
                <a:gd name="T26" fmla="*/ 0 w 530"/>
                <a:gd name="T27" fmla="*/ 134 h 323"/>
                <a:gd name="T28" fmla="*/ 9 w 530"/>
                <a:gd name="T29" fmla="*/ 125 h 323"/>
                <a:gd name="T30" fmla="*/ 0 w 530"/>
                <a:gd name="T31" fmla="*/ 125 h 323"/>
                <a:gd name="T32" fmla="*/ 17 w 530"/>
                <a:gd name="T33" fmla="*/ 81 h 323"/>
                <a:gd name="T34" fmla="*/ 13 w 530"/>
                <a:gd name="T35" fmla="*/ 68 h 323"/>
                <a:gd name="T36" fmla="*/ 21 w 530"/>
                <a:gd name="T37" fmla="*/ 72 h 323"/>
                <a:gd name="T38" fmla="*/ 49 w 530"/>
                <a:gd name="T39" fmla="*/ 35 h 323"/>
                <a:gd name="T40" fmla="*/ 32 w 530"/>
                <a:gd name="T41" fmla="*/ 45 h 323"/>
                <a:gd name="T42" fmla="*/ 79 w 530"/>
                <a:gd name="T43" fmla="*/ 36 h 323"/>
                <a:gd name="T44" fmla="*/ 87 w 530"/>
                <a:gd name="T45" fmla="*/ 25 h 323"/>
                <a:gd name="T46" fmla="*/ 88 w 530"/>
                <a:gd name="T47" fmla="*/ 35 h 323"/>
                <a:gd name="T48" fmla="*/ 135 w 530"/>
                <a:gd name="T49" fmla="*/ 25 h 323"/>
                <a:gd name="T50" fmla="*/ 116 w 530"/>
                <a:gd name="T51" fmla="*/ 25 h 323"/>
                <a:gd name="T52" fmla="*/ 163 w 530"/>
                <a:gd name="T53" fmla="*/ 34 h 323"/>
                <a:gd name="T54" fmla="*/ 173 w 530"/>
                <a:gd name="T55" fmla="*/ 25 h 323"/>
                <a:gd name="T56" fmla="*/ 173 w 530"/>
                <a:gd name="T57" fmla="*/ 34 h 323"/>
                <a:gd name="T58" fmla="*/ 220 w 530"/>
                <a:gd name="T59" fmla="*/ 25 h 323"/>
                <a:gd name="T60" fmla="*/ 201 w 530"/>
                <a:gd name="T61" fmla="*/ 25 h 323"/>
                <a:gd name="T62" fmla="*/ 248 w 530"/>
                <a:gd name="T63" fmla="*/ 34 h 323"/>
                <a:gd name="T64" fmla="*/ 258 w 530"/>
                <a:gd name="T65" fmla="*/ 25 h 323"/>
                <a:gd name="T66" fmla="*/ 258 w 530"/>
                <a:gd name="T67" fmla="*/ 34 h 323"/>
                <a:gd name="T68" fmla="*/ 305 w 530"/>
                <a:gd name="T69" fmla="*/ 25 h 323"/>
                <a:gd name="T70" fmla="*/ 286 w 530"/>
                <a:gd name="T71" fmla="*/ 25 h 323"/>
                <a:gd name="T72" fmla="*/ 333 w 530"/>
                <a:gd name="T73" fmla="*/ 34 h 323"/>
                <a:gd name="T74" fmla="*/ 343 w 530"/>
                <a:gd name="T75" fmla="*/ 25 h 323"/>
                <a:gd name="T76" fmla="*/ 343 w 530"/>
                <a:gd name="T77" fmla="*/ 34 h 323"/>
                <a:gd name="T78" fmla="*/ 390 w 530"/>
                <a:gd name="T79" fmla="*/ 25 h 323"/>
                <a:gd name="T80" fmla="*/ 371 w 530"/>
                <a:gd name="T81" fmla="*/ 25 h 323"/>
                <a:gd name="T82" fmla="*/ 418 w 530"/>
                <a:gd name="T83" fmla="*/ 34 h 323"/>
                <a:gd name="T84" fmla="*/ 428 w 530"/>
                <a:gd name="T85" fmla="*/ 25 h 323"/>
                <a:gd name="T86" fmla="*/ 428 w 530"/>
                <a:gd name="T87" fmla="*/ 34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30" h="323">
                  <a:moveTo>
                    <a:pt x="530" y="29"/>
                  </a:moveTo>
                  <a:cubicBezTo>
                    <a:pt x="472" y="0"/>
                    <a:pt x="472" y="0"/>
                    <a:pt x="472" y="0"/>
                  </a:cubicBezTo>
                  <a:cubicBezTo>
                    <a:pt x="472" y="25"/>
                    <a:pt x="472" y="25"/>
                    <a:pt x="472" y="25"/>
                  </a:cubicBezTo>
                  <a:cubicBezTo>
                    <a:pt x="456" y="25"/>
                    <a:pt x="456" y="25"/>
                    <a:pt x="456" y="25"/>
                  </a:cubicBezTo>
                  <a:cubicBezTo>
                    <a:pt x="456" y="34"/>
                    <a:pt x="456" y="34"/>
                    <a:pt x="456" y="34"/>
                  </a:cubicBezTo>
                  <a:cubicBezTo>
                    <a:pt x="472" y="34"/>
                    <a:pt x="472" y="34"/>
                    <a:pt x="472" y="34"/>
                  </a:cubicBezTo>
                  <a:cubicBezTo>
                    <a:pt x="472" y="58"/>
                    <a:pt x="472" y="58"/>
                    <a:pt x="472" y="58"/>
                  </a:cubicBezTo>
                  <a:cubicBezTo>
                    <a:pt x="530" y="29"/>
                    <a:pt x="530" y="29"/>
                    <a:pt x="530" y="29"/>
                  </a:cubicBezTo>
                  <a:close/>
                  <a:moveTo>
                    <a:pt x="0" y="323"/>
                  </a:moveTo>
                  <a:cubicBezTo>
                    <a:pt x="9" y="323"/>
                    <a:pt x="9" y="323"/>
                    <a:pt x="9" y="323"/>
                  </a:cubicBezTo>
                  <a:cubicBezTo>
                    <a:pt x="9" y="304"/>
                    <a:pt x="9" y="304"/>
                    <a:pt x="9" y="304"/>
                  </a:cubicBezTo>
                  <a:cubicBezTo>
                    <a:pt x="0" y="304"/>
                    <a:pt x="0" y="304"/>
                    <a:pt x="0" y="304"/>
                  </a:cubicBezTo>
                  <a:cubicBezTo>
                    <a:pt x="0" y="323"/>
                    <a:pt x="0" y="323"/>
                    <a:pt x="0" y="323"/>
                  </a:cubicBezTo>
                  <a:close/>
                  <a:moveTo>
                    <a:pt x="0" y="295"/>
                  </a:moveTo>
                  <a:cubicBezTo>
                    <a:pt x="9" y="295"/>
                    <a:pt x="9" y="295"/>
                    <a:pt x="9" y="295"/>
                  </a:cubicBezTo>
                  <a:cubicBezTo>
                    <a:pt x="9" y="276"/>
                    <a:pt x="9" y="276"/>
                    <a:pt x="9" y="276"/>
                  </a:cubicBezTo>
                  <a:cubicBezTo>
                    <a:pt x="0" y="276"/>
                    <a:pt x="0" y="276"/>
                    <a:pt x="0" y="276"/>
                  </a:cubicBezTo>
                  <a:cubicBezTo>
                    <a:pt x="0" y="295"/>
                    <a:pt x="0" y="295"/>
                    <a:pt x="0" y="295"/>
                  </a:cubicBezTo>
                  <a:close/>
                  <a:moveTo>
                    <a:pt x="0" y="267"/>
                  </a:moveTo>
                  <a:cubicBezTo>
                    <a:pt x="9" y="267"/>
                    <a:pt x="9" y="267"/>
                    <a:pt x="9" y="267"/>
                  </a:cubicBezTo>
                  <a:cubicBezTo>
                    <a:pt x="9" y="248"/>
                    <a:pt x="9" y="248"/>
                    <a:pt x="9" y="248"/>
                  </a:cubicBezTo>
                  <a:cubicBezTo>
                    <a:pt x="0" y="248"/>
                    <a:pt x="0" y="248"/>
                    <a:pt x="0" y="248"/>
                  </a:cubicBezTo>
                  <a:cubicBezTo>
                    <a:pt x="0" y="267"/>
                    <a:pt x="0" y="267"/>
                    <a:pt x="0" y="267"/>
                  </a:cubicBezTo>
                  <a:close/>
                  <a:moveTo>
                    <a:pt x="0" y="238"/>
                  </a:moveTo>
                  <a:cubicBezTo>
                    <a:pt x="9" y="238"/>
                    <a:pt x="9" y="238"/>
                    <a:pt x="9" y="238"/>
                  </a:cubicBezTo>
                  <a:cubicBezTo>
                    <a:pt x="9" y="219"/>
                    <a:pt x="9" y="219"/>
                    <a:pt x="9" y="219"/>
                  </a:cubicBezTo>
                  <a:cubicBezTo>
                    <a:pt x="0" y="219"/>
                    <a:pt x="0" y="219"/>
                    <a:pt x="0" y="219"/>
                  </a:cubicBezTo>
                  <a:cubicBezTo>
                    <a:pt x="0" y="238"/>
                    <a:pt x="0" y="238"/>
                    <a:pt x="0" y="238"/>
                  </a:cubicBezTo>
                  <a:close/>
                  <a:moveTo>
                    <a:pt x="0" y="210"/>
                  </a:moveTo>
                  <a:cubicBezTo>
                    <a:pt x="9" y="210"/>
                    <a:pt x="9" y="210"/>
                    <a:pt x="9" y="210"/>
                  </a:cubicBezTo>
                  <a:cubicBezTo>
                    <a:pt x="9" y="191"/>
                    <a:pt x="9" y="191"/>
                    <a:pt x="9" y="191"/>
                  </a:cubicBezTo>
                  <a:cubicBezTo>
                    <a:pt x="0" y="191"/>
                    <a:pt x="0" y="191"/>
                    <a:pt x="0" y="191"/>
                  </a:cubicBezTo>
                  <a:cubicBezTo>
                    <a:pt x="0" y="210"/>
                    <a:pt x="0" y="210"/>
                    <a:pt x="0" y="210"/>
                  </a:cubicBezTo>
                  <a:close/>
                  <a:moveTo>
                    <a:pt x="0" y="182"/>
                  </a:moveTo>
                  <a:cubicBezTo>
                    <a:pt x="9" y="182"/>
                    <a:pt x="9" y="182"/>
                    <a:pt x="9" y="182"/>
                  </a:cubicBezTo>
                  <a:cubicBezTo>
                    <a:pt x="9" y="163"/>
                    <a:pt x="9" y="163"/>
                    <a:pt x="9" y="163"/>
                  </a:cubicBezTo>
                  <a:cubicBezTo>
                    <a:pt x="0" y="163"/>
                    <a:pt x="0" y="163"/>
                    <a:pt x="0" y="163"/>
                  </a:cubicBezTo>
                  <a:cubicBezTo>
                    <a:pt x="0" y="182"/>
                    <a:pt x="0" y="182"/>
                    <a:pt x="0" y="182"/>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25"/>
                  </a:moveTo>
                  <a:cubicBezTo>
                    <a:pt x="9" y="125"/>
                    <a:pt x="9" y="125"/>
                    <a:pt x="9" y="125"/>
                  </a:cubicBezTo>
                  <a:cubicBezTo>
                    <a:pt x="10" y="107"/>
                    <a:pt x="10" y="107"/>
                    <a:pt x="10" y="107"/>
                  </a:cubicBezTo>
                  <a:cubicBezTo>
                    <a:pt x="1" y="105"/>
                    <a:pt x="1" y="105"/>
                    <a:pt x="1" y="105"/>
                  </a:cubicBezTo>
                  <a:cubicBezTo>
                    <a:pt x="0" y="125"/>
                    <a:pt x="0" y="125"/>
                    <a:pt x="0" y="125"/>
                  </a:cubicBezTo>
                  <a:close/>
                  <a:moveTo>
                    <a:pt x="3" y="96"/>
                  </a:moveTo>
                  <a:cubicBezTo>
                    <a:pt x="8" y="77"/>
                    <a:pt x="8" y="77"/>
                    <a:pt x="8" y="77"/>
                  </a:cubicBezTo>
                  <a:cubicBezTo>
                    <a:pt x="17" y="81"/>
                    <a:pt x="17" y="81"/>
                    <a:pt x="17" y="81"/>
                  </a:cubicBezTo>
                  <a:cubicBezTo>
                    <a:pt x="15" y="86"/>
                    <a:pt x="13" y="92"/>
                    <a:pt x="12" y="98"/>
                  </a:cubicBezTo>
                  <a:cubicBezTo>
                    <a:pt x="3" y="96"/>
                    <a:pt x="3" y="96"/>
                    <a:pt x="3" y="96"/>
                  </a:cubicBezTo>
                  <a:close/>
                  <a:moveTo>
                    <a:pt x="13" y="68"/>
                  </a:moveTo>
                  <a:cubicBezTo>
                    <a:pt x="25" y="52"/>
                    <a:pt x="25" y="52"/>
                    <a:pt x="25" y="52"/>
                  </a:cubicBezTo>
                  <a:cubicBezTo>
                    <a:pt x="31" y="58"/>
                    <a:pt x="31" y="58"/>
                    <a:pt x="31" y="58"/>
                  </a:cubicBezTo>
                  <a:cubicBezTo>
                    <a:pt x="21" y="72"/>
                    <a:pt x="21" y="72"/>
                    <a:pt x="21" y="72"/>
                  </a:cubicBezTo>
                  <a:cubicBezTo>
                    <a:pt x="13" y="68"/>
                    <a:pt x="13" y="68"/>
                    <a:pt x="13" y="68"/>
                  </a:cubicBezTo>
                  <a:close/>
                  <a:moveTo>
                    <a:pt x="32" y="45"/>
                  </a:moveTo>
                  <a:cubicBezTo>
                    <a:pt x="49" y="35"/>
                    <a:pt x="49" y="35"/>
                    <a:pt x="49" y="35"/>
                  </a:cubicBezTo>
                  <a:cubicBezTo>
                    <a:pt x="53" y="43"/>
                    <a:pt x="53" y="43"/>
                    <a:pt x="53" y="43"/>
                  </a:cubicBezTo>
                  <a:cubicBezTo>
                    <a:pt x="38" y="52"/>
                    <a:pt x="38" y="52"/>
                    <a:pt x="38" y="52"/>
                  </a:cubicBezTo>
                  <a:cubicBezTo>
                    <a:pt x="32" y="45"/>
                    <a:pt x="32" y="45"/>
                    <a:pt x="32" y="45"/>
                  </a:cubicBezTo>
                  <a:close/>
                  <a:moveTo>
                    <a:pt x="58" y="31"/>
                  </a:moveTo>
                  <a:cubicBezTo>
                    <a:pt x="78" y="26"/>
                    <a:pt x="78" y="26"/>
                    <a:pt x="78" y="26"/>
                  </a:cubicBezTo>
                  <a:cubicBezTo>
                    <a:pt x="79" y="36"/>
                    <a:pt x="79" y="36"/>
                    <a:pt x="79" y="36"/>
                  </a:cubicBezTo>
                  <a:cubicBezTo>
                    <a:pt x="61" y="40"/>
                    <a:pt x="61" y="40"/>
                    <a:pt x="61" y="40"/>
                  </a:cubicBezTo>
                  <a:cubicBezTo>
                    <a:pt x="58" y="31"/>
                    <a:pt x="58" y="31"/>
                    <a:pt x="58" y="31"/>
                  </a:cubicBezTo>
                  <a:close/>
                  <a:moveTo>
                    <a:pt x="87" y="25"/>
                  </a:moveTo>
                  <a:cubicBezTo>
                    <a:pt x="107" y="25"/>
                    <a:pt x="107" y="25"/>
                    <a:pt x="107" y="25"/>
                  </a:cubicBezTo>
                  <a:cubicBezTo>
                    <a:pt x="107" y="34"/>
                    <a:pt x="107" y="34"/>
                    <a:pt x="107" y="34"/>
                  </a:cubicBezTo>
                  <a:cubicBezTo>
                    <a:pt x="88" y="35"/>
                    <a:pt x="88" y="35"/>
                    <a:pt x="88" y="35"/>
                  </a:cubicBezTo>
                  <a:cubicBezTo>
                    <a:pt x="87" y="25"/>
                    <a:pt x="87" y="25"/>
                    <a:pt x="87" y="25"/>
                  </a:cubicBezTo>
                  <a:close/>
                  <a:moveTo>
                    <a:pt x="116" y="25"/>
                  </a:moveTo>
                  <a:cubicBezTo>
                    <a:pt x="135" y="25"/>
                    <a:pt x="135" y="25"/>
                    <a:pt x="135" y="25"/>
                  </a:cubicBezTo>
                  <a:cubicBezTo>
                    <a:pt x="135" y="34"/>
                    <a:pt x="135" y="34"/>
                    <a:pt x="135" y="34"/>
                  </a:cubicBezTo>
                  <a:cubicBezTo>
                    <a:pt x="116" y="34"/>
                    <a:pt x="116" y="34"/>
                    <a:pt x="116" y="34"/>
                  </a:cubicBezTo>
                  <a:cubicBezTo>
                    <a:pt x="116" y="25"/>
                    <a:pt x="116" y="25"/>
                    <a:pt x="116" y="25"/>
                  </a:cubicBezTo>
                  <a:close/>
                  <a:moveTo>
                    <a:pt x="144" y="25"/>
                  </a:moveTo>
                  <a:cubicBezTo>
                    <a:pt x="163" y="25"/>
                    <a:pt x="163" y="25"/>
                    <a:pt x="163" y="25"/>
                  </a:cubicBezTo>
                  <a:cubicBezTo>
                    <a:pt x="163" y="34"/>
                    <a:pt x="163" y="34"/>
                    <a:pt x="163" y="34"/>
                  </a:cubicBezTo>
                  <a:cubicBezTo>
                    <a:pt x="144" y="34"/>
                    <a:pt x="144" y="34"/>
                    <a:pt x="144" y="34"/>
                  </a:cubicBezTo>
                  <a:cubicBezTo>
                    <a:pt x="144" y="25"/>
                    <a:pt x="144" y="25"/>
                    <a:pt x="144" y="25"/>
                  </a:cubicBezTo>
                  <a:close/>
                  <a:moveTo>
                    <a:pt x="173" y="25"/>
                  </a:moveTo>
                  <a:cubicBezTo>
                    <a:pt x="192" y="25"/>
                    <a:pt x="192" y="25"/>
                    <a:pt x="192" y="25"/>
                  </a:cubicBezTo>
                  <a:cubicBezTo>
                    <a:pt x="192" y="34"/>
                    <a:pt x="192" y="34"/>
                    <a:pt x="192" y="34"/>
                  </a:cubicBezTo>
                  <a:cubicBezTo>
                    <a:pt x="173" y="34"/>
                    <a:pt x="173" y="34"/>
                    <a:pt x="173" y="34"/>
                  </a:cubicBezTo>
                  <a:cubicBezTo>
                    <a:pt x="173" y="25"/>
                    <a:pt x="173" y="25"/>
                    <a:pt x="173" y="25"/>
                  </a:cubicBezTo>
                  <a:close/>
                  <a:moveTo>
                    <a:pt x="201" y="25"/>
                  </a:moveTo>
                  <a:cubicBezTo>
                    <a:pt x="220" y="25"/>
                    <a:pt x="220" y="25"/>
                    <a:pt x="220" y="25"/>
                  </a:cubicBezTo>
                  <a:cubicBezTo>
                    <a:pt x="220" y="34"/>
                    <a:pt x="220" y="34"/>
                    <a:pt x="220" y="34"/>
                  </a:cubicBezTo>
                  <a:cubicBezTo>
                    <a:pt x="201" y="34"/>
                    <a:pt x="201" y="34"/>
                    <a:pt x="201" y="34"/>
                  </a:cubicBezTo>
                  <a:cubicBezTo>
                    <a:pt x="201" y="25"/>
                    <a:pt x="201" y="25"/>
                    <a:pt x="201" y="25"/>
                  </a:cubicBezTo>
                  <a:close/>
                  <a:moveTo>
                    <a:pt x="229" y="25"/>
                  </a:moveTo>
                  <a:cubicBezTo>
                    <a:pt x="248" y="25"/>
                    <a:pt x="248" y="25"/>
                    <a:pt x="248" y="25"/>
                  </a:cubicBezTo>
                  <a:cubicBezTo>
                    <a:pt x="248" y="34"/>
                    <a:pt x="248" y="34"/>
                    <a:pt x="248" y="34"/>
                  </a:cubicBezTo>
                  <a:cubicBezTo>
                    <a:pt x="229" y="34"/>
                    <a:pt x="229" y="34"/>
                    <a:pt x="229" y="34"/>
                  </a:cubicBezTo>
                  <a:cubicBezTo>
                    <a:pt x="229" y="25"/>
                    <a:pt x="229" y="25"/>
                    <a:pt x="229" y="25"/>
                  </a:cubicBezTo>
                  <a:close/>
                  <a:moveTo>
                    <a:pt x="258" y="25"/>
                  </a:moveTo>
                  <a:cubicBezTo>
                    <a:pt x="277" y="25"/>
                    <a:pt x="277" y="25"/>
                    <a:pt x="277" y="25"/>
                  </a:cubicBezTo>
                  <a:cubicBezTo>
                    <a:pt x="277" y="34"/>
                    <a:pt x="277" y="34"/>
                    <a:pt x="277" y="34"/>
                  </a:cubicBezTo>
                  <a:cubicBezTo>
                    <a:pt x="258" y="34"/>
                    <a:pt x="258" y="34"/>
                    <a:pt x="258" y="34"/>
                  </a:cubicBezTo>
                  <a:cubicBezTo>
                    <a:pt x="258" y="25"/>
                    <a:pt x="258" y="25"/>
                    <a:pt x="258" y="25"/>
                  </a:cubicBezTo>
                  <a:close/>
                  <a:moveTo>
                    <a:pt x="286" y="25"/>
                  </a:moveTo>
                  <a:cubicBezTo>
                    <a:pt x="305" y="25"/>
                    <a:pt x="305" y="25"/>
                    <a:pt x="305" y="25"/>
                  </a:cubicBezTo>
                  <a:cubicBezTo>
                    <a:pt x="305" y="34"/>
                    <a:pt x="305" y="34"/>
                    <a:pt x="305" y="34"/>
                  </a:cubicBezTo>
                  <a:cubicBezTo>
                    <a:pt x="286" y="34"/>
                    <a:pt x="286" y="34"/>
                    <a:pt x="286" y="34"/>
                  </a:cubicBezTo>
                  <a:cubicBezTo>
                    <a:pt x="286" y="25"/>
                    <a:pt x="286" y="25"/>
                    <a:pt x="286" y="25"/>
                  </a:cubicBezTo>
                  <a:close/>
                  <a:moveTo>
                    <a:pt x="314" y="25"/>
                  </a:moveTo>
                  <a:cubicBezTo>
                    <a:pt x="333" y="25"/>
                    <a:pt x="333" y="25"/>
                    <a:pt x="333" y="25"/>
                  </a:cubicBezTo>
                  <a:cubicBezTo>
                    <a:pt x="333" y="34"/>
                    <a:pt x="333" y="34"/>
                    <a:pt x="333" y="34"/>
                  </a:cubicBezTo>
                  <a:cubicBezTo>
                    <a:pt x="314" y="34"/>
                    <a:pt x="314" y="34"/>
                    <a:pt x="314" y="34"/>
                  </a:cubicBezTo>
                  <a:cubicBezTo>
                    <a:pt x="314" y="25"/>
                    <a:pt x="314" y="25"/>
                    <a:pt x="314" y="25"/>
                  </a:cubicBezTo>
                  <a:close/>
                  <a:moveTo>
                    <a:pt x="343" y="25"/>
                  </a:moveTo>
                  <a:cubicBezTo>
                    <a:pt x="362" y="25"/>
                    <a:pt x="362" y="25"/>
                    <a:pt x="362" y="25"/>
                  </a:cubicBezTo>
                  <a:cubicBezTo>
                    <a:pt x="362" y="34"/>
                    <a:pt x="362" y="34"/>
                    <a:pt x="362" y="34"/>
                  </a:cubicBezTo>
                  <a:cubicBezTo>
                    <a:pt x="343" y="34"/>
                    <a:pt x="343" y="34"/>
                    <a:pt x="343" y="34"/>
                  </a:cubicBezTo>
                  <a:cubicBezTo>
                    <a:pt x="343" y="25"/>
                    <a:pt x="343" y="25"/>
                    <a:pt x="343" y="25"/>
                  </a:cubicBezTo>
                  <a:close/>
                  <a:moveTo>
                    <a:pt x="371" y="25"/>
                  </a:moveTo>
                  <a:cubicBezTo>
                    <a:pt x="390" y="25"/>
                    <a:pt x="390" y="25"/>
                    <a:pt x="390" y="25"/>
                  </a:cubicBezTo>
                  <a:cubicBezTo>
                    <a:pt x="390" y="34"/>
                    <a:pt x="390" y="34"/>
                    <a:pt x="390" y="34"/>
                  </a:cubicBezTo>
                  <a:cubicBezTo>
                    <a:pt x="371" y="34"/>
                    <a:pt x="371" y="34"/>
                    <a:pt x="371" y="34"/>
                  </a:cubicBezTo>
                  <a:cubicBezTo>
                    <a:pt x="371" y="25"/>
                    <a:pt x="371" y="25"/>
                    <a:pt x="371" y="25"/>
                  </a:cubicBezTo>
                  <a:close/>
                  <a:moveTo>
                    <a:pt x="399" y="25"/>
                  </a:moveTo>
                  <a:cubicBezTo>
                    <a:pt x="418" y="25"/>
                    <a:pt x="418" y="25"/>
                    <a:pt x="418" y="25"/>
                  </a:cubicBezTo>
                  <a:cubicBezTo>
                    <a:pt x="418" y="34"/>
                    <a:pt x="418" y="34"/>
                    <a:pt x="418" y="34"/>
                  </a:cubicBezTo>
                  <a:cubicBezTo>
                    <a:pt x="399" y="34"/>
                    <a:pt x="399" y="34"/>
                    <a:pt x="399" y="34"/>
                  </a:cubicBezTo>
                  <a:cubicBezTo>
                    <a:pt x="399" y="25"/>
                    <a:pt x="399" y="25"/>
                    <a:pt x="399" y="25"/>
                  </a:cubicBezTo>
                  <a:close/>
                  <a:moveTo>
                    <a:pt x="428" y="25"/>
                  </a:moveTo>
                  <a:cubicBezTo>
                    <a:pt x="447" y="25"/>
                    <a:pt x="447" y="25"/>
                    <a:pt x="447" y="25"/>
                  </a:cubicBezTo>
                  <a:cubicBezTo>
                    <a:pt x="447" y="34"/>
                    <a:pt x="447" y="34"/>
                    <a:pt x="447" y="34"/>
                  </a:cubicBezTo>
                  <a:cubicBezTo>
                    <a:pt x="428" y="34"/>
                    <a:pt x="428" y="34"/>
                    <a:pt x="428" y="34"/>
                  </a:cubicBezTo>
                  <a:cubicBezTo>
                    <a:pt x="428" y="25"/>
                    <a:pt x="428" y="25"/>
                    <a:pt x="428"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6" name="Freeform 28"/>
            <p:cNvSpPr>
              <a:spLocks noEditPoints="1"/>
            </p:cNvSpPr>
            <p:nvPr/>
          </p:nvSpPr>
          <p:spPr>
            <a:xfrm>
              <a:off x="4956372" y="3845163"/>
              <a:ext cx="1074455" cy="77774"/>
            </a:xfrm>
            <a:custGeom>
              <a:avLst/>
              <a:gdLst>
                <a:gd name="T0" fmla="*/ 862 w 961"/>
                <a:gd name="T1" fmla="*/ 41 h 69"/>
                <a:gd name="T2" fmla="*/ 840 w 961"/>
                <a:gd name="T3" fmla="*/ 29 h 69"/>
                <a:gd name="T4" fmla="*/ 828 w 961"/>
                <a:gd name="T5" fmla="*/ 41 h 69"/>
                <a:gd name="T6" fmla="*/ 807 w 961"/>
                <a:gd name="T7" fmla="*/ 29 h 69"/>
                <a:gd name="T8" fmla="*/ 795 w 961"/>
                <a:gd name="T9" fmla="*/ 41 h 69"/>
                <a:gd name="T10" fmla="*/ 772 w 961"/>
                <a:gd name="T11" fmla="*/ 29 h 69"/>
                <a:gd name="T12" fmla="*/ 761 w 961"/>
                <a:gd name="T13" fmla="*/ 41 h 69"/>
                <a:gd name="T14" fmla="*/ 739 w 961"/>
                <a:gd name="T15" fmla="*/ 29 h 69"/>
                <a:gd name="T16" fmla="*/ 727 w 961"/>
                <a:gd name="T17" fmla="*/ 41 h 69"/>
                <a:gd name="T18" fmla="*/ 705 w 961"/>
                <a:gd name="T19" fmla="*/ 29 h 69"/>
                <a:gd name="T20" fmla="*/ 694 w 961"/>
                <a:gd name="T21" fmla="*/ 41 h 69"/>
                <a:gd name="T22" fmla="*/ 671 w 961"/>
                <a:gd name="T23" fmla="*/ 29 h 69"/>
                <a:gd name="T24" fmla="*/ 660 w 961"/>
                <a:gd name="T25" fmla="*/ 41 h 69"/>
                <a:gd name="T26" fmla="*/ 638 w 961"/>
                <a:gd name="T27" fmla="*/ 29 h 69"/>
                <a:gd name="T28" fmla="*/ 626 w 961"/>
                <a:gd name="T29" fmla="*/ 41 h 69"/>
                <a:gd name="T30" fmla="*/ 604 w 961"/>
                <a:gd name="T31" fmla="*/ 29 h 69"/>
                <a:gd name="T32" fmla="*/ 592 w 961"/>
                <a:gd name="T33" fmla="*/ 41 h 69"/>
                <a:gd name="T34" fmla="*/ 570 w 961"/>
                <a:gd name="T35" fmla="*/ 29 h 69"/>
                <a:gd name="T36" fmla="*/ 559 w 961"/>
                <a:gd name="T37" fmla="*/ 41 h 69"/>
                <a:gd name="T38" fmla="*/ 537 w 961"/>
                <a:gd name="T39" fmla="*/ 29 h 69"/>
                <a:gd name="T40" fmla="*/ 506 w 961"/>
                <a:gd name="T41" fmla="*/ 29 h 69"/>
                <a:gd name="T42" fmla="*/ 526 w 961"/>
                <a:gd name="T43" fmla="*/ 41 h 69"/>
                <a:gd name="T44" fmla="*/ 471 w 961"/>
                <a:gd name="T45" fmla="*/ 29 h 69"/>
                <a:gd name="T46" fmla="*/ 494 w 961"/>
                <a:gd name="T47" fmla="*/ 41 h 69"/>
                <a:gd name="T48" fmla="*/ 438 w 961"/>
                <a:gd name="T49" fmla="*/ 29 h 69"/>
                <a:gd name="T50" fmla="*/ 460 w 961"/>
                <a:gd name="T51" fmla="*/ 41 h 69"/>
                <a:gd name="T52" fmla="*/ 404 w 961"/>
                <a:gd name="T53" fmla="*/ 29 h 69"/>
                <a:gd name="T54" fmla="*/ 427 w 961"/>
                <a:gd name="T55" fmla="*/ 41 h 69"/>
                <a:gd name="T56" fmla="*/ 370 w 961"/>
                <a:gd name="T57" fmla="*/ 29 h 69"/>
                <a:gd name="T58" fmla="*/ 393 w 961"/>
                <a:gd name="T59" fmla="*/ 41 h 69"/>
                <a:gd name="T60" fmla="*/ 337 w 961"/>
                <a:gd name="T61" fmla="*/ 29 h 69"/>
                <a:gd name="T62" fmla="*/ 359 w 961"/>
                <a:gd name="T63" fmla="*/ 41 h 69"/>
                <a:gd name="T64" fmla="*/ 303 w 961"/>
                <a:gd name="T65" fmla="*/ 29 h 69"/>
                <a:gd name="T66" fmla="*/ 326 w 961"/>
                <a:gd name="T67" fmla="*/ 41 h 69"/>
                <a:gd name="T68" fmla="*/ 269 w 961"/>
                <a:gd name="T69" fmla="*/ 29 h 69"/>
                <a:gd name="T70" fmla="*/ 291 w 961"/>
                <a:gd name="T71" fmla="*/ 41 h 69"/>
                <a:gd name="T72" fmla="*/ 236 w 961"/>
                <a:gd name="T73" fmla="*/ 29 h 69"/>
                <a:gd name="T74" fmla="*/ 258 w 961"/>
                <a:gd name="T75" fmla="*/ 41 h 69"/>
                <a:gd name="T76" fmla="*/ 202 w 961"/>
                <a:gd name="T77" fmla="*/ 29 h 69"/>
                <a:gd name="T78" fmla="*/ 225 w 961"/>
                <a:gd name="T79" fmla="*/ 41 h 69"/>
                <a:gd name="T80" fmla="*/ 168 w 961"/>
                <a:gd name="T81" fmla="*/ 29 h 69"/>
                <a:gd name="T82" fmla="*/ 190 w 961"/>
                <a:gd name="T83" fmla="*/ 41 h 69"/>
                <a:gd name="T84" fmla="*/ 134 w 961"/>
                <a:gd name="T85" fmla="*/ 29 h 69"/>
                <a:gd name="T86" fmla="*/ 157 w 961"/>
                <a:gd name="T87" fmla="*/ 41 h 69"/>
                <a:gd name="T88" fmla="*/ 101 w 961"/>
                <a:gd name="T89" fmla="*/ 29 h 69"/>
                <a:gd name="T90" fmla="*/ 124 w 961"/>
                <a:gd name="T91" fmla="*/ 41 h 69"/>
                <a:gd name="T92" fmla="*/ 67 w 961"/>
                <a:gd name="T93" fmla="*/ 29 h 69"/>
                <a:gd name="T94" fmla="*/ 89 w 961"/>
                <a:gd name="T95" fmla="*/ 41 h 69"/>
                <a:gd name="T96" fmla="*/ 33 w 961"/>
                <a:gd name="T97" fmla="*/ 29 h 69"/>
                <a:gd name="T98" fmla="*/ 56 w 961"/>
                <a:gd name="T99" fmla="*/ 41 h 69"/>
                <a:gd name="T100" fmla="*/ 0 w 961"/>
                <a:gd name="T101" fmla="*/ 29 h 69"/>
                <a:gd name="T102" fmla="*/ 23 w 961"/>
                <a:gd name="T103" fmla="*/ 41 h 69"/>
                <a:gd name="T104" fmla="*/ 892 w 961"/>
                <a:gd name="T105" fmla="*/ 29 h 69"/>
                <a:gd name="T106" fmla="*/ 892 w 961"/>
                <a:gd name="T107" fmla="*/ 41 h 69"/>
                <a:gd name="T108" fmla="*/ 961 w 961"/>
                <a:gd name="T109" fmla="*/ 3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69">
                  <a:moveTo>
                    <a:pt x="840" y="29"/>
                  </a:moveTo>
                  <a:lnTo>
                    <a:pt x="862" y="29"/>
                  </a:lnTo>
                  <a:lnTo>
                    <a:pt x="862" y="41"/>
                  </a:lnTo>
                  <a:lnTo>
                    <a:pt x="840" y="41"/>
                  </a:lnTo>
                  <a:lnTo>
                    <a:pt x="840" y="29"/>
                  </a:lnTo>
                  <a:lnTo>
                    <a:pt x="840" y="29"/>
                  </a:lnTo>
                  <a:close/>
                  <a:moveTo>
                    <a:pt x="807" y="29"/>
                  </a:moveTo>
                  <a:lnTo>
                    <a:pt x="828" y="29"/>
                  </a:lnTo>
                  <a:lnTo>
                    <a:pt x="828" y="41"/>
                  </a:lnTo>
                  <a:lnTo>
                    <a:pt x="807" y="41"/>
                  </a:lnTo>
                  <a:lnTo>
                    <a:pt x="807" y="29"/>
                  </a:lnTo>
                  <a:lnTo>
                    <a:pt x="807" y="29"/>
                  </a:lnTo>
                  <a:close/>
                  <a:moveTo>
                    <a:pt x="772" y="29"/>
                  </a:moveTo>
                  <a:lnTo>
                    <a:pt x="795" y="29"/>
                  </a:lnTo>
                  <a:lnTo>
                    <a:pt x="795" y="41"/>
                  </a:lnTo>
                  <a:lnTo>
                    <a:pt x="772" y="41"/>
                  </a:lnTo>
                  <a:lnTo>
                    <a:pt x="772" y="29"/>
                  </a:lnTo>
                  <a:lnTo>
                    <a:pt x="772" y="29"/>
                  </a:lnTo>
                  <a:close/>
                  <a:moveTo>
                    <a:pt x="739" y="29"/>
                  </a:moveTo>
                  <a:lnTo>
                    <a:pt x="761" y="29"/>
                  </a:lnTo>
                  <a:lnTo>
                    <a:pt x="761" y="41"/>
                  </a:lnTo>
                  <a:lnTo>
                    <a:pt x="739" y="41"/>
                  </a:lnTo>
                  <a:lnTo>
                    <a:pt x="739" y="29"/>
                  </a:lnTo>
                  <a:lnTo>
                    <a:pt x="739" y="29"/>
                  </a:lnTo>
                  <a:close/>
                  <a:moveTo>
                    <a:pt x="705" y="29"/>
                  </a:moveTo>
                  <a:lnTo>
                    <a:pt x="727" y="29"/>
                  </a:lnTo>
                  <a:lnTo>
                    <a:pt x="727" y="41"/>
                  </a:lnTo>
                  <a:lnTo>
                    <a:pt x="705" y="41"/>
                  </a:lnTo>
                  <a:lnTo>
                    <a:pt x="705" y="29"/>
                  </a:lnTo>
                  <a:lnTo>
                    <a:pt x="705" y="29"/>
                  </a:lnTo>
                  <a:close/>
                  <a:moveTo>
                    <a:pt x="671" y="29"/>
                  </a:moveTo>
                  <a:lnTo>
                    <a:pt x="694" y="29"/>
                  </a:lnTo>
                  <a:lnTo>
                    <a:pt x="694" y="41"/>
                  </a:lnTo>
                  <a:lnTo>
                    <a:pt x="671" y="41"/>
                  </a:lnTo>
                  <a:lnTo>
                    <a:pt x="671" y="29"/>
                  </a:lnTo>
                  <a:lnTo>
                    <a:pt x="671" y="29"/>
                  </a:lnTo>
                  <a:close/>
                  <a:moveTo>
                    <a:pt x="638" y="29"/>
                  </a:moveTo>
                  <a:lnTo>
                    <a:pt x="660" y="29"/>
                  </a:lnTo>
                  <a:lnTo>
                    <a:pt x="660" y="41"/>
                  </a:lnTo>
                  <a:lnTo>
                    <a:pt x="638" y="41"/>
                  </a:lnTo>
                  <a:lnTo>
                    <a:pt x="638" y="29"/>
                  </a:lnTo>
                  <a:lnTo>
                    <a:pt x="638" y="29"/>
                  </a:lnTo>
                  <a:close/>
                  <a:moveTo>
                    <a:pt x="604" y="29"/>
                  </a:moveTo>
                  <a:lnTo>
                    <a:pt x="626" y="29"/>
                  </a:lnTo>
                  <a:lnTo>
                    <a:pt x="626" y="41"/>
                  </a:lnTo>
                  <a:lnTo>
                    <a:pt x="604" y="41"/>
                  </a:lnTo>
                  <a:lnTo>
                    <a:pt x="604" y="29"/>
                  </a:lnTo>
                  <a:lnTo>
                    <a:pt x="604" y="29"/>
                  </a:lnTo>
                  <a:close/>
                  <a:moveTo>
                    <a:pt x="570" y="29"/>
                  </a:moveTo>
                  <a:lnTo>
                    <a:pt x="592" y="29"/>
                  </a:lnTo>
                  <a:lnTo>
                    <a:pt x="592" y="41"/>
                  </a:lnTo>
                  <a:lnTo>
                    <a:pt x="570" y="41"/>
                  </a:lnTo>
                  <a:lnTo>
                    <a:pt x="570" y="29"/>
                  </a:lnTo>
                  <a:lnTo>
                    <a:pt x="570" y="29"/>
                  </a:lnTo>
                  <a:close/>
                  <a:moveTo>
                    <a:pt x="537" y="29"/>
                  </a:moveTo>
                  <a:lnTo>
                    <a:pt x="559" y="29"/>
                  </a:lnTo>
                  <a:lnTo>
                    <a:pt x="559" y="41"/>
                  </a:lnTo>
                  <a:lnTo>
                    <a:pt x="537" y="41"/>
                  </a:lnTo>
                  <a:lnTo>
                    <a:pt x="537" y="29"/>
                  </a:lnTo>
                  <a:lnTo>
                    <a:pt x="537" y="29"/>
                  </a:lnTo>
                  <a:close/>
                  <a:moveTo>
                    <a:pt x="526" y="41"/>
                  </a:moveTo>
                  <a:lnTo>
                    <a:pt x="506" y="41"/>
                  </a:lnTo>
                  <a:lnTo>
                    <a:pt x="506" y="29"/>
                  </a:lnTo>
                  <a:lnTo>
                    <a:pt x="526" y="29"/>
                  </a:lnTo>
                  <a:lnTo>
                    <a:pt x="526" y="41"/>
                  </a:lnTo>
                  <a:lnTo>
                    <a:pt x="526" y="41"/>
                  </a:lnTo>
                  <a:close/>
                  <a:moveTo>
                    <a:pt x="494" y="41"/>
                  </a:moveTo>
                  <a:lnTo>
                    <a:pt x="494" y="29"/>
                  </a:lnTo>
                  <a:lnTo>
                    <a:pt x="471" y="29"/>
                  </a:lnTo>
                  <a:lnTo>
                    <a:pt x="471" y="41"/>
                  </a:lnTo>
                  <a:lnTo>
                    <a:pt x="494" y="41"/>
                  </a:lnTo>
                  <a:lnTo>
                    <a:pt x="494" y="41"/>
                  </a:lnTo>
                  <a:close/>
                  <a:moveTo>
                    <a:pt x="460" y="41"/>
                  </a:moveTo>
                  <a:lnTo>
                    <a:pt x="460" y="29"/>
                  </a:lnTo>
                  <a:lnTo>
                    <a:pt x="438" y="29"/>
                  </a:lnTo>
                  <a:lnTo>
                    <a:pt x="438" y="41"/>
                  </a:lnTo>
                  <a:lnTo>
                    <a:pt x="460" y="41"/>
                  </a:lnTo>
                  <a:lnTo>
                    <a:pt x="460" y="41"/>
                  </a:lnTo>
                  <a:close/>
                  <a:moveTo>
                    <a:pt x="427" y="41"/>
                  </a:moveTo>
                  <a:lnTo>
                    <a:pt x="427" y="29"/>
                  </a:lnTo>
                  <a:lnTo>
                    <a:pt x="404" y="29"/>
                  </a:lnTo>
                  <a:lnTo>
                    <a:pt x="404" y="41"/>
                  </a:lnTo>
                  <a:lnTo>
                    <a:pt x="427" y="41"/>
                  </a:lnTo>
                  <a:lnTo>
                    <a:pt x="427" y="41"/>
                  </a:lnTo>
                  <a:close/>
                  <a:moveTo>
                    <a:pt x="393" y="41"/>
                  </a:moveTo>
                  <a:lnTo>
                    <a:pt x="393" y="29"/>
                  </a:lnTo>
                  <a:lnTo>
                    <a:pt x="370" y="29"/>
                  </a:lnTo>
                  <a:lnTo>
                    <a:pt x="370" y="41"/>
                  </a:lnTo>
                  <a:lnTo>
                    <a:pt x="393" y="41"/>
                  </a:lnTo>
                  <a:lnTo>
                    <a:pt x="393" y="41"/>
                  </a:lnTo>
                  <a:close/>
                  <a:moveTo>
                    <a:pt x="359" y="41"/>
                  </a:moveTo>
                  <a:lnTo>
                    <a:pt x="359" y="29"/>
                  </a:lnTo>
                  <a:lnTo>
                    <a:pt x="337" y="29"/>
                  </a:lnTo>
                  <a:lnTo>
                    <a:pt x="337" y="41"/>
                  </a:lnTo>
                  <a:lnTo>
                    <a:pt x="359" y="41"/>
                  </a:lnTo>
                  <a:lnTo>
                    <a:pt x="359" y="41"/>
                  </a:lnTo>
                  <a:close/>
                  <a:moveTo>
                    <a:pt x="326" y="41"/>
                  </a:moveTo>
                  <a:lnTo>
                    <a:pt x="326" y="29"/>
                  </a:lnTo>
                  <a:lnTo>
                    <a:pt x="303" y="29"/>
                  </a:lnTo>
                  <a:lnTo>
                    <a:pt x="303" y="41"/>
                  </a:lnTo>
                  <a:lnTo>
                    <a:pt x="326" y="41"/>
                  </a:lnTo>
                  <a:lnTo>
                    <a:pt x="326" y="41"/>
                  </a:lnTo>
                  <a:close/>
                  <a:moveTo>
                    <a:pt x="291" y="41"/>
                  </a:moveTo>
                  <a:lnTo>
                    <a:pt x="291" y="29"/>
                  </a:lnTo>
                  <a:lnTo>
                    <a:pt x="269" y="29"/>
                  </a:lnTo>
                  <a:lnTo>
                    <a:pt x="269" y="41"/>
                  </a:lnTo>
                  <a:lnTo>
                    <a:pt x="291" y="41"/>
                  </a:lnTo>
                  <a:lnTo>
                    <a:pt x="291" y="41"/>
                  </a:lnTo>
                  <a:close/>
                  <a:moveTo>
                    <a:pt x="258" y="41"/>
                  </a:moveTo>
                  <a:lnTo>
                    <a:pt x="258" y="29"/>
                  </a:lnTo>
                  <a:lnTo>
                    <a:pt x="236" y="29"/>
                  </a:lnTo>
                  <a:lnTo>
                    <a:pt x="236" y="41"/>
                  </a:lnTo>
                  <a:lnTo>
                    <a:pt x="258" y="41"/>
                  </a:lnTo>
                  <a:lnTo>
                    <a:pt x="258" y="41"/>
                  </a:lnTo>
                  <a:close/>
                  <a:moveTo>
                    <a:pt x="225" y="41"/>
                  </a:moveTo>
                  <a:lnTo>
                    <a:pt x="225" y="29"/>
                  </a:lnTo>
                  <a:lnTo>
                    <a:pt x="202" y="29"/>
                  </a:lnTo>
                  <a:lnTo>
                    <a:pt x="202" y="41"/>
                  </a:lnTo>
                  <a:lnTo>
                    <a:pt x="225" y="41"/>
                  </a:lnTo>
                  <a:lnTo>
                    <a:pt x="225" y="41"/>
                  </a:lnTo>
                  <a:close/>
                  <a:moveTo>
                    <a:pt x="190" y="41"/>
                  </a:moveTo>
                  <a:lnTo>
                    <a:pt x="190" y="29"/>
                  </a:lnTo>
                  <a:lnTo>
                    <a:pt x="168" y="29"/>
                  </a:lnTo>
                  <a:lnTo>
                    <a:pt x="168" y="41"/>
                  </a:lnTo>
                  <a:lnTo>
                    <a:pt x="190" y="41"/>
                  </a:lnTo>
                  <a:lnTo>
                    <a:pt x="190" y="41"/>
                  </a:lnTo>
                  <a:close/>
                  <a:moveTo>
                    <a:pt x="157" y="41"/>
                  </a:moveTo>
                  <a:lnTo>
                    <a:pt x="157" y="29"/>
                  </a:lnTo>
                  <a:lnTo>
                    <a:pt x="134" y="29"/>
                  </a:lnTo>
                  <a:lnTo>
                    <a:pt x="134" y="41"/>
                  </a:lnTo>
                  <a:lnTo>
                    <a:pt x="157" y="41"/>
                  </a:lnTo>
                  <a:lnTo>
                    <a:pt x="157" y="41"/>
                  </a:lnTo>
                  <a:close/>
                  <a:moveTo>
                    <a:pt x="124" y="41"/>
                  </a:moveTo>
                  <a:lnTo>
                    <a:pt x="124" y="29"/>
                  </a:lnTo>
                  <a:lnTo>
                    <a:pt x="101" y="29"/>
                  </a:lnTo>
                  <a:lnTo>
                    <a:pt x="101" y="41"/>
                  </a:lnTo>
                  <a:lnTo>
                    <a:pt x="124" y="41"/>
                  </a:lnTo>
                  <a:lnTo>
                    <a:pt x="124" y="41"/>
                  </a:lnTo>
                  <a:close/>
                  <a:moveTo>
                    <a:pt x="89" y="41"/>
                  </a:moveTo>
                  <a:lnTo>
                    <a:pt x="89" y="29"/>
                  </a:lnTo>
                  <a:lnTo>
                    <a:pt x="67" y="29"/>
                  </a:lnTo>
                  <a:lnTo>
                    <a:pt x="67" y="41"/>
                  </a:lnTo>
                  <a:lnTo>
                    <a:pt x="89" y="41"/>
                  </a:lnTo>
                  <a:lnTo>
                    <a:pt x="89" y="41"/>
                  </a:lnTo>
                  <a:close/>
                  <a:moveTo>
                    <a:pt x="56" y="41"/>
                  </a:moveTo>
                  <a:lnTo>
                    <a:pt x="56" y="29"/>
                  </a:lnTo>
                  <a:lnTo>
                    <a:pt x="33" y="29"/>
                  </a:lnTo>
                  <a:lnTo>
                    <a:pt x="33" y="41"/>
                  </a:lnTo>
                  <a:lnTo>
                    <a:pt x="56" y="41"/>
                  </a:lnTo>
                  <a:lnTo>
                    <a:pt x="56" y="41"/>
                  </a:lnTo>
                  <a:close/>
                  <a:moveTo>
                    <a:pt x="23" y="41"/>
                  </a:moveTo>
                  <a:lnTo>
                    <a:pt x="23" y="29"/>
                  </a:lnTo>
                  <a:lnTo>
                    <a:pt x="0" y="29"/>
                  </a:lnTo>
                  <a:lnTo>
                    <a:pt x="0" y="41"/>
                  </a:lnTo>
                  <a:lnTo>
                    <a:pt x="23" y="41"/>
                  </a:lnTo>
                  <a:lnTo>
                    <a:pt x="23" y="41"/>
                  </a:lnTo>
                  <a:close/>
                  <a:moveTo>
                    <a:pt x="961" y="35"/>
                  </a:moveTo>
                  <a:lnTo>
                    <a:pt x="892" y="0"/>
                  </a:lnTo>
                  <a:lnTo>
                    <a:pt x="892" y="29"/>
                  </a:lnTo>
                  <a:lnTo>
                    <a:pt x="873" y="29"/>
                  </a:lnTo>
                  <a:lnTo>
                    <a:pt x="873" y="41"/>
                  </a:lnTo>
                  <a:lnTo>
                    <a:pt x="892" y="41"/>
                  </a:lnTo>
                  <a:lnTo>
                    <a:pt x="892" y="69"/>
                  </a:lnTo>
                  <a:lnTo>
                    <a:pt x="961" y="35"/>
                  </a:lnTo>
                  <a:lnTo>
                    <a:pt x="961" y="3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7" name="Freeform 29"/>
            <p:cNvSpPr>
              <a:spLocks noEditPoints="1"/>
            </p:cNvSpPr>
            <p:nvPr/>
          </p:nvSpPr>
          <p:spPr>
            <a:xfrm>
              <a:off x="5034139" y="4953035"/>
              <a:ext cx="334874" cy="190465"/>
            </a:xfrm>
            <a:custGeom>
              <a:avLst/>
              <a:gdLst>
                <a:gd name="T0" fmla="*/ 145 w 252"/>
                <a:gd name="T1" fmla="*/ 24 h 143"/>
                <a:gd name="T2" fmla="*/ 164 w 252"/>
                <a:gd name="T3" fmla="*/ 24 h 143"/>
                <a:gd name="T4" fmla="*/ 164 w 252"/>
                <a:gd name="T5" fmla="*/ 34 h 143"/>
                <a:gd name="T6" fmla="*/ 145 w 252"/>
                <a:gd name="T7" fmla="*/ 34 h 143"/>
                <a:gd name="T8" fmla="*/ 145 w 252"/>
                <a:gd name="T9" fmla="*/ 24 h 143"/>
                <a:gd name="T10" fmla="*/ 252 w 252"/>
                <a:gd name="T11" fmla="*/ 29 h 143"/>
                <a:gd name="T12" fmla="*/ 194 w 252"/>
                <a:gd name="T13" fmla="*/ 0 h 143"/>
                <a:gd name="T14" fmla="*/ 194 w 252"/>
                <a:gd name="T15" fmla="*/ 24 h 143"/>
                <a:gd name="T16" fmla="*/ 178 w 252"/>
                <a:gd name="T17" fmla="*/ 24 h 143"/>
                <a:gd name="T18" fmla="*/ 178 w 252"/>
                <a:gd name="T19" fmla="*/ 34 h 143"/>
                <a:gd name="T20" fmla="*/ 194 w 252"/>
                <a:gd name="T21" fmla="*/ 34 h 143"/>
                <a:gd name="T22" fmla="*/ 194 w 252"/>
                <a:gd name="T23" fmla="*/ 58 h 143"/>
                <a:gd name="T24" fmla="*/ 252 w 252"/>
                <a:gd name="T25" fmla="*/ 29 h 143"/>
                <a:gd name="T26" fmla="*/ 10 w 252"/>
                <a:gd name="T27" fmla="*/ 143 h 143"/>
                <a:gd name="T28" fmla="*/ 10 w 252"/>
                <a:gd name="T29" fmla="*/ 134 h 143"/>
                <a:gd name="T30" fmla="*/ 0 w 252"/>
                <a:gd name="T31" fmla="*/ 134 h 143"/>
                <a:gd name="T32" fmla="*/ 0 w 252"/>
                <a:gd name="T33" fmla="*/ 143 h 143"/>
                <a:gd name="T34" fmla="*/ 10 w 252"/>
                <a:gd name="T35" fmla="*/ 143 h 143"/>
                <a:gd name="T36" fmla="*/ 0 w 252"/>
                <a:gd name="T37" fmla="*/ 125 h 143"/>
                <a:gd name="T38" fmla="*/ 10 w 252"/>
                <a:gd name="T39" fmla="*/ 125 h 143"/>
                <a:gd name="T40" fmla="*/ 11 w 252"/>
                <a:gd name="T41" fmla="*/ 106 h 143"/>
                <a:gd name="T42" fmla="*/ 2 w 252"/>
                <a:gd name="T43" fmla="*/ 105 h 143"/>
                <a:gd name="T44" fmla="*/ 0 w 252"/>
                <a:gd name="T45" fmla="*/ 125 h 143"/>
                <a:gd name="T46" fmla="*/ 3 w 252"/>
                <a:gd name="T47" fmla="*/ 95 h 143"/>
                <a:gd name="T48" fmla="*/ 9 w 252"/>
                <a:gd name="T49" fmla="*/ 77 h 143"/>
                <a:gd name="T50" fmla="*/ 18 w 252"/>
                <a:gd name="T51" fmla="*/ 80 h 143"/>
                <a:gd name="T52" fmla="*/ 12 w 252"/>
                <a:gd name="T53" fmla="*/ 97 h 143"/>
                <a:gd name="T54" fmla="*/ 3 w 252"/>
                <a:gd name="T55" fmla="*/ 95 h 143"/>
                <a:gd name="T56" fmla="*/ 13 w 252"/>
                <a:gd name="T57" fmla="*/ 68 h 143"/>
                <a:gd name="T58" fmla="*/ 25 w 252"/>
                <a:gd name="T59" fmla="*/ 51 h 143"/>
                <a:gd name="T60" fmla="*/ 32 w 252"/>
                <a:gd name="T61" fmla="*/ 58 h 143"/>
                <a:gd name="T62" fmla="*/ 21 w 252"/>
                <a:gd name="T63" fmla="*/ 72 h 143"/>
                <a:gd name="T64" fmla="*/ 13 w 252"/>
                <a:gd name="T65" fmla="*/ 68 h 143"/>
                <a:gd name="T66" fmla="*/ 33 w 252"/>
                <a:gd name="T67" fmla="*/ 45 h 143"/>
                <a:gd name="T68" fmla="*/ 50 w 252"/>
                <a:gd name="T69" fmla="*/ 34 h 143"/>
                <a:gd name="T70" fmla="*/ 54 w 252"/>
                <a:gd name="T71" fmla="*/ 43 h 143"/>
                <a:gd name="T72" fmla="*/ 38 w 252"/>
                <a:gd name="T73" fmla="*/ 52 h 143"/>
                <a:gd name="T74" fmla="*/ 33 w 252"/>
                <a:gd name="T75" fmla="*/ 45 h 143"/>
                <a:gd name="T76" fmla="*/ 59 w 252"/>
                <a:gd name="T77" fmla="*/ 31 h 143"/>
                <a:gd name="T78" fmla="*/ 78 w 252"/>
                <a:gd name="T79" fmla="*/ 26 h 143"/>
                <a:gd name="T80" fmla="*/ 79 w 252"/>
                <a:gd name="T81" fmla="*/ 35 h 143"/>
                <a:gd name="T82" fmla="*/ 62 w 252"/>
                <a:gd name="T83" fmla="*/ 40 h 143"/>
                <a:gd name="T84" fmla="*/ 59 w 252"/>
                <a:gd name="T85" fmla="*/ 31 h 143"/>
                <a:gd name="T86" fmla="*/ 88 w 252"/>
                <a:gd name="T87" fmla="*/ 25 h 143"/>
                <a:gd name="T88" fmla="*/ 107 w 252"/>
                <a:gd name="T89" fmla="*/ 24 h 143"/>
                <a:gd name="T90" fmla="*/ 107 w 252"/>
                <a:gd name="T91" fmla="*/ 34 h 143"/>
                <a:gd name="T92" fmla="*/ 89 w 252"/>
                <a:gd name="T93" fmla="*/ 34 h 143"/>
                <a:gd name="T94" fmla="*/ 88 w 252"/>
                <a:gd name="T95" fmla="*/ 25 h 143"/>
                <a:gd name="T96" fmla="*/ 116 w 252"/>
                <a:gd name="T97" fmla="*/ 24 h 143"/>
                <a:gd name="T98" fmla="*/ 135 w 252"/>
                <a:gd name="T99" fmla="*/ 24 h 143"/>
                <a:gd name="T100" fmla="*/ 135 w 252"/>
                <a:gd name="T101" fmla="*/ 34 h 143"/>
                <a:gd name="T102" fmla="*/ 116 w 252"/>
                <a:gd name="T103" fmla="*/ 34 h 143"/>
                <a:gd name="T104" fmla="*/ 116 w 252"/>
                <a:gd name="T105" fmla="*/ 2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2" h="143">
                  <a:moveTo>
                    <a:pt x="145" y="24"/>
                  </a:moveTo>
                  <a:cubicBezTo>
                    <a:pt x="164" y="24"/>
                    <a:pt x="164" y="24"/>
                    <a:pt x="164" y="24"/>
                  </a:cubicBezTo>
                  <a:cubicBezTo>
                    <a:pt x="164" y="34"/>
                    <a:pt x="164" y="34"/>
                    <a:pt x="164" y="34"/>
                  </a:cubicBezTo>
                  <a:cubicBezTo>
                    <a:pt x="145" y="34"/>
                    <a:pt x="145" y="34"/>
                    <a:pt x="145" y="34"/>
                  </a:cubicBezTo>
                  <a:cubicBezTo>
                    <a:pt x="145" y="24"/>
                    <a:pt x="145" y="24"/>
                    <a:pt x="145" y="24"/>
                  </a:cubicBezTo>
                  <a:close/>
                  <a:moveTo>
                    <a:pt x="252" y="29"/>
                  </a:moveTo>
                  <a:cubicBezTo>
                    <a:pt x="194" y="0"/>
                    <a:pt x="194" y="0"/>
                    <a:pt x="194" y="0"/>
                  </a:cubicBezTo>
                  <a:cubicBezTo>
                    <a:pt x="194" y="24"/>
                    <a:pt x="194" y="24"/>
                    <a:pt x="194" y="24"/>
                  </a:cubicBezTo>
                  <a:cubicBezTo>
                    <a:pt x="178" y="24"/>
                    <a:pt x="178" y="24"/>
                    <a:pt x="178" y="24"/>
                  </a:cubicBezTo>
                  <a:cubicBezTo>
                    <a:pt x="178" y="34"/>
                    <a:pt x="178" y="34"/>
                    <a:pt x="178" y="34"/>
                  </a:cubicBezTo>
                  <a:cubicBezTo>
                    <a:pt x="194" y="34"/>
                    <a:pt x="194" y="34"/>
                    <a:pt x="194" y="34"/>
                  </a:cubicBezTo>
                  <a:cubicBezTo>
                    <a:pt x="194" y="58"/>
                    <a:pt x="194" y="58"/>
                    <a:pt x="194" y="58"/>
                  </a:cubicBezTo>
                  <a:cubicBezTo>
                    <a:pt x="252" y="29"/>
                    <a:pt x="252" y="29"/>
                    <a:pt x="252" y="29"/>
                  </a:cubicBezTo>
                  <a:close/>
                  <a:moveTo>
                    <a:pt x="10" y="143"/>
                  </a:moveTo>
                  <a:cubicBezTo>
                    <a:pt x="10" y="134"/>
                    <a:pt x="10" y="134"/>
                    <a:pt x="10" y="134"/>
                  </a:cubicBezTo>
                  <a:cubicBezTo>
                    <a:pt x="0" y="134"/>
                    <a:pt x="0" y="134"/>
                    <a:pt x="0" y="134"/>
                  </a:cubicBezTo>
                  <a:cubicBezTo>
                    <a:pt x="0" y="143"/>
                    <a:pt x="0" y="143"/>
                    <a:pt x="0" y="143"/>
                  </a:cubicBezTo>
                  <a:cubicBezTo>
                    <a:pt x="10" y="143"/>
                    <a:pt x="10" y="143"/>
                    <a:pt x="10" y="143"/>
                  </a:cubicBezTo>
                  <a:close/>
                  <a:moveTo>
                    <a:pt x="0" y="125"/>
                  </a:moveTo>
                  <a:cubicBezTo>
                    <a:pt x="10" y="125"/>
                    <a:pt x="10" y="125"/>
                    <a:pt x="10" y="125"/>
                  </a:cubicBezTo>
                  <a:cubicBezTo>
                    <a:pt x="11" y="106"/>
                    <a:pt x="11" y="106"/>
                    <a:pt x="11" y="106"/>
                  </a:cubicBezTo>
                  <a:cubicBezTo>
                    <a:pt x="2" y="105"/>
                    <a:pt x="2" y="105"/>
                    <a:pt x="2" y="105"/>
                  </a:cubicBezTo>
                  <a:cubicBezTo>
                    <a:pt x="0" y="125"/>
                    <a:pt x="0" y="125"/>
                    <a:pt x="0" y="125"/>
                  </a:cubicBezTo>
                  <a:close/>
                  <a:moveTo>
                    <a:pt x="3" y="95"/>
                  </a:moveTo>
                  <a:cubicBezTo>
                    <a:pt x="9" y="77"/>
                    <a:pt x="9" y="77"/>
                    <a:pt x="9" y="77"/>
                  </a:cubicBezTo>
                  <a:cubicBezTo>
                    <a:pt x="18" y="80"/>
                    <a:pt x="18" y="80"/>
                    <a:pt x="18" y="80"/>
                  </a:cubicBezTo>
                  <a:cubicBezTo>
                    <a:pt x="15" y="85"/>
                    <a:pt x="14" y="92"/>
                    <a:pt x="12" y="97"/>
                  </a:cubicBezTo>
                  <a:cubicBezTo>
                    <a:pt x="3" y="95"/>
                    <a:pt x="3" y="95"/>
                    <a:pt x="3" y="95"/>
                  </a:cubicBezTo>
                  <a:close/>
                  <a:moveTo>
                    <a:pt x="13" y="68"/>
                  </a:moveTo>
                  <a:cubicBezTo>
                    <a:pt x="25" y="51"/>
                    <a:pt x="25" y="51"/>
                    <a:pt x="25" y="51"/>
                  </a:cubicBezTo>
                  <a:cubicBezTo>
                    <a:pt x="32" y="58"/>
                    <a:pt x="32" y="58"/>
                    <a:pt x="32" y="58"/>
                  </a:cubicBezTo>
                  <a:cubicBezTo>
                    <a:pt x="21" y="72"/>
                    <a:pt x="21" y="72"/>
                    <a:pt x="21" y="72"/>
                  </a:cubicBezTo>
                  <a:cubicBezTo>
                    <a:pt x="13" y="68"/>
                    <a:pt x="13" y="68"/>
                    <a:pt x="13" y="68"/>
                  </a:cubicBezTo>
                  <a:close/>
                  <a:moveTo>
                    <a:pt x="33" y="45"/>
                  </a:moveTo>
                  <a:cubicBezTo>
                    <a:pt x="50" y="34"/>
                    <a:pt x="50" y="34"/>
                    <a:pt x="50" y="34"/>
                  </a:cubicBezTo>
                  <a:cubicBezTo>
                    <a:pt x="54" y="43"/>
                    <a:pt x="54" y="43"/>
                    <a:pt x="54" y="43"/>
                  </a:cubicBezTo>
                  <a:cubicBezTo>
                    <a:pt x="38" y="52"/>
                    <a:pt x="38" y="52"/>
                    <a:pt x="38" y="52"/>
                  </a:cubicBezTo>
                  <a:cubicBezTo>
                    <a:pt x="33" y="45"/>
                    <a:pt x="33" y="45"/>
                    <a:pt x="33" y="45"/>
                  </a:cubicBezTo>
                  <a:close/>
                  <a:moveTo>
                    <a:pt x="59" y="31"/>
                  </a:moveTo>
                  <a:cubicBezTo>
                    <a:pt x="78" y="26"/>
                    <a:pt x="78" y="26"/>
                    <a:pt x="78" y="26"/>
                  </a:cubicBezTo>
                  <a:cubicBezTo>
                    <a:pt x="79" y="35"/>
                    <a:pt x="79" y="35"/>
                    <a:pt x="79" y="35"/>
                  </a:cubicBezTo>
                  <a:cubicBezTo>
                    <a:pt x="62" y="40"/>
                    <a:pt x="62" y="40"/>
                    <a:pt x="62" y="40"/>
                  </a:cubicBezTo>
                  <a:cubicBezTo>
                    <a:pt x="59" y="31"/>
                    <a:pt x="59" y="31"/>
                    <a:pt x="59" y="31"/>
                  </a:cubicBezTo>
                  <a:close/>
                  <a:moveTo>
                    <a:pt x="88" y="25"/>
                  </a:moveTo>
                  <a:cubicBezTo>
                    <a:pt x="107" y="24"/>
                    <a:pt x="107" y="24"/>
                    <a:pt x="107" y="24"/>
                  </a:cubicBezTo>
                  <a:cubicBezTo>
                    <a:pt x="107" y="34"/>
                    <a:pt x="107" y="34"/>
                    <a:pt x="107" y="34"/>
                  </a:cubicBezTo>
                  <a:cubicBezTo>
                    <a:pt x="89" y="34"/>
                    <a:pt x="89" y="34"/>
                    <a:pt x="89" y="34"/>
                  </a:cubicBezTo>
                  <a:cubicBezTo>
                    <a:pt x="88" y="25"/>
                    <a:pt x="88" y="25"/>
                    <a:pt x="88" y="25"/>
                  </a:cubicBezTo>
                  <a:close/>
                  <a:moveTo>
                    <a:pt x="116" y="24"/>
                  </a:moveTo>
                  <a:cubicBezTo>
                    <a:pt x="135" y="24"/>
                    <a:pt x="135" y="24"/>
                    <a:pt x="135" y="24"/>
                  </a:cubicBezTo>
                  <a:cubicBezTo>
                    <a:pt x="135" y="34"/>
                    <a:pt x="135" y="34"/>
                    <a:pt x="135" y="34"/>
                  </a:cubicBezTo>
                  <a:cubicBezTo>
                    <a:pt x="116" y="34"/>
                    <a:pt x="116" y="34"/>
                    <a:pt x="116" y="34"/>
                  </a:cubicBezTo>
                  <a:cubicBezTo>
                    <a:pt x="116" y="24"/>
                    <a:pt x="116" y="24"/>
                    <a:pt x="116"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8" name="Freeform 30"/>
            <p:cNvSpPr>
              <a:spLocks noEditPoints="1"/>
            </p:cNvSpPr>
            <p:nvPr/>
          </p:nvSpPr>
          <p:spPr>
            <a:xfrm>
              <a:off x="5808635" y="2840461"/>
              <a:ext cx="334874" cy="504732"/>
            </a:xfrm>
            <a:custGeom>
              <a:avLst/>
              <a:gdLst>
                <a:gd name="T0" fmla="*/ 163 w 251"/>
                <a:gd name="T1" fmla="*/ 24 h 379"/>
                <a:gd name="T2" fmla="*/ 145 w 251"/>
                <a:gd name="T3" fmla="*/ 34 h 379"/>
                <a:gd name="T4" fmla="*/ 251 w 251"/>
                <a:gd name="T5" fmla="*/ 29 h 379"/>
                <a:gd name="T6" fmla="*/ 194 w 251"/>
                <a:gd name="T7" fmla="*/ 24 h 379"/>
                <a:gd name="T8" fmla="*/ 178 w 251"/>
                <a:gd name="T9" fmla="*/ 34 h 379"/>
                <a:gd name="T10" fmla="*/ 194 w 251"/>
                <a:gd name="T11" fmla="*/ 58 h 379"/>
                <a:gd name="T12" fmla="*/ 0 w 251"/>
                <a:gd name="T13" fmla="*/ 379 h 379"/>
                <a:gd name="T14" fmla="*/ 9 w 251"/>
                <a:gd name="T15" fmla="*/ 361 h 379"/>
                <a:gd name="T16" fmla="*/ 0 w 251"/>
                <a:gd name="T17" fmla="*/ 379 h 379"/>
                <a:gd name="T18" fmla="*/ 9 w 251"/>
                <a:gd name="T19" fmla="*/ 351 h 379"/>
                <a:gd name="T20" fmla="*/ 0 w 251"/>
                <a:gd name="T21" fmla="*/ 332 h 379"/>
                <a:gd name="T22" fmla="*/ 0 w 251"/>
                <a:gd name="T23" fmla="*/ 323 h 379"/>
                <a:gd name="T24" fmla="*/ 9 w 251"/>
                <a:gd name="T25" fmla="*/ 304 h 379"/>
                <a:gd name="T26" fmla="*/ 0 w 251"/>
                <a:gd name="T27" fmla="*/ 323 h 379"/>
                <a:gd name="T28" fmla="*/ 9 w 251"/>
                <a:gd name="T29" fmla="*/ 294 h 379"/>
                <a:gd name="T30" fmla="*/ 0 w 251"/>
                <a:gd name="T31" fmla="*/ 276 h 379"/>
                <a:gd name="T32" fmla="*/ 0 w 251"/>
                <a:gd name="T33" fmla="*/ 266 h 379"/>
                <a:gd name="T34" fmla="*/ 9 w 251"/>
                <a:gd name="T35" fmla="*/ 247 h 379"/>
                <a:gd name="T36" fmla="*/ 0 w 251"/>
                <a:gd name="T37" fmla="*/ 266 h 379"/>
                <a:gd name="T38" fmla="*/ 9 w 251"/>
                <a:gd name="T39" fmla="*/ 238 h 379"/>
                <a:gd name="T40" fmla="*/ 0 w 251"/>
                <a:gd name="T41" fmla="*/ 219 h 379"/>
                <a:gd name="T42" fmla="*/ 0 w 251"/>
                <a:gd name="T43" fmla="*/ 209 h 379"/>
                <a:gd name="T44" fmla="*/ 9 w 251"/>
                <a:gd name="T45" fmla="*/ 191 h 379"/>
                <a:gd name="T46" fmla="*/ 0 w 251"/>
                <a:gd name="T47" fmla="*/ 209 h 379"/>
                <a:gd name="T48" fmla="*/ 9 w 251"/>
                <a:gd name="T49" fmla="*/ 181 h 379"/>
                <a:gd name="T50" fmla="*/ 0 w 251"/>
                <a:gd name="T51" fmla="*/ 162 h 379"/>
                <a:gd name="T52" fmla="*/ 0 w 251"/>
                <a:gd name="T53" fmla="*/ 153 h 379"/>
                <a:gd name="T54" fmla="*/ 9 w 251"/>
                <a:gd name="T55" fmla="*/ 134 h 379"/>
                <a:gd name="T56" fmla="*/ 0 w 251"/>
                <a:gd name="T57" fmla="*/ 153 h 379"/>
                <a:gd name="T58" fmla="*/ 9 w 251"/>
                <a:gd name="T59" fmla="*/ 124 h 379"/>
                <a:gd name="T60" fmla="*/ 1 w 251"/>
                <a:gd name="T61" fmla="*/ 105 h 379"/>
                <a:gd name="T62" fmla="*/ 3 w 251"/>
                <a:gd name="T63" fmla="*/ 95 h 379"/>
                <a:gd name="T64" fmla="*/ 17 w 251"/>
                <a:gd name="T65" fmla="*/ 80 h 379"/>
                <a:gd name="T66" fmla="*/ 3 w 251"/>
                <a:gd name="T67" fmla="*/ 95 h 379"/>
                <a:gd name="T68" fmla="*/ 25 w 251"/>
                <a:gd name="T69" fmla="*/ 51 h 379"/>
                <a:gd name="T70" fmla="*/ 21 w 251"/>
                <a:gd name="T71" fmla="*/ 72 h 379"/>
                <a:gd name="T72" fmla="*/ 32 w 251"/>
                <a:gd name="T73" fmla="*/ 44 h 379"/>
                <a:gd name="T74" fmla="*/ 53 w 251"/>
                <a:gd name="T75" fmla="*/ 43 h 379"/>
                <a:gd name="T76" fmla="*/ 32 w 251"/>
                <a:gd name="T77" fmla="*/ 44 h 379"/>
                <a:gd name="T78" fmla="*/ 78 w 251"/>
                <a:gd name="T79" fmla="*/ 26 h 379"/>
                <a:gd name="T80" fmla="*/ 62 w 251"/>
                <a:gd name="T81" fmla="*/ 39 h 379"/>
                <a:gd name="T82" fmla="*/ 87 w 251"/>
                <a:gd name="T83" fmla="*/ 25 h 379"/>
                <a:gd name="T84" fmla="*/ 107 w 251"/>
                <a:gd name="T85" fmla="*/ 34 h 379"/>
                <a:gd name="T86" fmla="*/ 87 w 251"/>
                <a:gd name="T87" fmla="*/ 25 h 379"/>
                <a:gd name="T88" fmla="*/ 135 w 251"/>
                <a:gd name="T89" fmla="*/ 24 h 379"/>
                <a:gd name="T90" fmla="*/ 116 w 251"/>
                <a:gd name="T91" fmla="*/ 34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1" h="379">
                  <a:moveTo>
                    <a:pt x="145" y="24"/>
                  </a:moveTo>
                  <a:cubicBezTo>
                    <a:pt x="163" y="24"/>
                    <a:pt x="163" y="24"/>
                    <a:pt x="163" y="24"/>
                  </a:cubicBezTo>
                  <a:cubicBezTo>
                    <a:pt x="163" y="34"/>
                    <a:pt x="163" y="34"/>
                    <a:pt x="163" y="34"/>
                  </a:cubicBezTo>
                  <a:cubicBezTo>
                    <a:pt x="145" y="34"/>
                    <a:pt x="145" y="34"/>
                    <a:pt x="145" y="34"/>
                  </a:cubicBezTo>
                  <a:cubicBezTo>
                    <a:pt x="145" y="24"/>
                    <a:pt x="145" y="24"/>
                    <a:pt x="145" y="24"/>
                  </a:cubicBezTo>
                  <a:close/>
                  <a:moveTo>
                    <a:pt x="251" y="29"/>
                  </a:moveTo>
                  <a:cubicBezTo>
                    <a:pt x="194" y="0"/>
                    <a:pt x="194" y="0"/>
                    <a:pt x="194" y="0"/>
                  </a:cubicBezTo>
                  <a:cubicBezTo>
                    <a:pt x="194" y="24"/>
                    <a:pt x="194" y="24"/>
                    <a:pt x="194" y="24"/>
                  </a:cubicBezTo>
                  <a:cubicBezTo>
                    <a:pt x="178" y="24"/>
                    <a:pt x="178" y="24"/>
                    <a:pt x="178" y="24"/>
                  </a:cubicBezTo>
                  <a:cubicBezTo>
                    <a:pt x="178" y="34"/>
                    <a:pt x="178" y="34"/>
                    <a:pt x="178" y="34"/>
                  </a:cubicBezTo>
                  <a:cubicBezTo>
                    <a:pt x="194" y="34"/>
                    <a:pt x="194" y="34"/>
                    <a:pt x="194" y="34"/>
                  </a:cubicBezTo>
                  <a:cubicBezTo>
                    <a:pt x="194" y="58"/>
                    <a:pt x="194" y="58"/>
                    <a:pt x="194" y="58"/>
                  </a:cubicBezTo>
                  <a:cubicBezTo>
                    <a:pt x="251" y="29"/>
                    <a:pt x="251" y="29"/>
                    <a:pt x="251" y="29"/>
                  </a:cubicBezTo>
                  <a:close/>
                  <a:moveTo>
                    <a:pt x="0" y="379"/>
                  </a:moveTo>
                  <a:cubicBezTo>
                    <a:pt x="9" y="379"/>
                    <a:pt x="9" y="379"/>
                    <a:pt x="9" y="379"/>
                  </a:cubicBezTo>
                  <a:cubicBezTo>
                    <a:pt x="9" y="361"/>
                    <a:pt x="9" y="361"/>
                    <a:pt x="9" y="361"/>
                  </a:cubicBezTo>
                  <a:cubicBezTo>
                    <a:pt x="0" y="361"/>
                    <a:pt x="0" y="361"/>
                    <a:pt x="0" y="361"/>
                  </a:cubicBezTo>
                  <a:cubicBezTo>
                    <a:pt x="0" y="379"/>
                    <a:pt x="0" y="379"/>
                    <a:pt x="0" y="379"/>
                  </a:cubicBezTo>
                  <a:close/>
                  <a:moveTo>
                    <a:pt x="0" y="351"/>
                  </a:moveTo>
                  <a:cubicBezTo>
                    <a:pt x="9" y="351"/>
                    <a:pt x="9" y="351"/>
                    <a:pt x="9" y="351"/>
                  </a:cubicBezTo>
                  <a:cubicBezTo>
                    <a:pt x="9" y="332"/>
                    <a:pt x="9" y="332"/>
                    <a:pt x="9" y="332"/>
                  </a:cubicBezTo>
                  <a:cubicBezTo>
                    <a:pt x="0" y="332"/>
                    <a:pt x="0" y="332"/>
                    <a:pt x="0" y="332"/>
                  </a:cubicBezTo>
                  <a:cubicBezTo>
                    <a:pt x="0" y="351"/>
                    <a:pt x="0" y="351"/>
                    <a:pt x="0" y="351"/>
                  </a:cubicBezTo>
                  <a:close/>
                  <a:moveTo>
                    <a:pt x="0" y="323"/>
                  </a:moveTo>
                  <a:cubicBezTo>
                    <a:pt x="9" y="323"/>
                    <a:pt x="9" y="323"/>
                    <a:pt x="9" y="323"/>
                  </a:cubicBezTo>
                  <a:cubicBezTo>
                    <a:pt x="9" y="304"/>
                    <a:pt x="9" y="304"/>
                    <a:pt x="9" y="304"/>
                  </a:cubicBezTo>
                  <a:cubicBezTo>
                    <a:pt x="0" y="304"/>
                    <a:pt x="0" y="304"/>
                    <a:pt x="0" y="304"/>
                  </a:cubicBezTo>
                  <a:cubicBezTo>
                    <a:pt x="0" y="323"/>
                    <a:pt x="0" y="323"/>
                    <a:pt x="0" y="323"/>
                  </a:cubicBezTo>
                  <a:close/>
                  <a:moveTo>
                    <a:pt x="0" y="294"/>
                  </a:moveTo>
                  <a:cubicBezTo>
                    <a:pt x="9" y="294"/>
                    <a:pt x="9" y="294"/>
                    <a:pt x="9" y="294"/>
                  </a:cubicBezTo>
                  <a:cubicBezTo>
                    <a:pt x="9" y="276"/>
                    <a:pt x="9" y="276"/>
                    <a:pt x="9" y="276"/>
                  </a:cubicBezTo>
                  <a:cubicBezTo>
                    <a:pt x="0" y="276"/>
                    <a:pt x="0" y="276"/>
                    <a:pt x="0" y="276"/>
                  </a:cubicBezTo>
                  <a:cubicBezTo>
                    <a:pt x="0" y="294"/>
                    <a:pt x="0" y="294"/>
                    <a:pt x="0" y="294"/>
                  </a:cubicBezTo>
                  <a:close/>
                  <a:moveTo>
                    <a:pt x="0" y="266"/>
                  </a:moveTo>
                  <a:cubicBezTo>
                    <a:pt x="9" y="266"/>
                    <a:pt x="9" y="266"/>
                    <a:pt x="9" y="266"/>
                  </a:cubicBezTo>
                  <a:cubicBezTo>
                    <a:pt x="9" y="247"/>
                    <a:pt x="9" y="247"/>
                    <a:pt x="9" y="247"/>
                  </a:cubicBezTo>
                  <a:cubicBezTo>
                    <a:pt x="0" y="247"/>
                    <a:pt x="0" y="247"/>
                    <a:pt x="0" y="247"/>
                  </a:cubicBezTo>
                  <a:cubicBezTo>
                    <a:pt x="0" y="266"/>
                    <a:pt x="0" y="266"/>
                    <a:pt x="0" y="266"/>
                  </a:cubicBezTo>
                  <a:close/>
                  <a:moveTo>
                    <a:pt x="0" y="238"/>
                  </a:moveTo>
                  <a:cubicBezTo>
                    <a:pt x="9" y="238"/>
                    <a:pt x="9" y="238"/>
                    <a:pt x="9" y="238"/>
                  </a:cubicBezTo>
                  <a:cubicBezTo>
                    <a:pt x="9" y="219"/>
                    <a:pt x="9" y="219"/>
                    <a:pt x="9" y="219"/>
                  </a:cubicBezTo>
                  <a:cubicBezTo>
                    <a:pt x="0" y="219"/>
                    <a:pt x="0" y="219"/>
                    <a:pt x="0" y="219"/>
                  </a:cubicBezTo>
                  <a:cubicBezTo>
                    <a:pt x="0" y="238"/>
                    <a:pt x="0" y="238"/>
                    <a:pt x="0" y="238"/>
                  </a:cubicBezTo>
                  <a:close/>
                  <a:moveTo>
                    <a:pt x="0" y="209"/>
                  </a:moveTo>
                  <a:cubicBezTo>
                    <a:pt x="9" y="209"/>
                    <a:pt x="9" y="209"/>
                    <a:pt x="9" y="209"/>
                  </a:cubicBezTo>
                  <a:cubicBezTo>
                    <a:pt x="9" y="191"/>
                    <a:pt x="9" y="191"/>
                    <a:pt x="9" y="191"/>
                  </a:cubicBezTo>
                  <a:cubicBezTo>
                    <a:pt x="0" y="191"/>
                    <a:pt x="0" y="191"/>
                    <a:pt x="0" y="191"/>
                  </a:cubicBezTo>
                  <a:cubicBezTo>
                    <a:pt x="0" y="209"/>
                    <a:pt x="0" y="209"/>
                    <a:pt x="0" y="209"/>
                  </a:cubicBezTo>
                  <a:close/>
                  <a:moveTo>
                    <a:pt x="0" y="181"/>
                  </a:moveTo>
                  <a:cubicBezTo>
                    <a:pt x="9" y="181"/>
                    <a:pt x="9" y="181"/>
                    <a:pt x="9" y="181"/>
                  </a:cubicBezTo>
                  <a:cubicBezTo>
                    <a:pt x="9" y="162"/>
                    <a:pt x="9" y="162"/>
                    <a:pt x="9" y="162"/>
                  </a:cubicBezTo>
                  <a:cubicBezTo>
                    <a:pt x="0" y="162"/>
                    <a:pt x="0" y="162"/>
                    <a:pt x="0" y="162"/>
                  </a:cubicBezTo>
                  <a:cubicBezTo>
                    <a:pt x="0" y="181"/>
                    <a:pt x="0" y="181"/>
                    <a:pt x="0" y="181"/>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24"/>
                  </a:moveTo>
                  <a:cubicBezTo>
                    <a:pt x="9" y="124"/>
                    <a:pt x="9" y="124"/>
                    <a:pt x="9" y="124"/>
                  </a:cubicBezTo>
                  <a:cubicBezTo>
                    <a:pt x="11" y="106"/>
                    <a:pt x="11" y="106"/>
                    <a:pt x="11" y="106"/>
                  </a:cubicBezTo>
                  <a:cubicBezTo>
                    <a:pt x="1" y="105"/>
                    <a:pt x="1" y="105"/>
                    <a:pt x="1" y="105"/>
                  </a:cubicBezTo>
                  <a:cubicBezTo>
                    <a:pt x="0" y="124"/>
                    <a:pt x="0" y="124"/>
                    <a:pt x="0" y="124"/>
                  </a:cubicBezTo>
                  <a:close/>
                  <a:moveTo>
                    <a:pt x="3" y="95"/>
                  </a:moveTo>
                  <a:cubicBezTo>
                    <a:pt x="9" y="76"/>
                    <a:pt x="9" y="76"/>
                    <a:pt x="9" y="76"/>
                  </a:cubicBezTo>
                  <a:cubicBezTo>
                    <a:pt x="17" y="80"/>
                    <a:pt x="17" y="80"/>
                    <a:pt x="17" y="80"/>
                  </a:cubicBezTo>
                  <a:cubicBezTo>
                    <a:pt x="15" y="85"/>
                    <a:pt x="13" y="92"/>
                    <a:pt x="12" y="97"/>
                  </a:cubicBezTo>
                  <a:cubicBezTo>
                    <a:pt x="3" y="95"/>
                    <a:pt x="3" y="95"/>
                    <a:pt x="3" y="95"/>
                  </a:cubicBezTo>
                  <a:close/>
                  <a:moveTo>
                    <a:pt x="13" y="67"/>
                  </a:moveTo>
                  <a:cubicBezTo>
                    <a:pt x="25" y="51"/>
                    <a:pt x="25" y="51"/>
                    <a:pt x="25" y="51"/>
                  </a:cubicBezTo>
                  <a:cubicBezTo>
                    <a:pt x="32" y="58"/>
                    <a:pt x="32" y="58"/>
                    <a:pt x="32" y="58"/>
                  </a:cubicBezTo>
                  <a:cubicBezTo>
                    <a:pt x="21" y="72"/>
                    <a:pt x="21" y="72"/>
                    <a:pt x="21" y="72"/>
                  </a:cubicBezTo>
                  <a:cubicBezTo>
                    <a:pt x="13" y="67"/>
                    <a:pt x="13" y="67"/>
                    <a:pt x="13" y="67"/>
                  </a:cubicBezTo>
                  <a:close/>
                  <a:moveTo>
                    <a:pt x="32" y="44"/>
                  </a:moveTo>
                  <a:cubicBezTo>
                    <a:pt x="49" y="34"/>
                    <a:pt x="49" y="34"/>
                    <a:pt x="49" y="34"/>
                  </a:cubicBezTo>
                  <a:cubicBezTo>
                    <a:pt x="53" y="43"/>
                    <a:pt x="53" y="43"/>
                    <a:pt x="53" y="43"/>
                  </a:cubicBezTo>
                  <a:cubicBezTo>
                    <a:pt x="38" y="52"/>
                    <a:pt x="38" y="52"/>
                    <a:pt x="38" y="52"/>
                  </a:cubicBezTo>
                  <a:cubicBezTo>
                    <a:pt x="32" y="44"/>
                    <a:pt x="32" y="44"/>
                    <a:pt x="32" y="44"/>
                  </a:cubicBezTo>
                  <a:close/>
                  <a:moveTo>
                    <a:pt x="59" y="30"/>
                  </a:moveTo>
                  <a:cubicBezTo>
                    <a:pt x="78" y="26"/>
                    <a:pt x="78" y="26"/>
                    <a:pt x="78" y="26"/>
                  </a:cubicBezTo>
                  <a:cubicBezTo>
                    <a:pt x="79" y="35"/>
                    <a:pt x="79" y="35"/>
                    <a:pt x="79" y="35"/>
                  </a:cubicBezTo>
                  <a:cubicBezTo>
                    <a:pt x="62" y="39"/>
                    <a:pt x="62" y="39"/>
                    <a:pt x="62" y="39"/>
                  </a:cubicBezTo>
                  <a:cubicBezTo>
                    <a:pt x="59" y="30"/>
                    <a:pt x="59" y="30"/>
                    <a:pt x="59" y="30"/>
                  </a:cubicBezTo>
                  <a:close/>
                  <a:moveTo>
                    <a:pt x="87" y="25"/>
                  </a:moveTo>
                  <a:cubicBezTo>
                    <a:pt x="107" y="24"/>
                    <a:pt x="107" y="24"/>
                    <a:pt x="107" y="24"/>
                  </a:cubicBezTo>
                  <a:cubicBezTo>
                    <a:pt x="107" y="34"/>
                    <a:pt x="107" y="34"/>
                    <a:pt x="107" y="34"/>
                  </a:cubicBezTo>
                  <a:cubicBezTo>
                    <a:pt x="88" y="34"/>
                    <a:pt x="88" y="34"/>
                    <a:pt x="88" y="34"/>
                  </a:cubicBezTo>
                  <a:cubicBezTo>
                    <a:pt x="87" y="25"/>
                    <a:pt x="87" y="25"/>
                    <a:pt x="87" y="25"/>
                  </a:cubicBezTo>
                  <a:close/>
                  <a:moveTo>
                    <a:pt x="116" y="24"/>
                  </a:moveTo>
                  <a:cubicBezTo>
                    <a:pt x="135" y="24"/>
                    <a:pt x="135" y="24"/>
                    <a:pt x="135" y="24"/>
                  </a:cubicBezTo>
                  <a:cubicBezTo>
                    <a:pt x="135" y="34"/>
                    <a:pt x="135" y="34"/>
                    <a:pt x="135" y="34"/>
                  </a:cubicBezTo>
                  <a:cubicBezTo>
                    <a:pt x="116" y="34"/>
                    <a:pt x="116" y="34"/>
                    <a:pt x="116" y="34"/>
                  </a:cubicBezTo>
                  <a:cubicBezTo>
                    <a:pt x="116" y="24"/>
                    <a:pt x="116" y="24"/>
                    <a:pt x="116" y="2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9" name="Freeform 31"/>
            <p:cNvSpPr>
              <a:spLocks noEditPoints="1"/>
            </p:cNvSpPr>
            <p:nvPr/>
          </p:nvSpPr>
          <p:spPr>
            <a:xfrm>
              <a:off x="3643855" y="4411797"/>
              <a:ext cx="504692" cy="334901"/>
            </a:xfrm>
            <a:custGeom>
              <a:avLst/>
              <a:gdLst>
                <a:gd name="T0" fmla="*/ 24 w 380"/>
                <a:gd name="T1" fmla="*/ 88 h 252"/>
                <a:gd name="T2" fmla="*/ 34 w 380"/>
                <a:gd name="T3" fmla="*/ 107 h 252"/>
                <a:gd name="T4" fmla="*/ 29 w 380"/>
                <a:gd name="T5" fmla="*/ 0 h 252"/>
                <a:gd name="T6" fmla="*/ 24 w 380"/>
                <a:gd name="T7" fmla="*/ 58 h 252"/>
                <a:gd name="T8" fmla="*/ 34 w 380"/>
                <a:gd name="T9" fmla="*/ 74 h 252"/>
                <a:gd name="T10" fmla="*/ 58 w 380"/>
                <a:gd name="T11" fmla="*/ 58 h 252"/>
                <a:gd name="T12" fmla="*/ 380 w 380"/>
                <a:gd name="T13" fmla="*/ 252 h 252"/>
                <a:gd name="T14" fmla="*/ 361 w 380"/>
                <a:gd name="T15" fmla="*/ 242 h 252"/>
                <a:gd name="T16" fmla="*/ 380 w 380"/>
                <a:gd name="T17" fmla="*/ 252 h 252"/>
                <a:gd name="T18" fmla="*/ 351 w 380"/>
                <a:gd name="T19" fmla="*/ 242 h 252"/>
                <a:gd name="T20" fmla="*/ 332 w 380"/>
                <a:gd name="T21" fmla="*/ 252 h 252"/>
                <a:gd name="T22" fmla="*/ 323 w 380"/>
                <a:gd name="T23" fmla="*/ 252 h 252"/>
                <a:gd name="T24" fmla="*/ 304 w 380"/>
                <a:gd name="T25" fmla="*/ 242 h 252"/>
                <a:gd name="T26" fmla="*/ 323 w 380"/>
                <a:gd name="T27" fmla="*/ 252 h 252"/>
                <a:gd name="T28" fmla="*/ 295 w 380"/>
                <a:gd name="T29" fmla="*/ 242 h 252"/>
                <a:gd name="T30" fmla="*/ 276 w 380"/>
                <a:gd name="T31" fmla="*/ 252 h 252"/>
                <a:gd name="T32" fmla="*/ 266 w 380"/>
                <a:gd name="T33" fmla="*/ 252 h 252"/>
                <a:gd name="T34" fmla="*/ 247 w 380"/>
                <a:gd name="T35" fmla="*/ 242 h 252"/>
                <a:gd name="T36" fmla="*/ 266 w 380"/>
                <a:gd name="T37" fmla="*/ 252 h 252"/>
                <a:gd name="T38" fmla="*/ 238 w 380"/>
                <a:gd name="T39" fmla="*/ 242 h 252"/>
                <a:gd name="T40" fmla="*/ 219 w 380"/>
                <a:gd name="T41" fmla="*/ 252 h 252"/>
                <a:gd name="T42" fmla="*/ 210 w 380"/>
                <a:gd name="T43" fmla="*/ 252 h 252"/>
                <a:gd name="T44" fmla="*/ 191 w 380"/>
                <a:gd name="T45" fmla="*/ 242 h 252"/>
                <a:gd name="T46" fmla="*/ 210 w 380"/>
                <a:gd name="T47" fmla="*/ 252 h 252"/>
                <a:gd name="T48" fmla="*/ 181 w 380"/>
                <a:gd name="T49" fmla="*/ 242 h 252"/>
                <a:gd name="T50" fmla="*/ 162 w 380"/>
                <a:gd name="T51" fmla="*/ 252 h 252"/>
                <a:gd name="T52" fmla="*/ 153 w 380"/>
                <a:gd name="T53" fmla="*/ 252 h 252"/>
                <a:gd name="T54" fmla="*/ 134 w 380"/>
                <a:gd name="T55" fmla="*/ 242 h 252"/>
                <a:gd name="T56" fmla="*/ 153 w 380"/>
                <a:gd name="T57" fmla="*/ 252 h 252"/>
                <a:gd name="T58" fmla="*/ 125 w 380"/>
                <a:gd name="T59" fmla="*/ 242 h 252"/>
                <a:gd name="T60" fmla="*/ 105 w 380"/>
                <a:gd name="T61" fmla="*/ 251 h 252"/>
                <a:gd name="T62" fmla="*/ 96 w 380"/>
                <a:gd name="T63" fmla="*/ 249 h 252"/>
                <a:gd name="T64" fmla="*/ 80 w 380"/>
                <a:gd name="T65" fmla="*/ 234 h 252"/>
                <a:gd name="T66" fmla="*/ 96 w 380"/>
                <a:gd name="T67" fmla="*/ 249 h 252"/>
                <a:gd name="T68" fmla="*/ 51 w 380"/>
                <a:gd name="T69" fmla="*/ 227 h 252"/>
                <a:gd name="T70" fmla="*/ 72 w 380"/>
                <a:gd name="T71" fmla="*/ 231 h 252"/>
                <a:gd name="T72" fmla="*/ 45 w 380"/>
                <a:gd name="T73" fmla="*/ 220 h 252"/>
                <a:gd name="T74" fmla="*/ 43 w 380"/>
                <a:gd name="T75" fmla="*/ 199 h 252"/>
                <a:gd name="T76" fmla="*/ 45 w 380"/>
                <a:gd name="T77" fmla="*/ 220 h 252"/>
                <a:gd name="T78" fmla="*/ 26 w 380"/>
                <a:gd name="T79" fmla="*/ 174 h 252"/>
                <a:gd name="T80" fmla="*/ 40 w 380"/>
                <a:gd name="T81" fmla="*/ 190 h 252"/>
                <a:gd name="T82" fmla="*/ 25 w 380"/>
                <a:gd name="T83" fmla="*/ 164 h 252"/>
                <a:gd name="T84" fmla="*/ 34 w 380"/>
                <a:gd name="T85" fmla="*/ 145 h 252"/>
                <a:gd name="T86" fmla="*/ 25 w 380"/>
                <a:gd name="T87" fmla="*/ 164 h 252"/>
                <a:gd name="T88" fmla="*/ 24 w 380"/>
                <a:gd name="T89" fmla="*/ 117 h 252"/>
                <a:gd name="T90" fmla="*/ 34 w 380"/>
                <a:gd name="T91" fmla="*/ 13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0" h="252">
                  <a:moveTo>
                    <a:pt x="24" y="107"/>
                  </a:moveTo>
                  <a:cubicBezTo>
                    <a:pt x="24" y="88"/>
                    <a:pt x="24" y="88"/>
                    <a:pt x="24" y="88"/>
                  </a:cubicBezTo>
                  <a:cubicBezTo>
                    <a:pt x="34" y="88"/>
                    <a:pt x="34" y="88"/>
                    <a:pt x="34" y="88"/>
                  </a:cubicBezTo>
                  <a:cubicBezTo>
                    <a:pt x="34" y="107"/>
                    <a:pt x="34" y="107"/>
                    <a:pt x="34" y="107"/>
                  </a:cubicBezTo>
                  <a:cubicBezTo>
                    <a:pt x="24" y="107"/>
                    <a:pt x="24" y="107"/>
                    <a:pt x="24" y="107"/>
                  </a:cubicBezTo>
                  <a:close/>
                  <a:moveTo>
                    <a:pt x="29" y="0"/>
                  </a:moveTo>
                  <a:cubicBezTo>
                    <a:pt x="0" y="58"/>
                    <a:pt x="0" y="58"/>
                    <a:pt x="0" y="58"/>
                  </a:cubicBezTo>
                  <a:cubicBezTo>
                    <a:pt x="24" y="58"/>
                    <a:pt x="24" y="58"/>
                    <a:pt x="24" y="58"/>
                  </a:cubicBezTo>
                  <a:cubicBezTo>
                    <a:pt x="24" y="74"/>
                    <a:pt x="24" y="74"/>
                    <a:pt x="24" y="74"/>
                  </a:cubicBezTo>
                  <a:cubicBezTo>
                    <a:pt x="34" y="74"/>
                    <a:pt x="34" y="74"/>
                    <a:pt x="34" y="74"/>
                  </a:cubicBezTo>
                  <a:cubicBezTo>
                    <a:pt x="34" y="58"/>
                    <a:pt x="34" y="58"/>
                    <a:pt x="34" y="58"/>
                  </a:cubicBezTo>
                  <a:cubicBezTo>
                    <a:pt x="58" y="58"/>
                    <a:pt x="58" y="58"/>
                    <a:pt x="58" y="58"/>
                  </a:cubicBezTo>
                  <a:cubicBezTo>
                    <a:pt x="29" y="0"/>
                    <a:pt x="29" y="0"/>
                    <a:pt x="29" y="0"/>
                  </a:cubicBezTo>
                  <a:close/>
                  <a:moveTo>
                    <a:pt x="380" y="252"/>
                  </a:moveTo>
                  <a:cubicBezTo>
                    <a:pt x="380" y="242"/>
                    <a:pt x="380" y="242"/>
                    <a:pt x="380" y="242"/>
                  </a:cubicBezTo>
                  <a:cubicBezTo>
                    <a:pt x="361" y="242"/>
                    <a:pt x="361" y="242"/>
                    <a:pt x="361" y="242"/>
                  </a:cubicBezTo>
                  <a:cubicBezTo>
                    <a:pt x="361" y="252"/>
                    <a:pt x="361" y="252"/>
                    <a:pt x="361" y="252"/>
                  </a:cubicBezTo>
                  <a:cubicBezTo>
                    <a:pt x="380" y="252"/>
                    <a:pt x="380" y="252"/>
                    <a:pt x="380" y="252"/>
                  </a:cubicBezTo>
                  <a:close/>
                  <a:moveTo>
                    <a:pt x="351" y="252"/>
                  </a:moveTo>
                  <a:cubicBezTo>
                    <a:pt x="351" y="242"/>
                    <a:pt x="351" y="242"/>
                    <a:pt x="351" y="242"/>
                  </a:cubicBezTo>
                  <a:cubicBezTo>
                    <a:pt x="332" y="242"/>
                    <a:pt x="332" y="242"/>
                    <a:pt x="332" y="242"/>
                  </a:cubicBezTo>
                  <a:cubicBezTo>
                    <a:pt x="332" y="252"/>
                    <a:pt x="332" y="252"/>
                    <a:pt x="332" y="252"/>
                  </a:cubicBezTo>
                  <a:cubicBezTo>
                    <a:pt x="351" y="252"/>
                    <a:pt x="351" y="252"/>
                    <a:pt x="351" y="252"/>
                  </a:cubicBezTo>
                  <a:close/>
                  <a:moveTo>
                    <a:pt x="323" y="252"/>
                  </a:moveTo>
                  <a:cubicBezTo>
                    <a:pt x="323" y="242"/>
                    <a:pt x="323" y="242"/>
                    <a:pt x="323" y="242"/>
                  </a:cubicBezTo>
                  <a:cubicBezTo>
                    <a:pt x="304" y="242"/>
                    <a:pt x="304" y="242"/>
                    <a:pt x="304" y="242"/>
                  </a:cubicBezTo>
                  <a:cubicBezTo>
                    <a:pt x="304" y="252"/>
                    <a:pt x="304" y="252"/>
                    <a:pt x="304" y="252"/>
                  </a:cubicBezTo>
                  <a:cubicBezTo>
                    <a:pt x="323" y="252"/>
                    <a:pt x="323" y="252"/>
                    <a:pt x="323" y="252"/>
                  </a:cubicBezTo>
                  <a:close/>
                  <a:moveTo>
                    <a:pt x="295" y="252"/>
                  </a:moveTo>
                  <a:cubicBezTo>
                    <a:pt x="295" y="242"/>
                    <a:pt x="295" y="242"/>
                    <a:pt x="295" y="242"/>
                  </a:cubicBezTo>
                  <a:cubicBezTo>
                    <a:pt x="276" y="242"/>
                    <a:pt x="276" y="242"/>
                    <a:pt x="276" y="242"/>
                  </a:cubicBezTo>
                  <a:cubicBezTo>
                    <a:pt x="276" y="252"/>
                    <a:pt x="276" y="252"/>
                    <a:pt x="276" y="252"/>
                  </a:cubicBezTo>
                  <a:cubicBezTo>
                    <a:pt x="295" y="252"/>
                    <a:pt x="295" y="252"/>
                    <a:pt x="295" y="252"/>
                  </a:cubicBezTo>
                  <a:close/>
                  <a:moveTo>
                    <a:pt x="266" y="252"/>
                  </a:moveTo>
                  <a:cubicBezTo>
                    <a:pt x="266" y="242"/>
                    <a:pt x="266" y="242"/>
                    <a:pt x="266" y="242"/>
                  </a:cubicBezTo>
                  <a:cubicBezTo>
                    <a:pt x="247" y="242"/>
                    <a:pt x="247" y="242"/>
                    <a:pt x="247" y="242"/>
                  </a:cubicBezTo>
                  <a:cubicBezTo>
                    <a:pt x="247" y="252"/>
                    <a:pt x="247" y="252"/>
                    <a:pt x="247" y="252"/>
                  </a:cubicBezTo>
                  <a:cubicBezTo>
                    <a:pt x="266" y="252"/>
                    <a:pt x="266" y="252"/>
                    <a:pt x="266" y="252"/>
                  </a:cubicBezTo>
                  <a:close/>
                  <a:moveTo>
                    <a:pt x="238" y="252"/>
                  </a:moveTo>
                  <a:cubicBezTo>
                    <a:pt x="238" y="242"/>
                    <a:pt x="238" y="242"/>
                    <a:pt x="238" y="242"/>
                  </a:cubicBezTo>
                  <a:cubicBezTo>
                    <a:pt x="219" y="242"/>
                    <a:pt x="219" y="242"/>
                    <a:pt x="219" y="242"/>
                  </a:cubicBezTo>
                  <a:cubicBezTo>
                    <a:pt x="219" y="252"/>
                    <a:pt x="219" y="252"/>
                    <a:pt x="219" y="252"/>
                  </a:cubicBezTo>
                  <a:cubicBezTo>
                    <a:pt x="238" y="252"/>
                    <a:pt x="238" y="252"/>
                    <a:pt x="238" y="252"/>
                  </a:cubicBezTo>
                  <a:close/>
                  <a:moveTo>
                    <a:pt x="210" y="252"/>
                  </a:moveTo>
                  <a:cubicBezTo>
                    <a:pt x="210" y="242"/>
                    <a:pt x="210" y="242"/>
                    <a:pt x="210" y="242"/>
                  </a:cubicBezTo>
                  <a:cubicBezTo>
                    <a:pt x="191" y="242"/>
                    <a:pt x="191" y="242"/>
                    <a:pt x="191" y="242"/>
                  </a:cubicBezTo>
                  <a:cubicBezTo>
                    <a:pt x="191" y="252"/>
                    <a:pt x="191" y="252"/>
                    <a:pt x="191" y="252"/>
                  </a:cubicBezTo>
                  <a:cubicBezTo>
                    <a:pt x="210" y="252"/>
                    <a:pt x="210" y="252"/>
                    <a:pt x="210" y="252"/>
                  </a:cubicBezTo>
                  <a:close/>
                  <a:moveTo>
                    <a:pt x="181" y="252"/>
                  </a:moveTo>
                  <a:cubicBezTo>
                    <a:pt x="181" y="242"/>
                    <a:pt x="181" y="242"/>
                    <a:pt x="181" y="242"/>
                  </a:cubicBezTo>
                  <a:cubicBezTo>
                    <a:pt x="162" y="242"/>
                    <a:pt x="162" y="242"/>
                    <a:pt x="162" y="242"/>
                  </a:cubicBezTo>
                  <a:cubicBezTo>
                    <a:pt x="162" y="252"/>
                    <a:pt x="162" y="252"/>
                    <a:pt x="162" y="252"/>
                  </a:cubicBezTo>
                  <a:cubicBezTo>
                    <a:pt x="181" y="252"/>
                    <a:pt x="181" y="252"/>
                    <a:pt x="181" y="252"/>
                  </a:cubicBezTo>
                  <a:close/>
                  <a:moveTo>
                    <a:pt x="153" y="252"/>
                  </a:moveTo>
                  <a:cubicBezTo>
                    <a:pt x="153" y="242"/>
                    <a:pt x="153" y="242"/>
                    <a:pt x="153" y="242"/>
                  </a:cubicBezTo>
                  <a:cubicBezTo>
                    <a:pt x="134" y="242"/>
                    <a:pt x="134" y="242"/>
                    <a:pt x="134" y="242"/>
                  </a:cubicBezTo>
                  <a:cubicBezTo>
                    <a:pt x="134" y="252"/>
                    <a:pt x="134" y="252"/>
                    <a:pt x="134" y="252"/>
                  </a:cubicBezTo>
                  <a:cubicBezTo>
                    <a:pt x="153" y="252"/>
                    <a:pt x="153" y="252"/>
                    <a:pt x="153" y="252"/>
                  </a:cubicBezTo>
                  <a:close/>
                  <a:moveTo>
                    <a:pt x="125" y="252"/>
                  </a:moveTo>
                  <a:cubicBezTo>
                    <a:pt x="125" y="242"/>
                    <a:pt x="125" y="242"/>
                    <a:pt x="125" y="242"/>
                  </a:cubicBezTo>
                  <a:cubicBezTo>
                    <a:pt x="106" y="241"/>
                    <a:pt x="106" y="241"/>
                    <a:pt x="106" y="241"/>
                  </a:cubicBezTo>
                  <a:cubicBezTo>
                    <a:pt x="105" y="251"/>
                    <a:pt x="105" y="251"/>
                    <a:pt x="105" y="251"/>
                  </a:cubicBezTo>
                  <a:cubicBezTo>
                    <a:pt x="125" y="252"/>
                    <a:pt x="125" y="252"/>
                    <a:pt x="125" y="252"/>
                  </a:cubicBezTo>
                  <a:close/>
                  <a:moveTo>
                    <a:pt x="96" y="249"/>
                  </a:moveTo>
                  <a:cubicBezTo>
                    <a:pt x="77" y="243"/>
                    <a:pt x="77" y="243"/>
                    <a:pt x="77" y="243"/>
                  </a:cubicBezTo>
                  <a:cubicBezTo>
                    <a:pt x="80" y="234"/>
                    <a:pt x="80" y="234"/>
                    <a:pt x="80" y="234"/>
                  </a:cubicBezTo>
                  <a:cubicBezTo>
                    <a:pt x="86" y="237"/>
                    <a:pt x="92" y="238"/>
                    <a:pt x="97" y="240"/>
                  </a:cubicBezTo>
                  <a:cubicBezTo>
                    <a:pt x="96" y="249"/>
                    <a:pt x="96" y="249"/>
                    <a:pt x="96" y="249"/>
                  </a:cubicBezTo>
                  <a:close/>
                  <a:moveTo>
                    <a:pt x="68" y="239"/>
                  </a:moveTo>
                  <a:cubicBezTo>
                    <a:pt x="51" y="227"/>
                    <a:pt x="51" y="227"/>
                    <a:pt x="51" y="227"/>
                  </a:cubicBezTo>
                  <a:cubicBezTo>
                    <a:pt x="58" y="220"/>
                    <a:pt x="58" y="220"/>
                    <a:pt x="58" y="220"/>
                  </a:cubicBezTo>
                  <a:cubicBezTo>
                    <a:pt x="72" y="231"/>
                    <a:pt x="72" y="231"/>
                    <a:pt x="72" y="231"/>
                  </a:cubicBezTo>
                  <a:cubicBezTo>
                    <a:pt x="68" y="239"/>
                    <a:pt x="68" y="239"/>
                    <a:pt x="68" y="239"/>
                  </a:cubicBezTo>
                  <a:close/>
                  <a:moveTo>
                    <a:pt x="45" y="220"/>
                  </a:moveTo>
                  <a:cubicBezTo>
                    <a:pt x="34" y="202"/>
                    <a:pt x="34" y="202"/>
                    <a:pt x="34" y="202"/>
                  </a:cubicBezTo>
                  <a:cubicBezTo>
                    <a:pt x="43" y="199"/>
                    <a:pt x="43" y="199"/>
                    <a:pt x="43" y="199"/>
                  </a:cubicBezTo>
                  <a:cubicBezTo>
                    <a:pt x="52" y="214"/>
                    <a:pt x="52" y="214"/>
                    <a:pt x="52" y="214"/>
                  </a:cubicBezTo>
                  <a:cubicBezTo>
                    <a:pt x="45" y="220"/>
                    <a:pt x="45" y="220"/>
                    <a:pt x="45" y="220"/>
                  </a:cubicBezTo>
                  <a:close/>
                  <a:moveTo>
                    <a:pt x="31" y="193"/>
                  </a:moveTo>
                  <a:cubicBezTo>
                    <a:pt x="26" y="174"/>
                    <a:pt x="26" y="174"/>
                    <a:pt x="26" y="174"/>
                  </a:cubicBezTo>
                  <a:cubicBezTo>
                    <a:pt x="36" y="173"/>
                    <a:pt x="36" y="173"/>
                    <a:pt x="36" y="173"/>
                  </a:cubicBezTo>
                  <a:cubicBezTo>
                    <a:pt x="40" y="190"/>
                    <a:pt x="40" y="190"/>
                    <a:pt x="40" y="190"/>
                  </a:cubicBezTo>
                  <a:cubicBezTo>
                    <a:pt x="31" y="193"/>
                    <a:pt x="31" y="193"/>
                    <a:pt x="31" y="193"/>
                  </a:cubicBezTo>
                  <a:close/>
                  <a:moveTo>
                    <a:pt x="25" y="164"/>
                  </a:moveTo>
                  <a:cubicBezTo>
                    <a:pt x="24" y="145"/>
                    <a:pt x="24" y="145"/>
                    <a:pt x="24" y="145"/>
                  </a:cubicBezTo>
                  <a:cubicBezTo>
                    <a:pt x="34" y="145"/>
                    <a:pt x="34" y="145"/>
                    <a:pt x="34" y="145"/>
                  </a:cubicBezTo>
                  <a:cubicBezTo>
                    <a:pt x="34" y="164"/>
                    <a:pt x="34" y="164"/>
                    <a:pt x="34" y="164"/>
                  </a:cubicBezTo>
                  <a:cubicBezTo>
                    <a:pt x="25" y="164"/>
                    <a:pt x="25" y="164"/>
                    <a:pt x="25" y="164"/>
                  </a:cubicBezTo>
                  <a:close/>
                  <a:moveTo>
                    <a:pt x="24" y="136"/>
                  </a:moveTo>
                  <a:cubicBezTo>
                    <a:pt x="24" y="117"/>
                    <a:pt x="24" y="117"/>
                    <a:pt x="24" y="117"/>
                  </a:cubicBezTo>
                  <a:cubicBezTo>
                    <a:pt x="34" y="117"/>
                    <a:pt x="34" y="117"/>
                    <a:pt x="34" y="117"/>
                  </a:cubicBezTo>
                  <a:cubicBezTo>
                    <a:pt x="34" y="136"/>
                    <a:pt x="34" y="136"/>
                    <a:pt x="34" y="136"/>
                  </a:cubicBezTo>
                  <a:cubicBezTo>
                    <a:pt x="24" y="136"/>
                    <a:pt x="24" y="136"/>
                    <a:pt x="24" y="13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0" name="Freeform 32"/>
            <p:cNvSpPr>
              <a:spLocks noEditPoints="1"/>
            </p:cNvSpPr>
            <p:nvPr/>
          </p:nvSpPr>
          <p:spPr>
            <a:xfrm>
              <a:off x="4953198" y="3667396"/>
              <a:ext cx="512628" cy="77774"/>
            </a:xfrm>
            <a:custGeom>
              <a:avLst/>
              <a:gdLst>
                <a:gd name="T0" fmla="*/ 359 w 458"/>
                <a:gd name="T1" fmla="*/ 30 h 69"/>
                <a:gd name="T2" fmla="*/ 336 w 458"/>
                <a:gd name="T3" fmla="*/ 40 h 69"/>
                <a:gd name="T4" fmla="*/ 336 w 458"/>
                <a:gd name="T5" fmla="*/ 30 h 69"/>
                <a:gd name="T6" fmla="*/ 389 w 458"/>
                <a:gd name="T7" fmla="*/ 0 h 69"/>
                <a:gd name="T8" fmla="*/ 370 w 458"/>
                <a:gd name="T9" fmla="*/ 30 h 69"/>
                <a:gd name="T10" fmla="*/ 389 w 458"/>
                <a:gd name="T11" fmla="*/ 40 h 69"/>
                <a:gd name="T12" fmla="*/ 458 w 458"/>
                <a:gd name="T13" fmla="*/ 34 h 69"/>
                <a:gd name="T14" fmla="*/ 0 w 458"/>
                <a:gd name="T15" fmla="*/ 30 h 69"/>
                <a:gd name="T16" fmla="*/ 22 w 458"/>
                <a:gd name="T17" fmla="*/ 40 h 69"/>
                <a:gd name="T18" fmla="*/ 0 w 458"/>
                <a:gd name="T19" fmla="*/ 30 h 69"/>
                <a:gd name="T20" fmla="*/ 33 w 458"/>
                <a:gd name="T21" fmla="*/ 30 h 69"/>
                <a:gd name="T22" fmla="*/ 56 w 458"/>
                <a:gd name="T23" fmla="*/ 40 h 69"/>
                <a:gd name="T24" fmla="*/ 33 w 458"/>
                <a:gd name="T25" fmla="*/ 30 h 69"/>
                <a:gd name="T26" fmla="*/ 66 w 458"/>
                <a:gd name="T27" fmla="*/ 30 h 69"/>
                <a:gd name="T28" fmla="*/ 89 w 458"/>
                <a:gd name="T29" fmla="*/ 40 h 69"/>
                <a:gd name="T30" fmla="*/ 66 w 458"/>
                <a:gd name="T31" fmla="*/ 30 h 69"/>
                <a:gd name="T32" fmla="*/ 101 w 458"/>
                <a:gd name="T33" fmla="*/ 30 h 69"/>
                <a:gd name="T34" fmla="*/ 123 w 458"/>
                <a:gd name="T35" fmla="*/ 40 h 69"/>
                <a:gd name="T36" fmla="*/ 101 w 458"/>
                <a:gd name="T37" fmla="*/ 30 h 69"/>
                <a:gd name="T38" fmla="*/ 134 w 458"/>
                <a:gd name="T39" fmla="*/ 30 h 69"/>
                <a:gd name="T40" fmla="*/ 157 w 458"/>
                <a:gd name="T41" fmla="*/ 40 h 69"/>
                <a:gd name="T42" fmla="*/ 134 w 458"/>
                <a:gd name="T43" fmla="*/ 30 h 69"/>
                <a:gd name="T44" fmla="*/ 167 w 458"/>
                <a:gd name="T45" fmla="*/ 30 h 69"/>
                <a:gd name="T46" fmla="*/ 190 w 458"/>
                <a:gd name="T47" fmla="*/ 40 h 69"/>
                <a:gd name="T48" fmla="*/ 167 w 458"/>
                <a:gd name="T49" fmla="*/ 30 h 69"/>
                <a:gd name="T50" fmla="*/ 202 w 458"/>
                <a:gd name="T51" fmla="*/ 30 h 69"/>
                <a:gd name="T52" fmla="*/ 224 w 458"/>
                <a:gd name="T53" fmla="*/ 40 h 69"/>
                <a:gd name="T54" fmla="*/ 202 w 458"/>
                <a:gd name="T55" fmla="*/ 30 h 69"/>
                <a:gd name="T56" fmla="*/ 235 w 458"/>
                <a:gd name="T57" fmla="*/ 30 h 69"/>
                <a:gd name="T58" fmla="*/ 258 w 458"/>
                <a:gd name="T59" fmla="*/ 40 h 69"/>
                <a:gd name="T60" fmla="*/ 235 w 458"/>
                <a:gd name="T61" fmla="*/ 30 h 69"/>
                <a:gd name="T62" fmla="*/ 268 w 458"/>
                <a:gd name="T63" fmla="*/ 30 h 69"/>
                <a:gd name="T64" fmla="*/ 291 w 458"/>
                <a:gd name="T65" fmla="*/ 40 h 69"/>
                <a:gd name="T66" fmla="*/ 268 w 458"/>
                <a:gd name="T67" fmla="*/ 30 h 69"/>
                <a:gd name="T68" fmla="*/ 303 w 458"/>
                <a:gd name="T69" fmla="*/ 30 h 69"/>
                <a:gd name="T70" fmla="*/ 326 w 458"/>
                <a:gd name="T71" fmla="*/ 40 h 69"/>
                <a:gd name="T72" fmla="*/ 303 w 458"/>
                <a:gd name="T7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69">
                  <a:moveTo>
                    <a:pt x="336" y="30"/>
                  </a:moveTo>
                  <a:lnTo>
                    <a:pt x="359" y="30"/>
                  </a:lnTo>
                  <a:lnTo>
                    <a:pt x="359" y="40"/>
                  </a:lnTo>
                  <a:lnTo>
                    <a:pt x="336" y="40"/>
                  </a:lnTo>
                  <a:lnTo>
                    <a:pt x="336" y="30"/>
                  </a:lnTo>
                  <a:lnTo>
                    <a:pt x="336" y="30"/>
                  </a:lnTo>
                  <a:close/>
                  <a:moveTo>
                    <a:pt x="458" y="34"/>
                  </a:moveTo>
                  <a:lnTo>
                    <a:pt x="389" y="0"/>
                  </a:lnTo>
                  <a:lnTo>
                    <a:pt x="389" y="30"/>
                  </a:lnTo>
                  <a:lnTo>
                    <a:pt x="370" y="30"/>
                  </a:lnTo>
                  <a:lnTo>
                    <a:pt x="370" y="40"/>
                  </a:lnTo>
                  <a:lnTo>
                    <a:pt x="389" y="40"/>
                  </a:lnTo>
                  <a:lnTo>
                    <a:pt x="389" y="69"/>
                  </a:lnTo>
                  <a:lnTo>
                    <a:pt x="458" y="34"/>
                  </a:lnTo>
                  <a:lnTo>
                    <a:pt x="458" y="34"/>
                  </a:lnTo>
                  <a:close/>
                  <a:moveTo>
                    <a:pt x="0" y="30"/>
                  </a:moveTo>
                  <a:lnTo>
                    <a:pt x="22" y="30"/>
                  </a:lnTo>
                  <a:lnTo>
                    <a:pt x="22" y="40"/>
                  </a:lnTo>
                  <a:lnTo>
                    <a:pt x="0" y="40"/>
                  </a:lnTo>
                  <a:lnTo>
                    <a:pt x="0" y="30"/>
                  </a:lnTo>
                  <a:lnTo>
                    <a:pt x="0" y="30"/>
                  </a:lnTo>
                  <a:close/>
                  <a:moveTo>
                    <a:pt x="33" y="30"/>
                  </a:moveTo>
                  <a:lnTo>
                    <a:pt x="56" y="30"/>
                  </a:lnTo>
                  <a:lnTo>
                    <a:pt x="56" y="40"/>
                  </a:lnTo>
                  <a:lnTo>
                    <a:pt x="33" y="40"/>
                  </a:lnTo>
                  <a:lnTo>
                    <a:pt x="33" y="30"/>
                  </a:lnTo>
                  <a:lnTo>
                    <a:pt x="33" y="30"/>
                  </a:lnTo>
                  <a:close/>
                  <a:moveTo>
                    <a:pt x="66" y="30"/>
                  </a:moveTo>
                  <a:lnTo>
                    <a:pt x="89" y="30"/>
                  </a:lnTo>
                  <a:lnTo>
                    <a:pt x="89" y="40"/>
                  </a:lnTo>
                  <a:lnTo>
                    <a:pt x="66" y="40"/>
                  </a:lnTo>
                  <a:lnTo>
                    <a:pt x="66" y="30"/>
                  </a:lnTo>
                  <a:lnTo>
                    <a:pt x="66" y="30"/>
                  </a:lnTo>
                  <a:close/>
                  <a:moveTo>
                    <a:pt x="101" y="30"/>
                  </a:moveTo>
                  <a:lnTo>
                    <a:pt x="123" y="30"/>
                  </a:lnTo>
                  <a:lnTo>
                    <a:pt x="123" y="40"/>
                  </a:lnTo>
                  <a:lnTo>
                    <a:pt x="101" y="40"/>
                  </a:lnTo>
                  <a:lnTo>
                    <a:pt x="101" y="30"/>
                  </a:lnTo>
                  <a:lnTo>
                    <a:pt x="101" y="30"/>
                  </a:lnTo>
                  <a:close/>
                  <a:moveTo>
                    <a:pt x="134" y="30"/>
                  </a:moveTo>
                  <a:lnTo>
                    <a:pt x="157" y="30"/>
                  </a:lnTo>
                  <a:lnTo>
                    <a:pt x="157" y="40"/>
                  </a:lnTo>
                  <a:lnTo>
                    <a:pt x="134" y="40"/>
                  </a:lnTo>
                  <a:lnTo>
                    <a:pt x="134" y="30"/>
                  </a:lnTo>
                  <a:lnTo>
                    <a:pt x="134" y="30"/>
                  </a:lnTo>
                  <a:close/>
                  <a:moveTo>
                    <a:pt x="167" y="30"/>
                  </a:moveTo>
                  <a:lnTo>
                    <a:pt x="190" y="30"/>
                  </a:lnTo>
                  <a:lnTo>
                    <a:pt x="190" y="40"/>
                  </a:lnTo>
                  <a:lnTo>
                    <a:pt x="167" y="40"/>
                  </a:lnTo>
                  <a:lnTo>
                    <a:pt x="167" y="30"/>
                  </a:lnTo>
                  <a:lnTo>
                    <a:pt x="167" y="30"/>
                  </a:lnTo>
                  <a:close/>
                  <a:moveTo>
                    <a:pt x="202" y="30"/>
                  </a:moveTo>
                  <a:lnTo>
                    <a:pt x="224" y="30"/>
                  </a:lnTo>
                  <a:lnTo>
                    <a:pt x="224" y="40"/>
                  </a:lnTo>
                  <a:lnTo>
                    <a:pt x="202" y="40"/>
                  </a:lnTo>
                  <a:lnTo>
                    <a:pt x="202" y="30"/>
                  </a:lnTo>
                  <a:lnTo>
                    <a:pt x="202" y="30"/>
                  </a:lnTo>
                  <a:close/>
                  <a:moveTo>
                    <a:pt x="235" y="30"/>
                  </a:moveTo>
                  <a:lnTo>
                    <a:pt x="258" y="30"/>
                  </a:lnTo>
                  <a:lnTo>
                    <a:pt x="258" y="40"/>
                  </a:lnTo>
                  <a:lnTo>
                    <a:pt x="235" y="40"/>
                  </a:lnTo>
                  <a:lnTo>
                    <a:pt x="235" y="30"/>
                  </a:lnTo>
                  <a:lnTo>
                    <a:pt x="235" y="30"/>
                  </a:lnTo>
                  <a:close/>
                  <a:moveTo>
                    <a:pt x="268" y="30"/>
                  </a:moveTo>
                  <a:lnTo>
                    <a:pt x="291" y="30"/>
                  </a:lnTo>
                  <a:lnTo>
                    <a:pt x="291" y="40"/>
                  </a:lnTo>
                  <a:lnTo>
                    <a:pt x="268" y="40"/>
                  </a:lnTo>
                  <a:lnTo>
                    <a:pt x="268" y="30"/>
                  </a:lnTo>
                  <a:lnTo>
                    <a:pt x="268" y="30"/>
                  </a:lnTo>
                  <a:close/>
                  <a:moveTo>
                    <a:pt x="303" y="30"/>
                  </a:moveTo>
                  <a:lnTo>
                    <a:pt x="326" y="30"/>
                  </a:lnTo>
                  <a:lnTo>
                    <a:pt x="326" y="40"/>
                  </a:lnTo>
                  <a:lnTo>
                    <a:pt x="303" y="40"/>
                  </a:lnTo>
                  <a:lnTo>
                    <a:pt x="303" y="30"/>
                  </a:lnTo>
                  <a:lnTo>
                    <a:pt x="303" y="3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1" name="Freeform 33"/>
            <p:cNvSpPr>
              <a:spLocks noEditPoints="1"/>
            </p:cNvSpPr>
            <p:nvPr/>
          </p:nvSpPr>
          <p:spPr>
            <a:xfrm>
              <a:off x="4740529" y="3043623"/>
              <a:ext cx="512628" cy="76186"/>
            </a:xfrm>
            <a:custGeom>
              <a:avLst/>
              <a:gdLst>
                <a:gd name="T0" fmla="*/ 361 w 459"/>
                <a:gd name="T1" fmla="*/ 29 h 68"/>
                <a:gd name="T2" fmla="*/ 338 w 459"/>
                <a:gd name="T3" fmla="*/ 39 h 68"/>
                <a:gd name="T4" fmla="*/ 338 w 459"/>
                <a:gd name="T5" fmla="*/ 29 h 68"/>
                <a:gd name="T6" fmla="*/ 390 w 459"/>
                <a:gd name="T7" fmla="*/ 0 h 68"/>
                <a:gd name="T8" fmla="*/ 371 w 459"/>
                <a:gd name="T9" fmla="*/ 29 h 68"/>
                <a:gd name="T10" fmla="*/ 390 w 459"/>
                <a:gd name="T11" fmla="*/ 39 h 68"/>
                <a:gd name="T12" fmla="*/ 459 w 459"/>
                <a:gd name="T13" fmla="*/ 33 h 68"/>
                <a:gd name="T14" fmla="*/ 0 w 459"/>
                <a:gd name="T15" fmla="*/ 29 h 68"/>
                <a:gd name="T16" fmla="*/ 23 w 459"/>
                <a:gd name="T17" fmla="*/ 39 h 68"/>
                <a:gd name="T18" fmla="*/ 0 w 459"/>
                <a:gd name="T19" fmla="*/ 29 h 68"/>
                <a:gd name="T20" fmla="*/ 35 w 459"/>
                <a:gd name="T21" fmla="*/ 29 h 68"/>
                <a:gd name="T22" fmla="*/ 57 w 459"/>
                <a:gd name="T23" fmla="*/ 39 h 68"/>
                <a:gd name="T24" fmla="*/ 35 w 459"/>
                <a:gd name="T25" fmla="*/ 29 h 68"/>
                <a:gd name="T26" fmla="*/ 68 w 459"/>
                <a:gd name="T27" fmla="*/ 29 h 68"/>
                <a:gd name="T28" fmla="*/ 91 w 459"/>
                <a:gd name="T29" fmla="*/ 39 h 68"/>
                <a:gd name="T30" fmla="*/ 68 w 459"/>
                <a:gd name="T31" fmla="*/ 29 h 68"/>
                <a:gd name="T32" fmla="*/ 101 w 459"/>
                <a:gd name="T33" fmla="*/ 29 h 68"/>
                <a:gd name="T34" fmla="*/ 124 w 459"/>
                <a:gd name="T35" fmla="*/ 39 h 68"/>
                <a:gd name="T36" fmla="*/ 101 w 459"/>
                <a:gd name="T37" fmla="*/ 29 h 68"/>
                <a:gd name="T38" fmla="*/ 136 w 459"/>
                <a:gd name="T39" fmla="*/ 29 h 68"/>
                <a:gd name="T40" fmla="*/ 159 w 459"/>
                <a:gd name="T41" fmla="*/ 39 h 68"/>
                <a:gd name="T42" fmla="*/ 136 w 459"/>
                <a:gd name="T43" fmla="*/ 29 h 68"/>
                <a:gd name="T44" fmla="*/ 169 w 459"/>
                <a:gd name="T45" fmla="*/ 29 h 68"/>
                <a:gd name="T46" fmla="*/ 192 w 459"/>
                <a:gd name="T47" fmla="*/ 39 h 68"/>
                <a:gd name="T48" fmla="*/ 169 w 459"/>
                <a:gd name="T49" fmla="*/ 29 h 68"/>
                <a:gd name="T50" fmla="*/ 203 w 459"/>
                <a:gd name="T51" fmla="*/ 29 h 68"/>
                <a:gd name="T52" fmla="*/ 225 w 459"/>
                <a:gd name="T53" fmla="*/ 39 h 68"/>
                <a:gd name="T54" fmla="*/ 203 w 459"/>
                <a:gd name="T55" fmla="*/ 29 h 68"/>
                <a:gd name="T56" fmla="*/ 237 w 459"/>
                <a:gd name="T57" fmla="*/ 29 h 68"/>
                <a:gd name="T58" fmla="*/ 260 w 459"/>
                <a:gd name="T59" fmla="*/ 39 h 68"/>
                <a:gd name="T60" fmla="*/ 237 w 459"/>
                <a:gd name="T61" fmla="*/ 29 h 68"/>
                <a:gd name="T62" fmla="*/ 270 w 459"/>
                <a:gd name="T63" fmla="*/ 29 h 68"/>
                <a:gd name="T64" fmla="*/ 293 w 459"/>
                <a:gd name="T65" fmla="*/ 39 h 68"/>
                <a:gd name="T66" fmla="*/ 270 w 459"/>
                <a:gd name="T67" fmla="*/ 29 h 68"/>
                <a:gd name="T68" fmla="*/ 304 w 459"/>
                <a:gd name="T69" fmla="*/ 29 h 68"/>
                <a:gd name="T70" fmla="*/ 326 w 459"/>
                <a:gd name="T71" fmla="*/ 39 h 68"/>
                <a:gd name="T72" fmla="*/ 304 w 459"/>
                <a:gd name="T73" fmla="*/ 2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9" h="68">
                  <a:moveTo>
                    <a:pt x="338" y="29"/>
                  </a:moveTo>
                  <a:lnTo>
                    <a:pt x="361" y="29"/>
                  </a:lnTo>
                  <a:lnTo>
                    <a:pt x="361" y="39"/>
                  </a:lnTo>
                  <a:lnTo>
                    <a:pt x="338" y="39"/>
                  </a:lnTo>
                  <a:lnTo>
                    <a:pt x="338" y="29"/>
                  </a:lnTo>
                  <a:lnTo>
                    <a:pt x="338" y="29"/>
                  </a:lnTo>
                  <a:close/>
                  <a:moveTo>
                    <a:pt x="459" y="33"/>
                  </a:moveTo>
                  <a:lnTo>
                    <a:pt x="390" y="0"/>
                  </a:lnTo>
                  <a:lnTo>
                    <a:pt x="390" y="29"/>
                  </a:lnTo>
                  <a:lnTo>
                    <a:pt x="371" y="29"/>
                  </a:lnTo>
                  <a:lnTo>
                    <a:pt x="371" y="39"/>
                  </a:lnTo>
                  <a:lnTo>
                    <a:pt x="390" y="39"/>
                  </a:lnTo>
                  <a:lnTo>
                    <a:pt x="390" y="68"/>
                  </a:lnTo>
                  <a:lnTo>
                    <a:pt x="459" y="33"/>
                  </a:lnTo>
                  <a:lnTo>
                    <a:pt x="459" y="33"/>
                  </a:lnTo>
                  <a:close/>
                  <a:moveTo>
                    <a:pt x="0" y="29"/>
                  </a:moveTo>
                  <a:lnTo>
                    <a:pt x="23" y="29"/>
                  </a:lnTo>
                  <a:lnTo>
                    <a:pt x="23" y="39"/>
                  </a:lnTo>
                  <a:lnTo>
                    <a:pt x="0" y="39"/>
                  </a:lnTo>
                  <a:lnTo>
                    <a:pt x="0" y="29"/>
                  </a:lnTo>
                  <a:lnTo>
                    <a:pt x="0" y="29"/>
                  </a:lnTo>
                  <a:close/>
                  <a:moveTo>
                    <a:pt x="35" y="29"/>
                  </a:moveTo>
                  <a:lnTo>
                    <a:pt x="57" y="29"/>
                  </a:lnTo>
                  <a:lnTo>
                    <a:pt x="57" y="39"/>
                  </a:lnTo>
                  <a:lnTo>
                    <a:pt x="35" y="39"/>
                  </a:lnTo>
                  <a:lnTo>
                    <a:pt x="35" y="29"/>
                  </a:lnTo>
                  <a:lnTo>
                    <a:pt x="35" y="29"/>
                  </a:lnTo>
                  <a:close/>
                  <a:moveTo>
                    <a:pt x="68" y="29"/>
                  </a:moveTo>
                  <a:lnTo>
                    <a:pt x="91" y="29"/>
                  </a:lnTo>
                  <a:lnTo>
                    <a:pt x="91" y="39"/>
                  </a:lnTo>
                  <a:lnTo>
                    <a:pt x="68" y="39"/>
                  </a:lnTo>
                  <a:lnTo>
                    <a:pt x="68" y="29"/>
                  </a:lnTo>
                  <a:lnTo>
                    <a:pt x="68" y="29"/>
                  </a:lnTo>
                  <a:close/>
                  <a:moveTo>
                    <a:pt x="101" y="29"/>
                  </a:moveTo>
                  <a:lnTo>
                    <a:pt x="124" y="29"/>
                  </a:lnTo>
                  <a:lnTo>
                    <a:pt x="124" y="39"/>
                  </a:lnTo>
                  <a:lnTo>
                    <a:pt x="101" y="39"/>
                  </a:lnTo>
                  <a:lnTo>
                    <a:pt x="101" y="29"/>
                  </a:lnTo>
                  <a:lnTo>
                    <a:pt x="101" y="29"/>
                  </a:lnTo>
                  <a:close/>
                  <a:moveTo>
                    <a:pt x="136" y="29"/>
                  </a:moveTo>
                  <a:lnTo>
                    <a:pt x="159" y="29"/>
                  </a:lnTo>
                  <a:lnTo>
                    <a:pt x="159" y="39"/>
                  </a:lnTo>
                  <a:lnTo>
                    <a:pt x="136" y="39"/>
                  </a:lnTo>
                  <a:lnTo>
                    <a:pt x="136" y="29"/>
                  </a:lnTo>
                  <a:lnTo>
                    <a:pt x="136" y="29"/>
                  </a:lnTo>
                  <a:close/>
                  <a:moveTo>
                    <a:pt x="169" y="29"/>
                  </a:moveTo>
                  <a:lnTo>
                    <a:pt x="192" y="29"/>
                  </a:lnTo>
                  <a:lnTo>
                    <a:pt x="192" y="39"/>
                  </a:lnTo>
                  <a:lnTo>
                    <a:pt x="169" y="39"/>
                  </a:lnTo>
                  <a:lnTo>
                    <a:pt x="169" y="29"/>
                  </a:lnTo>
                  <a:lnTo>
                    <a:pt x="169" y="29"/>
                  </a:lnTo>
                  <a:close/>
                  <a:moveTo>
                    <a:pt x="203" y="29"/>
                  </a:moveTo>
                  <a:lnTo>
                    <a:pt x="225" y="29"/>
                  </a:lnTo>
                  <a:lnTo>
                    <a:pt x="225" y="39"/>
                  </a:lnTo>
                  <a:lnTo>
                    <a:pt x="203" y="39"/>
                  </a:lnTo>
                  <a:lnTo>
                    <a:pt x="203" y="29"/>
                  </a:lnTo>
                  <a:lnTo>
                    <a:pt x="203" y="29"/>
                  </a:lnTo>
                  <a:close/>
                  <a:moveTo>
                    <a:pt x="237" y="29"/>
                  </a:moveTo>
                  <a:lnTo>
                    <a:pt x="260" y="29"/>
                  </a:lnTo>
                  <a:lnTo>
                    <a:pt x="260" y="39"/>
                  </a:lnTo>
                  <a:lnTo>
                    <a:pt x="237" y="39"/>
                  </a:lnTo>
                  <a:lnTo>
                    <a:pt x="237" y="29"/>
                  </a:lnTo>
                  <a:lnTo>
                    <a:pt x="237" y="29"/>
                  </a:lnTo>
                  <a:close/>
                  <a:moveTo>
                    <a:pt x="270" y="29"/>
                  </a:moveTo>
                  <a:lnTo>
                    <a:pt x="293" y="29"/>
                  </a:lnTo>
                  <a:lnTo>
                    <a:pt x="293" y="39"/>
                  </a:lnTo>
                  <a:lnTo>
                    <a:pt x="270" y="39"/>
                  </a:lnTo>
                  <a:lnTo>
                    <a:pt x="270" y="29"/>
                  </a:lnTo>
                  <a:lnTo>
                    <a:pt x="270" y="29"/>
                  </a:lnTo>
                  <a:close/>
                  <a:moveTo>
                    <a:pt x="304" y="29"/>
                  </a:moveTo>
                  <a:lnTo>
                    <a:pt x="326" y="29"/>
                  </a:lnTo>
                  <a:lnTo>
                    <a:pt x="326" y="39"/>
                  </a:lnTo>
                  <a:lnTo>
                    <a:pt x="304" y="39"/>
                  </a:lnTo>
                  <a:lnTo>
                    <a:pt x="304" y="29"/>
                  </a:lnTo>
                  <a:lnTo>
                    <a:pt x="304" y="2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2" name="Freeform 34"/>
            <p:cNvSpPr>
              <a:spLocks noEditPoints="1"/>
            </p:cNvSpPr>
            <p:nvPr/>
          </p:nvSpPr>
          <p:spPr>
            <a:xfrm>
              <a:off x="4856386" y="2284938"/>
              <a:ext cx="77767" cy="249191"/>
            </a:xfrm>
            <a:custGeom>
              <a:avLst/>
              <a:gdLst>
                <a:gd name="T0" fmla="*/ 28 w 69"/>
                <a:gd name="T1" fmla="*/ 101 h 223"/>
                <a:gd name="T2" fmla="*/ 28 w 69"/>
                <a:gd name="T3" fmla="*/ 124 h 223"/>
                <a:gd name="T4" fmla="*/ 40 w 69"/>
                <a:gd name="T5" fmla="*/ 124 h 223"/>
                <a:gd name="T6" fmla="*/ 40 w 69"/>
                <a:gd name="T7" fmla="*/ 101 h 223"/>
                <a:gd name="T8" fmla="*/ 28 w 69"/>
                <a:gd name="T9" fmla="*/ 101 h 223"/>
                <a:gd name="T10" fmla="*/ 28 w 69"/>
                <a:gd name="T11" fmla="*/ 101 h 223"/>
                <a:gd name="T12" fmla="*/ 34 w 69"/>
                <a:gd name="T13" fmla="*/ 223 h 223"/>
                <a:gd name="T14" fmla="*/ 0 w 69"/>
                <a:gd name="T15" fmla="*/ 154 h 223"/>
                <a:gd name="T16" fmla="*/ 28 w 69"/>
                <a:gd name="T17" fmla="*/ 154 h 223"/>
                <a:gd name="T18" fmla="*/ 28 w 69"/>
                <a:gd name="T19" fmla="*/ 135 h 223"/>
                <a:gd name="T20" fmla="*/ 40 w 69"/>
                <a:gd name="T21" fmla="*/ 135 h 223"/>
                <a:gd name="T22" fmla="*/ 40 w 69"/>
                <a:gd name="T23" fmla="*/ 154 h 223"/>
                <a:gd name="T24" fmla="*/ 69 w 69"/>
                <a:gd name="T25" fmla="*/ 154 h 223"/>
                <a:gd name="T26" fmla="*/ 34 w 69"/>
                <a:gd name="T27" fmla="*/ 223 h 223"/>
                <a:gd name="T28" fmla="*/ 34 w 69"/>
                <a:gd name="T29" fmla="*/ 223 h 223"/>
                <a:gd name="T30" fmla="*/ 28 w 69"/>
                <a:gd name="T31" fmla="*/ 0 h 223"/>
                <a:gd name="T32" fmla="*/ 28 w 69"/>
                <a:gd name="T33" fmla="*/ 23 h 223"/>
                <a:gd name="T34" fmla="*/ 40 w 69"/>
                <a:gd name="T35" fmla="*/ 23 h 223"/>
                <a:gd name="T36" fmla="*/ 40 w 69"/>
                <a:gd name="T37" fmla="*/ 0 h 223"/>
                <a:gd name="T38" fmla="*/ 28 w 69"/>
                <a:gd name="T39" fmla="*/ 0 h 223"/>
                <a:gd name="T40" fmla="*/ 28 w 69"/>
                <a:gd name="T41" fmla="*/ 0 h 223"/>
                <a:gd name="T42" fmla="*/ 28 w 69"/>
                <a:gd name="T43" fmla="*/ 33 h 223"/>
                <a:gd name="T44" fmla="*/ 28 w 69"/>
                <a:gd name="T45" fmla="*/ 56 h 223"/>
                <a:gd name="T46" fmla="*/ 40 w 69"/>
                <a:gd name="T47" fmla="*/ 56 h 223"/>
                <a:gd name="T48" fmla="*/ 40 w 69"/>
                <a:gd name="T49" fmla="*/ 33 h 223"/>
                <a:gd name="T50" fmla="*/ 28 w 69"/>
                <a:gd name="T51" fmla="*/ 33 h 223"/>
                <a:gd name="T52" fmla="*/ 28 w 69"/>
                <a:gd name="T53" fmla="*/ 33 h 223"/>
                <a:gd name="T54" fmla="*/ 28 w 69"/>
                <a:gd name="T55" fmla="*/ 68 h 223"/>
                <a:gd name="T56" fmla="*/ 28 w 69"/>
                <a:gd name="T57" fmla="*/ 89 h 223"/>
                <a:gd name="T58" fmla="*/ 40 w 69"/>
                <a:gd name="T59" fmla="*/ 89 h 223"/>
                <a:gd name="T60" fmla="*/ 40 w 69"/>
                <a:gd name="T61" fmla="*/ 68 h 223"/>
                <a:gd name="T62" fmla="*/ 28 w 69"/>
                <a:gd name="T63" fmla="*/ 68 h 223"/>
                <a:gd name="T64" fmla="*/ 28 w 69"/>
                <a:gd name="T65" fmla="*/ 68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 h="223">
                  <a:moveTo>
                    <a:pt x="28" y="101"/>
                  </a:moveTo>
                  <a:lnTo>
                    <a:pt x="28" y="124"/>
                  </a:lnTo>
                  <a:lnTo>
                    <a:pt x="40" y="124"/>
                  </a:lnTo>
                  <a:lnTo>
                    <a:pt x="40" y="101"/>
                  </a:lnTo>
                  <a:lnTo>
                    <a:pt x="28" y="101"/>
                  </a:lnTo>
                  <a:lnTo>
                    <a:pt x="28" y="101"/>
                  </a:lnTo>
                  <a:close/>
                  <a:moveTo>
                    <a:pt x="34" y="223"/>
                  </a:moveTo>
                  <a:lnTo>
                    <a:pt x="0" y="154"/>
                  </a:lnTo>
                  <a:lnTo>
                    <a:pt x="28" y="154"/>
                  </a:lnTo>
                  <a:lnTo>
                    <a:pt x="28" y="135"/>
                  </a:lnTo>
                  <a:lnTo>
                    <a:pt x="40" y="135"/>
                  </a:lnTo>
                  <a:lnTo>
                    <a:pt x="40" y="154"/>
                  </a:lnTo>
                  <a:lnTo>
                    <a:pt x="69" y="154"/>
                  </a:lnTo>
                  <a:lnTo>
                    <a:pt x="34" y="223"/>
                  </a:lnTo>
                  <a:lnTo>
                    <a:pt x="34" y="223"/>
                  </a:lnTo>
                  <a:close/>
                  <a:moveTo>
                    <a:pt x="28" y="0"/>
                  </a:moveTo>
                  <a:lnTo>
                    <a:pt x="28" y="23"/>
                  </a:lnTo>
                  <a:lnTo>
                    <a:pt x="40" y="23"/>
                  </a:lnTo>
                  <a:lnTo>
                    <a:pt x="40" y="0"/>
                  </a:lnTo>
                  <a:lnTo>
                    <a:pt x="28" y="0"/>
                  </a:lnTo>
                  <a:lnTo>
                    <a:pt x="28" y="0"/>
                  </a:lnTo>
                  <a:close/>
                  <a:moveTo>
                    <a:pt x="28" y="33"/>
                  </a:moveTo>
                  <a:lnTo>
                    <a:pt x="28" y="56"/>
                  </a:lnTo>
                  <a:lnTo>
                    <a:pt x="40" y="56"/>
                  </a:lnTo>
                  <a:lnTo>
                    <a:pt x="40" y="33"/>
                  </a:lnTo>
                  <a:lnTo>
                    <a:pt x="28" y="33"/>
                  </a:lnTo>
                  <a:lnTo>
                    <a:pt x="28" y="33"/>
                  </a:lnTo>
                  <a:close/>
                  <a:moveTo>
                    <a:pt x="28" y="68"/>
                  </a:moveTo>
                  <a:lnTo>
                    <a:pt x="28" y="89"/>
                  </a:lnTo>
                  <a:lnTo>
                    <a:pt x="40" y="89"/>
                  </a:lnTo>
                  <a:lnTo>
                    <a:pt x="40" y="68"/>
                  </a:lnTo>
                  <a:lnTo>
                    <a:pt x="28" y="68"/>
                  </a:lnTo>
                  <a:lnTo>
                    <a:pt x="28" y="6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Freeform 35"/>
            <p:cNvSpPr>
              <a:spLocks noEditPoints="1"/>
            </p:cNvSpPr>
            <p:nvPr/>
          </p:nvSpPr>
          <p:spPr>
            <a:xfrm>
              <a:off x="4469138" y="1710368"/>
              <a:ext cx="77767" cy="249191"/>
            </a:xfrm>
            <a:custGeom>
              <a:avLst/>
              <a:gdLst>
                <a:gd name="T0" fmla="*/ 28 w 69"/>
                <a:gd name="T1" fmla="*/ 122 h 223"/>
                <a:gd name="T2" fmla="*/ 28 w 69"/>
                <a:gd name="T3" fmla="*/ 99 h 223"/>
                <a:gd name="T4" fmla="*/ 39 w 69"/>
                <a:gd name="T5" fmla="*/ 99 h 223"/>
                <a:gd name="T6" fmla="*/ 39 w 69"/>
                <a:gd name="T7" fmla="*/ 122 h 223"/>
                <a:gd name="T8" fmla="*/ 28 w 69"/>
                <a:gd name="T9" fmla="*/ 122 h 223"/>
                <a:gd name="T10" fmla="*/ 28 w 69"/>
                <a:gd name="T11" fmla="*/ 122 h 223"/>
                <a:gd name="T12" fmla="*/ 34 w 69"/>
                <a:gd name="T13" fmla="*/ 0 h 223"/>
                <a:gd name="T14" fmla="*/ 0 w 69"/>
                <a:gd name="T15" fmla="*/ 69 h 223"/>
                <a:gd name="T16" fmla="*/ 28 w 69"/>
                <a:gd name="T17" fmla="*/ 69 h 223"/>
                <a:gd name="T18" fmla="*/ 28 w 69"/>
                <a:gd name="T19" fmla="*/ 88 h 223"/>
                <a:gd name="T20" fmla="*/ 39 w 69"/>
                <a:gd name="T21" fmla="*/ 88 h 223"/>
                <a:gd name="T22" fmla="*/ 39 w 69"/>
                <a:gd name="T23" fmla="*/ 69 h 223"/>
                <a:gd name="T24" fmla="*/ 69 w 69"/>
                <a:gd name="T25" fmla="*/ 69 h 223"/>
                <a:gd name="T26" fmla="*/ 34 w 69"/>
                <a:gd name="T27" fmla="*/ 0 h 223"/>
                <a:gd name="T28" fmla="*/ 34 w 69"/>
                <a:gd name="T29" fmla="*/ 0 h 223"/>
                <a:gd name="T30" fmla="*/ 28 w 69"/>
                <a:gd name="T31" fmla="*/ 223 h 223"/>
                <a:gd name="T32" fmla="*/ 28 w 69"/>
                <a:gd name="T33" fmla="*/ 200 h 223"/>
                <a:gd name="T34" fmla="*/ 39 w 69"/>
                <a:gd name="T35" fmla="*/ 200 h 223"/>
                <a:gd name="T36" fmla="*/ 39 w 69"/>
                <a:gd name="T37" fmla="*/ 223 h 223"/>
                <a:gd name="T38" fmla="*/ 28 w 69"/>
                <a:gd name="T39" fmla="*/ 223 h 223"/>
                <a:gd name="T40" fmla="*/ 28 w 69"/>
                <a:gd name="T41" fmla="*/ 223 h 223"/>
                <a:gd name="T42" fmla="*/ 28 w 69"/>
                <a:gd name="T43" fmla="*/ 189 h 223"/>
                <a:gd name="T44" fmla="*/ 28 w 69"/>
                <a:gd name="T45" fmla="*/ 167 h 223"/>
                <a:gd name="T46" fmla="*/ 39 w 69"/>
                <a:gd name="T47" fmla="*/ 167 h 223"/>
                <a:gd name="T48" fmla="*/ 39 w 69"/>
                <a:gd name="T49" fmla="*/ 189 h 223"/>
                <a:gd name="T50" fmla="*/ 28 w 69"/>
                <a:gd name="T51" fmla="*/ 189 h 223"/>
                <a:gd name="T52" fmla="*/ 28 w 69"/>
                <a:gd name="T53" fmla="*/ 189 h 223"/>
                <a:gd name="T54" fmla="*/ 28 w 69"/>
                <a:gd name="T55" fmla="*/ 156 h 223"/>
                <a:gd name="T56" fmla="*/ 28 w 69"/>
                <a:gd name="T57" fmla="*/ 134 h 223"/>
                <a:gd name="T58" fmla="*/ 39 w 69"/>
                <a:gd name="T59" fmla="*/ 134 h 223"/>
                <a:gd name="T60" fmla="*/ 39 w 69"/>
                <a:gd name="T61" fmla="*/ 156 h 223"/>
                <a:gd name="T62" fmla="*/ 28 w 69"/>
                <a:gd name="T63" fmla="*/ 156 h 223"/>
                <a:gd name="T64" fmla="*/ 28 w 69"/>
                <a:gd name="T65" fmla="*/ 15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 h="223">
                  <a:moveTo>
                    <a:pt x="28" y="122"/>
                  </a:moveTo>
                  <a:lnTo>
                    <a:pt x="28" y="99"/>
                  </a:lnTo>
                  <a:lnTo>
                    <a:pt x="39" y="99"/>
                  </a:lnTo>
                  <a:lnTo>
                    <a:pt x="39" y="122"/>
                  </a:lnTo>
                  <a:lnTo>
                    <a:pt x="28" y="122"/>
                  </a:lnTo>
                  <a:lnTo>
                    <a:pt x="28" y="122"/>
                  </a:lnTo>
                  <a:close/>
                  <a:moveTo>
                    <a:pt x="34" y="0"/>
                  </a:moveTo>
                  <a:lnTo>
                    <a:pt x="0" y="69"/>
                  </a:lnTo>
                  <a:lnTo>
                    <a:pt x="28" y="69"/>
                  </a:lnTo>
                  <a:lnTo>
                    <a:pt x="28" y="88"/>
                  </a:lnTo>
                  <a:lnTo>
                    <a:pt x="39" y="88"/>
                  </a:lnTo>
                  <a:lnTo>
                    <a:pt x="39" y="69"/>
                  </a:lnTo>
                  <a:lnTo>
                    <a:pt x="69" y="69"/>
                  </a:lnTo>
                  <a:lnTo>
                    <a:pt x="34" y="0"/>
                  </a:lnTo>
                  <a:lnTo>
                    <a:pt x="34" y="0"/>
                  </a:lnTo>
                  <a:close/>
                  <a:moveTo>
                    <a:pt x="28" y="223"/>
                  </a:moveTo>
                  <a:lnTo>
                    <a:pt x="28" y="200"/>
                  </a:lnTo>
                  <a:lnTo>
                    <a:pt x="39" y="200"/>
                  </a:lnTo>
                  <a:lnTo>
                    <a:pt x="39" y="223"/>
                  </a:lnTo>
                  <a:lnTo>
                    <a:pt x="28" y="223"/>
                  </a:lnTo>
                  <a:lnTo>
                    <a:pt x="28" y="223"/>
                  </a:lnTo>
                  <a:close/>
                  <a:moveTo>
                    <a:pt x="28" y="189"/>
                  </a:moveTo>
                  <a:lnTo>
                    <a:pt x="28" y="167"/>
                  </a:lnTo>
                  <a:lnTo>
                    <a:pt x="39" y="167"/>
                  </a:lnTo>
                  <a:lnTo>
                    <a:pt x="39" y="189"/>
                  </a:lnTo>
                  <a:lnTo>
                    <a:pt x="28" y="189"/>
                  </a:lnTo>
                  <a:lnTo>
                    <a:pt x="28" y="189"/>
                  </a:lnTo>
                  <a:close/>
                  <a:moveTo>
                    <a:pt x="28" y="156"/>
                  </a:moveTo>
                  <a:lnTo>
                    <a:pt x="28" y="134"/>
                  </a:lnTo>
                  <a:lnTo>
                    <a:pt x="39" y="134"/>
                  </a:lnTo>
                  <a:lnTo>
                    <a:pt x="39" y="156"/>
                  </a:lnTo>
                  <a:lnTo>
                    <a:pt x="28" y="156"/>
                  </a:lnTo>
                  <a:lnTo>
                    <a:pt x="28"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4" name="Freeform 36"/>
            <p:cNvSpPr>
              <a:spLocks noEditPoints="1"/>
            </p:cNvSpPr>
            <p:nvPr/>
          </p:nvSpPr>
          <p:spPr>
            <a:xfrm>
              <a:off x="3820021" y="1607199"/>
              <a:ext cx="477712" cy="352360"/>
            </a:xfrm>
            <a:custGeom>
              <a:avLst/>
              <a:gdLst>
                <a:gd name="T0" fmla="*/ 350 w 359"/>
                <a:gd name="T1" fmla="*/ 218 h 265"/>
                <a:gd name="T2" fmla="*/ 359 w 359"/>
                <a:gd name="T3" fmla="*/ 237 h 265"/>
                <a:gd name="T4" fmla="*/ 350 w 359"/>
                <a:gd name="T5" fmla="*/ 265 h 265"/>
                <a:gd name="T6" fmla="*/ 359 w 359"/>
                <a:gd name="T7" fmla="*/ 247 h 265"/>
                <a:gd name="T8" fmla="*/ 350 w 359"/>
                <a:gd name="T9" fmla="*/ 265 h 265"/>
                <a:gd name="T10" fmla="*/ 82 w 359"/>
                <a:gd name="T11" fmla="*/ 24 h 265"/>
                <a:gd name="T12" fmla="*/ 101 w 359"/>
                <a:gd name="T13" fmla="*/ 34 h 265"/>
                <a:gd name="T14" fmla="*/ 129 w 359"/>
                <a:gd name="T15" fmla="*/ 24 h 265"/>
                <a:gd name="T16" fmla="*/ 111 w 359"/>
                <a:gd name="T17" fmla="*/ 34 h 265"/>
                <a:gd name="T18" fmla="*/ 129 w 359"/>
                <a:gd name="T19" fmla="*/ 24 h 265"/>
                <a:gd name="T20" fmla="*/ 139 w 359"/>
                <a:gd name="T21" fmla="*/ 24 h 265"/>
                <a:gd name="T22" fmla="*/ 158 w 359"/>
                <a:gd name="T23" fmla="*/ 34 h 265"/>
                <a:gd name="T24" fmla="*/ 186 w 359"/>
                <a:gd name="T25" fmla="*/ 24 h 265"/>
                <a:gd name="T26" fmla="*/ 167 w 359"/>
                <a:gd name="T27" fmla="*/ 34 h 265"/>
                <a:gd name="T28" fmla="*/ 186 w 359"/>
                <a:gd name="T29" fmla="*/ 24 h 265"/>
                <a:gd name="T30" fmla="*/ 196 w 359"/>
                <a:gd name="T31" fmla="*/ 24 h 265"/>
                <a:gd name="T32" fmla="*/ 214 w 359"/>
                <a:gd name="T33" fmla="*/ 34 h 265"/>
                <a:gd name="T34" fmla="*/ 243 w 359"/>
                <a:gd name="T35" fmla="*/ 24 h 265"/>
                <a:gd name="T36" fmla="*/ 224 w 359"/>
                <a:gd name="T37" fmla="*/ 34 h 265"/>
                <a:gd name="T38" fmla="*/ 243 w 359"/>
                <a:gd name="T39" fmla="*/ 24 h 265"/>
                <a:gd name="T40" fmla="*/ 252 w 359"/>
                <a:gd name="T41" fmla="*/ 24 h 265"/>
                <a:gd name="T42" fmla="*/ 271 w 359"/>
                <a:gd name="T43" fmla="*/ 34 h 265"/>
                <a:gd name="T44" fmla="*/ 300 w 359"/>
                <a:gd name="T45" fmla="*/ 30 h 265"/>
                <a:gd name="T46" fmla="*/ 280 w 359"/>
                <a:gd name="T47" fmla="*/ 35 h 265"/>
                <a:gd name="T48" fmla="*/ 300 w 359"/>
                <a:gd name="T49" fmla="*/ 30 h 265"/>
                <a:gd name="T50" fmla="*/ 310 w 359"/>
                <a:gd name="T51" fmla="*/ 34 h 265"/>
                <a:gd name="T52" fmla="*/ 321 w 359"/>
                <a:gd name="T53" fmla="*/ 52 h 265"/>
                <a:gd name="T54" fmla="*/ 346 w 359"/>
                <a:gd name="T55" fmla="*/ 67 h 265"/>
                <a:gd name="T56" fmla="*/ 327 w 359"/>
                <a:gd name="T57" fmla="*/ 58 h 265"/>
                <a:gd name="T58" fmla="*/ 346 w 359"/>
                <a:gd name="T59" fmla="*/ 67 h 265"/>
                <a:gd name="T60" fmla="*/ 350 w 359"/>
                <a:gd name="T61" fmla="*/ 76 h 265"/>
                <a:gd name="T62" fmla="*/ 347 w 359"/>
                <a:gd name="T63" fmla="*/ 97 h 265"/>
                <a:gd name="T64" fmla="*/ 359 w 359"/>
                <a:gd name="T65" fmla="*/ 124 h 265"/>
                <a:gd name="T66" fmla="*/ 348 w 359"/>
                <a:gd name="T67" fmla="*/ 106 h 265"/>
                <a:gd name="T68" fmla="*/ 359 w 359"/>
                <a:gd name="T69" fmla="*/ 124 h 265"/>
                <a:gd name="T70" fmla="*/ 350 w 359"/>
                <a:gd name="T71" fmla="*/ 153 h 265"/>
                <a:gd name="T72" fmla="*/ 359 w 359"/>
                <a:gd name="T73" fmla="*/ 134 h 265"/>
                <a:gd name="T74" fmla="*/ 359 w 359"/>
                <a:gd name="T75" fmla="*/ 181 h 265"/>
                <a:gd name="T76" fmla="*/ 350 w 359"/>
                <a:gd name="T77" fmla="*/ 162 h 265"/>
                <a:gd name="T78" fmla="*/ 359 w 359"/>
                <a:gd name="T79" fmla="*/ 181 h 265"/>
                <a:gd name="T80" fmla="*/ 350 w 359"/>
                <a:gd name="T81" fmla="*/ 209 h 265"/>
                <a:gd name="T82" fmla="*/ 359 w 359"/>
                <a:gd name="T83" fmla="*/ 190 h 265"/>
                <a:gd name="T84" fmla="*/ 0 w 359"/>
                <a:gd name="T85" fmla="*/ 29 h 265"/>
                <a:gd name="T86" fmla="*/ 58 w 359"/>
                <a:gd name="T87" fmla="*/ 24 h 265"/>
                <a:gd name="T88" fmla="*/ 74 w 359"/>
                <a:gd name="T89" fmla="*/ 34 h 265"/>
                <a:gd name="T90" fmla="*/ 58 w 359"/>
                <a:gd name="T91" fmla="*/ 5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265">
                  <a:moveTo>
                    <a:pt x="350" y="237"/>
                  </a:moveTo>
                  <a:cubicBezTo>
                    <a:pt x="350" y="218"/>
                    <a:pt x="350" y="218"/>
                    <a:pt x="350" y="218"/>
                  </a:cubicBezTo>
                  <a:cubicBezTo>
                    <a:pt x="359" y="218"/>
                    <a:pt x="359" y="218"/>
                    <a:pt x="359" y="218"/>
                  </a:cubicBezTo>
                  <a:cubicBezTo>
                    <a:pt x="359" y="237"/>
                    <a:pt x="359" y="237"/>
                    <a:pt x="359" y="237"/>
                  </a:cubicBezTo>
                  <a:cubicBezTo>
                    <a:pt x="350" y="237"/>
                    <a:pt x="350" y="237"/>
                    <a:pt x="350" y="237"/>
                  </a:cubicBezTo>
                  <a:close/>
                  <a:moveTo>
                    <a:pt x="350" y="265"/>
                  </a:moveTo>
                  <a:cubicBezTo>
                    <a:pt x="350" y="247"/>
                    <a:pt x="350" y="247"/>
                    <a:pt x="350" y="247"/>
                  </a:cubicBezTo>
                  <a:cubicBezTo>
                    <a:pt x="359" y="247"/>
                    <a:pt x="359" y="247"/>
                    <a:pt x="359" y="247"/>
                  </a:cubicBezTo>
                  <a:cubicBezTo>
                    <a:pt x="359" y="265"/>
                    <a:pt x="359" y="265"/>
                    <a:pt x="359" y="265"/>
                  </a:cubicBezTo>
                  <a:cubicBezTo>
                    <a:pt x="350" y="265"/>
                    <a:pt x="350" y="265"/>
                    <a:pt x="350" y="265"/>
                  </a:cubicBezTo>
                  <a:close/>
                  <a:moveTo>
                    <a:pt x="101" y="24"/>
                  </a:moveTo>
                  <a:cubicBezTo>
                    <a:pt x="82" y="24"/>
                    <a:pt x="82" y="24"/>
                    <a:pt x="82" y="24"/>
                  </a:cubicBezTo>
                  <a:cubicBezTo>
                    <a:pt x="82" y="34"/>
                    <a:pt x="82" y="34"/>
                    <a:pt x="82" y="34"/>
                  </a:cubicBezTo>
                  <a:cubicBezTo>
                    <a:pt x="101" y="34"/>
                    <a:pt x="101" y="34"/>
                    <a:pt x="101" y="34"/>
                  </a:cubicBezTo>
                  <a:cubicBezTo>
                    <a:pt x="101" y="24"/>
                    <a:pt x="101" y="24"/>
                    <a:pt x="101" y="24"/>
                  </a:cubicBezTo>
                  <a:close/>
                  <a:moveTo>
                    <a:pt x="129" y="24"/>
                  </a:moveTo>
                  <a:cubicBezTo>
                    <a:pt x="111" y="24"/>
                    <a:pt x="111" y="24"/>
                    <a:pt x="111" y="24"/>
                  </a:cubicBezTo>
                  <a:cubicBezTo>
                    <a:pt x="111" y="34"/>
                    <a:pt x="111" y="34"/>
                    <a:pt x="111" y="34"/>
                  </a:cubicBezTo>
                  <a:cubicBezTo>
                    <a:pt x="129" y="34"/>
                    <a:pt x="129" y="34"/>
                    <a:pt x="129" y="34"/>
                  </a:cubicBezTo>
                  <a:cubicBezTo>
                    <a:pt x="129" y="24"/>
                    <a:pt x="129" y="24"/>
                    <a:pt x="129" y="24"/>
                  </a:cubicBezTo>
                  <a:close/>
                  <a:moveTo>
                    <a:pt x="158" y="24"/>
                  </a:moveTo>
                  <a:cubicBezTo>
                    <a:pt x="139" y="24"/>
                    <a:pt x="139" y="24"/>
                    <a:pt x="139" y="24"/>
                  </a:cubicBezTo>
                  <a:cubicBezTo>
                    <a:pt x="139" y="34"/>
                    <a:pt x="139" y="34"/>
                    <a:pt x="139" y="34"/>
                  </a:cubicBezTo>
                  <a:cubicBezTo>
                    <a:pt x="158" y="34"/>
                    <a:pt x="158" y="34"/>
                    <a:pt x="158" y="34"/>
                  </a:cubicBezTo>
                  <a:cubicBezTo>
                    <a:pt x="158" y="24"/>
                    <a:pt x="158" y="24"/>
                    <a:pt x="158" y="24"/>
                  </a:cubicBezTo>
                  <a:close/>
                  <a:moveTo>
                    <a:pt x="186" y="24"/>
                  </a:moveTo>
                  <a:cubicBezTo>
                    <a:pt x="167" y="24"/>
                    <a:pt x="167" y="24"/>
                    <a:pt x="167" y="24"/>
                  </a:cubicBezTo>
                  <a:cubicBezTo>
                    <a:pt x="167" y="34"/>
                    <a:pt x="167" y="34"/>
                    <a:pt x="167" y="34"/>
                  </a:cubicBezTo>
                  <a:cubicBezTo>
                    <a:pt x="186" y="34"/>
                    <a:pt x="186" y="34"/>
                    <a:pt x="186" y="34"/>
                  </a:cubicBezTo>
                  <a:cubicBezTo>
                    <a:pt x="186" y="24"/>
                    <a:pt x="186" y="24"/>
                    <a:pt x="186" y="24"/>
                  </a:cubicBezTo>
                  <a:close/>
                  <a:moveTo>
                    <a:pt x="214" y="24"/>
                  </a:moveTo>
                  <a:cubicBezTo>
                    <a:pt x="196" y="24"/>
                    <a:pt x="196" y="24"/>
                    <a:pt x="196" y="24"/>
                  </a:cubicBezTo>
                  <a:cubicBezTo>
                    <a:pt x="196" y="34"/>
                    <a:pt x="196" y="34"/>
                    <a:pt x="196" y="34"/>
                  </a:cubicBezTo>
                  <a:cubicBezTo>
                    <a:pt x="214" y="34"/>
                    <a:pt x="214" y="34"/>
                    <a:pt x="214" y="34"/>
                  </a:cubicBezTo>
                  <a:cubicBezTo>
                    <a:pt x="214" y="24"/>
                    <a:pt x="214" y="24"/>
                    <a:pt x="214" y="24"/>
                  </a:cubicBezTo>
                  <a:close/>
                  <a:moveTo>
                    <a:pt x="243" y="24"/>
                  </a:moveTo>
                  <a:cubicBezTo>
                    <a:pt x="224" y="24"/>
                    <a:pt x="224" y="24"/>
                    <a:pt x="224" y="24"/>
                  </a:cubicBezTo>
                  <a:cubicBezTo>
                    <a:pt x="224" y="34"/>
                    <a:pt x="224" y="34"/>
                    <a:pt x="224" y="34"/>
                  </a:cubicBezTo>
                  <a:cubicBezTo>
                    <a:pt x="243" y="34"/>
                    <a:pt x="243" y="34"/>
                    <a:pt x="243" y="34"/>
                  </a:cubicBezTo>
                  <a:cubicBezTo>
                    <a:pt x="243" y="24"/>
                    <a:pt x="243" y="24"/>
                    <a:pt x="243" y="24"/>
                  </a:cubicBezTo>
                  <a:close/>
                  <a:moveTo>
                    <a:pt x="272" y="25"/>
                  </a:moveTo>
                  <a:cubicBezTo>
                    <a:pt x="252" y="24"/>
                    <a:pt x="252" y="24"/>
                    <a:pt x="252" y="24"/>
                  </a:cubicBezTo>
                  <a:cubicBezTo>
                    <a:pt x="252" y="34"/>
                    <a:pt x="252" y="34"/>
                    <a:pt x="252" y="34"/>
                  </a:cubicBezTo>
                  <a:cubicBezTo>
                    <a:pt x="271" y="34"/>
                    <a:pt x="271" y="34"/>
                    <a:pt x="271" y="34"/>
                  </a:cubicBezTo>
                  <a:cubicBezTo>
                    <a:pt x="272" y="25"/>
                    <a:pt x="272" y="25"/>
                    <a:pt x="272" y="25"/>
                  </a:cubicBezTo>
                  <a:close/>
                  <a:moveTo>
                    <a:pt x="300" y="30"/>
                  </a:moveTo>
                  <a:cubicBezTo>
                    <a:pt x="281" y="26"/>
                    <a:pt x="281" y="26"/>
                    <a:pt x="281" y="26"/>
                  </a:cubicBezTo>
                  <a:cubicBezTo>
                    <a:pt x="280" y="35"/>
                    <a:pt x="280" y="35"/>
                    <a:pt x="280" y="35"/>
                  </a:cubicBezTo>
                  <a:cubicBezTo>
                    <a:pt x="297" y="39"/>
                    <a:pt x="297" y="39"/>
                    <a:pt x="297" y="39"/>
                  </a:cubicBezTo>
                  <a:cubicBezTo>
                    <a:pt x="300" y="30"/>
                    <a:pt x="300" y="30"/>
                    <a:pt x="300" y="30"/>
                  </a:cubicBezTo>
                  <a:close/>
                  <a:moveTo>
                    <a:pt x="327" y="44"/>
                  </a:moveTo>
                  <a:cubicBezTo>
                    <a:pt x="310" y="34"/>
                    <a:pt x="310" y="34"/>
                    <a:pt x="310" y="34"/>
                  </a:cubicBezTo>
                  <a:cubicBezTo>
                    <a:pt x="306" y="43"/>
                    <a:pt x="306" y="43"/>
                    <a:pt x="306" y="43"/>
                  </a:cubicBezTo>
                  <a:cubicBezTo>
                    <a:pt x="321" y="52"/>
                    <a:pt x="321" y="52"/>
                    <a:pt x="321" y="52"/>
                  </a:cubicBezTo>
                  <a:cubicBezTo>
                    <a:pt x="327" y="44"/>
                    <a:pt x="327" y="44"/>
                    <a:pt x="327" y="44"/>
                  </a:cubicBezTo>
                  <a:close/>
                  <a:moveTo>
                    <a:pt x="346" y="67"/>
                  </a:moveTo>
                  <a:cubicBezTo>
                    <a:pt x="334" y="51"/>
                    <a:pt x="334" y="51"/>
                    <a:pt x="334" y="51"/>
                  </a:cubicBezTo>
                  <a:cubicBezTo>
                    <a:pt x="327" y="58"/>
                    <a:pt x="327" y="58"/>
                    <a:pt x="327" y="58"/>
                  </a:cubicBezTo>
                  <a:cubicBezTo>
                    <a:pt x="338" y="72"/>
                    <a:pt x="338" y="72"/>
                    <a:pt x="338" y="72"/>
                  </a:cubicBezTo>
                  <a:cubicBezTo>
                    <a:pt x="346" y="67"/>
                    <a:pt x="346" y="67"/>
                    <a:pt x="346" y="67"/>
                  </a:cubicBezTo>
                  <a:close/>
                  <a:moveTo>
                    <a:pt x="356" y="95"/>
                  </a:moveTo>
                  <a:cubicBezTo>
                    <a:pt x="350" y="76"/>
                    <a:pt x="350" y="76"/>
                    <a:pt x="350" y="76"/>
                  </a:cubicBezTo>
                  <a:cubicBezTo>
                    <a:pt x="342" y="80"/>
                    <a:pt x="342" y="80"/>
                    <a:pt x="342" y="80"/>
                  </a:cubicBezTo>
                  <a:cubicBezTo>
                    <a:pt x="344" y="85"/>
                    <a:pt x="346" y="91"/>
                    <a:pt x="347" y="97"/>
                  </a:cubicBezTo>
                  <a:cubicBezTo>
                    <a:pt x="356" y="95"/>
                    <a:pt x="356" y="95"/>
                    <a:pt x="356" y="95"/>
                  </a:cubicBezTo>
                  <a:close/>
                  <a:moveTo>
                    <a:pt x="359" y="124"/>
                  </a:moveTo>
                  <a:cubicBezTo>
                    <a:pt x="350" y="124"/>
                    <a:pt x="350" y="124"/>
                    <a:pt x="350" y="124"/>
                  </a:cubicBezTo>
                  <a:cubicBezTo>
                    <a:pt x="348" y="106"/>
                    <a:pt x="348" y="106"/>
                    <a:pt x="348" y="106"/>
                  </a:cubicBezTo>
                  <a:cubicBezTo>
                    <a:pt x="358" y="105"/>
                    <a:pt x="358" y="105"/>
                    <a:pt x="358" y="105"/>
                  </a:cubicBezTo>
                  <a:cubicBezTo>
                    <a:pt x="359" y="124"/>
                    <a:pt x="359" y="124"/>
                    <a:pt x="359" y="124"/>
                  </a:cubicBezTo>
                  <a:close/>
                  <a:moveTo>
                    <a:pt x="359" y="153"/>
                  </a:moveTo>
                  <a:cubicBezTo>
                    <a:pt x="350" y="153"/>
                    <a:pt x="350" y="153"/>
                    <a:pt x="350" y="153"/>
                  </a:cubicBezTo>
                  <a:cubicBezTo>
                    <a:pt x="350" y="134"/>
                    <a:pt x="350" y="134"/>
                    <a:pt x="350" y="134"/>
                  </a:cubicBezTo>
                  <a:cubicBezTo>
                    <a:pt x="359" y="134"/>
                    <a:pt x="359" y="134"/>
                    <a:pt x="359" y="134"/>
                  </a:cubicBezTo>
                  <a:cubicBezTo>
                    <a:pt x="359" y="153"/>
                    <a:pt x="359" y="153"/>
                    <a:pt x="359" y="153"/>
                  </a:cubicBezTo>
                  <a:close/>
                  <a:moveTo>
                    <a:pt x="359" y="181"/>
                  </a:moveTo>
                  <a:cubicBezTo>
                    <a:pt x="350" y="181"/>
                    <a:pt x="350" y="181"/>
                    <a:pt x="350" y="181"/>
                  </a:cubicBezTo>
                  <a:cubicBezTo>
                    <a:pt x="350" y="162"/>
                    <a:pt x="350" y="162"/>
                    <a:pt x="350" y="162"/>
                  </a:cubicBezTo>
                  <a:cubicBezTo>
                    <a:pt x="359" y="162"/>
                    <a:pt x="359" y="162"/>
                    <a:pt x="359" y="162"/>
                  </a:cubicBezTo>
                  <a:cubicBezTo>
                    <a:pt x="359" y="181"/>
                    <a:pt x="359" y="181"/>
                    <a:pt x="359" y="181"/>
                  </a:cubicBezTo>
                  <a:close/>
                  <a:moveTo>
                    <a:pt x="359" y="209"/>
                  </a:moveTo>
                  <a:cubicBezTo>
                    <a:pt x="350" y="209"/>
                    <a:pt x="350" y="209"/>
                    <a:pt x="350" y="209"/>
                  </a:cubicBezTo>
                  <a:cubicBezTo>
                    <a:pt x="350" y="190"/>
                    <a:pt x="350" y="190"/>
                    <a:pt x="350" y="190"/>
                  </a:cubicBezTo>
                  <a:cubicBezTo>
                    <a:pt x="359" y="190"/>
                    <a:pt x="359" y="190"/>
                    <a:pt x="359" y="190"/>
                  </a:cubicBezTo>
                  <a:cubicBezTo>
                    <a:pt x="359" y="209"/>
                    <a:pt x="359" y="209"/>
                    <a:pt x="359" y="209"/>
                  </a:cubicBezTo>
                  <a:close/>
                  <a:moveTo>
                    <a:pt x="0" y="29"/>
                  </a:moveTo>
                  <a:cubicBezTo>
                    <a:pt x="58" y="0"/>
                    <a:pt x="58" y="0"/>
                    <a:pt x="58" y="0"/>
                  </a:cubicBezTo>
                  <a:cubicBezTo>
                    <a:pt x="58" y="24"/>
                    <a:pt x="58" y="24"/>
                    <a:pt x="58" y="24"/>
                  </a:cubicBezTo>
                  <a:cubicBezTo>
                    <a:pt x="74" y="24"/>
                    <a:pt x="74" y="24"/>
                    <a:pt x="74" y="24"/>
                  </a:cubicBezTo>
                  <a:cubicBezTo>
                    <a:pt x="74" y="34"/>
                    <a:pt x="74" y="34"/>
                    <a:pt x="74" y="34"/>
                  </a:cubicBezTo>
                  <a:cubicBezTo>
                    <a:pt x="58" y="34"/>
                    <a:pt x="58" y="34"/>
                    <a:pt x="58" y="34"/>
                  </a:cubicBezTo>
                  <a:cubicBezTo>
                    <a:pt x="58" y="58"/>
                    <a:pt x="58" y="58"/>
                    <a:pt x="58" y="58"/>
                  </a:cubicBezTo>
                  <a:cubicBezTo>
                    <a:pt x="0" y="29"/>
                    <a:pt x="0" y="29"/>
                    <a:pt x="0"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5" name="Freeform 37"/>
            <p:cNvSpPr>
              <a:spLocks noEditPoints="1"/>
            </p:cNvSpPr>
            <p:nvPr/>
          </p:nvSpPr>
          <p:spPr>
            <a:xfrm>
              <a:off x="5588030" y="3170600"/>
              <a:ext cx="77768" cy="174593"/>
            </a:xfrm>
            <a:custGeom>
              <a:avLst/>
              <a:gdLst>
                <a:gd name="T0" fmla="*/ 29 w 69"/>
                <a:gd name="T1" fmla="*/ 121 h 156"/>
                <a:gd name="T2" fmla="*/ 29 w 69"/>
                <a:gd name="T3" fmla="*/ 100 h 156"/>
                <a:gd name="T4" fmla="*/ 39 w 69"/>
                <a:gd name="T5" fmla="*/ 100 h 156"/>
                <a:gd name="T6" fmla="*/ 39 w 69"/>
                <a:gd name="T7" fmla="*/ 121 h 156"/>
                <a:gd name="T8" fmla="*/ 29 w 69"/>
                <a:gd name="T9" fmla="*/ 121 h 156"/>
                <a:gd name="T10" fmla="*/ 29 w 69"/>
                <a:gd name="T11" fmla="*/ 121 h 156"/>
                <a:gd name="T12" fmla="*/ 35 w 69"/>
                <a:gd name="T13" fmla="*/ 0 h 156"/>
                <a:gd name="T14" fmla="*/ 0 w 69"/>
                <a:gd name="T15" fmla="*/ 69 h 156"/>
                <a:gd name="T16" fmla="*/ 29 w 69"/>
                <a:gd name="T17" fmla="*/ 69 h 156"/>
                <a:gd name="T18" fmla="*/ 29 w 69"/>
                <a:gd name="T19" fmla="*/ 88 h 156"/>
                <a:gd name="T20" fmla="*/ 39 w 69"/>
                <a:gd name="T21" fmla="*/ 88 h 156"/>
                <a:gd name="T22" fmla="*/ 39 w 69"/>
                <a:gd name="T23" fmla="*/ 69 h 156"/>
                <a:gd name="T24" fmla="*/ 69 w 69"/>
                <a:gd name="T25" fmla="*/ 69 h 156"/>
                <a:gd name="T26" fmla="*/ 35 w 69"/>
                <a:gd name="T27" fmla="*/ 0 h 156"/>
                <a:gd name="T28" fmla="*/ 35 w 69"/>
                <a:gd name="T29" fmla="*/ 0 h 156"/>
                <a:gd name="T30" fmla="*/ 29 w 69"/>
                <a:gd name="T31" fmla="*/ 156 h 156"/>
                <a:gd name="T32" fmla="*/ 29 w 69"/>
                <a:gd name="T33" fmla="*/ 133 h 156"/>
                <a:gd name="T34" fmla="*/ 39 w 69"/>
                <a:gd name="T35" fmla="*/ 133 h 156"/>
                <a:gd name="T36" fmla="*/ 39 w 69"/>
                <a:gd name="T37" fmla="*/ 156 h 156"/>
                <a:gd name="T38" fmla="*/ 29 w 69"/>
                <a:gd name="T39" fmla="*/ 156 h 156"/>
                <a:gd name="T40" fmla="*/ 29 w 69"/>
                <a:gd name="T4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6">
                  <a:moveTo>
                    <a:pt x="29" y="121"/>
                  </a:moveTo>
                  <a:lnTo>
                    <a:pt x="29" y="100"/>
                  </a:lnTo>
                  <a:lnTo>
                    <a:pt x="39" y="100"/>
                  </a:lnTo>
                  <a:lnTo>
                    <a:pt x="39" y="121"/>
                  </a:lnTo>
                  <a:lnTo>
                    <a:pt x="29" y="121"/>
                  </a:lnTo>
                  <a:lnTo>
                    <a:pt x="29" y="121"/>
                  </a:lnTo>
                  <a:close/>
                  <a:moveTo>
                    <a:pt x="35" y="0"/>
                  </a:moveTo>
                  <a:lnTo>
                    <a:pt x="0" y="69"/>
                  </a:lnTo>
                  <a:lnTo>
                    <a:pt x="29" y="69"/>
                  </a:lnTo>
                  <a:lnTo>
                    <a:pt x="29" y="88"/>
                  </a:lnTo>
                  <a:lnTo>
                    <a:pt x="39" y="88"/>
                  </a:lnTo>
                  <a:lnTo>
                    <a:pt x="39" y="69"/>
                  </a:lnTo>
                  <a:lnTo>
                    <a:pt x="69" y="69"/>
                  </a:lnTo>
                  <a:lnTo>
                    <a:pt x="35" y="0"/>
                  </a:lnTo>
                  <a:lnTo>
                    <a:pt x="35" y="0"/>
                  </a:lnTo>
                  <a:close/>
                  <a:moveTo>
                    <a:pt x="29" y="156"/>
                  </a:moveTo>
                  <a:lnTo>
                    <a:pt x="29" y="133"/>
                  </a:lnTo>
                  <a:lnTo>
                    <a:pt x="39" y="133"/>
                  </a:lnTo>
                  <a:lnTo>
                    <a:pt x="39" y="156"/>
                  </a:lnTo>
                  <a:lnTo>
                    <a:pt x="29" y="156"/>
                  </a:lnTo>
                  <a:lnTo>
                    <a:pt x="29"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6" name="Freeform 38"/>
            <p:cNvSpPr>
              <a:spLocks noEditPoints="1"/>
            </p:cNvSpPr>
            <p:nvPr/>
          </p:nvSpPr>
          <p:spPr>
            <a:xfrm>
              <a:off x="3364529" y="3448361"/>
              <a:ext cx="76180" cy="174593"/>
            </a:xfrm>
            <a:custGeom>
              <a:avLst/>
              <a:gdLst>
                <a:gd name="T0" fmla="*/ 29 w 69"/>
                <a:gd name="T1" fmla="*/ 121 h 156"/>
                <a:gd name="T2" fmla="*/ 29 w 69"/>
                <a:gd name="T3" fmla="*/ 98 h 156"/>
                <a:gd name="T4" fmla="*/ 41 w 69"/>
                <a:gd name="T5" fmla="*/ 98 h 156"/>
                <a:gd name="T6" fmla="*/ 41 w 69"/>
                <a:gd name="T7" fmla="*/ 121 h 156"/>
                <a:gd name="T8" fmla="*/ 29 w 69"/>
                <a:gd name="T9" fmla="*/ 121 h 156"/>
                <a:gd name="T10" fmla="*/ 29 w 69"/>
                <a:gd name="T11" fmla="*/ 121 h 156"/>
                <a:gd name="T12" fmla="*/ 35 w 69"/>
                <a:gd name="T13" fmla="*/ 0 h 156"/>
                <a:gd name="T14" fmla="*/ 0 w 69"/>
                <a:gd name="T15" fmla="*/ 69 h 156"/>
                <a:gd name="T16" fmla="*/ 29 w 69"/>
                <a:gd name="T17" fmla="*/ 69 h 156"/>
                <a:gd name="T18" fmla="*/ 29 w 69"/>
                <a:gd name="T19" fmla="*/ 88 h 156"/>
                <a:gd name="T20" fmla="*/ 41 w 69"/>
                <a:gd name="T21" fmla="*/ 88 h 156"/>
                <a:gd name="T22" fmla="*/ 41 w 69"/>
                <a:gd name="T23" fmla="*/ 69 h 156"/>
                <a:gd name="T24" fmla="*/ 69 w 69"/>
                <a:gd name="T25" fmla="*/ 69 h 156"/>
                <a:gd name="T26" fmla="*/ 35 w 69"/>
                <a:gd name="T27" fmla="*/ 0 h 156"/>
                <a:gd name="T28" fmla="*/ 35 w 69"/>
                <a:gd name="T29" fmla="*/ 0 h 156"/>
                <a:gd name="T30" fmla="*/ 29 w 69"/>
                <a:gd name="T31" fmla="*/ 156 h 156"/>
                <a:gd name="T32" fmla="*/ 29 w 69"/>
                <a:gd name="T33" fmla="*/ 133 h 156"/>
                <a:gd name="T34" fmla="*/ 41 w 69"/>
                <a:gd name="T35" fmla="*/ 133 h 156"/>
                <a:gd name="T36" fmla="*/ 41 w 69"/>
                <a:gd name="T37" fmla="*/ 156 h 156"/>
                <a:gd name="T38" fmla="*/ 29 w 69"/>
                <a:gd name="T39" fmla="*/ 156 h 156"/>
                <a:gd name="T40" fmla="*/ 29 w 69"/>
                <a:gd name="T4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6">
                  <a:moveTo>
                    <a:pt x="29" y="121"/>
                  </a:moveTo>
                  <a:lnTo>
                    <a:pt x="29" y="98"/>
                  </a:lnTo>
                  <a:lnTo>
                    <a:pt x="41" y="98"/>
                  </a:lnTo>
                  <a:lnTo>
                    <a:pt x="41" y="121"/>
                  </a:lnTo>
                  <a:lnTo>
                    <a:pt x="29" y="121"/>
                  </a:lnTo>
                  <a:lnTo>
                    <a:pt x="29" y="121"/>
                  </a:lnTo>
                  <a:close/>
                  <a:moveTo>
                    <a:pt x="35" y="0"/>
                  </a:moveTo>
                  <a:lnTo>
                    <a:pt x="0" y="69"/>
                  </a:lnTo>
                  <a:lnTo>
                    <a:pt x="29" y="69"/>
                  </a:lnTo>
                  <a:lnTo>
                    <a:pt x="29" y="88"/>
                  </a:lnTo>
                  <a:lnTo>
                    <a:pt x="41" y="88"/>
                  </a:lnTo>
                  <a:lnTo>
                    <a:pt x="41" y="69"/>
                  </a:lnTo>
                  <a:lnTo>
                    <a:pt x="69" y="69"/>
                  </a:lnTo>
                  <a:lnTo>
                    <a:pt x="35" y="0"/>
                  </a:lnTo>
                  <a:lnTo>
                    <a:pt x="35" y="0"/>
                  </a:lnTo>
                  <a:close/>
                  <a:moveTo>
                    <a:pt x="29" y="156"/>
                  </a:moveTo>
                  <a:lnTo>
                    <a:pt x="29" y="133"/>
                  </a:lnTo>
                  <a:lnTo>
                    <a:pt x="41" y="133"/>
                  </a:lnTo>
                  <a:lnTo>
                    <a:pt x="41" y="156"/>
                  </a:lnTo>
                  <a:lnTo>
                    <a:pt x="29" y="156"/>
                  </a:lnTo>
                  <a:lnTo>
                    <a:pt x="29" y="15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7" name="Freeform 39"/>
            <p:cNvSpPr>
              <a:spLocks noEditPoints="1"/>
            </p:cNvSpPr>
            <p:nvPr/>
          </p:nvSpPr>
          <p:spPr>
            <a:xfrm>
              <a:off x="5391232" y="4549884"/>
              <a:ext cx="76180" cy="174593"/>
            </a:xfrm>
            <a:custGeom>
              <a:avLst/>
              <a:gdLst>
                <a:gd name="T0" fmla="*/ 29 w 69"/>
                <a:gd name="T1" fmla="*/ 121 h 155"/>
                <a:gd name="T2" fmla="*/ 29 w 69"/>
                <a:gd name="T3" fmla="*/ 99 h 155"/>
                <a:gd name="T4" fmla="*/ 40 w 69"/>
                <a:gd name="T5" fmla="*/ 99 h 155"/>
                <a:gd name="T6" fmla="*/ 40 w 69"/>
                <a:gd name="T7" fmla="*/ 121 h 155"/>
                <a:gd name="T8" fmla="*/ 29 w 69"/>
                <a:gd name="T9" fmla="*/ 121 h 155"/>
                <a:gd name="T10" fmla="*/ 29 w 69"/>
                <a:gd name="T11" fmla="*/ 121 h 155"/>
                <a:gd name="T12" fmla="*/ 35 w 69"/>
                <a:gd name="T13" fmla="*/ 0 h 155"/>
                <a:gd name="T14" fmla="*/ 0 w 69"/>
                <a:gd name="T15" fmla="*/ 69 h 155"/>
                <a:gd name="T16" fmla="*/ 29 w 69"/>
                <a:gd name="T17" fmla="*/ 69 h 155"/>
                <a:gd name="T18" fmla="*/ 29 w 69"/>
                <a:gd name="T19" fmla="*/ 88 h 155"/>
                <a:gd name="T20" fmla="*/ 40 w 69"/>
                <a:gd name="T21" fmla="*/ 88 h 155"/>
                <a:gd name="T22" fmla="*/ 40 w 69"/>
                <a:gd name="T23" fmla="*/ 69 h 155"/>
                <a:gd name="T24" fmla="*/ 69 w 69"/>
                <a:gd name="T25" fmla="*/ 69 h 155"/>
                <a:gd name="T26" fmla="*/ 35 w 69"/>
                <a:gd name="T27" fmla="*/ 0 h 155"/>
                <a:gd name="T28" fmla="*/ 35 w 69"/>
                <a:gd name="T29" fmla="*/ 0 h 155"/>
                <a:gd name="T30" fmla="*/ 29 w 69"/>
                <a:gd name="T31" fmla="*/ 155 h 155"/>
                <a:gd name="T32" fmla="*/ 29 w 69"/>
                <a:gd name="T33" fmla="*/ 133 h 155"/>
                <a:gd name="T34" fmla="*/ 40 w 69"/>
                <a:gd name="T35" fmla="*/ 133 h 155"/>
                <a:gd name="T36" fmla="*/ 40 w 69"/>
                <a:gd name="T37" fmla="*/ 155 h 155"/>
                <a:gd name="T38" fmla="*/ 29 w 69"/>
                <a:gd name="T39" fmla="*/ 155 h 155"/>
                <a:gd name="T40" fmla="*/ 29 w 69"/>
                <a:gd name="T41"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5">
                  <a:moveTo>
                    <a:pt x="29" y="121"/>
                  </a:moveTo>
                  <a:lnTo>
                    <a:pt x="29" y="99"/>
                  </a:lnTo>
                  <a:lnTo>
                    <a:pt x="40" y="99"/>
                  </a:lnTo>
                  <a:lnTo>
                    <a:pt x="40" y="121"/>
                  </a:lnTo>
                  <a:lnTo>
                    <a:pt x="29" y="121"/>
                  </a:lnTo>
                  <a:lnTo>
                    <a:pt x="29" y="121"/>
                  </a:lnTo>
                  <a:close/>
                  <a:moveTo>
                    <a:pt x="35" y="0"/>
                  </a:moveTo>
                  <a:lnTo>
                    <a:pt x="0" y="69"/>
                  </a:lnTo>
                  <a:lnTo>
                    <a:pt x="29" y="69"/>
                  </a:lnTo>
                  <a:lnTo>
                    <a:pt x="29" y="88"/>
                  </a:lnTo>
                  <a:lnTo>
                    <a:pt x="40" y="88"/>
                  </a:lnTo>
                  <a:lnTo>
                    <a:pt x="40" y="69"/>
                  </a:lnTo>
                  <a:lnTo>
                    <a:pt x="69" y="69"/>
                  </a:lnTo>
                  <a:lnTo>
                    <a:pt x="35" y="0"/>
                  </a:lnTo>
                  <a:lnTo>
                    <a:pt x="35" y="0"/>
                  </a:lnTo>
                  <a:close/>
                  <a:moveTo>
                    <a:pt x="29" y="155"/>
                  </a:moveTo>
                  <a:lnTo>
                    <a:pt x="29" y="133"/>
                  </a:lnTo>
                  <a:lnTo>
                    <a:pt x="40" y="133"/>
                  </a:lnTo>
                  <a:lnTo>
                    <a:pt x="40" y="155"/>
                  </a:lnTo>
                  <a:lnTo>
                    <a:pt x="29" y="155"/>
                  </a:lnTo>
                  <a:lnTo>
                    <a:pt x="29" y="15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8" name="Freeform 40"/>
            <p:cNvSpPr>
              <a:spLocks noEditPoints="1"/>
            </p:cNvSpPr>
            <p:nvPr/>
          </p:nvSpPr>
          <p:spPr>
            <a:xfrm>
              <a:off x="5745152" y="3695966"/>
              <a:ext cx="76180" cy="173006"/>
            </a:xfrm>
            <a:custGeom>
              <a:avLst/>
              <a:gdLst>
                <a:gd name="T0" fmla="*/ 30 w 69"/>
                <a:gd name="T1" fmla="*/ 121 h 155"/>
                <a:gd name="T2" fmla="*/ 30 w 69"/>
                <a:gd name="T3" fmla="*/ 99 h 155"/>
                <a:gd name="T4" fmla="*/ 41 w 69"/>
                <a:gd name="T5" fmla="*/ 99 h 155"/>
                <a:gd name="T6" fmla="*/ 41 w 69"/>
                <a:gd name="T7" fmla="*/ 121 h 155"/>
                <a:gd name="T8" fmla="*/ 30 w 69"/>
                <a:gd name="T9" fmla="*/ 121 h 155"/>
                <a:gd name="T10" fmla="*/ 30 w 69"/>
                <a:gd name="T11" fmla="*/ 121 h 155"/>
                <a:gd name="T12" fmla="*/ 35 w 69"/>
                <a:gd name="T13" fmla="*/ 0 h 155"/>
                <a:gd name="T14" fmla="*/ 0 w 69"/>
                <a:gd name="T15" fmla="*/ 69 h 155"/>
                <a:gd name="T16" fmla="*/ 30 w 69"/>
                <a:gd name="T17" fmla="*/ 69 h 155"/>
                <a:gd name="T18" fmla="*/ 30 w 69"/>
                <a:gd name="T19" fmla="*/ 87 h 155"/>
                <a:gd name="T20" fmla="*/ 41 w 69"/>
                <a:gd name="T21" fmla="*/ 87 h 155"/>
                <a:gd name="T22" fmla="*/ 41 w 69"/>
                <a:gd name="T23" fmla="*/ 69 h 155"/>
                <a:gd name="T24" fmla="*/ 69 w 69"/>
                <a:gd name="T25" fmla="*/ 69 h 155"/>
                <a:gd name="T26" fmla="*/ 35 w 69"/>
                <a:gd name="T27" fmla="*/ 0 h 155"/>
                <a:gd name="T28" fmla="*/ 35 w 69"/>
                <a:gd name="T29" fmla="*/ 0 h 155"/>
                <a:gd name="T30" fmla="*/ 30 w 69"/>
                <a:gd name="T31" fmla="*/ 155 h 155"/>
                <a:gd name="T32" fmla="*/ 30 w 69"/>
                <a:gd name="T33" fmla="*/ 132 h 155"/>
                <a:gd name="T34" fmla="*/ 41 w 69"/>
                <a:gd name="T35" fmla="*/ 132 h 155"/>
                <a:gd name="T36" fmla="*/ 41 w 69"/>
                <a:gd name="T37" fmla="*/ 155 h 155"/>
                <a:gd name="T38" fmla="*/ 30 w 69"/>
                <a:gd name="T39" fmla="*/ 155 h 155"/>
                <a:gd name="T40" fmla="*/ 30 w 69"/>
                <a:gd name="T41"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 h="155">
                  <a:moveTo>
                    <a:pt x="30" y="121"/>
                  </a:moveTo>
                  <a:lnTo>
                    <a:pt x="30" y="99"/>
                  </a:lnTo>
                  <a:lnTo>
                    <a:pt x="41" y="99"/>
                  </a:lnTo>
                  <a:lnTo>
                    <a:pt x="41" y="121"/>
                  </a:lnTo>
                  <a:lnTo>
                    <a:pt x="30" y="121"/>
                  </a:lnTo>
                  <a:lnTo>
                    <a:pt x="30" y="121"/>
                  </a:lnTo>
                  <a:close/>
                  <a:moveTo>
                    <a:pt x="35" y="0"/>
                  </a:moveTo>
                  <a:lnTo>
                    <a:pt x="0" y="69"/>
                  </a:lnTo>
                  <a:lnTo>
                    <a:pt x="30" y="69"/>
                  </a:lnTo>
                  <a:lnTo>
                    <a:pt x="30" y="87"/>
                  </a:lnTo>
                  <a:lnTo>
                    <a:pt x="41" y="87"/>
                  </a:lnTo>
                  <a:lnTo>
                    <a:pt x="41" y="69"/>
                  </a:lnTo>
                  <a:lnTo>
                    <a:pt x="69" y="69"/>
                  </a:lnTo>
                  <a:lnTo>
                    <a:pt x="35" y="0"/>
                  </a:lnTo>
                  <a:lnTo>
                    <a:pt x="35" y="0"/>
                  </a:lnTo>
                  <a:close/>
                  <a:moveTo>
                    <a:pt x="30" y="155"/>
                  </a:moveTo>
                  <a:lnTo>
                    <a:pt x="30" y="132"/>
                  </a:lnTo>
                  <a:lnTo>
                    <a:pt x="41" y="132"/>
                  </a:lnTo>
                  <a:lnTo>
                    <a:pt x="41" y="155"/>
                  </a:lnTo>
                  <a:lnTo>
                    <a:pt x="30" y="155"/>
                  </a:lnTo>
                  <a:lnTo>
                    <a:pt x="30" y="155"/>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9" name="Freeform 41"/>
            <p:cNvSpPr>
              <a:spLocks noEditPoints="1"/>
            </p:cNvSpPr>
            <p:nvPr/>
          </p:nvSpPr>
          <p:spPr>
            <a:xfrm>
              <a:off x="3929530" y="4549884"/>
              <a:ext cx="74592" cy="173006"/>
            </a:xfrm>
            <a:custGeom>
              <a:avLst/>
              <a:gdLst>
                <a:gd name="T0" fmla="*/ 28 w 68"/>
                <a:gd name="T1" fmla="*/ 121 h 154"/>
                <a:gd name="T2" fmla="*/ 28 w 68"/>
                <a:gd name="T3" fmla="*/ 98 h 154"/>
                <a:gd name="T4" fmla="*/ 39 w 68"/>
                <a:gd name="T5" fmla="*/ 98 h 154"/>
                <a:gd name="T6" fmla="*/ 39 w 68"/>
                <a:gd name="T7" fmla="*/ 121 h 154"/>
                <a:gd name="T8" fmla="*/ 28 w 68"/>
                <a:gd name="T9" fmla="*/ 121 h 154"/>
                <a:gd name="T10" fmla="*/ 28 w 68"/>
                <a:gd name="T11" fmla="*/ 121 h 154"/>
                <a:gd name="T12" fmla="*/ 33 w 68"/>
                <a:gd name="T13" fmla="*/ 0 h 154"/>
                <a:gd name="T14" fmla="*/ 0 w 68"/>
                <a:gd name="T15" fmla="*/ 67 h 154"/>
                <a:gd name="T16" fmla="*/ 28 w 68"/>
                <a:gd name="T17" fmla="*/ 67 h 154"/>
                <a:gd name="T18" fmla="*/ 28 w 68"/>
                <a:gd name="T19" fmla="*/ 86 h 154"/>
                <a:gd name="T20" fmla="*/ 39 w 68"/>
                <a:gd name="T21" fmla="*/ 86 h 154"/>
                <a:gd name="T22" fmla="*/ 39 w 68"/>
                <a:gd name="T23" fmla="*/ 67 h 154"/>
                <a:gd name="T24" fmla="*/ 68 w 68"/>
                <a:gd name="T25" fmla="*/ 67 h 154"/>
                <a:gd name="T26" fmla="*/ 33 w 68"/>
                <a:gd name="T27" fmla="*/ 0 h 154"/>
                <a:gd name="T28" fmla="*/ 33 w 68"/>
                <a:gd name="T29" fmla="*/ 0 h 154"/>
                <a:gd name="T30" fmla="*/ 28 w 68"/>
                <a:gd name="T31" fmla="*/ 154 h 154"/>
                <a:gd name="T32" fmla="*/ 28 w 68"/>
                <a:gd name="T33" fmla="*/ 132 h 154"/>
                <a:gd name="T34" fmla="*/ 39 w 68"/>
                <a:gd name="T35" fmla="*/ 132 h 154"/>
                <a:gd name="T36" fmla="*/ 39 w 68"/>
                <a:gd name="T37" fmla="*/ 154 h 154"/>
                <a:gd name="T38" fmla="*/ 28 w 68"/>
                <a:gd name="T39" fmla="*/ 154 h 154"/>
                <a:gd name="T40" fmla="*/ 28 w 68"/>
                <a:gd name="T41"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54">
                  <a:moveTo>
                    <a:pt x="28" y="121"/>
                  </a:moveTo>
                  <a:lnTo>
                    <a:pt x="28" y="98"/>
                  </a:lnTo>
                  <a:lnTo>
                    <a:pt x="39" y="98"/>
                  </a:lnTo>
                  <a:lnTo>
                    <a:pt x="39" y="121"/>
                  </a:lnTo>
                  <a:lnTo>
                    <a:pt x="28" y="121"/>
                  </a:lnTo>
                  <a:lnTo>
                    <a:pt x="28" y="121"/>
                  </a:lnTo>
                  <a:close/>
                  <a:moveTo>
                    <a:pt x="33" y="0"/>
                  </a:moveTo>
                  <a:lnTo>
                    <a:pt x="0" y="67"/>
                  </a:lnTo>
                  <a:lnTo>
                    <a:pt x="28" y="67"/>
                  </a:lnTo>
                  <a:lnTo>
                    <a:pt x="28" y="86"/>
                  </a:lnTo>
                  <a:lnTo>
                    <a:pt x="39" y="86"/>
                  </a:lnTo>
                  <a:lnTo>
                    <a:pt x="39" y="67"/>
                  </a:lnTo>
                  <a:lnTo>
                    <a:pt x="68" y="67"/>
                  </a:lnTo>
                  <a:lnTo>
                    <a:pt x="33" y="0"/>
                  </a:lnTo>
                  <a:lnTo>
                    <a:pt x="33" y="0"/>
                  </a:lnTo>
                  <a:close/>
                  <a:moveTo>
                    <a:pt x="28" y="154"/>
                  </a:moveTo>
                  <a:lnTo>
                    <a:pt x="28" y="132"/>
                  </a:lnTo>
                  <a:lnTo>
                    <a:pt x="39" y="132"/>
                  </a:lnTo>
                  <a:lnTo>
                    <a:pt x="39" y="154"/>
                  </a:lnTo>
                  <a:lnTo>
                    <a:pt x="28" y="154"/>
                  </a:lnTo>
                  <a:lnTo>
                    <a:pt x="28" y="15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0" name="Freeform 42"/>
            <p:cNvSpPr>
              <a:spLocks noEditPoints="1"/>
            </p:cNvSpPr>
            <p:nvPr/>
          </p:nvSpPr>
          <p:spPr>
            <a:xfrm>
              <a:off x="4754813" y="2864268"/>
              <a:ext cx="249171" cy="77774"/>
            </a:xfrm>
            <a:custGeom>
              <a:avLst/>
              <a:gdLst>
                <a:gd name="T0" fmla="*/ 102 w 223"/>
                <a:gd name="T1" fmla="*/ 29 h 69"/>
                <a:gd name="T2" fmla="*/ 124 w 223"/>
                <a:gd name="T3" fmla="*/ 29 h 69"/>
                <a:gd name="T4" fmla="*/ 124 w 223"/>
                <a:gd name="T5" fmla="*/ 40 h 69"/>
                <a:gd name="T6" fmla="*/ 102 w 223"/>
                <a:gd name="T7" fmla="*/ 40 h 69"/>
                <a:gd name="T8" fmla="*/ 102 w 223"/>
                <a:gd name="T9" fmla="*/ 29 h 69"/>
                <a:gd name="T10" fmla="*/ 102 w 223"/>
                <a:gd name="T11" fmla="*/ 29 h 69"/>
                <a:gd name="T12" fmla="*/ 223 w 223"/>
                <a:gd name="T13" fmla="*/ 34 h 69"/>
                <a:gd name="T14" fmla="*/ 154 w 223"/>
                <a:gd name="T15" fmla="*/ 0 h 69"/>
                <a:gd name="T16" fmla="*/ 154 w 223"/>
                <a:gd name="T17" fmla="*/ 29 h 69"/>
                <a:gd name="T18" fmla="*/ 135 w 223"/>
                <a:gd name="T19" fmla="*/ 29 h 69"/>
                <a:gd name="T20" fmla="*/ 135 w 223"/>
                <a:gd name="T21" fmla="*/ 40 h 69"/>
                <a:gd name="T22" fmla="*/ 154 w 223"/>
                <a:gd name="T23" fmla="*/ 40 h 69"/>
                <a:gd name="T24" fmla="*/ 154 w 223"/>
                <a:gd name="T25" fmla="*/ 69 h 69"/>
                <a:gd name="T26" fmla="*/ 223 w 223"/>
                <a:gd name="T27" fmla="*/ 34 h 69"/>
                <a:gd name="T28" fmla="*/ 223 w 223"/>
                <a:gd name="T29" fmla="*/ 34 h 69"/>
                <a:gd name="T30" fmla="*/ 0 w 223"/>
                <a:gd name="T31" fmla="*/ 29 h 69"/>
                <a:gd name="T32" fmla="*/ 23 w 223"/>
                <a:gd name="T33" fmla="*/ 29 h 69"/>
                <a:gd name="T34" fmla="*/ 23 w 223"/>
                <a:gd name="T35" fmla="*/ 40 h 69"/>
                <a:gd name="T36" fmla="*/ 0 w 223"/>
                <a:gd name="T37" fmla="*/ 40 h 69"/>
                <a:gd name="T38" fmla="*/ 0 w 223"/>
                <a:gd name="T39" fmla="*/ 29 h 69"/>
                <a:gd name="T40" fmla="*/ 0 w 223"/>
                <a:gd name="T41" fmla="*/ 29 h 69"/>
                <a:gd name="T42" fmla="*/ 34 w 223"/>
                <a:gd name="T43" fmla="*/ 29 h 69"/>
                <a:gd name="T44" fmla="*/ 56 w 223"/>
                <a:gd name="T45" fmla="*/ 29 h 69"/>
                <a:gd name="T46" fmla="*/ 56 w 223"/>
                <a:gd name="T47" fmla="*/ 40 h 69"/>
                <a:gd name="T48" fmla="*/ 34 w 223"/>
                <a:gd name="T49" fmla="*/ 40 h 69"/>
                <a:gd name="T50" fmla="*/ 34 w 223"/>
                <a:gd name="T51" fmla="*/ 29 h 69"/>
                <a:gd name="T52" fmla="*/ 34 w 223"/>
                <a:gd name="T53" fmla="*/ 29 h 69"/>
                <a:gd name="T54" fmla="*/ 68 w 223"/>
                <a:gd name="T55" fmla="*/ 29 h 69"/>
                <a:gd name="T56" fmla="*/ 91 w 223"/>
                <a:gd name="T57" fmla="*/ 29 h 69"/>
                <a:gd name="T58" fmla="*/ 91 w 223"/>
                <a:gd name="T59" fmla="*/ 40 h 69"/>
                <a:gd name="T60" fmla="*/ 68 w 223"/>
                <a:gd name="T61" fmla="*/ 40 h 69"/>
                <a:gd name="T62" fmla="*/ 68 w 223"/>
                <a:gd name="T63" fmla="*/ 29 h 69"/>
                <a:gd name="T64" fmla="*/ 68 w 223"/>
                <a:gd name="T65" fmla="*/ 2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3" h="69">
                  <a:moveTo>
                    <a:pt x="102" y="29"/>
                  </a:moveTo>
                  <a:lnTo>
                    <a:pt x="124" y="29"/>
                  </a:lnTo>
                  <a:lnTo>
                    <a:pt x="124" y="40"/>
                  </a:lnTo>
                  <a:lnTo>
                    <a:pt x="102" y="40"/>
                  </a:lnTo>
                  <a:lnTo>
                    <a:pt x="102" y="29"/>
                  </a:lnTo>
                  <a:lnTo>
                    <a:pt x="102" y="29"/>
                  </a:lnTo>
                  <a:close/>
                  <a:moveTo>
                    <a:pt x="223" y="34"/>
                  </a:moveTo>
                  <a:lnTo>
                    <a:pt x="154" y="0"/>
                  </a:lnTo>
                  <a:lnTo>
                    <a:pt x="154" y="29"/>
                  </a:lnTo>
                  <a:lnTo>
                    <a:pt x="135" y="29"/>
                  </a:lnTo>
                  <a:lnTo>
                    <a:pt x="135" y="40"/>
                  </a:lnTo>
                  <a:lnTo>
                    <a:pt x="154" y="40"/>
                  </a:lnTo>
                  <a:lnTo>
                    <a:pt x="154" y="69"/>
                  </a:lnTo>
                  <a:lnTo>
                    <a:pt x="223" y="34"/>
                  </a:lnTo>
                  <a:lnTo>
                    <a:pt x="223" y="34"/>
                  </a:lnTo>
                  <a:close/>
                  <a:moveTo>
                    <a:pt x="0" y="29"/>
                  </a:moveTo>
                  <a:lnTo>
                    <a:pt x="23" y="29"/>
                  </a:lnTo>
                  <a:lnTo>
                    <a:pt x="23" y="40"/>
                  </a:lnTo>
                  <a:lnTo>
                    <a:pt x="0" y="40"/>
                  </a:lnTo>
                  <a:lnTo>
                    <a:pt x="0" y="29"/>
                  </a:lnTo>
                  <a:lnTo>
                    <a:pt x="0" y="29"/>
                  </a:lnTo>
                  <a:close/>
                  <a:moveTo>
                    <a:pt x="34" y="29"/>
                  </a:moveTo>
                  <a:lnTo>
                    <a:pt x="56" y="29"/>
                  </a:lnTo>
                  <a:lnTo>
                    <a:pt x="56" y="40"/>
                  </a:lnTo>
                  <a:lnTo>
                    <a:pt x="34" y="40"/>
                  </a:lnTo>
                  <a:lnTo>
                    <a:pt x="34" y="29"/>
                  </a:lnTo>
                  <a:lnTo>
                    <a:pt x="34" y="29"/>
                  </a:lnTo>
                  <a:close/>
                  <a:moveTo>
                    <a:pt x="68" y="29"/>
                  </a:moveTo>
                  <a:lnTo>
                    <a:pt x="91" y="29"/>
                  </a:lnTo>
                  <a:lnTo>
                    <a:pt x="91" y="40"/>
                  </a:lnTo>
                  <a:lnTo>
                    <a:pt x="68" y="40"/>
                  </a:lnTo>
                  <a:lnTo>
                    <a:pt x="68" y="29"/>
                  </a:lnTo>
                  <a:lnTo>
                    <a:pt x="68" y="2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1" name="Freeform 43"/>
            <p:cNvSpPr>
              <a:spLocks noEditPoints="1"/>
            </p:cNvSpPr>
            <p:nvPr/>
          </p:nvSpPr>
          <p:spPr>
            <a:xfrm>
              <a:off x="4759573" y="1927815"/>
              <a:ext cx="852264" cy="277762"/>
            </a:xfrm>
            <a:custGeom>
              <a:avLst/>
              <a:gdLst>
                <a:gd name="T0" fmla="*/ 277 w 641"/>
                <a:gd name="T1" fmla="*/ 33 h 209"/>
                <a:gd name="T2" fmla="*/ 229 w 641"/>
                <a:gd name="T3" fmla="*/ 24 h 209"/>
                <a:gd name="T4" fmla="*/ 229 w 641"/>
                <a:gd name="T5" fmla="*/ 33 h 209"/>
                <a:gd name="T6" fmla="*/ 220 w 641"/>
                <a:gd name="T7" fmla="*/ 24 h 209"/>
                <a:gd name="T8" fmla="*/ 201 w 641"/>
                <a:gd name="T9" fmla="*/ 24 h 209"/>
                <a:gd name="T10" fmla="*/ 192 w 641"/>
                <a:gd name="T11" fmla="*/ 33 h 209"/>
                <a:gd name="T12" fmla="*/ 144 w 641"/>
                <a:gd name="T13" fmla="*/ 24 h 209"/>
                <a:gd name="T14" fmla="*/ 144 w 641"/>
                <a:gd name="T15" fmla="*/ 33 h 209"/>
                <a:gd name="T16" fmla="*/ 418 w 641"/>
                <a:gd name="T17" fmla="*/ 24 h 209"/>
                <a:gd name="T18" fmla="*/ 399 w 641"/>
                <a:gd name="T19" fmla="*/ 24 h 209"/>
                <a:gd name="T20" fmla="*/ 389 w 641"/>
                <a:gd name="T21" fmla="*/ 33 h 209"/>
                <a:gd name="T22" fmla="*/ 342 w 641"/>
                <a:gd name="T23" fmla="*/ 24 h 209"/>
                <a:gd name="T24" fmla="*/ 342 w 641"/>
                <a:gd name="T25" fmla="*/ 33 h 209"/>
                <a:gd name="T26" fmla="*/ 333 w 641"/>
                <a:gd name="T27" fmla="*/ 24 h 209"/>
                <a:gd name="T28" fmla="*/ 314 w 641"/>
                <a:gd name="T29" fmla="*/ 24 h 209"/>
                <a:gd name="T30" fmla="*/ 304 w 641"/>
                <a:gd name="T31" fmla="*/ 33 h 209"/>
                <a:gd name="T32" fmla="*/ 540 w 641"/>
                <a:gd name="T33" fmla="*/ 24 h 209"/>
                <a:gd name="T34" fmla="*/ 540 w 641"/>
                <a:gd name="T35" fmla="*/ 33 h 209"/>
                <a:gd name="T36" fmla="*/ 530 w 641"/>
                <a:gd name="T37" fmla="*/ 24 h 209"/>
                <a:gd name="T38" fmla="*/ 511 w 641"/>
                <a:gd name="T39" fmla="*/ 24 h 209"/>
                <a:gd name="T40" fmla="*/ 502 w 641"/>
                <a:gd name="T41" fmla="*/ 33 h 209"/>
                <a:gd name="T42" fmla="*/ 455 w 641"/>
                <a:gd name="T43" fmla="*/ 24 h 209"/>
                <a:gd name="T44" fmla="*/ 455 w 641"/>
                <a:gd name="T45" fmla="*/ 33 h 209"/>
                <a:gd name="T46" fmla="*/ 445 w 641"/>
                <a:gd name="T47" fmla="*/ 24 h 209"/>
                <a:gd name="T48" fmla="*/ 426 w 641"/>
                <a:gd name="T49" fmla="*/ 24 h 209"/>
                <a:gd name="T50" fmla="*/ 135 w 641"/>
                <a:gd name="T51" fmla="*/ 33 h 209"/>
                <a:gd name="T52" fmla="*/ 87 w 641"/>
                <a:gd name="T53" fmla="*/ 25 h 209"/>
                <a:gd name="T54" fmla="*/ 88 w 641"/>
                <a:gd name="T55" fmla="*/ 34 h 209"/>
                <a:gd name="T56" fmla="*/ 78 w 641"/>
                <a:gd name="T57" fmla="*/ 26 h 209"/>
                <a:gd name="T58" fmla="*/ 58 w 641"/>
                <a:gd name="T59" fmla="*/ 30 h 209"/>
                <a:gd name="T60" fmla="*/ 53 w 641"/>
                <a:gd name="T61" fmla="*/ 42 h 209"/>
                <a:gd name="T62" fmla="*/ 13 w 641"/>
                <a:gd name="T63" fmla="*/ 67 h 209"/>
                <a:gd name="T64" fmla="*/ 21 w 641"/>
                <a:gd name="T65" fmla="*/ 72 h 209"/>
                <a:gd name="T66" fmla="*/ 8 w 641"/>
                <a:gd name="T67" fmla="*/ 76 h 209"/>
                <a:gd name="T68" fmla="*/ 3 w 641"/>
                <a:gd name="T69" fmla="*/ 95 h 209"/>
                <a:gd name="T70" fmla="*/ 10 w 641"/>
                <a:gd name="T71" fmla="*/ 106 h 209"/>
                <a:gd name="T72" fmla="*/ 0 w 641"/>
                <a:gd name="T73" fmla="*/ 153 h 209"/>
                <a:gd name="T74" fmla="*/ 0 w 641"/>
                <a:gd name="T75" fmla="*/ 134 h 209"/>
                <a:gd name="T76" fmla="*/ 9 w 641"/>
                <a:gd name="T77" fmla="*/ 181 h 209"/>
                <a:gd name="T78" fmla="*/ 0 w 641"/>
                <a:gd name="T79" fmla="*/ 181 h 209"/>
                <a:gd name="T80" fmla="*/ 9 w 641"/>
                <a:gd name="T81" fmla="*/ 190 h 209"/>
                <a:gd name="T82" fmla="*/ 641 w 641"/>
                <a:gd name="T83" fmla="*/ 29 h 209"/>
                <a:gd name="T84" fmla="*/ 567 w 641"/>
                <a:gd name="T85" fmla="*/ 24 h 209"/>
                <a:gd name="T86" fmla="*/ 583 w 641"/>
                <a:gd name="T87" fmla="*/ 5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1" h="209">
                  <a:moveTo>
                    <a:pt x="258" y="24"/>
                  </a:moveTo>
                  <a:cubicBezTo>
                    <a:pt x="277" y="24"/>
                    <a:pt x="277" y="24"/>
                    <a:pt x="277" y="24"/>
                  </a:cubicBezTo>
                  <a:cubicBezTo>
                    <a:pt x="277" y="33"/>
                    <a:pt x="277" y="33"/>
                    <a:pt x="277" y="33"/>
                  </a:cubicBezTo>
                  <a:cubicBezTo>
                    <a:pt x="258" y="33"/>
                    <a:pt x="258" y="33"/>
                    <a:pt x="258" y="33"/>
                  </a:cubicBezTo>
                  <a:cubicBezTo>
                    <a:pt x="258" y="24"/>
                    <a:pt x="258" y="24"/>
                    <a:pt x="258" y="24"/>
                  </a:cubicBezTo>
                  <a:close/>
                  <a:moveTo>
                    <a:pt x="229" y="24"/>
                  </a:moveTo>
                  <a:cubicBezTo>
                    <a:pt x="248" y="24"/>
                    <a:pt x="248" y="24"/>
                    <a:pt x="248" y="24"/>
                  </a:cubicBezTo>
                  <a:cubicBezTo>
                    <a:pt x="248" y="33"/>
                    <a:pt x="248" y="33"/>
                    <a:pt x="248" y="33"/>
                  </a:cubicBezTo>
                  <a:cubicBezTo>
                    <a:pt x="229" y="33"/>
                    <a:pt x="229" y="33"/>
                    <a:pt x="229" y="33"/>
                  </a:cubicBezTo>
                  <a:cubicBezTo>
                    <a:pt x="229" y="24"/>
                    <a:pt x="229" y="24"/>
                    <a:pt x="229" y="24"/>
                  </a:cubicBezTo>
                  <a:close/>
                  <a:moveTo>
                    <a:pt x="201" y="24"/>
                  </a:moveTo>
                  <a:cubicBezTo>
                    <a:pt x="220" y="24"/>
                    <a:pt x="220" y="24"/>
                    <a:pt x="220" y="24"/>
                  </a:cubicBezTo>
                  <a:cubicBezTo>
                    <a:pt x="220" y="33"/>
                    <a:pt x="220" y="33"/>
                    <a:pt x="220" y="33"/>
                  </a:cubicBezTo>
                  <a:cubicBezTo>
                    <a:pt x="201" y="33"/>
                    <a:pt x="201" y="33"/>
                    <a:pt x="201" y="33"/>
                  </a:cubicBezTo>
                  <a:cubicBezTo>
                    <a:pt x="201" y="24"/>
                    <a:pt x="201" y="24"/>
                    <a:pt x="201" y="24"/>
                  </a:cubicBezTo>
                  <a:close/>
                  <a:moveTo>
                    <a:pt x="173" y="24"/>
                  </a:moveTo>
                  <a:cubicBezTo>
                    <a:pt x="192" y="24"/>
                    <a:pt x="192" y="24"/>
                    <a:pt x="192" y="24"/>
                  </a:cubicBezTo>
                  <a:cubicBezTo>
                    <a:pt x="192" y="33"/>
                    <a:pt x="192" y="33"/>
                    <a:pt x="192" y="33"/>
                  </a:cubicBezTo>
                  <a:cubicBezTo>
                    <a:pt x="173" y="33"/>
                    <a:pt x="173" y="33"/>
                    <a:pt x="173" y="33"/>
                  </a:cubicBezTo>
                  <a:cubicBezTo>
                    <a:pt x="173" y="24"/>
                    <a:pt x="173" y="24"/>
                    <a:pt x="173" y="24"/>
                  </a:cubicBezTo>
                  <a:close/>
                  <a:moveTo>
                    <a:pt x="144" y="24"/>
                  </a:moveTo>
                  <a:cubicBezTo>
                    <a:pt x="163" y="24"/>
                    <a:pt x="163" y="24"/>
                    <a:pt x="163" y="24"/>
                  </a:cubicBezTo>
                  <a:cubicBezTo>
                    <a:pt x="163" y="33"/>
                    <a:pt x="163" y="33"/>
                    <a:pt x="163" y="33"/>
                  </a:cubicBezTo>
                  <a:cubicBezTo>
                    <a:pt x="144" y="33"/>
                    <a:pt x="144" y="33"/>
                    <a:pt x="144" y="33"/>
                  </a:cubicBezTo>
                  <a:cubicBezTo>
                    <a:pt x="144" y="24"/>
                    <a:pt x="144" y="24"/>
                    <a:pt x="144" y="24"/>
                  </a:cubicBezTo>
                  <a:close/>
                  <a:moveTo>
                    <a:pt x="399" y="24"/>
                  </a:moveTo>
                  <a:cubicBezTo>
                    <a:pt x="418" y="24"/>
                    <a:pt x="418" y="24"/>
                    <a:pt x="418" y="24"/>
                  </a:cubicBezTo>
                  <a:cubicBezTo>
                    <a:pt x="418" y="33"/>
                    <a:pt x="418" y="33"/>
                    <a:pt x="418" y="33"/>
                  </a:cubicBezTo>
                  <a:cubicBezTo>
                    <a:pt x="399" y="33"/>
                    <a:pt x="399" y="33"/>
                    <a:pt x="399" y="33"/>
                  </a:cubicBezTo>
                  <a:cubicBezTo>
                    <a:pt x="399" y="24"/>
                    <a:pt x="399" y="24"/>
                    <a:pt x="399" y="24"/>
                  </a:cubicBezTo>
                  <a:close/>
                  <a:moveTo>
                    <a:pt x="370" y="24"/>
                  </a:moveTo>
                  <a:cubicBezTo>
                    <a:pt x="389" y="24"/>
                    <a:pt x="389" y="24"/>
                    <a:pt x="389" y="24"/>
                  </a:cubicBezTo>
                  <a:cubicBezTo>
                    <a:pt x="389" y="33"/>
                    <a:pt x="389" y="33"/>
                    <a:pt x="389" y="33"/>
                  </a:cubicBezTo>
                  <a:cubicBezTo>
                    <a:pt x="370" y="33"/>
                    <a:pt x="370" y="33"/>
                    <a:pt x="370" y="33"/>
                  </a:cubicBezTo>
                  <a:cubicBezTo>
                    <a:pt x="370" y="24"/>
                    <a:pt x="370" y="24"/>
                    <a:pt x="370" y="24"/>
                  </a:cubicBezTo>
                  <a:close/>
                  <a:moveTo>
                    <a:pt x="342" y="24"/>
                  </a:moveTo>
                  <a:cubicBezTo>
                    <a:pt x="361" y="24"/>
                    <a:pt x="361" y="24"/>
                    <a:pt x="361" y="24"/>
                  </a:cubicBezTo>
                  <a:cubicBezTo>
                    <a:pt x="361" y="33"/>
                    <a:pt x="361" y="33"/>
                    <a:pt x="361" y="33"/>
                  </a:cubicBezTo>
                  <a:cubicBezTo>
                    <a:pt x="342" y="33"/>
                    <a:pt x="342" y="33"/>
                    <a:pt x="342" y="33"/>
                  </a:cubicBezTo>
                  <a:cubicBezTo>
                    <a:pt x="342" y="24"/>
                    <a:pt x="342" y="24"/>
                    <a:pt x="342" y="24"/>
                  </a:cubicBezTo>
                  <a:close/>
                  <a:moveTo>
                    <a:pt x="314" y="24"/>
                  </a:moveTo>
                  <a:cubicBezTo>
                    <a:pt x="333" y="24"/>
                    <a:pt x="333" y="24"/>
                    <a:pt x="333" y="24"/>
                  </a:cubicBezTo>
                  <a:cubicBezTo>
                    <a:pt x="333" y="33"/>
                    <a:pt x="333" y="33"/>
                    <a:pt x="333" y="33"/>
                  </a:cubicBezTo>
                  <a:cubicBezTo>
                    <a:pt x="314" y="33"/>
                    <a:pt x="314" y="33"/>
                    <a:pt x="314" y="33"/>
                  </a:cubicBezTo>
                  <a:cubicBezTo>
                    <a:pt x="314" y="24"/>
                    <a:pt x="314" y="24"/>
                    <a:pt x="314" y="24"/>
                  </a:cubicBezTo>
                  <a:close/>
                  <a:moveTo>
                    <a:pt x="285" y="24"/>
                  </a:moveTo>
                  <a:cubicBezTo>
                    <a:pt x="304" y="24"/>
                    <a:pt x="304" y="24"/>
                    <a:pt x="304" y="24"/>
                  </a:cubicBezTo>
                  <a:cubicBezTo>
                    <a:pt x="304" y="33"/>
                    <a:pt x="304" y="33"/>
                    <a:pt x="304" y="33"/>
                  </a:cubicBezTo>
                  <a:cubicBezTo>
                    <a:pt x="285" y="33"/>
                    <a:pt x="285" y="33"/>
                    <a:pt x="285" y="33"/>
                  </a:cubicBezTo>
                  <a:cubicBezTo>
                    <a:pt x="285" y="24"/>
                    <a:pt x="285" y="24"/>
                    <a:pt x="285" y="24"/>
                  </a:cubicBezTo>
                  <a:close/>
                  <a:moveTo>
                    <a:pt x="540" y="24"/>
                  </a:moveTo>
                  <a:cubicBezTo>
                    <a:pt x="559" y="24"/>
                    <a:pt x="559" y="24"/>
                    <a:pt x="559" y="24"/>
                  </a:cubicBezTo>
                  <a:cubicBezTo>
                    <a:pt x="559" y="33"/>
                    <a:pt x="559" y="33"/>
                    <a:pt x="559" y="33"/>
                  </a:cubicBezTo>
                  <a:cubicBezTo>
                    <a:pt x="540" y="33"/>
                    <a:pt x="540" y="33"/>
                    <a:pt x="540" y="33"/>
                  </a:cubicBezTo>
                  <a:cubicBezTo>
                    <a:pt x="540" y="24"/>
                    <a:pt x="540" y="24"/>
                    <a:pt x="540" y="24"/>
                  </a:cubicBezTo>
                  <a:close/>
                  <a:moveTo>
                    <a:pt x="511" y="24"/>
                  </a:moveTo>
                  <a:cubicBezTo>
                    <a:pt x="530" y="24"/>
                    <a:pt x="530" y="24"/>
                    <a:pt x="530" y="24"/>
                  </a:cubicBezTo>
                  <a:cubicBezTo>
                    <a:pt x="530" y="33"/>
                    <a:pt x="530" y="33"/>
                    <a:pt x="530" y="33"/>
                  </a:cubicBezTo>
                  <a:cubicBezTo>
                    <a:pt x="511" y="33"/>
                    <a:pt x="511" y="33"/>
                    <a:pt x="511" y="33"/>
                  </a:cubicBezTo>
                  <a:cubicBezTo>
                    <a:pt x="511" y="24"/>
                    <a:pt x="511" y="24"/>
                    <a:pt x="511" y="24"/>
                  </a:cubicBezTo>
                  <a:close/>
                  <a:moveTo>
                    <a:pt x="483" y="24"/>
                  </a:moveTo>
                  <a:cubicBezTo>
                    <a:pt x="502" y="24"/>
                    <a:pt x="502" y="24"/>
                    <a:pt x="502" y="24"/>
                  </a:cubicBezTo>
                  <a:cubicBezTo>
                    <a:pt x="502" y="33"/>
                    <a:pt x="502" y="33"/>
                    <a:pt x="502" y="33"/>
                  </a:cubicBezTo>
                  <a:cubicBezTo>
                    <a:pt x="483" y="33"/>
                    <a:pt x="483" y="33"/>
                    <a:pt x="483" y="33"/>
                  </a:cubicBezTo>
                  <a:cubicBezTo>
                    <a:pt x="483" y="24"/>
                    <a:pt x="483" y="24"/>
                    <a:pt x="483" y="24"/>
                  </a:cubicBezTo>
                  <a:close/>
                  <a:moveTo>
                    <a:pt x="455" y="24"/>
                  </a:moveTo>
                  <a:cubicBezTo>
                    <a:pt x="474" y="24"/>
                    <a:pt x="474" y="24"/>
                    <a:pt x="474" y="24"/>
                  </a:cubicBezTo>
                  <a:cubicBezTo>
                    <a:pt x="474" y="33"/>
                    <a:pt x="474" y="33"/>
                    <a:pt x="474" y="33"/>
                  </a:cubicBezTo>
                  <a:cubicBezTo>
                    <a:pt x="455" y="33"/>
                    <a:pt x="455" y="33"/>
                    <a:pt x="455" y="33"/>
                  </a:cubicBezTo>
                  <a:cubicBezTo>
                    <a:pt x="455" y="24"/>
                    <a:pt x="455" y="24"/>
                    <a:pt x="455" y="24"/>
                  </a:cubicBezTo>
                  <a:close/>
                  <a:moveTo>
                    <a:pt x="426" y="24"/>
                  </a:moveTo>
                  <a:cubicBezTo>
                    <a:pt x="445" y="24"/>
                    <a:pt x="445" y="24"/>
                    <a:pt x="445" y="24"/>
                  </a:cubicBezTo>
                  <a:cubicBezTo>
                    <a:pt x="445" y="33"/>
                    <a:pt x="445" y="33"/>
                    <a:pt x="445" y="33"/>
                  </a:cubicBezTo>
                  <a:cubicBezTo>
                    <a:pt x="426" y="33"/>
                    <a:pt x="426" y="33"/>
                    <a:pt x="426" y="33"/>
                  </a:cubicBezTo>
                  <a:cubicBezTo>
                    <a:pt x="426" y="24"/>
                    <a:pt x="426" y="24"/>
                    <a:pt x="426" y="24"/>
                  </a:cubicBezTo>
                  <a:close/>
                  <a:moveTo>
                    <a:pt x="116" y="24"/>
                  </a:moveTo>
                  <a:cubicBezTo>
                    <a:pt x="135" y="24"/>
                    <a:pt x="135" y="24"/>
                    <a:pt x="135" y="24"/>
                  </a:cubicBezTo>
                  <a:cubicBezTo>
                    <a:pt x="135" y="33"/>
                    <a:pt x="135" y="33"/>
                    <a:pt x="135" y="33"/>
                  </a:cubicBezTo>
                  <a:cubicBezTo>
                    <a:pt x="116" y="33"/>
                    <a:pt x="116" y="33"/>
                    <a:pt x="116" y="33"/>
                  </a:cubicBezTo>
                  <a:cubicBezTo>
                    <a:pt x="116" y="24"/>
                    <a:pt x="116" y="24"/>
                    <a:pt x="116" y="24"/>
                  </a:cubicBezTo>
                  <a:close/>
                  <a:moveTo>
                    <a:pt x="87" y="25"/>
                  </a:moveTo>
                  <a:cubicBezTo>
                    <a:pt x="107" y="24"/>
                    <a:pt x="107" y="24"/>
                    <a:pt x="107" y="24"/>
                  </a:cubicBezTo>
                  <a:cubicBezTo>
                    <a:pt x="107" y="33"/>
                    <a:pt x="107" y="33"/>
                    <a:pt x="107" y="33"/>
                  </a:cubicBezTo>
                  <a:cubicBezTo>
                    <a:pt x="88" y="34"/>
                    <a:pt x="88" y="34"/>
                    <a:pt x="88" y="34"/>
                  </a:cubicBezTo>
                  <a:cubicBezTo>
                    <a:pt x="87" y="25"/>
                    <a:pt x="87" y="25"/>
                    <a:pt x="87" y="25"/>
                  </a:cubicBezTo>
                  <a:close/>
                  <a:moveTo>
                    <a:pt x="58" y="30"/>
                  </a:moveTo>
                  <a:cubicBezTo>
                    <a:pt x="78" y="26"/>
                    <a:pt x="78" y="26"/>
                    <a:pt x="78" y="26"/>
                  </a:cubicBezTo>
                  <a:cubicBezTo>
                    <a:pt x="79" y="35"/>
                    <a:pt x="79" y="35"/>
                    <a:pt x="79" y="35"/>
                  </a:cubicBezTo>
                  <a:cubicBezTo>
                    <a:pt x="61" y="39"/>
                    <a:pt x="61" y="39"/>
                    <a:pt x="61" y="39"/>
                  </a:cubicBezTo>
                  <a:cubicBezTo>
                    <a:pt x="58" y="30"/>
                    <a:pt x="58" y="30"/>
                    <a:pt x="58" y="30"/>
                  </a:cubicBezTo>
                  <a:close/>
                  <a:moveTo>
                    <a:pt x="32" y="44"/>
                  </a:moveTo>
                  <a:cubicBezTo>
                    <a:pt x="49" y="34"/>
                    <a:pt x="49" y="34"/>
                    <a:pt x="49" y="34"/>
                  </a:cubicBezTo>
                  <a:cubicBezTo>
                    <a:pt x="53" y="42"/>
                    <a:pt x="53" y="42"/>
                    <a:pt x="53" y="42"/>
                  </a:cubicBezTo>
                  <a:cubicBezTo>
                    <a:pt x="38" y="52"/>
                    <a:pt x="38" y="52"/>
                    <a:pt x="38" y="52"/>
                  </a:cubicBezTo>
                  <a:cubicBezTo>
                    <a:pt x="32" y="44"/>
                    <a:pt x="32" y="44"/>
                    <a:pt x="32" y="44"/>
                  </a:cubicBezTo>
                  <a:close/>
                  <a:moveTo>
                    <a:pt x="13" y="67"/>
                  </a:moveTo>
                  <a:cubicBezTo>
                    <a:pt x="25" y="51"/>
                    <a:pt x="25" y="51"/>
                    <a:pt x="25" y="51"/>
                  </a:cubicBezTo>
                  <a:cubicBezTo>
                    <a:pt x="31" y="58"/>
                    <a:pt x="31" y="58"/>
                    <a:pt x="31" y="58"/>
                  </a:cubicBezTo>
                  <a:cubicBezTo>
                    <a:pt x="21" y="72"/>
                    <a:pt x="21" y="72"/>
                    <a:pt x="21" y="72"/>
                  </a:cubicBezTo>
                  <a:cubicBezTo>
                    <a:pt x="13" y="67"/>
                    <a:pt x="13" y="67"/>
                    <a:pt x="13" y="67"/>
                  </a:cubicBezTo>
                  <a:close/>
                  <a:moveTo>
                    <a:pt x="3" y="95"/>
                  </a:moveTo>
                  <a:cubicBezTo>
                    <a:pt x="8" y="76"/>
                    <a:pt x="8" y="76"/>
                    <a:pt x="8" y="76"/>
                  </a:cubicBezTo>
                  <a:cubicBezTo>
                    <a:pt x="17" y="80"/>
                    <a:pt x="17" y="80"/>
                    <a:pt x="17" y="80"/>
                  </a:cubicBezTo>
                  <a:cubicBezTo>
                    <a:pt x="15" y="85"/>
                    <a:pt x="13" y="91"/>
                    <a:pt x="12" y="97"/>
                  </a:cubicBezTo>
                  <a:cubicBezTo>
                    <a:pt x="3" y="95"/>
                    <a:pt x="3" y="95"/>
                    <a:pt x="3" y="95"/>
                  </a:cubicBezTo>
                  <a:close/>
                  <a:moveTo>
                    <a:pt x="0" y="124"/>
                  </a:moveTo>
                  <a:cubicBezTo>
                    <a:pt x="9" y="124"/>
                    <a:pt x="9" y="124"/>
                    <a:pt x="9" y="124"/>
                  </a:cubicBezTo>
                  <a:cubicBezTo>
                    <a:pt x="10" y="106"/>
                    <a:pt x="10" y="106"/>
                    <a:pt x="10" y="106"/>
                  </a:cubicBezTo>
                  <a:cubicBezTo>
                    <a:pt x="1" y="105"/>
                    <a:pt x="1" y="105"/>
                    <a:pt x="1" y="105"/>
                  </a:cubicBezTo>
                  <a:cubicBezTo>
                    <a:pt x="0" y="124"/>
                    <a:pt x="0" y="124"/>
                    <a:pt x="0" y="124"/>
                  </a:cubicBezTo>
                  <a:close/>
                  <a:moveTo>
                    <a:pt x="0" y="153"/>
                  </a:moveTo>
                  <a:cubicBezTo>
                    <a:pt x="9" y="153"/>
                    <a:pt x="9" y="153"/>
                    <a:pt x="9" y="153"/>
                  </a:cubicBezTo>
                  <a:cubicBezTo>
                    <a:pt x="9" y="134"/>
                    <a:pt x="9" y="134"/>
                    <a:pt x="9" y="134"/>
                  </a:cubicBezTo>
                  <a:cubicBezTo>
                    <a:pt x="0" y="134"/>
                    <a:pt x="0" y="134"/>
                    <a:pt x="0" y="134"/>
                  </a:cubicBezTo>
                  <a:cubicBezTo>
                    <a:pt x="0" y="153"/>
                    <a:pt x="0" y="153"/>
                    <a:pt x="0" y="153"/>
                  </a:cubicBezTo>
                  <a:close/>
                  <a:moveTo>
                    <a:pt x="0" y="181"/>
                  </a:moveTo>
                  <a:cubicBezTo>
                    <a:pt x="9" y="181"/>
                    <a:pt x="9" y="181"/>
                    <a:pt x="9" y="181"/>
                  </a:cubicBezTo>
                  <a:cubicBezTo>
                    <a:pt x="9" y="162"/>
                    <a:pt x="9" y="162"/>
                    <a:pt x="9" y="162"/>
                  </a:cubicBezTo>
                  <a:cubicBezTo>
                    <a:pt x="0" y="162"/>
                    <a:pt x="0" y="162"/>
                    <a:pt x="0" y="162"/>
                  </a:cubicBezTo>
                  <a:cubicBezTo>
                    <a:pt x="0" y="181"/>
                    <a:pt x="0" y="181"/>
                    <a:pt x="0" y="181"/>
                  </a:cubicBezTo>
                  <a:close/>
                  <a:moveTo>
                    <a:pt x="0" y="209"/>
                  </a:moveTo>
                  <a:cubicBezTo>
                    <a:pt x="9" y="209"/>
                    <a:pt x="9" y="209"/>
                    <a:pt x="9" y="209"/>
                  </a:cubicBezTo>
                  <a:cubicBezTo>
                    <a:pt x="9" y="190"/>
                    <a:pt x="9" y="190"/>
                    <a:pt x="9" y="190"/>
                  </a:cubicBezTo>
                  <a:cubicBezTo>
                    <a:pt x="0" y="190"/>
                    <a:pt x="0" y="190"/>
                    <a:pt x="0" y="190"/>
                  </a:cubicBezTo>
                  <a:cubicBezTo>
                    <a:pt x="0" y="209"/>
                    <a:pt x="0" y="209"/>
                    <a:pt x="0" y="209"/>
                  </a:cubicBezTo>
                  <a:close/>
                  <a:moveTo>
                    <a:pt x="641" y="29"/>
                  </a:moveTo>
                  <a:cubicBezTo>
                    <a:pt x="583" y="0"/>
                    <a:pt x="583" y="0"/>
                    <a:pt x="583" y="0"/>
                  </a:cubicBezTo>
                  <a:cubicBezTo>
                    <a:pt x="583" y="24"/>
                    <a:pt x="583" y="24"/>
                    <a:pt x="583" y="24"/>
                  </a:cubicBezTo>
                  <a:cubicBezTo>
                    <a:pt x="567" y="24"/>
                    <a:pt x="567" y="24"/>
                    <a:pt x="567" y="24"/>
                  </a:cubicBezTo>
                  <a:cubicBezTo>
                    <a:pt x="567" y="33"/>
                    <a:pt x="567" y="33"/>
                    <a:pt x="567" y="33"/>
                  </a:cubicBezTo>
                  <a:cubicBezTo>
                    <a:pt x="583" y="33"/>
                    <a:pt x="583" y="33"/>
                    <a:pt x="583" y="33"/>
                  </a:cubicBezTo>
                  <a:cubicBezTo>
                    <a:pt x="583" y="58"/>
                    <a:pt x="583" y="58"/>
                    <a:pt x="583" y="58"/>
                  </a:cubicBezTo>
                  <a:cubicBezTo>
                    <a:pt x="641" y="29"/>
                    <a:pt x="641" y="29"/>
                    <a:pt x="641"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2" name="Freeform 44"/>
            <p:cNvSpPr>
              <a:spLocks noEditPoints="1"/>
            </p:cNvSpPr>
            <p:nvPr/>
          </p:nvSpPr>
          <p:spPr>
            <a:xfrm>
              <a:off x="3242323" y="1902420"/>
              <a:ext cx="336461" cy="506320"/>
            </a:xfrm>
            <a:custGeom>
              <a:avLst/>
              <a:gdLst>
                <a:gd name="T0" fmla="*/ 88 w 252"/>
                <a:gd name="T1" fmla="*/ 25 h 380"/>
                <a:gd name="T2" fmla="*/ 107 w 252"/>
                <a:gd name="T3" fmla="*/ 34 h 380"/>
                <a:gd name="T4" fmla="*/ 0 w 252"/>
                <a:gd name="T5" fmla="*/ 29 h 380"/>
                <a:gd name="T6" fmla="*/ 58 w 252"/>
                <a:gd name="T7" fmla="*/ 25 h 380"/>
                <a:gd name="T8" fmla="*/ 74 w 252"/>
                <a:gd name="T9" fmla="*/ 34 h 380"/>
                <a:gd name="T10" fmla="*/ 58 w 252"/>
                <a:gd name="T11" fmla="*/ 58 h 380"/>
                <a:gd name="T12" fmla="*/ 252 w 252"/>
                <a:gd name="T13" fmla="*/ 380 h 380"/>
                <a:gd name="T14" fmla="*/ 242 w 252"/>
                <a:gd name="T15" fmla="*/ 361 h 380"/>
                <a:gd name="T16" fmla="*/ 252 w 252"/>
                <a:gd name="T17" fmla="*/ 380 h 380"/>
                <a:gd name="T18" fmla="*/ 242 w 252"/>
                <a:gd name="T19" fmla="*/ 351 h 380"/>
                <a:gd name="T20" fmla="*/ 252 w 252"/>
                <a:gd name="T21" fmla="*/ 333 h 380"/>
                <a:gd name="T22" fmla="*/ 252 w 252"/>
                <a:gd name="T23" fmla="*/ 323 h 380"/>
                <a:gd name="T24" fmla="*/ 242 w 252"/>
                <a:gd name="T25" fmla="*/ 304 h 380"/>
                <a:gd name="T26" fmla="*/ 252 w 252"/>
                <a:gd name="T27" fmla="*/ 323 h 380"/>
                <a:gd name="T28" fmla="*/ 242 w 252"/>
                <a:gd name="T29" fmla="*/ 295 h 380"/>
                <a:gd name="T30" fmla="*/ 252 w 252"/>
                <a:gd name="T31" fmla="*/ 276 h 380"/>
                <a:gd name="T32" fmla="*/ 252 w 252"/>
                <a:gd name="T33" fmla="*/ 266 h 380"/>
                <a:gd name="T34" fmla="*/ 242 w 252"/>
                <a:gd name="T35" fmla="*/ 248 h 380"/>
                <a:gd name="T36" fmla="*/ 252 w 252"/>
                <a:gd name="T37" fmla="*/ 266 h 380"/>
                <a:gd name="T38" fmla="*/ 242 w 252"/>
                <a:gd name="T39" fmla="*/ 238 h 380"/>
                <a:gd name="T40" fmla="*/ 252 w 252"/>
                <a:gd name="T41" fmla="*/ 219 h 380"/>
                <a:gd name="T42" fmla="*/ 252 w 252"/>
                <a:gd name="T43" fmla="*/ 210 h 380"/>
                <a:gd name="T44" fmla="*/ 242 w 252"/>
                <a:gd name="T45" fmla="*/ 191 h 380"/>
                <a:gd name="T46" fmla="*/ 252 w 252"/>
                <a:gd name="T47" fmla="*/ 210 h 380"/>
                <a:gd name="T48" fmla="*/ 242 w 252"/>
                <a:gd name="T49" fmla="*/ 181 h 380"/>
                <a:gd name="T50" fmla="*/ 252 w 252"/>
                <a:gd name="T51" fmla="*/ 163 h 380"/>
                <a:gd name="T52" fmla="*/ 252 w 252"/>
                <a:gd name="T53" fmla="*/ 153 h 380"/>
                <a:gd name="T54" fmla="*/ 242 w 252"/>
                <a:gd name="T55" fmla="*/ 134 h 380"/>
                <a:gd name="T56" fmla="*/ 252 w 252"/>
                <a:gd name="T57" fmla="*/ 153 h 380"/>
                <a:gd name="T58" fmla="*/ 242 w 252"/>
                <a:gd name="T59" fmla="*/ 125 h 380"/>
                <a:gd name="T60" fmla="*/ 250 w 252"/>
                <a:gd name="T61" fmla="*/ 105 h 380"/>
                <a:gd name="T62" fmla="*/ 249 w 252"/>
                <a:gd name="T63" fmla="*/ 96 h 380"/>
                <a:gd name="T64" fmla="*/ 234 w 252"/>
                <a:gd name="T65" fmla="*/ 80 h 380"/>
                <a:gd name="T66" fmla="*/ 249 w 252"/>
                <a:gd name="T67" fmla="*/ 96 h 380"/>
                <a:gd name="T68" fmla="*/ 227 w 252"/>
                <a:gd name="T69" fmla="*/ 52 h 380"/>
                <a:gd name="T70" fmla="*/ 231 w 252"/>
                <a:gd name="T71" fmla="*/ 72 h 380"/>
                <a:gd name="T72" fmla="*/ 219 w 252"/>
                <a:gd name="T73" fmla="*/ 45 h 380"/>
                <a:gd name="T74" fmla="*/ 198 w 252"/>
                <a:gd name="T75" fmla="*/ 43 h 380"/>
                <a:gd name="T76" fmla="*/ 219 w 252"/>
                <a:gd name="T77" fmla="*/ 45 h 380"/>
                <a:gd name="T78" fmla="*/ 174 w 252"/>
                <a:gd name="T79" fmla="*/ 26 h 380"/>
                <a:gd name="T80" fmla="*/ 190 w 252"/>
                <a:gd name="T81" fmla="*/ 40 h 380"/>
                <a:gd name="T82" fmla="*/ 164 w 252"/>
                <a:gd name="T83" fmla="*/ 25 h 380"/>
                <a:gd name="T84" fmla="*/ 145 w 252"/>
                <a:gd name="T85" fmla="*/ 34 h 380"/>
                <a:gd name="T86" fmla="*/ 164 w 252"/>
                <a:gd name="T87" fmla="*/ 25 h 380"/>
                <a:gd name="T88" fmla="*/ 117 w 252"/>
                <a:gd name="T89" fmla="*/ 25 h 380"/>
                <a:gd name="T90" fmla="*/ 136 w 252"/>
                <a:gd name="T91" fmla="*/ 34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2" h="380">
                  <a:moveTo>
                    <a:pt x="107" y="25"/>
                  </a:moveTo>
                  <a:cubicBezTo>
                    <a:pt x="88" y="25"/>
                    <a:pt x="88" y="25"/>
                    <a:pt x="88" y="25"/>
                  </a:cubicBezTo>
                  <a:cubicBezTo>
                    <a:pt x="88" y="34"/>
                    <a:pt x="88" y="34"/>
                    <a:pt x="88" y="34"/>
                  </a:cubicBezTo>
                  <a:cubicBezTo>
                    <a:pt x="107" y="34"/>
                    <a:pt x="107" y="34"/>
                    <a:pt x="107" y="34"/>
                  </a:cubicBezTo>
                  <a:cubicBezTo>
                    <a:pt x="107" y="25"/>
                    <a:pt x="107" y="25"/>
                    <a:pt x="107" y="25"/>
                  </a:cubicBezTo>
                  <a:close/>
                  <a:moveTo>
                    <a:pt x="0" y="29"/>
                  </a:moveTo>
                  <a:cubicBezTo>
                    <a:pt x="58" y="0"/>
                    <a:pt x="58" y="0"/>
                    <a:pt x="58" y="0"/>
                  </a:cubicBezTo>
                  <a:cubicBezTo>
                    <a:pt x="58" y="25"/>
                    <a:pt x="58" y="25"/>
                    <a:pt x="58" y="25"/>
                  </a:cubicBezTo>
                  <a:cubicBezTo>
                    <a:pt x="74" y="25"/>
                    <a:pt x="74" y="25"/>
                    <a:pt x="74" y="25"/>
                  </a:cubicBezTo>
                  <a:cubicBezTo>
                    <a:pt x="74" y="34"/>
                    <a:pt x="74" y="34"/>
                    <a:pt x="74" y="34"/>
                  </a:cubicBezTo>
                  <a:cubicBezTo>
                    <a:pt x="58" y="34"/>
                    <a:pt x="58" y="34"/>
                    <a:pt x="58" y="34"/>
                  </a:cubicBezTo>
                  <a:cubicBezTo>
                    <a:pt x="58" y="58"/>
                    <a:pt x="58" y="58"/>
                    <a:pt x="58" y="58"/>
                  </a:cubicBezTo>
                  <a:cubicBezTo>
                    <a:pt x="0" y="29"/>
                    <a:pt x="0" y="29"/>
                    <a:pt x="0" y="29"/>
                  </a:cubicBezTo>
                  <a:close/>
                  <a:moveTo>
                    <a:pt x="252" y="380"/>
                  </a:moveTo>
                  <a:cubicBezTo>
                    <a:pt x="242" y="380"/>
                    <a:pt x="242" y="380"/>
                    <a:pt x="242" y="380"/>
                  </a:cubicBezTo>
                  <a:cubicBezTo>
                    <a:pt x="242" y="361"/>
                    <a:pt x="242" y="361"/>
                    <a:pt x="242" y="361"/>
                  </a:cubicBezTo>
                  <a:cubicBezTo>
                    <a:pt x="252" y="361"/>
                    <a:pt x="252" y="361"/>
                    <a:pt x="252" y="361"/>
                  </a:cubicBezTo>
                  <a:cubicBezTo>
                    <a:pt x="252" y="380"/>
                    <a:pt x="252" y="380"/>
                    <a:pt x="252" y="380"/>
                  </a:cubicBezTo>
                  <a:close/>
                  <a:moveTo>
                    <a:pt x="252" y="351"/>
                  </a:moveTo>
                  <a:cubicBezTo>
                    <a:pt x="242" y="351"/>
                    <a:pt x="242" y="351"/>
                    <a:pt x="242" y="351"/>
                  </a:cubicBezTo>
                  <a:cubicBezTo>
                    <a:pt x="242" y="333"/>
                    <a:pt x="242" y="333"/>
                    <a:pt x="242" y="333"/>
                  </a:cubicBezTo>
                  <a:cubicBezTo>
                    <a:pt x="252" y="333"/>
                    <a:pt x="252" y="333"/>
                    <a:pt x="252" y="333"/>
                  </a:cubicBezTo>
                  <a:cubicBezTo>
                    <a:pt x="252" y="351"/>
                    <a:pt x="252" y="351"/>
                    <a:pt x="252" y="351"/>
                  </a:cubicBezTo>
                  <a:close/>
                  <a:moveTo>
                    <a:pt x="252" y="323"/>
                  </a:moveTo>
                  <a:cubicBezTo>
                    <a:pt x="242" y="323"/>
                    <a:pt x="242" y="323"/>
                    <a:pt x="242" y="323"/>
                  </a:cubicBezTo>
                  <a:cubicBezTo>
                    <a:pt x="242" y="304"/>
                    <a:pt x="242" y="304"/>
                    <a:pt x="242" y="304"/>
                  </a:cubicBezTo>
                  <a:cubicBezTo>
                    <a:pt x="252" y="304"/>
                    <a:pt x="252" y="304"/>
                    <a:pt x="252" y="304"/>
                  </a:cubicBezTo>
                  <a:cubicBezTo>
                    <a:pt x="252" y="323"/>
                    <a:pt x="252" y="323"/>
                    <a:pt x="252" y="323"/>
                  </a:cubicBezTo>
                  <a:close/>
                  <a:moveTo>
                    <a:pt x="252" y="295"/>
                  </a:moveTo>
                  <a:cubicBezTo>
                    <a:pt x="242" y="295"/>
                    <a:pt x="242" y="295"/>
                    <a:pt x="242" y="295"/>
                  </a:cubicBezTo>
                  <a:cubicBezTo>
                    <a:pt x="242" y="276"/>
                    <a:pt x="242" y="276"/>
                    <a:pt x="242" y="276"/>
                  </a:cubicBezTo>
                  <a:cubicBezTo>
                    <a:pt x="252" y="276"/>
                    <a:pt x="252" y="276"/>
                    <a:pt x="252" y="276"/>
                  </a:cubicBezTo>
                  <a:cubicBezTo>
                    <a:pt x="252" y="295"/>
                    <a:pt x="252" y="295"/>
                    <a:pt x="252" y="295"/>
                  </a:cubicBezTo>
                  <a:close/>
                  <a:moveTo>
                    <a:pt x="252" y="266"/>
                  </a:moveTo>
                  <a:cubicBezTo>
                    <a:pt x="242" y="266"/>
                    <a:pt x="242" y="266"/>
                    <a:pt x="242" y="266"/>
                  </a:cubicBezTo>
                  <a:cubicBezTo>
                    <a:pt x="242" y="248"/>
                    <a:pt x="242" y="248"/>
                    <a:pt x="242" y="248"/>
                  </a:cubicBezTo>
                  <a:cubicBezTo>
                    <a:pt x="252" y="248"/>
                    <a:pt x="252" y="248"/>
                    <a:pt x="252" y="248"/>
                  </a:cubicBezTo>
                  <a:cubicBezTo>
                    <a:pt x="252" y="266"/>
                    <a:pt x="252" y="266"/>
                    <a:pt x="252" y="266"/>
                  </a:cubicBezTo>
                  <a:close/>
                  <a:moveTo>
                    <a:pt x="252" y="238"/>
                  </a:moveTo>
                  <a:cubicBezTo>
                    <a:pt x="242" y="238"/>
                    <a:pt x="242" y="238"/>
                    <a:pt x="242" y="238"/>
                  </a:cubicBezTo>
                  <a:cubicBezTo>
                    <a:pt x="242" y="219"/>
                    <a:pt x="242" y="219"/>
                    <a:pt x="242" y="219"/>
                  </a:cubicBezTo>
                  <a:cubicBezTo>
                    <a:pt x="252" y="219"/>
                    <a:pt x="252" y="219"/>
                    <a:pt x="252" y="219"/>
                  </a:cubicBezTo>
                  <a:cubicBezTo>
                    <a:pt x="252" y="238"/>
                    <a:pt x="252" y="238"/>
                    <a:pt x="252" y="238"/>
                  </a:cubicBezTo>
                  <a:close/>
                  <a:moveTo>
                    <a:pt x="252" y="210"/>
                  </a:moveTo>
                  <a:cubicBezTo>
                    <a:pt x="242" y="210"/>
                    <a:pt x="242" y="210"/>
                    <a:pt x="242" y="210"/>
                  </a:cubicBezTo>
                  <a:cubicBezTo>
                    <a:pt x="242" y="191"/>
                    <a:pt x="242" y="191"/>
                    <a:pt x="242" y="191"/>
                  </a:cubicBezTo>
                  <a:cubicBezTo>
                    <a:pt x="252" y="191"/>
                    <a:pt x="252" y="191"/>
                    <a:pt x="252" y="191"/>
                  </a:cubicBezTo>
                  <a:cubicBezTo>
                    <a:pt x="252" y="210"/>
                    <a:pt x="252" y="210"/>
                    <a:pt x="252" y="210"/>
                  </a:cubicBezTo>
                  <a:close/>
                  <a:moveTo>
                    <a:pt x="252" y="181"/>
                  </a:moveTo>
                  <a:cubicBezTo>
                    <a:pt x="242" y="181"/>
                    <a:pt x="242" y="181"/>
                    <a:pt x="242" y="181"/>
                  </a:cubicBezTo>
                  <a:cubicBezTo>
                    <a:pt x="242" y="163"/>
                    <a:pt x="242" y="163"/>
                    <a:pt x="242" y="163"/>
                  </a:cubicBezTo>
                  <a:cubicBezTo>
                    <a:pt x="252" y="163"/>
                    <a:pt x="252" y="163"/>
                    <a:pt x="252" y="163"/>
                  </a:cubicBezTo>
                  <a:cubicBezTo>
                    <a:pt x="252" y="181"/>
                    <a:pt x="252" y="181"/>
                    <a:pt x="252" y="181"/>
                  </a:cubicBezTo>
                  <a:close/>
                  <a:moveTo>
                    <a:pt x="252" y="153"/>
                  </a:moveTo>
                  <a:cubicBezTo>
                    <a:pt x="242" y="153"/>
                    <a:pt x="242" y="153"/>
                    <a:pt x="242" y="153"/>
                  </a:cubicBezTo>
                  <a:cubicBezTo>
                    <a:pt x="242" y="134"/>
                    <a:pt x="242" y="134"/>
                    <a:pt x="242" y="134"/>
                  </a:cubicBezTo>
                  <a:cubicBezTo>
                    <a:pt x="252" y="134"/>
                    <a:pt x="252" y="134"/>
                    <a:pt x="252" y="134"/>
                  </a:cubicBezTo>
                  <a:cubicBezTo>
                    <a:pt x="252" y="153"/>
                    <a:pt x="252" y="153"/>
                    <a:pt x="252" y="153"/>
                  </a:cubicBezTo>
                  <a:close/>
                  <a:moveTo>
                    <a:pt x="252" y="125"/>
                  </a:moveTo>
                  <a:cubicBezTo>
                    <a:pt x="242" y="125"/>
                    <a:pt x="242" y="125"/>
                    <a:pt x="242" y="125"/>
                  </a:cubicBezTo>
                  <a:cubicBezTo>
                    <a:pt x="241" y="107"/>
                    <a:pt x="241" y="107"/>
                    <a:pt x="241" y="107"/>
                  </a:cubicBezTo>
                  <a:cubicBezTo>
                    <a:pt x="250" y="105"/>
                    <a:pt x="250" y="105"/>
                    <a:pt x="250" y="105"/>
                  </a:cubicBezTo>
                  <a:cubicBezTo>
                    <a:pt x="252" y="125"/>
                    <a:pt x="252" y="125"/>
                    <a:pt x="252" y="125"/>
                  </a:cubicBezTo>
                  <a:close/>
                  <a:moveTo>
                    <a:pt x="249" y="96"/>
                  </a:moveTo>
                  <a:cubicBezTo>
                    <a:pt x="243" y="77"/>
                    <a:pt x="243" y="77"/>
                    <a:pt x="243" y="77"/>
                  </a:cubicBezTo>
                  <a:cubicBezTo>
                    <a:pt x="234" y="80"/>
                    <a:pt x="234" y="80"/>
                    <a:pt x="234" y="80"/>
                  </a:cubicBezTo>
                  <a:cubicBezTo>
                    <a:pt x="237" y="86"/>
                    <a:pt x="238" y="92"/>
                    <a:pt x="240" y="98"/>
                  </a:cubicBezTo>
                  <a:cubicBezTo>
                    <a:pt x="249" y="96"/>
                    <a:pt x="249" y="96"/>
                    <a:pt x="249" y="96"/>
                  </a:cubicBezTo>
                  <a:close/>
                  <a:moveTo>
                    <a:pt x="239" y="68"/>
                  </a:moveTo>
                  <a:cubicBezTo>
                    <a:pt x="227" y="52"/>
                    <a:pt x="227" y="52"/>
                    <a:pt x="227" y="52"/>
                  </a:cubicBezTo>
                  <a:cubicBezTo>
                    <a:pt x="220" y="58"/>
                    <a:pt x="220" y="58"/>
                    <a:pt x="220" y="58"/>
                  </a:cubicBezTo>
                  <a:cubicBezTo>
                    <a:pt x="231" y="72"/>
                    <a:pt x="231" y="72"/>
                    <a:pt x="231" y="72"/>
                  </a:cubicBezTo>
                  <a:cubicBezTo>
                    <a:pt x="239" y="68"/>
                    <a:pt x="239" y="68"/>
                    <a:pt x="239" y="68"/>
                  </a:cubicBezTo>
                  <a:close/>
                  <a:moveTo>
                    <a:pt x="219" y="45"/>
                  </a:moveTo>
                  <a:cubicBezTo>
                    <a:pt x="202" y="34"/>
                    <a:pt x="202" y="34"/>
                    <a:pt x="202" y="34"/>
                  </a:cubicBezTo>
                  <a:cubicBezTo>
                    <a:pt x="198" y="43"/>
                    <a:pt x="198" y="43"/>
                    <a:pt x="198" y="43"/>
                  </a:cubicBezTo>
                  <a:cubicBezTo>
                    <a:pt x="214" y="52"/>
                    <a:pt x="214" y="52"/>
                    <a:pt x="214" y="52"/>
                  </a:cubicBezTo>
                  <a:cubicBezTo>
                    <a:pt x="219" y="45"/>
                    <a:pt x="219" y="45"/>
                    <a:pt x="219" y="45"/>
                  </a:cubicBezTo>
                  <a:close/>
                  <a:moveTo>
                    <a:pt x="193" y="31"/>
                  </a:moveTo>
                  <a:cubicBezTo>
                    <a:pt x="174" y="26"/>
                    <a:pt x="174" y="26"/>
                    <a:pt x="174" y="26"/>
                  </a:cubicBezTo>
                  <a:cubicBezTo>
                    <a:pt x="173" y="36"/>
                    <a:pt x="173" y="36"/>
                    <a:pt x="173" y="36"/>
                  </a:cubicBezTo>
                  <a:cubicBezTo>
                    <a:pt x="190" y="40"/>
                    <a:pt x="190" y="40"/>
                    <a:pt x="190" y="40"/>
                  </a:cubicBezTo>
                  <a:cubicBezTo>
                    <a:pt x="193" y="31"/>
                    <a:pt x="193" y="31"/>
                    <a:pt x="193" y="31"/>
                  </a:cubicBezTo>
                  <a:close/>
                  <a:moveTo>
                    <a:pt x="164" y="25"/>
                  </a:moveTo>
                  <a:cubicBezTo>
                    <a:pt x="145" y="25"/>
                    <a:pt x="145" y="25"/>
                    <a:pt x="145" y="25"/>
                  </a:cubicBezTo>
                  <a:cubicBezTo>
                    <a:pt x="145" y="34"/>
                    <a:pt x="145" y="34"/>
                    <a:pt x="145" y="34"/>
                  </a:cubicBezTo>
                  <a:cubicBezTo>
                    <a:pt x="163" y="35"/>
                    <a:pt x="163" y="35"/>
                    <a:pt x="163" y="35"/>
                  </a:cubicBezTo>
                  <a:cubicBezTo>
                    <a:pt x="164" y="25"/>
                    <a:pt x="164" y="25"/>
                    <a:pt x="164" y="25"/>
                  </a:cubicBezTo>
                  <a:close/>
                  <a:moveTo>
                    <a:pt x="136" y="25"/>
                  </a:moveTo>
                  <a:cubicBezTo>
                    <a:pt x="117" y="25"/>
                    <a:pt x="117" y="25"/>
                    <a:pt x="117" y="25"/>
                  </a:cubicBezTo>
                  <a:cubicBezTo>
                    <a:pt x="117" y="34"/>
                    <a:pt x="117" y="34"/>
                    <a:pt x="117" y="34"/>
                  </a:cubicBezTo>
                  <a:cubicBezTo>
                    <a:pt x="136" y="34"/>
                    <a:pt x="136" y="34"/>
                    <a:pt x="136" y="34"/>
                  </a:cubicBezTo>
                  <a:cubicBezTo>
                    <a:pt x="136" y="25"/>
                    <a:pt x="136" y="25"/>
                    <a:pt x="136"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3" name="Freeform 45"/>
            <p:cNvSpPr>
              <a:spLocks noEditPoints="1"/>
            </p:cNvSpPr>
            <p:nvPr/>
          </p:nvSpPr>
          <p:spPr>
            <a:xfrm>
              <a:off x="3710513" y="3335670"/>
              <a:ext cx="512627" cy="74598"/>
            </a:xfrm>
            <a:custGeom>
              <a:avLst/>
              <a:gdLst>
                <a:gd name="T0" fmla="*/ 98 w 458"/>
                <a:gd name="T1" fmla="*/ 28 h 67"/>
                <a:gd name="T2" fmla="*/ 121 w 458"/>
                <a:gd name="T3" fmla="*/ 39 h 67"/>
                <a:gd name="T4" fmla="*/ 121 w 458"/>
                <a:gd name="T5" fmla="*/ 28 h 67"/>
                <a:gd name="T6" fmla="*/ 69 w 458"/>
                <a:gd name="T7" fmla="*/ 0 h 67"/>
                <a:gd name="T8" fmla="*/ 88 w 458"/>
                <a:gd name="T9" fmla="*/ 28 h 67"/>
                <a:gd name="T10" fmla="*/ 69 w 458"/>
                <a:gd name="T11" fmla="*/ 39 h 67"/>
                <a:gd name="T12" fmla="*/ 0 w 458"/>
                <a:gd name="T13" fmla="*/ 33 h 67"/>
                <a:gd name="T14" fmla="*/ 458 w 458"/>
                <a:gd name="T15" fmla="*/ 28 h 67"/>
                <a:gd name="T16" fmla="*/ 435 w 458"/>
                <a:gd name="T17" fmla="*/ 39 h 67"/>
                <a:gd name="T18" fmla="*/ 458 w 458"/>
                <a:gd name="T19" fmla="*/ 28 h 67"/>
                <a:gd name="T20" fmla="*/ 424 w 458"/>
                <a:gd name="T21" fmla="*/ 28 h 67"/>
                <a:gd name="T22" fmla="*/ 402 w 458"/>
                <a:gd name="T23" fmla="*/ 39 h 67"/>
                <a:gd name="T24" fmla="*/ 424 w 458"/>
                <a:gd name="T25" fmla="*/ 28 h 67"/>
                <a:gd name="T26" fmla="*/ 391 w 458"/>
                <a:gd name="T27" fmla="*/ 28 h 67"/>
                <a:gd name="T28" fmla="*/ 368 w 458"/>
                <a:gd name="T29" fmla="*/ 39 h 67"/>
                <a:gd name="T30" fmla="*/ 391 w 458"/>
                <a:gd name="T31" fmla="*/ 28 h 67"/>
                <a:gd name="T32" fmla="*/ 356 w 458"/>
                <a:gd name="T33" fmla="*/ 28 h 67"/>
                <a:gd name="T34" fmla="*/ 334 w 458"/>
                <a:gd name="T35" fmla="*/ 39 h 67"/>
                <a:gd name="T36" fmla="*/ 356 w 458"/>
                <a:gd name="T37" fmla="*/ 28 h 67"/>
                <a:gd name="T38" fmla="*/ 323 w 458"/>
                <a:gd name="T39" fmla="*/ 28 h 67"/>
                <a:gd name="T40" fmla="*/ 301 w 458"/>
                <a:gd name="T41" fmla="*/ 39 h 67"/>
                <a:gd name="T42" fmla="*/ 323 w 458"/>
                <a:gd name="T43" fmla="*/ 28 h 67"/>
                <a:gd name="T44" fmla="*/ 290 w 458"/>
                <a:gd name="T45" fmla="*/ 28 h 67"/>
                <a:gd name="T46" fmla="*/ 267 w 458"/>
                <a:gd name="T47" fmla="*/ 39 h 67"/>
                <a:gd name="T48" fmla="*/ 290 w 458"/>
                <a:gd name="T49" fmla="*/ 28 h 67"/>
                <a:gd name="T50" fmla="*/ 255 w 458"/>
                <a:gd name="T51" fmla="*/ 28 h 67"/>
                <a:gd name="T52" fmla="*/ 233 w 458"/>
                <a:gd name="T53" fmla="*/ 39 h 67"/>
                <a:gd name="T54" fmla="*/ 255 w 458"/>
                <a:gd name="T55" fmla="*/ 28 h 67"/>
                <a:gd name="T56" fmla="*/ 222 w 458"/>
                <a:gd name="T57" fmla="*/ 28 h 67"/>
                <a:gd name="T58" fmla="*/ 199 w 458"/>
                <a:gd name="T59" fmla="*/ 39 h 67"/>
                <a:gd name="T60" fmla="*/ 222 w 458"/>
                <a:gd name="T61" fmla="*/ 28 h 67"/>
                <a:gd name="T62" fmla="*/ 189 w 458"/>
                <a:gd name="T63" fmla="*/ 28 h 67"/>
                <a:gd name="T64" fmla="*/ 166 w 458"/>
                <a:gd name="T65" fmla="*/ 39 h 67"/>
                <a:gd name="T66" fmla="*/ 189 w 458"/>
                <a:gd name="T67" fmla="*/ 28 h 67"/>
                <a:gd name="T68" fmla="*/ 154 w 458"/>
                <a:gd name="T69" fmla="*/ 28 h 67"/>
                <a:gd name="T70" fmla="*/ 132 w 458"/>
                <a:gd name="T71" fmla="*/ 39 h 67"/>
                <a:gd name="T72" fmla="*/ 154 w 458"/>
                <a:gd name="T73"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67">
                  <a:moveTo>
                    <a:pt x="121" y="28"/>
                  </a:moveTo>
                  <a:lnTo>
                    <a:pt x="98" y="28"/>
                  </a:lnTo>
                  <a:lnTo>
                    <a:pt x="98" y="39"/>
                  </a:lnTo>
                  <a:lnTo>
                    <a:pt x="121" y="39"/>
                  </a:lnTo>
                  <a:lnTo>
                    <a:pt x="121" y="28"/>
                  </a:lnTo>
                  <a:lnTo>
                    <a:pt x="121" y="28"/>
                  </a:lnTo>
                  <a:close/>
                  <a:moveTo>
                    <a:pt x="0" y="33"/>
                  </a:moveTo>
                  <a:lnTo>
                    <a:pt x="69" y="0"/>
                  </a:lnTo>
                  <a:lnTo>
                    <a:pt x="69" y="28"/>
                  </a:lnTo>
                  <a:lnTo>
                    <a:pt x="88" y="28"/>
                  </a:lnTo>
                  <a:lnTo>
                    <a:pt x="88" y="39"/>
                  </a:lnTo>
                  <a:lnTo>
                    <a:pt x="69" y="39"/>
                  </a:lnTo>
                  <a:lnTo>
                    <a:pt x="69" y="67"/>
                  </a:lnTo>
                  <a:lnTo>
                    <a:pt x="0" y="33"/>
                  </a:lnTo>
                  <a:lnTo>
                    <a:pt x="0" y="33"/>
                  </a:lnTo>
                  <a:close/>
                  <a:moveTo>
                    <a:pt x="458" y="28"/>
                  </a:moveTo>
                  <a:lnTo>
                    <a:pt x="435" y="28"/>
                  </a:lnTo>
                  <a:lnTo>
                    <a:pt x="435" y="39"/>
                  </a:lnTo>
                  <a:lnTo>
                    <a:pt x="458" y="39"/>
                  </a:lnTo>
                  <a:lnTo>
                    <a:pt x="458" y="28"/>
                  </a:lnTo>
                  <a:lnTo>
                    <a:pt x="458" y="28"/>
                  </a:lnTo>
                  <a:close/>
                  <a:moveTo>
                    <a:pt x="424" y="28"/>
                  </a:moveTo>
                  <a:lnTo>
                    <a:pt x="402" y="28"/>
                  </a:lnTo>
                  <a:lnTo>
                    <a:pt x="402" y="39"/>
                  </a:lnTo>
                  <a:lnTo>
                    <a:pt x="424" y="39"/>
                  </a:lnTo>
                  <a:lnTo>
                    <a:pt x="424" y="28"/>
                  </a:lnTo>
                  <a:lnTo>
                    <a:pt x="424" y="28"/>
                  </a:lnTo>
                  <a:close/>
                  <a:moveTo>
                    <a:pt x="391" y="28"/>
                  </a:moveTo>
                  <a:lnTo>
                    <a:pt x="368" y="28"/>
                  </a:lnTo>
                  <a:lnTo>
                    <a:pt x="368" y="39"/>
                  </a:lnTo>
                  <a:lnTo>
                    <a:pt x="391" y="39"/>
                  </a:lnTo>
                  <a:lnTo>
                    <a:pt x="391" y="28"/>
                  </a:lnTo>
                  <a:lnTo>
                    <a:pt x="391" y="28"/>
                  </a:lnTo>
                  <a:close/>
                  <a:moveTo>
                    <a:pt x="356" y="28"/>
                  </a:moveTo>
                  <a:lnTo>
                    <a:pt x="334" y="28"/>
                  </a:lnTo>
                  <a:lnTo>
                    <a:pt x="334" y="39"/>
                  </a:lnTo>
                  <a:lnTo>
                    <a:pt x="356" y="39"/>
                  </a:lnTo>
                  <a:lnTo>
                    <a:pt x="356" y="28"/>
                  </a:lnTo>
                  <a:lnTo>
                    <a:pt x="356" y="28"/>
                  </a:lnTo>
                  <a:close/>
                  <a:moveTo>
                    <a:pt x="323" y="28"/>
                  </a:moveTo>
                  <a:lnTo>
                    <a:pt x="301" y="28"/>
                  </a:lnTo>
                  <a:lnTo>
                    <a:pt x="301" y="39"/>
                  </a:lnTo>
                  <a:lnTo>
                    <a:pt x="323" y="39"/>
                  </a:lnTo>
                  <a:lnTo>
                    <a:pt x="323" y="28"/>
                  </a:lnTo>
                  <a:lnTo>
                    <a:pt x="323" y="28"/>
                  </a:lnTo>
                  <a:close/>
                  <a:moveTo>
                    <a:pt x="290" y="28"/>
                  </a:moveTo>
                  <a:lnTo>
                    <a:pt x="267" y="28"/>
                  </a:lnTo>
                  <a:lnTo>
                    <a:pt x="267" y="39"/>
                  </a:lnTo>
                  <a:lnTo>
                    <a:pt x="290" y="39"/>
                  </a:lnTo>
                  <a:lnTo>
                    <a:pt x="290" y="28"/>
                  </a:lnTo>
                  <a:lnTo>
                    <a:pt x="290" y="28"/>
                  </a:lnTo>
                  <a:close/>
                  <a:moveTo>
                    <a:pt x="255" y="28"/>
                  </a:moveTo>
                  <a:lnTo>
                    <a:pt x="233" y="28"/>
                  </a:lnTo>
                  <a:lnTo>
                    <a:pt x="233" y="39"/>
                  </a:lnTo>
                  <a:lnTo>
                    <a:pt x="255" y="39"/>
                  </a:lnTo>
                  <a:lnTo>
                    <a:pt x="255" y="28"/>
                  </a:lnTo>
                  <a:lnTo>
                    <a:pt x="255" y="28"/>
                  </a:lnTo>
                  <a:close/>
                  <a:moveTo>
                    <a:pt x="222" y="28"/>
                  </a:moveTo>
                  <a:lnTo>
                    <a:pt x="199" y="28"/>
                  </a:lnTo>
                  <a:lnTo>
                    <a:pt x="199" y="39"/>
                  </a:lnTo>
                  <a:lnTo>
                    <a:pt x="222" y="39"/>
                  </a:lnTo>
                  <a:lnTo>
                    <a:pt x="222" y="28"/>
                  </a:lnTo>
                  <a:lnTo>
                    <a:pt x="222" y="28"/>
                  </a:lnTo>
                  <a:close/>
                  <a:moveTo>
                    <a:pt x="189" y="28"/>
                  </a:moveTo>
                  <a:lnTo>
                    <a:pt x="166" y="28"/>
                  </a:lnTo>
                  <a:lnTo>
                    <a:pt x="166" y="39"/>
                  </a:lnTo>
                  <a:lnTo>
                    <a:pt x="189" y="39"/>
                  </a:lnTo>
                  <a:lnTo>
                    <a:pt x="189" y="28"/>
                  </a:lnTo>
                  <a:lnTo>
                    <a:pt x="189" y="28"/>
                  </a:lnTo>
                  <a:close/>
                  <a:moveTo>
                    <a:pt x="154" y="28"/>
                  </a:moveTo>
                  <a:lnTo>
                    <a:pt x="132" y="28"/>
                  </a:lnTo>
                  <a:lnTo>
                    <a:pt x="132" y="39"/>
                  </a:lnTo>
                  <a:lnTo>
                    <a:pt x="154" y="39"/>
                  </a:lnTo>
                  <a:lnTo>
                    <a:pt x="154" y="28"/>
                  </a:lnTo>
                  <a:lnTo>
                    <a:pt x="154" y="2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Freeform 46"/>
            <p:cNvSpPr>
              <a:spLocks noEditPoints="1"/>
            </p:cNvSpPr>
            <p:nvPr/>
          </p:nvSpPr>
          <p:spPr>
            <a:xfrm>
              <a:off x="4208856" y="2150024"/>
              <a:ext cx="438035" cy="76186"/>
            </a:xfrm>
            <a:custGeom>
              <a:avLst/>
              <a:gdLst>
                <a:gd name="T0" fmla="*/ 121 w 391"/>
                <a:gd name="T1" fmla="*/ 28 h 69"/>
                <a:gd name="T2" fmla="*/ 98 w 391"/>
                <a:gd name="T3" fmla="*/ 28 h 69"/>
                <a:gd name="T4" fmla="*/ 98 w 391"/>
                <a:gd name="T5" fmla="*/ 40 h 69"/>
                <a:gd name="T6" fmla="*/ 121 w 391"/>
                <a:gd name="T7" fmla="*/ 40 h 69"/>
                <a:gd name="T8" fmla="*/ 121 w 391"/>
                <a:gd name="T9" fmla="*/ 28 h 69"/>
                <a:gd name="T10" fmla="*/ 121 w 391"/>
                <a:gd name="T11" fmla="*/ 28 h 69"/>
                <a:gd name="T12" fmla="*/ 0 w 391"/>
                <a:gd name="T13" fmla="*/ 34 h 69"/>
                <a:gd name="T14" fmla="*/ 69 w 391"/>
                <a:gd name="T15" fmla="*/ 0 h 69"/>
                <a:gd name="T16" fmla="*/ 69 w 391"/>
                <a:gd name="T17" fmla="*/ 28 h 69"/>
                <a:gd name="T18" fmla="*/ 88 w 391"/>
                <a:gd name="T19" fmla="*/ 28 h 69"/>
                <a:gd name="T20" fmla="*/ 88 w 391"/>
                <a:gd name="T21" fmla="*/ 40 h 69"/>
                <a:gd name="T22" fmla="*/ 69 w 391"/>
                <a:gd name="T23" fmla="*/ 40 h 69"/>
                <a:gd name="T24" fmla="*/ 69 w 391"/>
                <a:gd name="T25" fmla="*/ 69 h 69"/>
                <a:gd name="T26" fmla="*/ 0 w 391"/>
                <a:gd name="T27" fmla="*/ 34 h 69"/>
                <a:gd name="T28" fmla="*/ 0 w 391"/>
                <a:gd name="T29" fmla="*/ 34 h 69"/>
                <a:gd name="T30" fmla="*/ 391 w 391"/>
                <a:gd name="T31" fmla="*/ 28 h 69"/>
                <a:gd name="T32" fmla="*/ 368 w 391"/>
                <a:gd name="T33" fmla="*/ 28 h 69"/>
                <a:gd name="T34" fmla="*/ 368 w 391"/>
                <a:gd name="T35" fmla="*/ 40 h 69"/>
                <a:gd name="T36" fmla="*/ 391 w 391"/>
                <a:gd name="T37" fmla="*/ 40 h 69"/>
                <a:gd name="T38" fmla="*/ 391 w 391"/>
                <a:gd name="T39" fmla="*/ 28 h 69"/>
                <a:gd name="T40" fmla="*/ 391 w 391"/>
                <a:gd name="T41" fmla="*/ 28 h 69"/>
                <a:gd name="T42" fmla="*/ 357 w 391"/>
                <a:gd name="T43" fmla="*/ 28 h 69"/>
                <a:gd name="T44" fmla="*/ 335 w 391"/>
                <a:gd name="T45" fmla="*/ 28 h 69"/>
                <a:gd name="T46" fmla="*/ 335 w 391"/>
                <a:gd name="T47" fmla="*/ 40 h 69"/>
                <a:gd name="T48" fmla="*/ 357 w 391"/>
                <a:gd name="T49" fmla="*/ 40 h 69"/>
                <a:gd name="T50" fmla="*/ 357 w 391"/>
                <a:gd name="T51" fmla="*/ 28 h 69"/>
                <a:gd name="T52" fmla="*/ 357 w 391"/>
                <a:gd name="T53" fmla="*/ 28 h 69"/>
                <a:gd name="T54" fmla="*/ 323 w 391"/>
                <a:gd name="T55" fmla="*/ 28 h 69"/>
                <a:gd name="T56" fmla="*/ 301 w 391"/>
                <a:gd name="T57" fmla="*/ 28 h 69"/>
                <a:gd name="T58" fmla="*/ 301 w 391"/>
                <a:gd name="T59" fmla="*/ 40 h 69"/>
                <a:gd name="T60" fmla="*/ 323 w 391"/>
                <a:gd name="T61" fmla="*/ 40 h 69"/>
                <a:gd name="T62" fmla="*/ 323 w 391"/>
                <a:gd name="T63" fmla="*/ 28 h 69"/>
                <a:gd name="T64" fmla="*/ 323 w 391"/>
                <a:gd name="T65" fmla="*/ 28 h 69"/>
                <a:gd name="T66" fmla="*/ 290 w 391"/>
                <a:gd name="T67" fmla="*/ 28 h 69"/>
                <a:gd name="T68" fmla="*/ 267 w 391"/>
                <a:gd name="T69" fmla="*/ 28 h 69"/>
                <a:gd name="T70" fmla="*/ 267 w 391"/>
                <a:gd name="T71" fmla="*/ 40 h 69"/>
                <a:gd name="T72" fmla="*/ 290 w 391"/>
                <a:gd name="T73" fmla="*/ 40 h 69"/>
                <a:gd name="T74" fmla="*/ 290 w 391"/>
                <a:gd name="T75" fmla="*/ 28 h 69"/>
                <a:gd name="T76" fmla="*/ 290 w 391"/>
                <a:gd name="T77" fmla="*/ 28 h 69"/>
                <a:gd name="T78" fmla="*/ 255 w 391"/>
                <a:gd name="T79" fmla="*/ 28 h 69"/>
                <a:gd name="T80" fmla="*/ 234 w 391"/>
                <a:gd name="T81" fmla="*/ 28 h 69"/>
                <a:gd name="T82" fmla="*/ 234 w 391"/>
                <a:gd name="T83" fmla="*/ 40 h 69"/>
                <a:gd name="T84" fmla="*/ 255 w 391"/>
                <a:gd name="T85" fmla="*/ 40 h 69"/>
                <a:gd name="T86" fmla="*/ 255 w 391"/>
                <a:gd name="T87" fmla="*/ 28 h 69"/>
                <a:gd name="T88" fmla="*/ 255 w 391"/>
                <a:gd name="T89" fmla="*/ 28 h 69"/>
                <a:gd name="T90" fmla="*/ 222 w 391"/>
                <a:gd name="T91" fmla="*/ 28 h 69"/>
                <a:gd name="T92" fmla="*/ 200 w 391"/>
                <a:gd name="T93" fmla="*/ 28 h 69"/>
                <a:gd name="T94" fmla="*/ 200 w 391"/>
                <a:gd name="T95" fmla="*/ 40 h 69"/>
                <a:gd name="T96" fmla="*/ 222 w 391"/>
                <a:gd name="T97" fmla="*/ 40 h 69"/>
                <a:gd name="T98" fmla="*/ 222 w 391"/>
                <a:gd name="T99" fmla="*/ 28 h 69"/>
                <a:gd name="T100" fmla="*/ 222 w 391"/>
                <a:gd name="T101" fmla="*/ 28 h 69"/>
                <a:gd name="T102" fmla="*/ 189 w 391"/>
                <a:gd name="T103" fmla="*/ 28 h 69"/>
                <a:gd name="T104" fmla="*/ 166 w 391"/>
                <a:gd name="T105" fmla="*/ 28 h 69"/>
                <a:gd name="T106" fmla="*/ 166 w 391"/>
                <a:gd name="T107" fmla="*/ 40 h 69"/>
                <a:gd name="T108" fmla="*/ 189 w 391"/>
                <a:gd name="T109" fmla="*/ 40 h 69"/>
                <a:gd name="T110" fmla="*/ 189 w 391"/>
                <a:gd name="T111" fmla="*/ 28 h 69"/>
                <a:gd name="T112" fmla="*/ 189 w 391"/>
                <a:gd name="T113" fmla="*/ 28 h 69"/>
                <a:gd name="T114" fmla="*/ 154 w 391"/>
                <a:gd name="T115" fmla="*/ 28 h 69"/>
                <a:gd name="T116" fmla="*/ 133 w 391"/>
                <a:gd name="T117" fmla="*/ 28 h 69"/>
                <a:gd name="T118" fmla="*/ 133 w 391"/>
                <a:gd name="T119" fmla="*/ 40 h 69"/>
                <a:gd name="T120" fmla="*/ 154 w 391"/>
                <a:gd name="T121" fmla="*/ 40 h 69"/>
                <a:gd name="T122" fmla="*/ 154 w 391"/>
                <a:gd name="T123" fmla="*/ 28 h 69"/>
                <a:gd name="T124" fmla="*/ 154 w 391"/>
                <a:gd name="T125" fmla="*/ 2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1" h="69">
                  <a:moveTo>
                    <a:pt x="121" y="28"/>
                  </a:moveTo>
                  <a:lnTo>
                    <a:pt x="98" y="28"/>
                  </a:lnTo>
                  <a:lnTo>
                    <a:pt x="98" y="40"/>
                  </a:lnTo>
                  <a:lnTo>
                    <a:pt x="121" y="40"/>
                  </a:lnTo>
                  <a:lnTo>
                    <a:pt x="121" y="28"/>
                  </a:lnTo>
                  <a:lnTo>
                    <a:pt x="121" y="28"/>
                  </a:lnTo>
                  <a:close/>
                  <a:moveTo>
                    <a:pt x="0" y="34"/>
                  </a:moveTo>
                  <a:lnTo>
                    <a:pt x="69" y="0"/>
                  </a:lnTo>
                  <a:lnTo>
                    <a:pt x="69" y="28"/>
                  </a:lnTo>
                  <a:lnTo>
                    <a:pt x="88" y="28"/>
                  </a:lnTo>
                  <a:lnTo>
                    <a:pt x="88" y="40"/>
                  </a:lnTo>
                  <a:lnTo>
                    <a:pt x="69" y="40"/>
                  </a:lnTo>
                  <a:lnTo>
                    <a:pt x="69" y="69"/>
                  </a:lnTo>
                  <a:lnTo>
                    <a:pt x="0" y="34"/>
                  </a:lnTo>
                  <a:lnTo>
                    <a:pt x="0" y="34"/>
                  </a:lnTo>
                  <a:close/>
                  <a:moveTo>
                    <a:pt x="391" y="28"/>
                  </a:moveTo>
                  <a:lnTo>
                    <a:pt x="368" y="28"/>
                  </a:lnTo>
                  <a:lnTo>
                    <a:pt x="368" y="40"/>
                  </a:lnTo>
                  <a:lnTo>
                    <a:pt x="391" y="40"/>
                  </a:lnTo>
                  <a:lnTo>
                    <a:pt x="391" y="28"/>
                  </a:lnTo>
                  <a:lnTo>
                    <a:pt x="391" y="28"/>
                  </a:lnTo>
                  <a:close/>
                  <a:moveTo>
                    <a:pt x="357" y="28"/>
                  </a:moveTo>
                  <a:lnTo>
                    <a:pt x="335" y="28"/>
                  </a:lnTo>
                  <a:lnTo>
                    <a:pt x="335" y="40"/>
                  </a:lnTo>
                  <a:lnTo>
                    <a:pt x="357" y="40"/>
                  </a:lnTo>
                  <a:lnTo>
                    <a:pt x="357" y="28"/>
                  </a:lnTo>
                  <a:lnTo>
                    <a:pt x="357" y="28"/>
                  </a:lnTo>
                  <a:close/>
                  <a:moveTo>
                    <a:pt x="323" y="28"/>
                  </a:moveTo>
                  <a:lnTo>
                    <a:pt x="301" y="28"/>
                  </a:lnTo>
                  <a:lnTo>
                    <a:pt x="301" y="40"/>
                  </a:lnTo>
                  <a:lnTo>
                    <a:pt x="323" y="40"/>
                  </a:lnTo>
                  <a:lnTo>
                    <a:pt x="323" y="28"/>
                  </a:lnTo>
                  <a:lnTo>
                    <a:pt x="323" y="28"/>
                  </a:lnTo>
                  <a:close/>
                  <a:moveTo>
                    <a:pt x="290" y="28"/>
                  </a:moveTo>
                  <a:lnTo>
                    <a:pt x="267" y="28"/>
                  </a:lnTo>
                  <a:lnTo>
                    <a:pt x="267" y="40"/>
                  </a:lnTo>
                  <a:lnTo>
                    <a:pt x="290" y="40"/>
                  </a:lnTo>
                  <a:lnTo>
                    <a:pt x="290" y="28"/>
                  </a:lnTo>
                  <a:lnTo>
                    <a:pt x="290" y="28"/>
                  </a:lnTo>
                  <a:close/>
                  <a:moveTo>
                    <a:pt x="255" y="28"/>
                  </a:moveTo>
                  <a:lnTo>
                    <a:pt x="234" y="28"/>
                  </a:lnTo>
                  <a:lnTo>
                    <a:pt x="234" y="40"/>
                  </a:lnTo>
                  <a:lnTo>
                    <a:pt x="255" y="40"/>
                  </a:lnTo>
                  <a:lnTo>
                    <a:pt x="255" y="28"/>
                  </a:lnTo>
                  <a:lnTo>
                    <a:pt x="255" y="28"/>
                  </a:lnTo>
                  <a:close/>
                  <a:moveTo>
                    <a:pt x="222" y="28"/>
                  </a:moveTo>
                  <a:lnTo>
                    <a:pt x="200" y="28"/>
                  </a:lnTo>
                  <a:lnTo>
                    <a:pt x="200" y="40"/>
                  </a:lnTo>
                  <a:lnTo>
                    <a:pt x="222" y="40"/>
                  </a:lnTo>
                  <a:lnTo>
                    <a:pt x="222" y="28"/>
                  </a:lnTo>
                  <a:lnTo>
                    <a:pt x="222" y="28"/>
                  </a:lnTo>
                  <a:close/>
                  <a:moveTo>
                    <a:pt x="189" y="28"/>
                  </a:moveTo>
                  <a:lnTo>
                    <a:pt x="166" y="28"/>
                  </a:lnTo>
                  <a:lnTo>
                    <a:pt x="166" y="40"/>
                  </a:lnTo>
                  <a:lnTo>
                    <a:pt x="189" y="40"/>
                  </a:lnTo>
                  <a:lnTo>
                    <a:pt x="189" y="28"/>
                  </a:lnTo>
                  <a:lnTo>
                    <a:pt x="189" y="28"/>
                  </a:lnTo>
                  <a:close/>
                  <a:moveTo>
                    <a:pt x="154" y="28"/>
                  </a:moveTo>
                  <a:lnTo>
                    <a:pt x="133" y="28"/>
                  </a:lnTo>
                  <a:lnTo>
                    <a:pt x="133" y="40"/>
                  </a:lnTo>
                  <a:lnTo>
                    <a:pt x="154" y="40"/>
                  </a:lnTo>
                  <a:lnTo>
                    <a:pt x="154" y="28"/>
                  </a:lnTo>
                  <a:lnTo>
                    <a:pt x="154" y="2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Freeform 47"/>
            <p:cNvSpPr>
              <a:spLocks noEditPoints="1"/>
            </p:cNvSpPr>
            <p:nvPr/>
          </p:nvSpPr>
          <p:spPr>
            <a:xfrm>
              <a:off x="2989977" y="2676978"/>
              <a:ext cx="1452180" cy="76186"/>
            </a:xfrm>
            <a:custGeom>
              <a:avLst/>
              <a:gdLst>
                <a:gd name="T0" fmla="*/ 120 w 1298"/>
                <a:gd name="T1" fmla="*/ 40 h 69"/>
                <a:gd name="T2" fmla="*/ 132 w 1298"/>
                <a:gd name="T3" fmla="*/ 28 h 69"/>
                <a:gd name="T4" fmla="*/ 155 w 1298"/>
                <a:gd name="T5" fmla="*/ 28 h 69"/>
                <a:gd name="T6" fmla="*/ 188 w 1298"/>
                <a:gd name="T7" fmla="*/ 40 h 69"/>
                <a:gd name="T8" fmla="*/ 199 w 1298"/>
                <a:gd name="T9" fmla="*/ 28 h 69"/>
                <a:gd name="T10" fmla="*/ 221 w 1298"/>
                <a:gd name="T11" fmla="*/ 28 h 69"/>
                <a:gd name="T12" fmla="*/ 256 w 1298"/>
                <a:gd name="T13" fmla="*/ 40 h 69"/>
                <a:gd name="T14" fmla="*/ 267 w 1298"/>
                <a:gd name="T15" fmla="*/ 28 h 69"/>
                <a:gd name="T16" fmla="*/ 289 w 1298"/>
                <a:gd name="T17" fmla="*/ 28 h 69"/>
                <a:gd name="T18" fmla="*/ 322 w 1298"/>
                <a:gd name="T19" fmla="*/ 40 h 69"/>
                <a:gd name="T20" fmla="*/ 353 w 1298"/>
                <a:gd name="T21" fmla="*/ 40 h 69"/>
                <a:gd name="T22" fmla="*/ 333 w 1298"/>
                <a:gd name="T23" fmla="*/ 40 h 69"/>
                <a:gd name="T24" fmla="*/ 388 w 1298"/>
                <a:gd name="T25" fmla="*/ 40 h 69"/>
                <a:gd name="T26" fmla="*/ 399 w 1298"/>
                <a:gd name="T27" fmla="*/ 28 h 69"/>
                <a:gd name="T28" fmla="*/ 399 w 1298"/>
                <a:gd name="T29" fmla="*/ 40 h 69"/>
                <a:gd name="T30" fmla="*/ 455 w 1298"/>
                <a:gd name="T31" fmla="*/ 40 h 69"/>
                <a:gd name="T32" fmla="*/ 466 w 1298"/>
                <a:gd name="T33" fmla="*/ 28 h 69"/>
                <a:gd name="T34" fmla="*/ 466 w 1298"/>
                <a:gd name="T35" fmla="*/ 40 h 69"/>
                <a:gd name="T36" fmla="*/ 522 w 1298"/>
                <a:gd name="T37" fmla="*/ 40 h 69"/>
                <a:gd name="T38" fmla="*/ 534 w 1298"/>
                <a:gd name="T39" fmla="*/ 28 h 69"/>
                <a:gd name="T40" fmla="*/ 534 w 1298"/>
                <a:gd name="T41" fmla="*/ 40 h 69"/>
                <a:gd name="T42" fmla="*/ 590 w 1298"/>
                <a:gd name="T43" fmla="*/ 40 h 69"/>
                <a:gd name="T44" fmla="*/ 601 w 1298"/>
                <a:gd name="T45" fmla="*/ 28 h 69"/>
                <a:gd name="T46" fmla="*/ 601 w 1298"/>
                <a:gd name="T47" fmla="*/ 40 h 69"/>
                <a:gd name="T48" fmla="*/ 657 w 1298"/>
                <a:gd name="T49" fmla="*/ 40 h 69"/>
                <a:gd name="T50" fmla="*/ 669 w 1298"/>
                <a:gd name="T51" fmla="*/ 28 h 69"/>
                <a:gd name="T52" fmla="*/ 669 w 1298"/>
                <a:gd name="T53" fmla="*/ 40 h 69"/>
                <a:gd name="T54" fmla="*/ 725 w 1298"/>
                <a:gd name="T55" fmla="*/ 40 h 69"/>
                <a:gd name="T56" fmla="*/ 736 w 1298"/>
                <a:gd name="T57" fmla="*/ 28 h 69"/>
                <a:gd name="T58" fmla="*/ 736 w 1298"/>
                <a:gd name="T59" fmla="*/ 40 h 69"/>
                <a:gd name="T60" fmla="*/ 792 w 1298"/>
                <a:gd name="T61" fmla="*/ 40 h 69"/>
                <a:gd name="T62" fmla="*/ 803 w 1298"/>
                <a:gd name="T63" fmla="*/ 28 h 69"/>
                <a:gd name="T64" fmla="*/ 803 w 1298"/>
                <a:gd name="T65" fmla="*/ 40 h 69"/>
                <a:gd name="T66" fmla="*/ 859 w 1298"/>
                <a:gd name="T67" fmla="*/ 40 h 69"/>
                <a:gd name="T68" fmla="*/ 871 w 1298"/>
                <a:gd name="T69" fmla="*/ 28 h 69"/>
                <a:gd name="T70" fmla="*/ 871 w 1298"/>
                <a:gd name="T71" fmla="*/ 40 h 69"/>
                <a:gd name="T72" fmla="*/ 927 w 1298"/>
                <a:gd name="T73" fmla="*/ 40 h 69"/>
                <a:gd name="T74" fmla="*/ 939 w 1298"/>
                <a:gd name="T75" fmla="*/ 28 h 69"/>
                <a:gd name="T76" fmla="*/ 939 w 1298"/>
                <a:gd name="T77" fmla="*/ 40 h 69"/>
                <a:gd name="T78" fmla="*/ 995 w 1298"/>
                <a:gd name="T79" fmla="*/ 40 h 69"/>
                <a:gd name="T80" fmla="*/ 1005 w 1298"/>
                <a:gd name="T81" fmla="*/ 28 h 69"/>
                <a:gd name="T82" fmla="*/ 1005 w 1298"/>
                <a:gd name="T83" fmla="*/ 40 h 69"/>
                <a:gd name="T84" fmla="*/ 1061 w 1298"/>
                <a:gd name="T85" fmla="*/ 40 h 69"/>
                <a:gd name="T86" fmla="*/ 1073 w 1298"/>
                <a:gd name="T87" fmla="*/ 28 h 69"/>
                <a:gd name="T88" fmla="*/ 1073 w 1298"/>
                <a:gd name="T89" fmla="*/ 40 h 69"/>
                <a:gd name="T90" fmla="*/ 1129 w 1298"/>
                <a:gd name="T91" fmla="*/ 40 h 69"/>
                <a:gd name="T92" fmla="*/ 1141 w 1298"/>
                <a:gd name="T93" fmla="*/ 28 h 69"/>
                <a:gd name="T94" fmla="*/ 1141 w 1298"/>
                <a:gd name="T95" fmla="*/ 40 h 69"/>
                <a:gd name="T96" fmla="*/ 1197 w 1298"/>
                <a:gd name="T97" fmla="*/ 40 h 69"/>
                <a:gd name="T98" fmla="*/ 1207 w 1298"/>
                <a:gd name="T99" fmla="*/ 28 h 69"/>
                <a:gd name="T100" fmla="*/ 1207 w 1298"/>
                <a:gd name="T101" fmla="*/ 40 h 69"/>
                <a:gd name="T102" fmla="*/ 1265 w 1298"/>
                <a:gd name="T103" fmla="*/ 40 h 69"/>
                <a:gd name="T104" fmla="*/ 1275 w 1298"/>
                <a:gd name="T105" fmla="*/ 28 h 69"/>
                <a:gd name="T106" fmla="*/ 1275 w 1298"/>
                <a:gd name="T107" fmla="*/ 40 h 69"/>
                <a:gd name="T108" fmla="*/ 88 w 1298"/>
                <a:gd name="T109" fmla="*/ 28 h 69"/>
                <a:gd name="T110" fmla="*/ 0 w 1298"/>
                <a:gd name="T111"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98" h="69">
                  <a:moveTo>
                    <a:pt x="120" y="28"/>
                  </a:moveTo>
                  <a:lnTo>
                    <a:pt x="98" y="28"/>
                  </a:lnTo>
                  <a:lnTo>
                    <a:pt x="98" y="40"/>
                  </a:lnTo>
                  <a:lnTo>
                    <a:pt x="120" y="40"/>
                  </a:lnTo>
                  <a:lnTo>
                    <a:pt x="120" y="28"/>
                  </a:lnTo>
                  <a:lnTo>
                    <a:pt x="120" y="28"/>
                  </a:lnTo>
                  <a:close/>
                  <a:moveTo>
                    <a:pt x="155" y="28"/>
                  </a:moveTo>
                  <a:lnTo>
                    <a:pt x="132" y="28"/>
                  </a:lnTo>
                  <a:lnTo>
                    <a:pt x="132" y="40"/>
                  </a:lnTo>
                  <a:lnTo>
                    <a:pt x="155" y="40"/>
                  </a:lnTo>
                  <a:lnTo>
                    <a:pt x="155" y="28"/>
                  </a:lnTo>
                  <a:lnTo>
                    <a:pt x="155" y="28"/>
                  </a:lnTo>
                  <a:close/>
                  <a:moveTo>
                    <a:pt x="188" y="28"/>
                  </a:moveTo>
                  <a:lnTo>
                    <a:pt x="165" y="28"/>
                  </a:lnTo>
                  <a:lnTo>
                    <a:pt x="165" y="40"/>
                  </a:lnTo>
                  <a:lnTo>
                    <a:pt x="188" y="40"/>
                  </a:lnTo>
                  <a:lnTo>
                    <a:pt x="188" y="28"/>
                  </a:lnTo>
                  <a:lnTo>
                    <a:pt x="188" y="28"/>
                  </a:lnTo>
                  <a:close/>
                  <a:moveTo>
                    <a:pt x="221" y="28"/>
                  </a:moveTo>
                  <a:lnTo>
                    <a:pt x="199" y="28"/>
                  </a:lnTo>
                  <a:lnTo>
                    <a:pt x="199" y="40"/>
                  </a:lnTo>
                  <a:lnTo>
                    <a:pt x="221" y="40"/>
                  </a:lnTo>
                  <a:lnTo>
                    <a:pt x="221" y="28"/>
                  </a:lnTo>
                  <a:lnTo>
                    <a:pt x="221" y="28"/>
                  </a:lnTo>
                  <a:close/>
                  <a:moveTo>
                    <a:pt x="256" y="28"/>
                  </a:moveTo>
                  <a:lnTo>
                    <a:pt x="233" y="28"/>
                  </a:lnTo>
                  <a:lnTo>
                    <a:pt x="233" y="40"/>
                  </a:lnTo>
                  <a:lnTo>
                    <a:pt x="256" y="40"/>
                  </a:lnTo>
                  <a:lnTo>
                    <a:pt x="256" y="28"/>
                  </a:lnTo>
                  <a:lnTo>
                    <a:pt x="256" y="28"/>
                  </a:lnTo>
                  <a:close/>
                  <a:moveTo>
                    <a:pt x="289" y="28"/>
                  </a:moveTo>
                  <a:lnTo>
                    <a:pt x="267" y="28"/>
                  </a:lnTo>
                  <a:lnTo>
                    <a:pt x="267" y="40"/>
                  </a:lnTo>
                  <a:lnTo>
                    <a:pt x="289" y="40"/>
                  </a:lnTo>
                  <a:lnTo>
                    <a:pt x="289" y="28"/>
                  </a:lnTo>
                  <a:lnTo>
                    <a:pt x="289" y="28"/>
                  </a:lnTo>
                  <a:close/>
                  <a:moveTo>
                    <a:pt x="322" y="28"/>
                  </a:moveTo>
                  <a:lnTo>
                    <a:pt x="300" y="28"/>
                  </a:lnTo>
                  <a:lnTo>
                    <a:pt x="300" y="40"/>
                  </a:lnTo>
                  <a:lnTo>
                    <a:pt x="322" y="40"/>
                  </a:lnTo>
                  <a:lnTo>
                    <a:pt x="322" y="28"/>
                  </a:lnTo>
                  <a:lnTo>
                    <a:pt x="322" y="28"/>
                  </a:lnTo>
                  <a:close/>
                  <a:moveTo>
                    <a:pt x="333" y="40"/>
                  </a:moveTo>
                  <a:lnTo>
                    <a:pt x="353" y="40"/>
                  </a:lnTo>
                  <a:lnTo>
                    <a:pt x="353" y="28"/>
                  </a:lnTo>
                  <a:lnTo>
                    <a:pt x="333" y="28"/>
                  </a:lnTo>
                  <a:lnTo>
                    <a:pt x="333" y="40"/>
                  </a:lnTo>
                  <a:lnTo>
                    <a:pt x="333" y="40"/>
                  </a:lnTo>
                  <a:close/>
                  <a:moveTo>
                    <a:pt x="365" y="40"/>
                  </a:moveTo>
                  <a:lnTo>
                    <a:pt x="365" y="28"/>
                  </a:lnTo>
                  <a:lnTo>
                    <a:pt x="388" y="28"/>
                  </a:lnTo>
                  <a:lnTo>
                    <a:pt x="388" y="40"/>
                  </a:lnTo>
                  <a:lnTo>
                    <a:pt x="365" y="40"/>
                  </a:lnTo>
                  <a:lnTo>
                    <a:pt x="365" y="40"/>
                  </a:lnTo>
                  <a:close/>
                  <a:moveTo>
                    <a:pt x="399" y="40"/>
                  </a:moveTo>
                  <a:lnTo>
                    <a:pt x="399" y="28"/>
                  </a:lnTo>
                  <a:lnTo>
                    <a:pt x="421" y="28"/>
                  </a:lnTo>
                  <a:lnTo>
                    <a:pt x="421" y="40"/>
                  </a:lnTo>
                  <a:lnTo>
                    <a:pt x="399" y="40"/>
                  </a:lnTo>
                  <a:lnTo>
                    <a:pt x="399" y="40"/>
                  </a:lnTo>
                  <a:close/>
                  <a:moveTo>
                    <a:pt x="433" y="40"/>
                  </a:moveTo>
                  <a:lnTo>
                    <a:pt x="433" y="28"/>
                  </a:lnTo>
                  <a:lnTo>
                    <a:pt x="455" y="28"/>
                  </a:lnTo>
                  <a:lnTo>
                    <a:pt x="455" y="40"/>
                  </a:lnTo>
                  <a:lnTo>
                    <a:pt x="433" y="40"/>
                  </a:lnTo>
                  <a:lnTo>
                    <a:pt x="433" y="40"/>
                  </a:lnTo>
                  <a:close/>
                  <a:moveTo>
                    <a:pt x="466" y="40"/>
                  </a:moveTo>
                  <a:lnTo>
                    <a:pt x="466" y="28"/>
                  </a:lnTo>
                  <a:lnTo>
                    <a:pt x="489" y="28"/>
                  </a:lnTo>
                  <a:lnTo>
                    <a:pt x="489" y="40"/>
                  </a:lnTo>
                  <a:lnTo>
                    <a:pt x="466" y="40"/>
                  </a:lnTo>
                  <a:lnTo>
                    <a:pt x="466" y="40"/>
                  </a:lnTo>
                  <a:close/>
                  <a:moveTo>
                    <a:pt x="500" y="40"/>
                  </a:moveTo>
                  <a:lnTo>
                    <a:pt x="500" y="28"/>
                  </a:lnTo>
                  <a:lnTo>
                    <a:pt x="522" y="28"/>
                  </a:lnTo>
                  <a:lnTo>
                    <a:pt x="522" y="40"/>
                  </a:lnTo>
                  <a:lnTo>
                    <a:pt x="500" y="40"/>
                  </a:lnTo>
                  <a:lnTo>
                    <a:pt x="500" y="40"/>
                  </a:lnTo>
                  <a:close/>
                  <a:moveTo>
                    <a:pt x="534" y="40"/>
                  </a:moveTo>
                  <a:lnTo>
                    <a:pt x="534" y="28"/>
                  </a:lnTo>
                  <a:lnTo>
                    <a:pt x="556" y="28"/>
                  </a:lnTo>
                  <a:lnTo>
                    <a:pt x="556" y="40"/>
                  </a:lnTo>
                  <a:lnTo>
                    <a:pt x="534" y="40"/>
                  </a:lnTo>
                  <a:lnTo>
                    <a:pt x="534" y="40"/>
                  </a:lnTo>
                  <a:close/>
                  <a:moveTo>
                    <a:pt x="568" y="40"/>
                  </a:moveTo>
                  <a:lnTo>
                    <a:pt x="568" y="28"/>
                  </a:lnTo>
                  <a:lnTo>
                    <a:pt x="590" y="28"/>
                  </a:lnTo>
                  <a:lnTo>
                    <a:pt x="590" y="40"/>
                  </a:lnTo>
                  <a:lnTo>
                    <a:pt x="568" y="40"/>
                  </a:lnTo>
                  <a:lnTo>
                    <a:pt x="568" y="40"/>
                  </a:lnTo>
                  <a:close/>
                  <a:moveTo>
                    <a:pt x="601" y="40"/>
                  </a:moveTo>
                  <a:lnTo>
                    <a:pt x="601" y="28"/>
                  </a:lnTo>
                  <a:lnTo>
                    <a:pt x="623" y="28"/>
                  </a:lnTo>
                  <a:lnTo>
                    <a:pt x="623" y="40"/>
                  </a:lnTo>
                  <a:lnTo>
                    <a:pt x="601" y="40"/>
                  </a:lnTo>
                  <a:lnTo>
                    <a:pt x="601" y="40"/>
                  </a:lnTo>
                  <a:close/>
                  <a:moveTo>
                    <a:pt x="635" y="40"/>
                  </a:moveTo>
                  <a:lnTo>
                    <a:pt x="635" y="28"/>
                  </a:lnTo>
                  <a:lnTo>
                    <a:pt x="657" y="28"/>
                  </a:lnTo>
                  <a:lnTo>
                    <a:pt x="657" y="40"/>
                  </a:lnTo>
                  <a:lnTo>
                    <a:pt x="635" y="40"/>
                  </a:lnTo>
                  <a:lnTo>
                    <a:pt x="635" y="40"/>
                  </a:lnTo>
                  <a:close/>
                  <a:moveTo>
                    <a:pt x="669" y="40"/>
                  </a:moveTo>
                  <a:lnTo>
                    <a:pt x="669" y="28"/>
                  </a:lnTo>
                  <a:lnTo>
                    <a:pt x="691" y="28"/>
                  </a:lnTo>
                  <a:lnTo>
                    <a:pt x="691" y="40"/>
                  </a:lnTo>
                  <a:lnTo>
                    <a:pt x="669" y="40"/>
                  </a:lnTo>
                  <a:lnTo>
                    <a:pt x="669" y="40"/>
                  </a:lnTo>
                  <a:close/>
                  <a:moveTo>
                    <a:pt x="702" y="40"/>
                  </a:moveTo>
                  <a:lnTo>
                    <a:pt x="702" y="28"/>
                  </a:lnTo>
                  <a:lnTo>
                    <a:pt x="725" y="28"/>
                  </a:lnTo>
                  <a:lnTo>
                    <a:pt x="725" y="40"/>
                  </a:lnTo>
                  <a:lnTo>
                    <a:pt x="702" y="40"/>
                  </a:lnTo>
                  <a:lnTo>
                    <a:pt x="702" y="40"/>
                  </a:lnTo>
                  <a:close/>
                  <a:moveTo>
                    <a:pt x="736" y="40"/>
                  </a:moveTo>
                  <a:lnTo>
                    <a:pt x="736" y="28"/>
                  </a:lnTo>
                  <a:lnTo>
                    <a:pt x="758" y="28"/>
                  </a:lnTo>
                  <a:lnTo>
                    <a:pt x="758" y="40"/>
                  </a:lnTo>
                  <a:lnTo>
                    <a:pt x="736" y="40"/>
                  </a:lnTo>
                  <a:lnTo>
                    <a:pt x="736" y="40"/>
                  </a:lnTo>
                  <a:close/>
                  <a:moveTo>
                    <a:pt x="770" y="40"/>
                  </a:moveTo>
                  <a:lnTo>
                    <a:pt x="770" y="28"/>
                  </a:lnTo>
                  <a:lnTo>
                    <a:pt x="792" y="28"/>
                  </a:lnTo>
                  <a:lnTo>
                    <a:pt x="792" y="40"/>
                  </a:lnTo>
                  <a:lnTo>
                    <a:pt x="770" y="40"/>
                  </a:lnTo>
                  <a:lnTo>
                    <a:pt x="770" y="40"/>
                  </a:lnTo>
                  <a:close/>
                  <a:moveTo>
                    <a:pt x="803" y="40"/>
                  </a:moveTo>
                  <a:lnTo>
                    <a:pt x="803" y="28"/>
                  </a:lnTo>
                  <a:lnTo>
                    <a:pt x="826" y="28"/>
                  </a:lnTo>
                  <a:lnTo>
                    <a:pt x="826" y="40"/>
                  </a:lnTo>
                  <a:lnTo>
                    <a:pt x="803" y="40"/>
                  </a:lnTo>
                  <a:lnTo>
                    <a:pt x="803" y="40"/>
                  </a:lnTo>
                  <a:close/>
                  <a:moveTo>
                    <a:pt x="838" y="40"/>
                  </a:moveTo>
                  <a:lnTo>
                    <a:pt x="838" y="28"/>
                  </a:lnTo>
                  <a:lnTo>
                    <a:pt x="859" y="28"/>
                  </a:lnTo>
                  <a:lnTo>
                    <a:pt x="859" y="40"/>
                  </a:lnTo>
                  <a:lnTo>
                    <a:pt x="838" y="40"/>
                  </a:lnTo>
                  <a:lnTo>
                    <a:pt x="838" y="40"/>
                  </a:lnTo>
                  <a:close/>
                  <a:moveTo>
                    <a:pt x="871" y="40"/>
                  </a:moveTo>
                  <a:lnTo>
                    <a:pt x="871" y="28"/>
                  </a:lnTo>
                  <a:lnTo>
                    <a:pt x="893" y="28"/>
                  </a:lnTo>
                  <a:lnTo>
                    <a:pt x="893" y="40"/>
                  </a:lnTo>
                  <a:lnTo>
                    <a:pt x="871" y="40"/>
                  </a:lnTo>
                  <a:lnTo>
                    <a:pt x="871" y="40"/>
                  </a:lnTo>
                  <a:close/>
                  <a:moveTo>
                    <a:pt x="904" y="40"/>
                  </a:moveTo>
                  <a:lnTo>
                    <a:pt x="904" y="28"/>
                  </a:lnTo>
                  <a:lnTo>
                    <a:pt x="927" y="28"/>
                  </a:lnTo>
                  <a:lnTo>
                    <a:pt x="927" y="40"/>
                  </a:lnTo>
                  <a:lnTo>
                    <a:pt x="904" y="40"/>
                  </a:lnTo>
                  <a:lnTo>
                    <a:pt x="904" y="40"/>
                  </a:lnTo>
                  <a:close/>
                  <a:moveTo>
                    <a:pt x="939" y="40"/>
                  </a:moveTo>
                  <a:lnTo>
                    <a:pt x="939" y="28"/>
                  </a:lnTo>
                  <a:lnTo>
                    <a:pt x="960" y="28"/>
                  </a:lnTo>
                  <a:lnTo>
                    <a:pt x="960" y="40"/>
                  </a:lnTo>
                  <a:lnTo>
                    <a:pt x="939" y="40"/>
                  </a:lnTo>
                  <a:lnTo>
                    <a:pt x="939" y="40"/>
                  </a:lnTo>
                  <a:close/>
                  <a:moveTo>
                    <a:pt x="972" y="40"/>
                  </a:moveTo>
                  <a:lnTo>
                    <a:pt x="972" y="28"/>
                  </a:lnTo>
                  <a:lnTo>
                    <a:pt x="995" y="28"/>
                  </a:lnTo>
                  <a:lnTo>
                    <a:pt x="995" y="40"/>
                  </a:lnTo>
                  <a:lnTo>
                    <a:pt x="972" y="40"/>
                  </a:lnTo>
                  <a:lnTo>
                    <a:pt x="972" y="40"/>
                  </a:lnTo>
                  <a:close/>
                  <a:moveTo>
                    <a:pt x="1005" y="40"/>
                  </a:moveTo>
                  <a:lnTo>
                    <a:pt x="1005" y="28"/>
                  </a:lnTo>
                  <a:lnTo>
                    <a:pt x="1028" y="28"/>
                  </a:lnTo>
                  <a:lnTo>
                    <a:pt x="1028" y="40"/>
                  </a:lnTo>
                  <a:lnTo>
                    <a:pt x="1005" y="40"/>
                  </a:lnTo>
                  <a:lnTo>
                    <a:pt x="1005" y="40"/>
                  </a:lnTo>
                  <a:close/>
                  <a:moveTo>
                    <a:pt x="1040" y="40"/>
                  </a:moveTo>
                  <a:lnTo>
                    <a:pt x="1040" y="28"/>
                  </a:lnTo>
                  <a:lnTo>
                    <a:pt x="1061" y="28"/>
                  </a:lnTo>
                  <a:lnTo>
                    <a:pt x="1061" y="40"/>
                  </a:lnTo>
                  <a:lnTo>
                    <a:pt x="1040" y="40"/>
                  </a:lnTo>
                  <a:lnTo>
                    <a:pt x="1040" y="40"/>
                  </a:lnTo>
                  <a:close/>
                  <a:moveTo>
                    <a:pt x="1073" y="40"/>
                  </a:moveTo>
                  <a:lnTo>
                    <a:pt x="1073" y="28"/>
                  </a:lnTo>
                  <a:lnTo>
                    <a:pt x="1096" y="28"/>
                  </a:lnTo>
                  <a:lnTo>
                    <a:pt x="1096" y="40"/>
                  </a:lnTo>
                  <a:lnTo>
                    <a:pt x="1073" y="40"/>
                  </a:lnTo>
                  <a:lnTo>
                    <a:pt x="1073" y="40"/>
                  </a:lnTo>
                  <a:close/>
                  <a:moveTo>
                    <a:pt x="1106" y="40"/>
                  </a:moveTo>
                  <a:lnTo>
                    <a:pt x="1106" y="28"/>
                  </a:lnTo>
                  <a:lnTo>
                    <a:pt x="1129" y="28"/>
                  </a:lnTo>
                  <a:lnTo>
                    <a:pt x="1129" y="40"/>
                  </a:lnTo>
                  <a:lnTo>
                    <a:pt x="1106" y="40"/>
                  </a:lnTo>
                  <a:lnTo>
                    <a:pt x="1106" y="40"/>
                  </a:lnTo>
                  <a:close/>
                  <a:moveTo>
                    <a:pt x="1141" y="40"/>
                  </a:moveTo>
                  <a:lnTo>
                    <a:pt x="1141" y="28"/>
                  </a:lnTo>
                  <a:lnTo>
                    <a:pt x="1163" y="28"/>
                  </a:lnTo>
                  <a:lnTo>
                    <a:pt x="1163" y="40"/>
                  </a:lnTo>
                  <a:lnTo>
                    <a:pt x="1141" y="40"/>
                  </a:lnTo>
                  <a:lnTo>
                    <a:pt x="1141" y="40"/>
                  </a:lnTo>
                  <a:close/>
                  <a:moveTo>
                    <a:pt x="1174" y="40"/>
                  </a:moveTo>
                  <a:lnTo>
                    <a:pt x="1174" y="28"/>
                  </a:lnTo>
                  <a:lnTo>
                    <a:pt x="1197" y="28"/>
                  </a:lnTo>
                  <a:lnTo>
                    <a:pt x="1197" y="40"/>
                  </a:lnTo>
                  <a:lnTo>
                    <a:pt x="1174" y="40"/>
                  </a:lnTo>
                  <a:lnTo>
                    <a:pt x="1174" y="40"/>
                  </a:lnTo>
                  <a:close/>
                  <a:moveTo>
                    <a:pt x="1207" y="40"/>
                  </a:moveTo>
                  <a:lnTo>
                    <a:pt x="1207" y="28"/>
                  </a:lnTo>
                  <a:lnTo>
                    <a:pt x="1230" y="28"/>
                  </a:lnTo>
                  <a:lnTo>
                    <a:pt x="1230" y="40"/>
                  </a:lnTo>
                  <a:lnTo>
                    <a:pt x="1207" y="40"/>
                  </a:lnTo>
                  <a:lnTo>
                    <a:pt x="1207" y="40"/>
                  </a:lnTo>
                  <a:close/>
                  <a:moveTo>
                    <a:pt x="1242" y="40"/>
                  </a:moveTo>
                  <a:lnTo>
                    <a:pt x="1242" y="28"/>
                  </a:lnTo>
                  <a:lnTo>
                    <a:pt x="1265" y="28"/>
                  </a:lnTo>
                  <a:lnTo>
                    <a:pt x="1265" y="40"/>
                  </a:lnTo>
                  <a:lnTo>
                    <a:pt x="1242" y="40"/>
                  </a:lnTo>
                  <a:lnTo>
                    <a:pt x="1242" y="40"/>
                  </a:lnTo>
                  <a:close/>
                  <a:moveTo>
                    <a:pt x="1275" y="40"/>
                  </a:moveTo>
                  <a:lnTo>
                    <a:pt x="1275" y="28"/>
                  </a:lnTo>
                  <a:lnTo>
                    <a:pt x="1298" y="28"/>
                  </a:lnTo>
                  <a:lnTo>
                    <a:pt x="1298" y="40"/>
                  </a:lnTo>
                  <a:lnTo>
                    <a:pt x="1275" y="40"/>
                  </a:lnTo>
                  <a:lnTo>
                    <a:pt x="1275" y="40"/>
                  </a:lnTo>
                  <a:close/>
                  <a:moveTo>
                    <a:pt x="0" y="34"/>
                  </a:moveTo>
                  <a:lnTo>
                    <a:pt x="69" y="0"/>
                  </a:lnTo>
                  <a:lnTo>
                    <a:pt x="69" y="28"/>
                  </a:lnTo>
                  <a:lnTo>
                    <a:pt x="88" y="28"/>
                  </a:lnTo>
                  <a:lnTo>
                    <a:pt x="88" y="40"/>
                  </a:lnTo>
                  <a:lnTo>
                    <a:pt x="69" y="40"/>
                  </a:lnTo>
                  <a:lnTo>
                    <a:pt x="69" y="69"/>
                  </a:lnTo>
                  <a:lnTo>
                    <a:pt x="0" y="34"/>
                  </a:lnTo>
                  <a:lnTo>
                    <a:pt x="0" y="3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Freeform 48"/>
            <p:cNvSpPr>
              <a:spLocks noEditPoints="1"/>
            </p:cNvSpPr>
            <p:nvPr/>
          </p:nvSpPr>
          <p:spPr>
            <a:xfrm>
              <a:off x="3072506" y="4137210"/>
              <a:ext cx="1076042" cy="76186"/>
            </a:xfrm>
            <a:custGeom>
              <a:avLst/>
              <a:gdLst>
                <a:gd name="T0" fmla="*/ 99 w 961"/>
                <a:gd name="T1" fmla="*/ 40 h 69"/>
                <a:gd name="T2" fmla="*/ 121 w 961"/>
                <a:gd name="T3" fmla="*/ 28 h 69"/>
                <a:gd name="T4" fmla="*/ 133 w 961"/>
                <a:gd name="T5" fmla="*/ 40 h 69"/>
                <a:gd name="T6" fmla="*/ 156 w 961"/>
                <a:gd name="T7" fmla="*/ 28 h 69"/>
                <a:gd name="T8" fmla="*/ 166 w 961"/>
                <a:gd name="T9" fmla="*/ 40 h 69"/>
                <a:gd name="T10" fmla="*/ 189 w 961"/>
                <a:gd name="T11" fmla="*/ 28 h 69"/>
                <a:gd name="T12" fmla="*/ 200 w 961"/>
                <a:gd name="T13" fmla="*/ 40 h 69"/>
                <a:gd name="T14" fmla="*/ 222 w 961"/>
                <a:gd name="T15" fmla="*/ 28 h 69"/>
                <a:gd name="T16" fmla="*/ 234 w 961"/>
                <a:gd name="T17" fmla="*/ 40 h 69"/>
                <a:gd name="T18" fmla="*/ 257 w 961"/>
                <a:gd name="T19" fmla="*/ 28 h 69"/>
                <a:gd name="T20" fmla="*/ 267 w 961"/>
                <a:gd name="T21" fmla="*/ 40 h 69"/>
                <a:gd name="T22" fmla="*/ 290 w 961"/>
                <a:gd name="T23" fmla="*/ 28 h 69"/>
                <a:gd name="T24" fmla="*/ 301 w 961"/>
                <a:gd name="T25" fmla="*/ 40 h 69"/>
                <a:gd name="T26" fmla="*/ 323 w 961"/>
                <a:gd name="T27" fmla="*/ 28 h 69"/>
                <a:gd name="T28" fmla="*/ 335 w 961"/>
                <a:gd name="T29" fmla="*/ 40 h 69"/>
                <a:gd name="T30" fmla="*/ 358 w 961"/>
                <a:gd name="T31" fmla="*/ 28 h 69"/>
                <a:gd name="T32" fmla="*/ 369 w 961"/>
                <a:gd name="T33" fmla="*/ 40 h 69"/>
                <a:gd name="T34" fmla="*/ 391 w 961"/>
                <a:gd name="T35" fmla="*/ 28 h 69"/>
                <a:gd name="T36" fmla="*/ 402 w 961"/>
                <a:gd name="T37" fmla="*/ 40 h 69"/>
                <a:gd name="T38" fmla="*/ 425 w 961"/>
                <a:gd name="T39" fmla="*/ 28 h 69"/>
                <a:gd name="T40" fmla="*/ 455 w 961"/>
                <a:gd name="T41" fmla="*/ 28 h 69"/>
                <a:gd name="T42" fmla="*/ 435 w 961"/>
                <a:gd name="T43" fmla="*/ 40 h 69"/>
                <a:gd name="T44" fmla="*/ 490 w 961"/>
                <a:gd name="T45" fmla="*/ 28 h 69"/>
                <a:gd name="T46" fmla="*/ 467 w 961"/>
                <a:gd name="T47" fmla="*/ 40 h 69"/>
                <a:gd name="T48" fmla="*/ 523 w 961"/>
                <a:gd name="T49" fmla="*/ 28 h 69"/>
                <a:gd name="T50" fmla="*/ 501 w 961"/>
                <a:gd name="T51" fmla="*/ 40 h 69"/>
                <a:gd name="T52" fmla="*/ 557 w 961"/>
                <a:gd name="T53" fmla="*/ 28 h 69"/>
                <a:gd name="T54" fmla="*/ 534 w 961"/>
                <a:gd name="T55" fmla="*/ 40 h 69"/>
                <a:gd name="T56" fmla="*/ 591 w 961"/>
                <a:gd name="T57" fmla="*/ 28 h 69"/>
                <a:gd name="T58" fmla="*/ 568 w 961"/>
                <a:gd name="T59" fmla="*/ 40 h 69"/>
                <a:gd name="T60" fmla="*/ 624 w 961"/>
                <a:gd name="T61" fmla="*/ 28 h 69"/>
                <a:gd name="T62" fmla="*/ 602 w 961"/>
                <a:gd name="T63" fmla="*/ 40 h 69"/>
                <a:gd name="T64" fmla="*/ 658 w 961"/>
                <a:gd name="T65" fmla="*/ 28 h 69"/>
                <a:gd name="T66" fmla="*/ 635 w 961"/>
                <a:gd name="T67" fmla="*/ 40 h 69"/>
                <a:gd name="T68" fmla="*/ 692 w 961"/>
                <a:gd name="T69" fmla="*/ 28 h 69"/>
                <a:gd name="T70" fmla="*/ 670 w 961"/>
                <a:gd name="T71" fmla="*/ 40 h 69"/>
                <a:gd name="T72" fmla="*/ 725 w 961"/>
                <a:gd name="T73" fmla="*/ 28 h 69"/>
                <a:gd name="T74" fmla="*/ 703 w 961"/>
                <a:gd name="T75" fmla="*/ 40 h 69"/>
                <a:gd name="T76" fmla="*/ 759 w 961"/>
                <a:gd name="T77" fmla="*/ 28 h 69"/>
                <a:gd name="T78" fmla="*/ 736 w 961"/>
                <a:gd name="T79" fmla="*/ 40 h 69"/>
                <a:gd name="T80" fmla="*/ 793 w 961"/>
                <a:gd name="T81" fmla="*/ 28 h 69"/>
                <a:gd name="T82" fmla="*/ 771 w 961"/>
                <a:gd name="T83" fmla="*/ 40 h 69"/>
                <a:gd name="T84" fmla="*/ 827 w 961"/>
                <a:gd name="T85" fmla="*/ 28 h 69"/>
                <a:gd name="T86" fmla="*/ 804 w 961"/>
                <a:gd name="T87" fmla="*/ 40 h 69"/>
                <a:gd name="T88" fmla="*/ 860 w 961"/>
                <a:gd name="T89" fmla="*/ 28 h 69"/>
                <a:gd name="T90" fmla="*/ 838 w 961"/>
                <a:gd name="T91" fmla="*/ 40 h 69"/>
                <a:gd name="T92" fmla="*/ 894 w 961"/>
                <a:gd name="T93" fmla="*/ 28 h 69"/>
                <a:gd name="T94" fmla="*/ 872 w 961"/>
                <a:gd name="T95" fmla="*/ 40 h 69"/>
                <a:gd name="T96" fmla="*/ 928 w 961"/>
                <a:gd name="T97" fmla="*/ 28 h 69"/>
                <a:gd name="T98" fmla="*/ 905 w 961"/>
                <a:gd name="T99" fmla="*/ 40 h 69"/>
                <a:gd name="T100" fmla="*/ 961 w 961"/>
                <a:gd name="T101" fmla="*/ 28 h 69"/>
                <a:gd name="T102" fmla="*/ 940 w 961"/>
                <a:gd name="T103" fmla="*/ 40 h 69"/>
                <a:gd name="T104" fmla="*/ 69 w 961"/>
                <a:gd name="T105" fmla="*/ 28 h 69"/>
                <a:gd name="T106" fmla="*/ 69 w 961"/>
                <a:gd name="T107" fmla="*/ 40 h 69"/>
                <a:gd name="T108" fmla="*/ 0 w 961"/>
                <a:gd name="T10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1" h="69">
                  <a:moveTo>
                    <a:pt x="121" y="28"/>
                  </a:moveTo>
                  <a:lnTo>
                    <a:pt x="99" y="28"/>
                  </a:lnTo>
                  <a:lnTo>
                    <a:pt x="99" y="40"/>
                  </a:lnTo>
                  <a:lnTo>
                    <a:pt x="121" y="40"/>
                  </a:lnTo>
                  <a:lnTo>
                    <a:pt x="121" y="28"/>
                  </a:lnTo>
                  <a:lnTo>
                    <a:pt x="121" y="28"/>
                  </a:lnTo>
                  <a:close/>
                  <a:moveTo>
                    <a:pt x="156" y="28"/>
                  </a:moveTo>
                  <a:lnTo>
                    <a:pt x="133" y="28"/>
                  </a:lnTo>
                  <a:lnTo>
                    <a:pt x="133" y="40"/>
                  </a:lnTo>
                  <a:lnTo>
                    <a:pt x="156" y="40"/>
                  </a:lnTo>
                  <a:lnTo>
                    <a:pt x="156" y="28"/>
                  </a:lnTo>
                  <a:lnTo>
                    <a:pt x="156" y="28"/>
                  </a:lnTo>
                  <a:close/>
                  <a:moveTo>
                    <a:pt x="189" y="28"/>
                  </a:moveTo>
                  <a:lnTo>
                    <a:pt x="166" y="28"/>
                  </a:lnTo>
                  <a:lnTo>
                    <a:pt x="166" y="40"/>
                  </a:lnTo>
                  <a:lnTo>
                    <a:pt x="189" y="40"/>
                  </a:lnTo>
                  <a:lnTo>
                    <a:pt x="189" y="28"/>
                  </a:lnTo>
                  <a:lnTo>
                    <a:pt x="189" y="28"/>
                  </a:lnTo>
                  <a:close/>
                  <a:moveTo>
                    <a:pt x="222" y="28"/>
                  </a:moveTo>
                  <a:lnTo>
                    <a:pt x="200" y="28"/>
                  </a:lnTo>
                  <a:lnTo>
                    <a:pt x="200" y="40"/>
                  </a:lnTo>
                  <a:lnTo>
                    <a:pt x="222" y="40"/>
                  </a:lnTo>
                  <a:lnTo>
                    <a:pt x="222" y="28"/>
                  </a:lnTo>
                  <a:lnTo>
                    <a:pt x="222" y="28"/>
                  </a:lnTo>
                  <a:close/>
                  <a:moveTo>
                    <a:pt x="257" y="28"/>
                  </a:moveTo>
                  <a:lnTo>
                    <a:pt x="234" y="28"/>
                  </a:lnTo>
                  <a:lnTo>
                    <a:pt x="234" y="40"/>
                  </a:lnTo>
                  <a:lnTo>
                    <a:pt x="257" y="40"/>
                  </a:lnTo>
                  <a:lnTo>
                    <a:pt x="257" y="28"/>
                  </a:lnTo>
                  <a:lnTo>
                    <a:pt x="257" y="28"/>
                  </a:lnTo>
                  <a:close/>
                  <a:moveTo>
                    <a:pt x="290" y="28"/>
                  </a:moveTo>
                  <a:lnTo>
                    <a:pt x="267" y="28"/>
                  </a:lnTo>
                  <a:lnTo>
                    <a:pt x="267" y="40"/>
                  </a:lnTo>
                  <a:lnTo>
                    <a:pt x="290" y="40"/>
                  </a:lnTo>
                  <a:lnTo>
                    <a:pt x="290" y="28"/>
                  </a:lnTo>
                  <a:lnTo>
                    <a:pt x="290" y="28"/>
                  </a:lnTo>
                  <a:close/>
                  <a:moveTo>
                    <a:pt x="323" y="28"/>
                  </a:moveTo>
                  <a:lnTo>
                    <a:pt x="301" y="28"/>
                  </a:lnTo>
                  <a:lnTo>
                    <a:pt x="301" y="40"/>
                  </a:lnTo>
                  <a:lnTo>
                    <a:pt x="323" y="40"/>
                  </a:lnTo>
                  <a:lnTo>
                    <a:pt x="323" y="28"/>
                  </a:lnTo>
                  <a:lnTo>
                    <a:pt x="323" y="28"/>
                  </a:lnTo>
                  <a:close/>
                  <a:moveTo>
                    <a:pt x="358" y="28"/>
                  </a:moveTo>
                  <a:lnTo>
                    <a:pt x="335" y="28"/>
                  </a:lnTo>
                  <a:lnTo>
                    <a:pt x="335" y="40"/>
                  </a:lnTo>
                  <a:lnTo>
                    <a:pt x="358" y="40"/>
                  </a:lnTo>
                  <a:lnTo>
                    <a:pt x="358" y="28"/>
                  </a:lnTo>
                  <a:lnTo>
                    <a:pt x="358" y="28"/>
                  </a:lnTo>
                  <a:close/>
                  <a:moveTo>
                    <a:pt x="391" y="28"/>
                  </a:moveTo>
                  <a:lnTo>
                    <a:pt x="369" y="28"/>
                  </a:lnTo>
                  <a:lnTo>
                    <a:pt x="369" y="40"/>
                  </a:lnTo>
                  <a:lnTo>
                    <a:pt x="391" y="40"/>
                  </a:lnTo>
                  <a:lnTo>
                    <a:pt x="391" y="28"/>
                  </a:lnTo>
                  <a:lnTo>
                    <a:pt x="391" y="28"/>
                  </a:lnTo>
                  <a:close/>
                  <a:moveTo>
                    <a:pt x="425" y="28"/>
                  </a:moveTo>
                  <a:lnTo>
                    <a:pt x="402" y="28"/>
                  </a:lnTo>
                  <a:lnTo>
                    <a:pt x="402" y="40"/>
                  </a:lnTo>
                  <a:lnTo>
                    <a:pt x="425" y="40"/>
                  </a:lnTo>
                  <a:lnTo>
                    <a:pt x="425" y="28"/>
                  </a:lnTo>
                  <a:lnTo>
                    <a:pt x="425" y="28"/>
                  </a:lnTo>
                  <a:close/>
                  <a:moveTo>
                    <a:pt x="435" y="40"/>
                  </a:moveTo>
                  <a:lnTo>
                    <a:pt x="455" y="40"/>
                  </a:lnTo>
                  <a:lnTo>
                    <a:pt x="455" y="28"/>
                  </a:lnTo>
                  <a:lnTo>
                    <a:pt x="435" y="28"/>
                  </a:lnTo>
                  <a:lnTo>
                    <a:pt x="435" y="40"/>
                  </a:lnTo>
                  <a:lnTo>
                    <a:pt x="435" y="40"/>
                  </a:lnTo>
                  <a:close/>
                  <a:moveTo>
                    <a:pt x="467" y="40"/>
                  </a:moveTo>
                  <a:lnTo>
                    <a:pt x="467" y="28"/>
                  </a:lnTo>
                  <a:lnTo>
                    <a:pt x="490" y="28"/>
                  </a:lnTo>
                  <a:lnTo>
                    <a:pt x="490" y="40"/>
                  </a:lnTo>
                  <a:lnTo>
                    <a:pt x="467" y="40"/>
                  </a:lnTo>
                  <a:lnTo>
                    <a:pt x="467" y="40"/>
                  </a:lnTo>
                  <a:close/>
                  <a:moveTo>
                    <a:pt x="501" y="40"/>
                  </a:moveTo>
                  <a:lnTo>
                    <a:pt x="501" y="28"/>
                  </a:lnTo>
                  <a:lnTo>
                    <a:pt x="523" y="28"/>
                  </a:lnTo>
                  <a:lnTo>
                    <a:pt x="523" y="40"/>
                  </a:lnTo>
                  <a:lnTo>
                    <a:pt x="501" y="40"/>
                  </a:lnTo>
                  <a:lnTo>
                    <a:pt x="501" y="40"/>
                  </a:lnTo>
                  <a:close/>
                  <a:moveTo>
                    <a:pt x="534" y="40"/>
                  </a:moveTo>
                  <a:lnTo>
                    <a:pt x="534" y="28"/>
                  </a:lnTo>
                  <a:lnTo>
                    <a:pt x="557" y="28"/>
                  </a:lnTo>
                  <a:lnTo>
                    <a:pt x="557" y="40"/>
                  </a:lnTo>
                  <a:lnTo>
                    <a:pt x="534" y="40"/>
                  </a:lnTo>
                  <a:lnTo>
                    <a:pt x="534" y="40"/>
                  </a:lnTo>
                  <a:close/>
                  <a:moveTo>
                    <a:pt x="568" y="40"/>
                  </a:moveTo>
                  <a:lnTo>
                    <a:pt x="568" y="28"/>
                  </a:lnTo>
                  <a:lnTo>
                    <a:pt x="591" y="28"/>
                  </a:lnTo>
                  <a:lnTo>
                    <a:pt x="591" y="40"/>
                  </a:lnTo>
                  <a:lnTo>
                    <a:pt x="568" y="40"/>
                  </a:lnTo>
                  <a:lnTo>
                    <a:pt x="568" y="40"/>
                  </a:lnTo>
                  <a:close/>
                  <a:moveTo>
                    <a:pt x="602" y="40"/>
                  </a:moveTo>
                  <a:lnTo>
                    <a:pt x="602" y="28"/>
                  </a:lnTo>
                  <a:lnTo>
                    <a:pt x="624" y="28"/>
                  </a:lnTo>
                  <a:lnTo>
                    <a:pt x="624" y="40"/>
                  </a:lnTo>
                  <a:lnTo>
                    <a:pt x="602" y="40"/>
                  </a:lnTo>
                  <a:lnTo>
                    <a:pt x="602" y="40"/>
                  </a:lnTo>
                  <a:close/>
                  <a:moveTo>
                    <a:pt x="635" y="40"/>
                  </a:moveTo>
                  <a:lnTo>
                    <a:pt x="635" y="28"/>
                  </a:lnTo>
                  <a:lnTo>
                    <a:pt x="658" y="28"/>
                  </a:lnTo>
                  <a:lnTo>
                    <a:pt x="658" y="40"/>
                  </a:lnTo>
                  <a:lnTo>
                    <a:pt x="635" y="40"/>
                  </a:lnTo>
                  <a:lnTo>
                    <a:pt x="635" y="40"/>
                  </a:lnTo>
                  <a:close/>
                  <a:moveTo>
                    <a:pt x="670" y="40"/>
                  </a:moveTo>
                  <a:lnTo>
                    <a:pt x="670" y="28"/>
                  </a:lnTo>
                  <a:lnTo>
                    <a:pt x="692" y="28"/>
                  </a:lnTo>
                  <a:lnTo>
                    <a:pt x="692" y="40"/>
                  </a:lnTo>
                  <a:lnTo>
                    <a:pt x="670" y="40"/>
                  </a:lnTo>
                  <a:lnTo>
                    <a:pt x="670" y="40"/>
                  </a:lnTo>
                  <a:close/>
                  <a:moveTo>
                    <a:pt x="703" y="40"/>
                  </a:moveTo>
                  <a:lnTo>
                    <a:pt x="703" y="28"/>
                  </a:lnTo>
                  <a:lnTo>
                    <a:pt x="725" y="28"/>
                  </a:lnTo>
                  <a:lnTo>
                    <a:pt x="725" y="40"/>
                  </a:lnTo>
                  <a:lnTo>
                    <a:pt x="703" y="40"/>
                  </a:lnTo>
                  <a:lnTo>
                    <a:pt x="703" y="40"/>
                  </a:lnTo>
                  <a:close/>
                  <a:moveTo>
                    <a:pt x="736" y="40"/>
                  </a:moveTo>
                  <a:lnTo>
                    <a:pt x="736" y="28"/>
                  </a:lnTo>
                  <a:lnTo>
                    <a:pt x="759" y="28"/>
                  </a:lnTo>
                  <a:lnTo>
                    <a:pt x="759" y="40"/>
                  </a:lnTo>
                  <a:lnTo>
                    <a:pt x="736" y="40"/>
                  </a:lnTo>
                  <a:lnTo>
                    <a:pt x="736" y="40"/>
                  </a:lnTo>
                  <a:close/>
                  <a:moveTo>
                    <a:pt x="771" y="40"/>
                  </a:moveTo>
                  <a:lnTo>
                    <a:pt x="771" y="28"/>
                  </a:lnTo>
                  <a:lnTo>
                    <a:pt x="793" y="28"/>
                  </a:lnTo>
                  <a:lnTo>
                    <a:pt x="793" y="40"/>
                  </a:lnTo>
                  <a:lnTo>
                    <a:pt x="771" y="40"/>
                  </a:lnTo>
                  <a:lnTo>
                    <a:pt x="771" y="40"/>
                  </a:lnTo>
                  <a:close/>
                  <a:moveTo>
                    <a:pt x="804" y="40"/>
                  </a:moveTo>
                  <a:lnTo>
                    <a:pt x="804" y="28"/>
                  </a:lnTo>
                  <a:lnTo>
                    <a:pt x="827" y="28"/>
                  </a:lnTo>
                  <a:lnTo>
                    <a:pt x="827" y="40"/>
                  </a:lnTo>
                  <a:lnTo>
                    <a:pt x="804" y="40"/>
                  </a:lnTo>
                  <a:lnTo>
                    <a:pt x="804" y="40"/>
                  </a:lnTo>
                  <a:close/>
                  <a:moveTo>
                    <a:pt x="838" y="40"/>
                  </a:moveTo>
                  <a:lnTo>
                    <a:pt x="838" y="28"/>
                  </a:lnTo>
                  <a:lnTo>
                    <a:pt x="860" y="28"/>
                  </a:lnTo>
                  <a:lnTo>
                    <a:pt x="860" y="40"/>
                  </a:lnTo>
                  <a:lnTo>
                    <a:pt x="838" y="40"/>
                  </a:lnTo>
                  <a:lnTo>
                    <a:pt x="838" y="40"/>
                  </a:lnTo>
                  <a:close/>
                  <a:moveTo>
                    <a:pt x="872" y="40"/>
                  </a:moveTo>
                  <a:lnTo>
                    <a:pt x="872" y="28"/>
                  </a:lnTo>
                  <a:lnTo>
                    <a:pt x="894" y="28"/>
                  </a:lnTo>
                  <a:lnTo>
                    <a:pt x="894" y="40"/>
                  </a:lnTo>
                  <a:lnTo>
                    <a:pt x="872" y="40"/>
                  </a:lnTo>
                  <a:lnTo>
                    <a:pt x="872" y="40"/>
                  </a:lnTo>
                  <a:close/>
                  <a:moveTo>
                    <a:pt x="905" y="40"/>
                  </a:moveTo>
                  <a:lnTo>
                    <a:pt x="905" y="28"/>
                  </a:lnTo>
                  <a:lnTo>
                    <a:pt x="928" y="28"/>
                  </a:lnTo>
                  <a:lnTo>
                    <a:pt x="928" y="40"/>
                  </a:lnTo>
                  <a:lnTo>
                    <a:pt x="905" y="40"/>
                  </a:lnTo>
                  <a:lnTo>
                    <a:pt x="905" y="40"/>
                  </a:lnTo>
                  <a:close/>
                  <a:moveTo>
                    <a:pt x="940" y="40"/>
                  </a:moveTo>
                  <a:lnTo>
                    <a:pt x="940" y="28"/>
                  </a:lnTo>
                  <a:lnTo>
                    <a:pt x="961" y="28"/>
                  </a:lnTo>
                  <a:lnTo>
                    <a:pt x="961" y="40"/>
                  </a:lnTo>
                  <a:lnTo>
                    <a:pt x="940" y="40"/>
                  </a:lnTo>
                  <a:lnTo>
                    <a:pt x="940" y="40"/>
                  </a:lnTo>
                  <a:close/>
                  <a:moveTo>
                    <a:pt x="0" y="34"/>
                  </a:moveTo>
                  <a:lnTo>
                    <a:pt x="69" y="0"/>
                  </a:lnTo>
                  <a:lnTo>
                    <a:pt x="69" y="28"/>
                  </a:lnTo>
                  <a:lnTo>
                    <a:pt x="88" y="28"/>
                  </a:lnTo>
                  <a:lnTo>
                    <a:pt x="88" y="40"/>
                  </a:lnTo>
                  <a:lnTo>
                    <a:pt x="69" y="40"/>
                  </a:lnTo>
                  <a:lnTo>
                    <a:pt x="69" y="69"/>
                  </a:lnTo>
                  <a:lnTo>
                    <a:pt x="0" y="34"/>
                  </a:lnTo>
                  <a:lnTo>
                    <a:pt x="0" y="3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Freeform 49"/>
            <p:cNvSpPr>
              <a:spLocks noEditPoints="1"/>
            </p:cNvSpPr>
            <p:nvPr/>
          </p:nvSpPr>
          <p:spPr>
            <a:xfrm>
              <a:off x="4770684" y="3284879"/>
              <a:ext cx="76180" cy="887249"/>
            </a:xfrm>
            <a:custGeom>
              <a:avLst/>
              <a:gdLst>
                <a:gd name="T0" fmla="*/ 28 w 68"/>
                <a:gd name="T1" fmla="*/ 100 h 794"/>
                <a:gd name="T2" fmla="*/ 40 w 68"/>
                <a:gd name="T3" fmla="*/ 122 h 794"/>
                <a:gd name="T4" fmla="*/ 28 w 68"/>
                <a:gd name="T5" fmla="*/ 134 h 794"/>
                <a:gd name="T6" fmla="*/ 40 w 68"/>
                <a:gd name="T7" fmla="*/ 156 h 794"/>
                <a:gd name="T8" fmla="*/ 28 w 68"/>
                <a:gd name="T9" fmla="*/ 167 h 794"/>
                <a:gd name="T10" fmla="*/ 40 w 68"/>
                <a:gd name="T11" fmla="*/ 190 h 794"/>
                <a:gd name="T12" fmla="*/ 28 w 68"/>
                <a:gd name="T13" fmla="*/ 201 h 794"/>
                <a:gd name="T14" fmla="*/ 40 w 68"/>
                <a:gd name="T15" fmla="*/ 223 h 794"/>
                <a:gd name="T16" fmla="*/ 28 w 68"/>
                <a:gd name="T17" fmla="*/ 235 h 794"/>
                <a:gd name="T18" fmla="*/ 40 w 68"/>
                <a:gd name="T19" fmla="*/ 257 h 794"/>
                <a:gd name="T20" fmla="*/ 28 w 68"/>
                <a:gd name="T21" fmla="*/ 268 h 794"/>
                <a:gd name="T22" fmla="*/ 40 w 68"/>
                <a:gd name="T23" fmla="*/ 291 h 794"/>
                <a:gd name="T24" fmla="*/ 28 w 68"/>
                <a:gd name="T25" fmla="*/ 303 h 794"/>
                <a:gd name="T26" fmla="*/ 40 w 68"/>
                <a:gd name="T27" fmla="*/ 324 h 794"/>
                <a:gd name="T28" fmla="*/ 28 w 68"/>
                <a:gd name="T29" fmla="*/ 336 h 794"/>
                <a:gd name="T30" fmla="*/ 40 w 68"/>
                <a:gd name="T31" fmla="*/ 358 h 794"/>
                <a:gd name="T32" fmla="*/ 28 w 68"/>
                <a:gd name="T33" fmla="*/ 369 h 794"/>
                <a:gd name="T34" fmla="*/ 40 w 68"/>
                <a:gd name="T35" fmla="*/ 392 h 794"/>
                <a:gd name="T36" fmla="*/ 28 w 68"/>
                <a:gd name="T37" fmla="*/ 404 h 794"/>
                <a:gd name="T38" fmla="*/ 40 w 68"/>
                <a:gd name="T39" fmla="*/ 425 h 794"/>
                <a:gd name="T40" fmla="*/ 40 w 68"/>
                <a:gd name="T41" fmla="*/ 457 h 794"/>
                <a:gd name="T42" fmla="*/ 28 w 68"/>
                <a:gd name="T43" fmla="*/ 437 h 794"/>
                <a:gd name="T44" fmla="*/ 40 w 68"/>
                <a:gd name="T45" fmla="*/ 490 h 794"/>
                <a:gd name="T46" fmla="*/ 28 w 68"/>
                <a:gd name="T47" fmla="*/ 468 h 794"/>
                <a:gd name="T48" fmla="*/ 40 w 68"/>
                <a:gd name="T49" fmla="*/ 524 h 794"/>
                <a:gd name="T50" fmla="*/ 28 w 68"/>
                <a:gd name="T51" fmla="*/ 501 h 794"/>
                <a:gd name="T52" fmla="*/ 40 w 68"/>
                <a:gd name="T53" fmla="*/ 558 h 794"/>
                <a:gd name="T54" fmla="*/ 28 w 68"/>
                <a:gd name="T55" fmla="*/ 536 h 794"/>
                <a:gd name="T56" fmla="*/ 40 w 68"/>
                <a:gd name="T57" fmla="*/ 592 h 794"/>
                <a:gd name="T58" fmla="*/ 28 w 68"/>
                <a:gd name="T59" fmla="*/ 569 h 794"/>
                <a:gd name="T60" fmla="*/ 40 w 68"/>
                <a:gd name="T61" fmla="*/ 625 h 794"/>
                <a:gd name="T62" fmla="*/ 28 w 68"/>
                <a:gd name="T63" fmla="*/ 602 h 794"/>
                <a:gd name="T64" fmla="*/ 40 w 68"/>
                <a:gd name="T65" fmla="*/ 659 h 794"/>
                <a:gd name="T66" fmla="*/ 28 w 68"/>
                <a:gd name="T67" fmla="*/ 637 h 794"/>
                <a:gd name="T68" fmla="*/ 40 w 68"/>
                <a:gd name="T69" fmla="*/ 693 h 794"/>
                <a:gd name="T70" fmla="*/ 28 w 68"/>
                <a:gd name="T71" fmla="*/ 670 h 794"/>
                <a:gd name="T72" fmla="*/ 40 w 68"/>
                <a:gd name="T73" fmla="*/ 726 h 794"/>
                <a:gd name="T74" fmla="*/ 28 w 68"/>
                <a:gd name="T75" fmla="*/ 703 h 794"/>
                <a:gd name="T76" fmla="*/ 40 w 68"/>
                <a:gd name="T77" fmla="*/ 760 h 794"/>
                <a:gd name="T78" fmla="*/ 28 w 68"/>
                <a:gd name="T79" fmla="*/ 738 h 794"/>
                <a:gd name="T80" fmla="*/ 40 w 68"/>
                <a:gd name="T81" fmla="*/ 794 h 794"/>
                <a:gd name="T82" fmla="*/ 28 w 68"/>
                <a:gd name="T83" fmla="*/ 771 h 794"/>
                <a:gd name="T84" fmla="*/ 40 w 68"/>
                <a:gd name="T85" fmla="*/ 69 h 794"/>
                <a:gd name="T86" fmla="*/ 28 w 68"/>
                <a:gd name="T87" fmla="*/ 69 h 794"/>
                <a:gd name="T88" fmla="*/ 34 w 68"/>
                <a:gd name="T89"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8" h="794">
                  <a:moveTo>
                    <a:pt x="40" y="122"/>
                  </a:moveTo>
                  <a:lnTo>
                    <a:pt x="40" y="100"/>
                  </a:lnTo>
                  <a:lnTo>
                    <a:pt x="28" y="100"/>
                  </a:lnTo>
                  <a:lnTo>
                    <a:pt x="28" y="122"/>
                  </a:lnTo>
                  <a:lnTo>
                    <a:pt x="40" y="122"/>
                  </a:lnTo>
                  <a:lnTo>
                    <a:pt x="40" y="122"/>
                  </a:lnTo>
                  <a:close/>
                  <a:moveTo>
                    <a:pt x="40" y="156"/>
                  </a:moveTo>
                  <a:lnTo>
                    <a:pt x="40" y="134"/>
                  </a:lnTo>
                  <a:lnTo>
                    <a:pt x="28" y="134"/>
                  </a:lnTo>
                  <a:lnTo>
                    <a:pt x="28" y="156"/>
                  </a:lnTo>
                  <a:lnTo>
                    <a:pt x="40" y="156"/>
                  </a:lnTo>
                  <a:lnTo>
                    <a:pt x="40" y="156"/>
                  </a:lnTo>
                  <a:close/>
                  <a:moveTo>
                    <a:pt x="40" y="190"/>
                  </a:moveTo>
                  <a:lnTo>
                    <a:pt x="40" y="167"/>
                  </a:lnTo>
                  <a:lnTo>
                    <a:pt x="28" y="167"/>
                  </a:lnTo>
                  <a:lnTo>
                    <a:pt x="28" y="190"/>
                  </a:lnTo>
                  <a:lnTo>
                    <a:pt x="40" y="190"/>
                  </a:lnTo>
                  <a:lnTo>
                    <a:pt x="40" y="190"/>
                  </a:lnTo>
                  <a:close/>
                  <a:moveTo>
                    <a:pt x="40" y="223"/>
                  </a:moveTo>
                  <a:lnTo>
                    <a:pt x="40" y="201"/>
                  </a:lnTo>
                  <a:lnTo>
                    <a:pt x="28" y="201"/>
                  </a:lnTo>
                  <a:lnTo>
                    <a:pt x="28" y="223"/>
                  </a:lnTo>
                  <a:lnTo>
                    <a:pt x="40" y="223"/>
                  </a:lnTo>
                  <a:lnTo>
                    <a:pt x="40" y="223"/>
                  </a:lnTo>
                  <a:close/>
                  <a:moveTo>
                    <a:pt x="40" y="257"/>
                  </a:moveTo>
                  <a:lnTo>
                    <a:pt x="40" y="235"/>
                  </a:lnTo>
                  <a:lnTo>
                    <a:pt x="28" y="235"/>
                  </a:lnTo>
                  <a:lnTo>
                    <a:pt x="28" y="257"/>
                  </a:lnTo>
                  <a:lnTo>
                    <a:pt x="40" y="257"/>
                  </a:lnTo>
                  <a:lnTo>
                    <a:pt x="40" y="257"/>
                  </a:lnTo>
                  <a:close/>
                  <a:moveTo>
                    <a:pt x="40" y="291"/>
                  </a:moveTo>
                  <a:lnTo>
                    <a:pt x="40" y="268"/>
                  </a:lnTo>
                  <a:lnTo>
                    <a:pt x="28" y="268"/>
                  </a:lnTo>
                  <a:lnTo>
                    <a:pt x="28" y="291"/>
                  </a:lnTo>
                  <a:lnTo>
                    <a:pt x="40" y="291"/>
                  </a:lnTo>
                  <a:lnTo>
                    <a:pt x="40" y="291"/>
                  </a:lnTo>
                  <a:close/>
                  <a:moveTo>
                    <a:pt x="40" y="324"/>
                  </a:moveTo>
                  <a:lnTo>
                    <a:pt x="40" y="303"/>
                  </a:lnTo>
                  <a:lnTo>
                    <a:pt x="28" y="303"/>
                  </a:lnTo>
                  <a:lnTo>
                    <a:pt x="28" y="324"/>
                  </a:lnTo>
                  <a:lnTo>
                    <a:pt x="40" y="324"/>
                  </a:lnTo>
                  <a:lnTo>
                    <a:pt x="40" y="324"/>
                  </a:lnTo>
                  <a:close/>
                  <a:moveTo>
                    <a:pt x="40" y="358"/>
                  </a:moveTo>
                  <a:lnTo>
                    <a:pt x="40" y="336"/>
                  </a:lnTo>
                  <a:lnTo>
                    <a:pt x="28" y="336"/>
                  </a:lnTo>
                  <a:lnTo>
                    <a:pt x="28" y="358"/>
                  </a:lnTo>
                  <a:lnTo>
                    <a:pt x="40" y="358"/>
                  </a:lnTo>
                  <a:lnTo>
                    <a:pt x="40" y="358"/>
                  </a:lnTo>
                  <a:close/>
                  <a:moveTo>
                    <a:pt x="40" y="392"/>
                  </a:moveTo>
                  <a:lnTo>
                    <a:pt x="40" y="369"/>
                  </a:lnTo>
                  <a:lnTo>
                    <a:pt x="28" y="369"/>
                  </a:lnTo>
                  <a:lnTo>
                    <a:pt x="28" y="392"/>
                  </a:lnTo>
                  <a:lnTo>
                    <a:pt x="40" y="392"/>
                  </a:lnTo>
                  <a:lnTo>
                    <a:pt x="40" y="392"/>
                  </a:lnTo>
                  <a:close/>
                  <a:moveTo>
                    <a:pt x="40" y="425"/>
                  </a:moveTo>
                  <a:lnTo>
                    <a:pt x="40" y="404"/>
                  </a:lnTo>
                  <a:lnTo>
                    <a:pt x="28" y="404"/>
                  </a:lnTo>
                  <a:lnTo>
                    <a:pt x="28" y="425"/>
                  </a:lnTo>
                  <a:lnTo>
                    <a:pt x="40" y="425"/>
                  </a:lnTo>
                  <a:lnTo>
                    <a:pt x="40" y="425"/>
                  </a:lnTo>
                  <a:close/>
                  <a:moveTo>
                    <a:pt x="28" y="437"/>
                  </a:moveTo>
                  <a:lnTo>
                    <a:pt x="28" y="457"/>
                  </a:lnTo>
                  <a:lnTo>
                    <a:pt x="40" y="457"/>
                  </a:lnTo>
                  <a:lnTo>
                    <a:pt x="40" y="437"/>
                  </a:lnTo>
                  <a:lnTo>
                    <a:pt x="28" y="437"/>
                  </a:lnTo>
                  <a:lnTo>
                    <a:pt x="28" y="437"/>
                  </a:lnTo>
                  <a:close/>
                  <a:moveTo>
                    <a:pt x="28" y="468"/>
                  </a:moveTo>
                  <a:lnTo>
                    <a:pt x="40" y="468"/>
                  </a:lnTo>
                  <a:lnTo>
                    <a:pt x="40" y="490"/>
                  </a:lnTo>
                  <a:lnTo>
                    <a:pt x="28" y="490"/>
                  </a:lnTo>
                  <a:lnTo>
                    <a:pt x="28" y="468"/>
                  </a:lnTo>
                  <a:lnTo>
                    <a:pt x="28" y="468"/>
                  </a:lnTo>
                  <a:close/>
                  <a:moveTo>
                    <a:pt x="28" y="501"/>
                  </a:moveTo>
                  <a:lnTo>
                    <a:pt x="40" y="501"/>
                  </a:lnTo>
                  <a:lnTo>
                    <a:pt x="40" y="524"/>
                  </a:lnTo>
                  <a:lnTo>
                    <a:pt x="28" y="524"/>
                  </a:lnTo>
                  <a:lnTo>
                    <a:pt x="28" y="501"/>
                  </a:lnTo>
                  <a:lnTo>
                    <a:pt x="28" y="501"/>
                  </a:lnTo>
                  <a:close/>
                  <a:moveTo>
                    <a:pt x="28" y="536"/>
                  </a:moveTo>
                  <a:lnTo>
                    <a:pt x="40" y="536"/>
                  </a:lnTo>
                  <a:lnTo>
                    <a:pt x="40" y="558"/>
                  </a:lnTo>
                  <a:lnTo>
                    <a:pt x="28" y="558"/>
                  </a:lnTo>
                  <a:lnTo>
                    <a:pt x="28" y="536"/>
                  </a:lnTo>
                  <a:lnTo>
                    <a:pt x="28" y="536"/>
                  </a:lnTo>
                  <a:close/>
                  <a:moveTo>
                    <a:pt x="28" y="569"/>
                  </a:moveTo>
                  <a:lnTo>
                    <a:pt x="40" y="569"/>
                  </a:lnTo>
                  <a:lnTo>
                    <a:pt x="40" y="592"/>
                  </a:lnTo>
                  <a:lnTo>
                    <a:pt x="28" y="592"/>
                  </a:lnTo>
                  <a:lnTo>
                    <a:pt x="28" y="569"/>
                  </a:lnTo>
                  <a:lnTo>
                    <a:pt x="28" y="569"/>
                  </a:lnTo>
                  <a:close/>
                  <a:moveTo>
                    <a:pt x="28" y="602"/>
                  </a:moveTo>
                  <a:lnTo>
                    <a:pt x="40" y="602"/>
                  </a:lnTo>
                  <a:lnTo>
                    <a:pt x="40" y="625"/>
                  </a:lnTo>
                  <a:lnTo>
                    <a:pt x="28" y="625"/>
                  </a:lnTo>
                  <a:lnTo>
                    <a:pt x="28" y="602"/>
                  </a:lnTo>
                  <a:lnTo>
                    <a:pt x="28" y="602"/>
                  </a:lnTo>
                  <a:close/>
                  <a:moveTo>
                    <a:pt x="28" y="637"/>
                  </a:moveTo>
                  <a:lnTo>
                    <a:pt x="40" y="637"/>
                  </a:lnTo>
                  <a:lnTo>
                    <a:pt x="40" y="659"/>
                  </a:lnTo>
                  <a:lnTo>
                    <a:pt x="28" y="659"/>
                  </a:lnTo>
                  <a:lnTo>
                    <a:pt x="28" y="637"/>
                  </a:lnTo>
                  <a:lnTo>
                    <a:pt x="28" y="637"/>
                  </a:lnTo>
                  <a:close/>
                  <a:moveTo>
                    <a:pt x="28" y="670"/>
                  </a:moveTo>
                  <a:lnTo>
                    <a:pt x="40" y="670"/>
                  </a:lnTo>
                  <a:lnTo>
                    <a:pt x="40" y="693"/>
                  </a:lnTo>
                  <a:lnTo>
                    <a:pt x="28" y="693"/>
                  </a:lnTo>
                  <a:lnTo>
                    <a:pt x="28" y="670"/>
                  </a:lnTo>
                  <a:lnTo>
                    <a:pt x="28" y="670"/>
                  </a:lnTo>
                  <a:close/>
                  <a:moveTo>
                    <a:pt x="28" y="703"/>
                  </a:moveTo>
                  <a:lnTo>
                    <a:pt x="40" y="703"/>
                  </a:lnTo>
                  <a:lnTo>
                    <a:pt x="40" y="726"/>
                  </a:lnTo>
                  <a:lnTo>
                    <a:pt x="28" y="726"/>
                  </a:lnTo>
                  <a:lnTo>
                    <a:pt x="28" y="703"/>
                  </a:lnTo>
                  <a:lnTo>
                    <a:pt x="28" y="703"/>
                  </a:lnTo>
                  <a:close/>
                  <a:moveTo>
                    <a:pt x="28" y="738"/>
                  </a:moveTo>
                  <a:lnTo>
                    <a:pt x="40" y="738"/>
                  </a:lnTo>
                  <a:lnTo>
                    <a:pt x="40" y="760"/>
                  </a:lnTo>
                  <a:lnTo>
                    <a:pt x="28" y="760"/>
                  </a:lnTo>
                  <a:lnTo>
                    <a:pt x="28" y="738"/>
                  </a:lnTo>
                  <a:lnTo>
                    <a:pt x="28" y="738"/>
                  </a:lnTo>
                  <a:close/>
                  <a:moveTo>
                    <a:pt x="28" y="771"/>
                  </a:moveTo>
                  <a:lnTo>
                    <a:pt x="40" y="771"/>
                  </a:lnTo>
                  <a:lnTo>
                    <a:pt x="40" y="794"/>
                  </a:lnTo>
                  <a:lnTo>
                    <a:pt x="28" y="794"/>
                  </a:lnTo>
                  <a:lnTo>
                    <a:pt x="28" y="771"/>
                  </a:lnTo>
                  <a:lnTo>
                    <a:pt x="28" y="771"/>
                  </a:lnTo>
                  <a:close/>
                  <a:moveTo>
                    <a:pt x="34" y="0"/>
                  </a:moveTo>
                  <a:lnTo>
                    <a:pt x="68" y="69"/>
                  </a:lnTo>
                  <a:lnTo>
                    <a:pt x="40" y="69"/>
                  </a:lnTo>
                  <a:lnTo>
                    <a:pt x="40" y="88"/>
                  </a:lnTo>
                  <a:lnTo>
                    <a:pt x="28" y="88"/>
                  </a:lnTo>
                  <a:lnTo>
                    <a:pt x="28" y="69"/>
                  </a:lnTo>
                  <a:lnTo>
                    <a:pt x="0" y="69"/>
                  </a:lnTo>
                  <a:lnTo>
                    <a:pt x="34" y="0"/>
                  </a:lnTo>
                  <a:lnTo>
                    <a:pt x="34"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Freeform 50"/>
            <p:cNvSpPr>
              <a:spLocks noEditPoints="1"/>
            </p:cNvSpPr>
            <p:nvPr/>
          </p:nvSpPr>
          <p:spPr>
            <a:xfrm>
              <a:off x="4331061" y="2980135"/>
              <a:ext cx="76180" cy="698372"/>
            </a:xfrm>
            <a:custGeom>
              <a:avLst/>
              <a:gdLst>
                <a:gd name="T0" fmla="*/ 39 w 69"/>
                <a:gd name="T1" fmla="*/ 99 h 624"/>
                <a:gd name="T2" fmla="*/ 29 w 69"/>
                <a:gd name="T3" fmla="*/ 121 h 624"/>
                <a:gd name="T4" fmla="*/ 39 w 69"/>
                <a:gd name="T5" fmla="*/ 121 h 624"/>
                <a:gd name="T6" fmla="*/ 39 w 69"/>
                <a:gd name="T7" fmla="*/ 132 h 624"/>
                <a:gd name="T8" fmla="*/ 29 w 69"/>
                <a:gd name="T9" fmla="*/ 155 h 624"/>
                <a:gd name="T10" fmla="*/ 39 w 69"/>
                <a:gd name="T11" fmla="*/ 155 h 624"/>
                <a:gd name="T12" fmla="*/ 39 w 69"/>
                <a:gd name="T13" fmla="*/ 167 h 624"/>
                <a:gd name="T14" fmla="*/ 29 w 69"/>
                <a:gd name="T15" fmla="*/ 188 h 624"/>
                <a:gd name="T16" fmla="*/ 39 w 69"/>
                <a:gd name="T17" fmla="*/ 188 h 624"/>
                <a:gd name="T18" fmla="*/ 39 w 69"/>
                <a:gd name="T19" fmla="*/ 200 h 624"/>
                <a:gd name="T20" fmla="*/ 29 w 69"/>
                <a:gd name="T21" fmla="*/ 222 h 624"/>
                <a:gd name="T22" fmla="*/ 39 w 69"/>
                <a:gd name="T23" fmla="*/ 222 h 624"/>
                <a:gd name="T24" fmla="*/ 39 w 69"/>
                <a:gd name="T25" fmla="*/ 233 h 624"/>
                <a:gd name="T26" fmla="*/ 29 w 69"/>
                <a:gd name="T27" fmla="*/ 256 h 624"/>
                <a:gd name="T28" fmla="*/ 39 w 69"/>
                <a:gd name="T29" fmla="*/ 256 h 624"/>
                <a:gd name="T30" fmla="*/ 39 w 69"/>
                <a:gd name="T31" fmla="*/ 268 h 624"/>
                <a:gd name="T32" fmla="*/ 29 w 69"/>
                <a:gd name="T33" fmla="*/ 290 h 624"/>
                <a:gd name="T34" fmla="*/ 39 w 69"/>
                <a:gd name="T35" fmla="*/ 290 h 624"/>
                <a:gd name="T36" fmla="*/ 39 w 69"/>
                <a:gd name="T37" fmla="*/ 301 h 624"/>
                <a:gd name="T38" fmla="*/ 29 w 69"/>
                <a:gd name="T39" fmla="*/ 324 h 624"/>
                <a:gd name="T40" fmla="*/ 39 w 69"/>
                <a:gd name="T41" fmla="*/ 324 h 624"/>
                <a:gd name="T42" fmla="*/ 39 w 69"/>
                <a:gd name="T43" fmla="*/ 334 h 624"/>
                <a:gd name="T44" fmla="*/ 29 w 69"/>
                <a:gd name="T45" fmla="*/ 357 h 624"/>
                <a:gd name="T46" fmla="*/ 39 w 69"/>
                <a:gd name="T47" fmla="*/ 357 h 624"/>
                <a:gd name="T48" fmla="*/ 39 w 69"/>
                <a:gd name="T49" fmla="*/ 369 h 624"/>
                <a:gd name="T50" fmla="*/ 29 w 69"/>
                <a:gd name="T51" fmla="*/ 391 h 624"/>
                <a:gd name="T52" fmla="*/ 39 w 69"/>
                <a:gd name="T53" fmla="*/ 391 h 624"/>
                <a:gd name="T54" fmla="*/ 39 w 69"/>
                <a:gd name="T55" fmla="*/ 402 h 624"/>
                <a:gd name="T56" fmla="*/ 29 w 69"/>
                <a:gd name="T57" fmla="*/ 425 h 624"/>
                <a:gd name="T58" fmla="*/ 39 w 69"/>
                <a:gd name="T59" fmla="*/ 425 h 624"/>
                <a:gd name="T60" fmla="*/ 29 w 69"/>
                <a:gd name="T61" fmla="*/ 456 h 624"/>
                <a:gd name="T62" fmla="*/ 39 w 69"/>
                <a:gd name="T63" fmla="*/ 435 h 624"/>
                <a:gd name="T64" fmla="*/ 29 w 69"/>
                <a:gd name="T65" fmla="*/ 435 h 624"/>
                <a:gd name="T66" fmla="*/ 39 w 69"/>
                <a:gd name="T67" fmla="*/ 466 h 624"/>
                <a:gd name="T68" fmla="*/ 29 w 69"/>
                <a:gd name="T69" fmla="*/ 489 h 624"/>
                <a:gd name="T70" fmla="*/ 29 w 69"/>
                <a:gd name="T71" fmla="*/ 466 h 624"/>
                <a:gd name="T72" fmla="*/ 39 w 69"/>
                <a:gd name="T73" fmla="*/ 501 h 624"/>
                <a:gd name="T74" fmla="*/ 29 w 69"/>
                <a:gd name="T75" fmla="*/ 523 h 624"/>
                <a:gd name="T76" fmla="*/ 29 w 69"/>
                <a:gd name="T77" fmla="*/ 501 h 624"/>
                <a:gd name="T78" fmla="*/ 39 w 69"/>
                <a:gd name="T79" fmla="*/ 534 h 624"/>
                <a:gd name="T80" fmla="*/ 29 w 69"/>
                <a:gd name="T81" fmla="*/ 557 h 624"/>
                <a:gd name="T82" fmla="*/ 29 w 69"/>
                <a:gd name="T83" fmla="*/ 534 h 624"/>
                <a:gd name="T84" fmla="*/ 39 w 69"/>
                <a:gd name="T85" fmla="*/ 567 h 624"/>
                <a:gd name="T86" fmla="*/ 29 w 69"/>
                <a:gd name="T87" fmla="*/ 590 h 624"/>
                <a:gd name="T88" fmla="*/ 29 w 69"/>
                <a:gd name="T89" fmla="*/ 567 h 624"/>
                <a:gd name="T90" fmla="*/ 39 w 69"/>
                <a:gd name="T91" fmla="*/ 602 h 624"/>
                <a:gd name="T92" fmla="*/ 29 w 69"/>
                <a:gd name="T93" fmla="*/ 624 h 624"/>
                <a:gd name="T94" fmla="*/ 29 w 69"/>
                <a:gd name="T95" fmla="*/ 602 h 624"/>
                <a:gd name="T96" fmla="*/ 69 w 69"/>
                <a:gd name="T97" fmla="*/ 69 h 624"/>
                <a:gd name="T98" fmla="*/ 39 w 69"/>
                <a:gd name="T99" fmla="*/ 87 h 624"/>
                <a:gd name="T100" fmla="*/ 29 w 69"/>
                <a:gd name="T101" fmla="*/ 69 h 624"/>
                <a:gd name="T102" fmla="*/ 34 w 69"/>
                <a:gd name="T103" fmla="*/ 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 h="624">
                  <a:moveTo>
                    <a:pt x="39" y="121"/>
                  </a:moveTo>
                  <a:lnTo>
                    <a:pt x="39" y="99"/>
                  </a:lnTo>
                  <a:lnTo>
                    <a:pt x="29" y="99"/>
                  </a:lnTo>
                  <a:lnTo>
                    <a:pt x="29" y="121"/>
                  </a:lnTo>
                  <a:lnTo>
                    <a:pt x="39" y="121"/>
                  </a:lnTo>
                  <a:lnTo>
                    <a:pt x="39" y="121"/>
                  </a:lnTo>
                  <a:close/>
                  <a:moveTo>
                    <a:pt x="39" y="155"/>
                  </a:moveTo>
                  <a:lnTo>
                    <a:pt x="39" y="132"/>
                  </a:lnTo>
                  <a:lnTo>
                    <a:pt x="29" y="132"/>
                  </a:lnTo>
                  <a:lnTo>
                    <a:pt x="29" y="155"/>
                  </a:lnTo>
                  <a:lnTo>
                    <a:pt x="39" y="155"/>
                  </a:lnTo>
                  <a:lnTo>
                    <a:pt x="39" y="155"/>
                  </a:lnTo>
                  <a:close/>
                  <a:moveTo>
                    <a:pt x="39" y="188"/>
                  </a:moveTo>
                  <a:lnTo>
                    <a:pt x="39" y="167"/>
                  </a:lnTo>
                  <a:lnTo>
                    <a:pt x="29" y="167"/>
                  </a:lnTo>
                  <a:lnTo>
                    <a:pt x="29" y="188"/>
                  </a:lnTo>
                  <a:lnTo>
                    <a:pt x="39" y="188"/>
                  </a:lnTo>
                  <a:lnTo>
                    <a:pt x="39" y="188"/>
                  </a:lnTo>
                  <a:close/>
                  <a:moveTo>
                    <a:pt x="39" y="222"/>
                  </a:moveTo>
                  <a:lnTo>
                    <a:pt x="39" y="200"/>
                  </a:lnTo>
                  <a:lnTo>
                    <a:pt x="29" y="200"/>
                  </a:lnTo>
                  <a:lnTo>
                    <a:pt x="29" y="222"/>
                  </a:lnTo>
                  <a:lnTo>
                    <a:pt x="39" y="222"/>
                  </a:lnTo>
                  <a:lnTo>
                    <a:pt x="39" y="222"/>
                  </a:lnTo>
                  <a:close/>
                  <a:moveTo>
                    <a:pt x="39" y="256"/>
                  </a:moveTo>
                  <a:lnTo>
                    <a:pt x="39" y="233"/>
                  </a:lnTo>
                  <a:lnTo>
                    <a:pt x="29" y="233"/>
                  </a:lnTo>
                  <a:lnTo>
                    <a:pt x="29" y="256"/>
                  </a:lnTo>
                  <a:lnTo>
                    <a:pt x="39" y="256"/>
                  </a:lnTo>
                  <a:lnTo>
                    <a:pt x="39" y="256"/>
                  </a:lnTo>
                  <a:close/>
                  <a:moveTo>
                    <a:pt x="39" y="290"/>
                  </a:moveTo>
                  <a:lnTo>
                    <a:pt x="39" y="268"/>
                  </a:lnTo>
                  <a:lnTo>
                    <a:pt x="29" y="268"/>
                  </a:lnTo>
                  <a:lnTo>
                    <a:pt x="29" y="290"/>
                  </a:lnTo>
                  <a:lnTo>
                    <a:pt x="39" y="290"/>
                  </a:lnTo>
                  <a:lnTo>
                    <a:pt x="39" y="290"/>
                  </a:lnTo>
                  <a:close/>
                  <a:moveTo>
                    <a:pt x="39" y="324"/>
                  </a:moveTo>
                  <a:lnTo>
                    <a:pt x="39" y="301"/>
                  </a:lnTo>
                  <a:lnTo>
                    <a:pt x="29" y="301"/>
                  </a:lnTo>
                  <a:lnTo>
                    <a:pt x="29" y="324"/>
                  </a:lnTo>
                  <a:lnTo>
                    <a:pt x="39" y="324"/>
                  </a:lnTo>
                  <a:lnTo>
                    <a:pt x="39" y="324"/>
                  </a:lnTo>
                  <a:close/>
                  <a:moveTo>
                    <a:pt x="39" y="357"/>
                  </a:moveTo>
                  <a:lnTo>
                    <a:pt x="39" y="334"/>
                  </a:lnTo>
                  <a:lnTo>
                    <a:pt x="29" y="334"/>
                  </a:lnTo>
                  <a:lnTo>
                    <a:pt x="29" y="357"/>
                  </a:lnTo>
                  <a:lnTo>
                    <a:pt x="39" y="357"/>
                  </a:lnTo>
                  <a:lnTo>
                    <a:pt x="39" y="357"/>
                  </a:lnTo>
                  <a:close/>
                  <a:moveTo>
                    <a:pt x="39" y="391"/>
                  </a:moveTo>
                  <a:lnTo>
                    <a:pt x="39" y="369"/>
                  </a:lnTo>
                  <a:lnTo>
                    <a:pt x="29" y="369"/>
                  </a:lnTo>
                  <a:lnTo>
                    <a:pt x="29" y="391"/>
                  </a:lnTo>
                  <a:lnTo>
                    <a:pt x="39" y="391"/>
                  </a:lnTo>
                  <a:lnTo>
                    <a:pt x="39" y="391"/>
                  </a:lnTo>
                  <a:close/>
                  <a:moveTo>
                    <a:pt x="39" y="425"/>
                  </a:moveTo>
                  <a:lnTo>
                    <a:pt x="39" y="402"/>
                  </a:lnTo>
                  <a:lnTo>
                    <a:pt x="29" y="402"/>
                  </a:lnTo>
                  <a:lnTo>
                    <a:pt x="29" y="425"/>
                  </a:lnTo>
                  <a:lnTo>
                    <a:pt x="39" y="425"/>
                  </a:lnTo>
                  <a:lnTo>
                    <a:pt x="39" y="425"/>
                  </a:lnTo>
                  <a:close/>
                  <a:moveTo>
                    <a:pt x="29" y="435"/>
                  </a:moveTo>
                  <a:lnTo>
                    <a:pt x="29" y="456"/>
                  </a:lnTo>
                  <a:lnTo>
                    <a:pt x="39" y="456"/>
                  </a:lnTo>
                  <a:lnTo>
                    <a:pt x="39" y="435"/>
                  </a:lnTo>
                  <a:lnTo>
                    <a:pt x="29" y="435"/>
                  </a:lnTo>
                  <a:lnTo>
                    <a:pt x="29" y="435"/>
                  </a:lnTo>
                  <a:close/>
                  <a:moveTo>
                    <a:pt x="29" y="466"/>
                  </a:moveTo>
                  <a:lnTo>
                    <a:pt x="39" y="466"/>
                  </a:lnTo>
                  <a:lnTo>
                    <a:pt x="39" y="489"/>
                  </a:lnTo>
                  <a:lnTo>
                    <a:pt x="29" y="489"/>
                  </a:lnTo>
                  <a:lnTo>
                    <a:pt x="29" y="466"/>
                  </a:lnTo>
                  <a:lnTo>
                    <a:pt x="29" y="466"/>
                  </a:lnTo>
                  <a:close/>
                  <a:moveTo>
                    <a:pt x="29" y="501"/>
                  </a:moveTo>
                  <a:lnTo>
                    <a:pt x="39" y="501"/>
                  </a:lnTo>
                  <a:lnTo>
                    <a:pt x="39" y="523"/>
                  </a:lnTo>
                  <a:lnTo>
                    <a:pt x="29" y="523"/>
                  </a:lnTo>
                  <a:lnTo>
                    <a:pt x="29" y="501"/>
                  </a:lnTo>
                  <a:lnTo>
                    <a:pt x="29" y="501"/>
                  </a:lnTo>
                  <a:close/>
                  <a:moveTo>
                    <a:pt x="29" y="534"/>
                  </a:moveTo>
                  <a:lnTo>
                    <a:pt x="39" y="534"/>
                  </a:lnTo>
                  <a:lnTo>
                    <a:pt x="39" y="557"/>
                  </a:lnTo>
                  <a:lnTo>
                    <a:pt x="29" y="557"/>
                  </a:lnTo>
                  <a:lnTo>
                    <a:pt x="29" y="534"/>
                  </a:lnTo>
                  <a:lnTo>
                    <a:pt x="29" y="534"/>
                  </a:lnTo>
                  <a:close/>
                  <a:moveTo>
                    <a:pt x="29" y="567"/>
                  </a:moveTo>
                  <a:lnTo>
                    <a:pt x="39" y="567"/>
                  </a:lnTo>
                  <a:lnTo>
                    <a:pt x="39" y="590"/>
                  </a:lnTo>
                  <a:lnTo>
                    <a:pt x="29" y="590"/>
                  </a:lnTo>
                  <a:lnTo>
                    <a:pt x="29" y="567"/>
                  </a:lnTo>
                  <a:lnTo>
                    <a:pt x="29" y="567"/>
                  </a:lnTo>
                  <a:close/>
                  <a:moveTo>
                    <a:pt x="29" y="602"/>
                  </a:moveTo>
                  <a:lnTo>
                    <a:pt x="39" y="602"/>
                  </a:lnTo>
                  <a:lnTo>
                    <a:pt x="39" y="624"/>
                  </a:lnTo>
                  <a:lnTo>
                    <a:pt x="29" y="624"/>
                  </a:lnTo>
                  <a:lnTo>
                    <a:pt x="29" y="602"/>
                  </a:lnTo>
                  <a:lnTo>
                    <a:pt x="29" y="602"/>
                  </a:lnTo>
                  <a:close/>
                  <a:moveTo>
                    <a:pt x="34" y="0"/>
                  </a:moveTo>
                  <a:lnTo>
                    <a:pt x="69" y="69"/>
                  </a:lnTo>
                  <a:lnTo>
                    <a:pt x="39" y="69"/>
                  </a:lnTo>
                  <a:lnTo>
                    <a:pt x="39" y="87"/>
                  </a:lnTo>
                  <a:lnTo>
                    <a:pt x="29" y="87"/>
                  </a:lnTo>
                  <a:lnTo>
                    <a:pt x="29" y="69"/>
                  </a:lnTo>
                  <a:lnTo>
                    <a:pt x="0" y="69"/>
                  </a:lnTo>
                  <a:lnTo>
                    <a:pt x="34" y="0"/>
                  </a:lnTo>
                  <a:lnTo>
                    <a:pt x="34" y="0"/>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9" name="Freeform 51"/>
            <p:cNvSpPr>
              <a:spLocks noEditPoints="1"/>
            </p:cNvSpPr>
            <p:nvPr/>
          </p:nvSpPr>
          <p:spPr>
            <a:xfrm>
              <a:off x="4948437" y="4227681"/>
              <a:ext cx="280913" cy="292046"/>
            </a:xfrm>
            <a:custGeom>
              <a:avLst/>
              <a:gdLst>
                <a:gd name="T0" fmla="*/ 181 w 210"/>
                <a:gd name="T1" fmla="*/ 219 h 219"/>
                <a:gd name="T2" fmla="*/ 210 w 210"/>
                <a:gd name="T3" fmla="*/ 161 h 219"/>
                <a:gd name="T4" fmla="*/ 185 w 210"/>
                <a:gd name="T5" fmla="*/ 161 h 219"/>
                <a:gd name="T6" fmla="*/ 185 w 210"/>
                <a:gd name="T7" fmla="*/ 145 h 219"/>
                <a:gd name="T8" fmla="*/ 176 w 210"/>
                <a:gd name="T9" fmla="*/ 145 h 219"/>
                <a:gd name="T10" fmla="*/ 176 w 210"/>
                <a:gd name="T11" fmla="*/ 161 h 219"/>
                <a:gd name="T12" fmla="*/ 152 w 210"/>
                <a:gd name="T13" fmla="*/ 161 h 219"/>
                <a:gd name="T14" fmla="*/ 181 w 210"/>
                <a:gd name="T15" fmla="*/ 219 h 219"/>
                <a:gd name="T16" fmla="*/ 0 w 210"/>
                <a:gd name="T17" fmla="*/ 0 h 219"/>
                <a:gd name="T18" fmla="*/ 0 w 210"/>
                <a:gd name="T19" fmla="*/ 9 h 219"/>
                <a:gd name="T20" fmla="*/ 19 w 210"/>
                <a:gd name="T21" fmla="*/ 9 h 219"/>
                <a:gd name="T22" fmla="*/ 19 w 210"/>
                <a:gd name="T23" fmla="*/ 0 h 219"/>
                <a:gd name="T24" fmla="*/ 0 w 210"/>
                <a:gd name="T25" fmla="*/ 0 h 219"/>
                <a:gd name="T26" fmla="*/ 28 w 210"/>
                <a:gd name="T27" fmla="*/ 0 h 219"/>
                <a:gd name="T28" fmla="*/ 28 w 210"/>
                <a:gd name="T29" fmla="*/ 9 h 219"/>
                <a:gd name="T30" fmla="*/ 47 w 210"/>
                <a:gd name="T31" fmla="*/ 9 h 219"/>
                <a:gd name="T32" fmla="*/ 47 w 210"/>
                <a:gd name="T33" fmla="*/ 0 h 219"/>
                <a:gd name="T34" fmla="*/ 28 w 210"/>
                <a:gd name="T35" fmla="*/ 0 h 219"/>
                <a:gd name="T36" fmla="*/ 57 w 210"/>
                <a:gd name="T37" fmla="*/ 0 h 219"/>
                <a:gd name="T38" fmla="*/ 57 w 210"/>
                <a:gd name="T39" fmla="*/ 9 h 219"/>
                <a:gd name="T40" fmla="*/ 76 w 210"/>
                <a:gd name="T41" fmla="*/ 9 h 219"/>
                <a:gd name="T42" fmla="*/ 76 w 210"/>
                <a:gd name="T43" fmla="*/ 0 h 219"/>
                <a:gd name="T44" fmla="*/ 57 w 210"/>
                <a:gd name="T45" fmla="*/ 0 h 219"/>
                <a:gd name="T46" fmla="*/ 85 w 210"/>
                <a:gd name="T47" fmla="*/ 0 h 219"/>
                <a:gd name="T48" fmla="*/ 85 w 210"/>
                <a:gd name="T49" fmla="*/ 9 h 219"/>
                <a:gd name="T50" fmla="*/ 103 w 210"/>
                <a:gd name="T51" fmla="*/ 10 h 219"/>
                <a:gd name="T52" fmla="*/ 105 w 210"/>
                <a:gd name="T53" fmla="*/ 1 h 219"/>
                <a:gd name="T54" fmla="*/ 85 w 210"/>
                <a:gd name="T55" fmla="*/ 0 h 219"/>
                <a:gd name="T56" fmla="*/ 114 w 210"/>
                <a:gd name="T57" fmla="*/ 3 h 219"/>
                <a:gd name="T58" fmla="*/ 133 w 210"/>
                <a:gd name="T59" fmla="*/ 8 h 219"/>
                <a:gd name="T60" fmla="*/ 130 w 210"/>
                <a:gd name="T61" fmla="*/ 17 h 219"/>
                <a:gd name="T62" fmla="*/ 112 w 210"/>
                <a:gd name="T63" fmla="*/ 12 h 219"/>
                <a:gd name="T64" fmla="*/ 114 w 210"/>
                <a:gd name="T65" fmla="*/ 3 h 219"/>
                <a:gd name="T66" fmla="*/ 142 w 210"/>
                <a:gd name="T67" fmla="*/ 13 h 219"/>
                <a:gd name="T68" fmla="*/ 158 w 210"/>
                <a:gd name="T69" fmla="*/ 24 h 219"/>
                <a:gd name="T70" fmla="*/ 152 w 210"/>
                <a:gd name="T71" fmla="*/ 31 h 219"/>
                <a:gd name="T72" fmla="*/ 138 w 210"/>
                <a:gd name="T73" fmla="*/ 21 h 219"/>
                <a:gd name="T74" fmla="*/ 142 w 210"/>
                <a:gd name="T75" fmla="*/ 13 h 219"/>
                <a:gd name="T76" fmla="*/ 165 w 210"/>
                <a:gd name="T77" fmla="*/ 32 h 219"/>
                <a:gd name="T78" fmla="*/ 175 w 210"/>
                <a:gd name="T79" fmla="*/ 49 h 219"/>
                <a:gd name="T80" fmla="*/ 167 w 210"/>
                <a:gd name="T81" fmla="*/ 53 h 219"/>
                <a:gd name="T82" fmla="*/ 158 w 210"/>
                <a:gd name="T83" fmla="*/ 38 h 219"/>
                <a:gd name="T84" fmla="*/ 165 w 210"/>
                <a:gd name="T85" fmla="*/ 32 h 219"/>
                <a:gd name="T86" fmla="*/ 179 w 210"/>
                <a:gd name="T87" fmla="*/ 58 h 219"/>
                <a:gd name="T88" fmla="*/ 184 w 210"/>
                <a:gd name="T89" fmla="*/ 77 h 219"/>
                <a:gd name="T90" fmla="*/ 174 w 210"/>
                <a:gd name="T91" fmla="*/ 79 h 219"/>
                <a:gd name="T92" fmla="*/ 170 w 210"/>
                <a:gd name="T93" fmla="*/ 61 h 219"/>
                <a:gd name="T94" fmla="*/ 179 w 210"/>
                <a:gd name="T95" fmla="*/ 58 h 219"/>
                <a:gd name="T96" fmla="*/ 185 w 210"/>
                <a:gd name="T97" fmla="*/ 87 h 219"/>
                <a:gd name="T98" fmla="*/ 185 w 210"/>
                <a:gd name="T99" fmla="*/ 106 h 219"/>
                <a:gd name="T100" fmla="*/ 176 w 210"/>
                <a:gd name="T101" fmla="*/ 106 h 219"/>
                <a:gd name="T102" fmla="*/ 175 w 210"/>
                <a:gd name="T103" fmla="*/ 88 h 219"/>
                <a:gd name="T104" fmla="*/ 185 w 210"/>
                <a:gd name="T105" fmla="*/ 87 h 219"/>
                <a:gd name="T106" fmla="*/ 185 w 210"/>
                <a:gd name="T107" fmla="*/ 116 h 219"/>
                <a:gd name="T108" fmla="*/ 185 w 210"/>
                <a:gd name="T109" fmla="*/ 135 h 219"/>
                <a:gd name="T110" fmla="*/ 176 w 210"/>
                <a:gd name="T111" fmla="*/ 135 h 219"/>
                <a:gd name="T112" fmla="*/ 176 w 210"/>
                <a:gd name="T113" fmla="*/ 116 h 219"/>
                <a:gd name="T114" fmla="*/ 185 w 210"/>
                <a:gd name="T115" fmla="*/ 116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0" h="219">
                  <a:moveTo>
                    <a:pt x="181" y="219"/>
                  </a:moveTo>
                  <a:cubicBezTo>
                    <a:pt x="210" y="161"/>
                    <a:pt x="210" y="161"/>
                    <a:pt x="210" y="161"/>
                  </a:cubicBezTo>
                  <a:cubicBezTo>
                    <a:pt x="185" y="161"/>
                    <a:pt x="185" y="161"/>
                    <a:pt x="185" y="161"/>
                  </a:cubicBezTo>
                  <a:cubicBezTo>
                    <a:pt x="185" y="145"/>
                    <a:pt x="185" y="145"/>
                    <a:pt x="185" y="145"/>
                  </a:cubicBezTo>
                  <a:cubicBezTo>
                    <a:pt x="176" y="145"/>
                    <a:pt x="176" y="145"/>
                    <a:pt x="176" y="145"/>
                  </a:cubicBezTo>
                  <a:cubicBezTo>
                    <a:pt x="176" y="161"/>
                    <a:pt x="176" y="161"/>
                    <a:pt x="176" y="161"/>
                  </a:cubicBezTo>
                  <a:cubicBezTo>
                    <a:pt x="152" y="161"/>
                    <a:pt x="152" y="161"/>
                    <a:pt x="152" y="161"/>
                  </a:cubicBezTo>
                  <a:cubicBezTo>
                    <a:pt x="181" y="219"/>
                    <a:pt x="181" y="219"/>
                    <a:pt x="181" y="219"/>
                  </a:cubicBezTo>
                  <a:close/>
                  <a:moveTo>
                    <a:pt x="0" y="0"/>
                  </a:moveTo>
                  <a:cubicBezTo>
                    <a:pt x="0" y="9"/>
                    <a:pt x="0" y="9"/>
                    <a:pt x="0" y="9"/>
                  </a:cubicBezTo>
                  <a:cubicBezTo>
                    <a:pt x="19" y="9"/>
                    <a:pt x="19" y="9"/>
                    <a:pt x="19" y="9"/>
                  </a:cubicBezTo>
                  <a:cubicBezTo>
                    <a:pt x="19" y="0"/>
                    <a:pt x="19" y="0"/>
                    <a:pt x="19" y="0"/>
                  </a:cubicBezTo>
                  <a:cubicBezTo>
                    <a:pt x="0" y="0"/>
                    <a:pt x="0" y="0"/>
                    <a:pt x="0" y="0"/>
                  </a:cubicBezTo>
                  <a:close/>
                  <a:moveTo>
                    <a:pt x="28" y="0"/>
                  </a:moveTo>
                  <a:cubicBezTo>
                    <a:pt x="28" y="9"/>
                    <a:pt x="28" y="9"/>
                    <a:pt x="28" y="9"/>
                  </a:cubicBezTo>
                  <a:cubicBezTo>
                    <a:pt x="47" y="9"/>
                    <a:pt x="47" y="9"/>
                    <a:pt x="47" y="9"/>
                  </a:cubicBezTo>
                  <a:cubicBezTo>
                    <a:pt x="47" y="0"/>
                    <a:pt x="47" y="0"/>
                    <a:pt x="47" y="0"/>
                  </a:cubicBezTo>
                  <a:cubicBezTo>
                    <a:pt x="28" y="0"/>
                    <a:pt x="28" y="0"/>
                    <a:pt x="28" y="0"/>
                  </a:cubicBezTo>
                  <a:close/>
                  <a:moveTo>
                    <a:pt x="57" y="0"/>
                  </a:moveTo>
                  <a:cubicBezTo>
                    <a:pt x="57" y="9"/>
                    <a:pt x="57" y="9"/>
                    <a:pt x="57" y="9"/>
                  </a:cubicBezTo>
                  <a:cubicBezTo>
                    <a:pt x="76" y="9"/>
                    <a:pt x="76" y="9"/>
                    <a:pt x="76" y="9"/>
                  </a:cubicBezTo>
                  <a:cubicBezTo>
                    <a:pt x="76" y="0"/>
                    <a:pt x="76" y="0"/>
                    <a:pt x="76" y="0"/>
                  </a:cubicBezTo>
                  <a:cubicBezTo>
                    <a:pt x="57" y="0"/>
                    <a:pt x="57" y="0"/>
                    <a:pt x="57" y="0"/>
                  </a:cubicBezTo>
                  <a:close/>
                  <a:moveTo>
                    <a:pt x="85" y="0"/>
                  </a:moveTo>
                  <a:cubicBezTo>
                    <a:pt x="85" y="9"/>
                    <a:pt x="85" y="9"/>
                    <a:pt x="85" y="9"/>
                  </a:cubicBezTo>
                  <a:cubicBezTo>
                    <a:pt x="103" y="10"/>
                    <a:pt x="103" y="10"/>
                    <a:pt x="103" y="10"/>
                  </a:cubicBezTo>
                  <a:cubicBezTo>
                    <a:pt x="105" y="1"/>
                    <a:pt x="105" y="1"/>
                    <a:pt x="105" y="1"/>
                  </a:cubicBezTo>
                  <a:cubicBezTo>
                    <a:pt x="85" y="0"/>
                    <a:pt x="85" y="0"/>
                    <a:pt x="85" y="0"/>
                  </a:cubicBezTo>
                  <a:close/>
                  <a:moveTo>
                    <a:pt x="114" y="3"/>
                  </a:moveTo>
                  <a:cubicBezTo>
                    <a:pt x="133" y="8"/>
                    <a:pt x="133" y="8"/>
                    <a:pt x="133" y="8"/>
                  </a:cubicBezTo>
                  <a:cubicBezTo>
                    <a:pt x="130" y="17"/>
                    <a:pt x="130" y="17"/>
                    <a:pt x="130" y="17"/>
                  </a:cubicBezTo>
                  <a:cubicBezTo>
                    <a:pt x="124" y="14"/>
                    <a:pt x="118" y="13"/>
                    <a:pt x="112" y="12"/>
                  </a:cubicBezTo>
                  <a:cubicBezTo>
                    <a:pt x="114" y="3"/>
                    <a:pt x="114" y="3"/>
                    <a:pt x="114" y="3"/>
                  </a:cubicBezTo>
                  <a:close/>
                  <a:moveTo>
                    <a:pt x="142" y="13"/>
                  </a:moveTo>
                  <a:cubicBezTo>
                    <a:pt x="158" y="24"/>
                    <a:pt x="158" y="24"/>
                    <a:pt x="158" y="24"/>
                  </a:cubicBezTo>
                  <a:cubicBezTo>
                    <a:pt x="152" y="31"/>
                    <a:pt x="152" y="31"/>
                    <a:pt x="152" y="31"/>
                  </a:cubicBezTo>
                  <a:cubicBezTo>
                    <a:pt x="138" y="21"/>
                    <a:pt x="138" y="21"/>
                    <a:pt x="138" y="21"/>
                  </a:cubicBezTo>
                  <a:cubicBezTo>
                    <a:pt x="142" y="13"/>
                    <a:pt x="142" y="13"/>
                    <a:pt x="142" y="13"/>
                  </a:cubicBezTo>
                  <a:close/>
                  <a:moveTo>
                    <a:pt x="165" y="32"/>
                  </a:moveTo>
                  <a:cubicBezTo>
                    <a:pt x="175" y="49"/>
                    <a:pt x="175" y="49"/>
                    <a:pt x="175" y="49"/>
                  </a:cubicBezTo>
                  <a:cubicBezTo>
                    <a:pt x="167" y="53"/>
                    <a:pt x="167" y="53"/>
                    <a:pt x="167" y="53"/>
                  </a:cubicBezTo>
                  <a:cubicBezTo>
                    <a:pt x="158" y="38"/>
                    <a:pt x="158" y="38"/>
                    <a:pt x="158" y="38"/>
                  </a:cubicBezTo>
                  <a:cubicBezTo>
                    <a:pt x="165" y="32"/>
                    <a:pt x="165" y="32"/>
                    <a:pt x="165" y="32"/>
                  </a:cubicBezTo>
                  <a:close/>
                  <a:moveTo>
                    <a:pt x="179" y="58"/>
                  </a:moveTo>
                  <a:cubicBezTo>
                    <a:pt x="184" y="77"/>
                    <a:pt x="184" y="77"/>
                    <a:pt x="184" y="77"/>
                  </a:cubicBezTo>
                  <a:cubicBezTo>
                    <a:pt x="174" y="79"/>
                    <a:pt x="174" y="79"/>
                    <a:pt x="174" y="79"/>
                  </a:cubicBezTo>
                  <a:cubicBezTo>
                    <a:pt x="170" y="61"/>
                    <a:pt x="170" y="61"/>
                    <a:pt x="170" y="61"/>
                  </a:cubicBezTo>
                  <a:cubicBezTo>
                    <a:pt x="179" y="58"/>
                    <a:pt x="179" y="58"/>
                    <a:pt x="179" y="58"/>
                  </a:cubicBezTo>
                  <a:close/>
                  <a:moveTo>
                    <a:pt x="185" y="87"/>
                  </a:moveTo>
                  <a:cubicBezTo>
                    <a:pt x="185" y="106"/>
                    <a:pt x="185" y="106"/>
                    <a:pt x="185" y="106"/>
                  </a:cubicBezTo>
                  <a:cubicBezTo>
                    <a:pt x="176" y="106"/>
                    <a:pt x="176" y="106"/>
                    <a:pt x="176" y="106"/>
                  </a:cubicBezTo>
                  <a:cubicBezTo>
                    <a:pt x="175" y="88"/>
                    <a:pt x="175" y="88"/>
                    <a:pt x="175" y="88"/>
                  </a:cubicBezTo>
                  <a:cubicBezTo>
                    <a:pt x="185" y="87"/>
                    <a:pt x="185" y="87"/>
                    <a:pt x="185" y="87"/>
                  </a:cubicBezTo>
                  <a:close/>
                  <a:moveTo>
                    <a:pt x="185" y="116"/>
                  </a:moveTo>
                  <a:cubicBezTo>
                    <a:pt x="185" y="135"/>
                    <a:pt x="185" y="135"/>
                    <a:pt x="185" y="135"/>
                  </a:cubicBezTo>
                  <a:cubicBezTo>
                    <a:pt x="176" y="135"/>
                    <a:pt x="176" y="135"/>
                    <a:pt x="176" y="135"/>
                  </a:cubicBezTo>
                  <a:cubicBezTo>
                    <a:pt x="176" y="116"/>
                    <a:pt x="176" y="116"/>
                    <a:pt x="176" y="116"/>
                  </a:cubicBezTo>
                  <a:cubicBezTo>
                    <a:pt x="185" y="116"/>
                    <a:pt x="185" y="116"/>
                    <a:pt x="185" y="11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0" name="Freeform 35"/>
            <p:cNvSpPr>
              <a:spLocks noChangeAspect="1" noEditPoints="1"/>
            </p:cNvSpPr>
            <p:nvPr/>
          </p:nvSpPr>
          <p:spPr>
            <a:xfrm>
              <a:off x="5968930" y="3286466"/>
              <a:ext cx="252347" cy="169832"/>
            </a:xfrm>
            <a:custGeom>
              <a:avLst/>
              <a:gdLst>
                <a:gd name="T0" fmla="*/ 135 w 157"/>
                <a:gd name="T1" fmla="*/ 46 h 106"/>
                <a:gd name="T2" fmla="*/ 136 w 157"/>
                <a:gd name="T3" fmla="*/ 37 h 106"/>
                <a:gd name="T4" fmla="*/ 99 w 157"/>
                <a:gd name="T5" fmla="*/ 0 h 106"/>
                <a:gd name="T6" fmla="*/ 73 w 157"/>
                <a:gd name="T7" fmla="*/ 18 h 106"/>
                <a:gd name="T8" fmla="*/ 45 w 157"/>
                <a:gd name="T9" fmla="*/ 8 h 106"/>
                <a:gd name="T10" fmla="*/ 19 w 157"/>
                <a:gd name="T11" fmla="*/ 39 h 106"/>
                <a:gd name="T12" fmla="*/ 20 w 157"/>
                <a:gd name="T13" fmla="*/ 47 h 106"/>
                <a:gd name="T14" fmla="*/ 0 w 157"/>
                <a:gd name="T15" fmla="*/ 75 h 106"/>
                <a:gd name="T16" fmla="*/ 31 w 157"/>
                <a:gd name="T17" fmla="*/ 106 h 106"/>
                <a:gd name="T18" fmla="*/ 126 w 157"/>
                <a:gd name="T19" fmla="*/ 106 h 106"/>
                <a:gd name="T20" fmla="*/ 157 w 157"/>
                <a:gd name="T21" fmla="*/ 75 h 106"/>
                <a:gd name="T22" fmla="*/ 135 w 157"/>
                <a:gd name="T23" fmla="*/ 46 h 106"/>
                <a:gd name="T24" fmla="*/ 120 w 157"/>
                <a:gd name="T25" fmla="*/ 100 h 106"/>
                <a:gd name="T26" fmla="*/ 79 w 157"/>
                <a:gd name="T27" fmla="*/ 100 h 106"/>
                <a:gd name="T28" fmla="*/ 103 w 157"/>
                <a:gd name="T29" fmla="*/ 75 h 106"/>
                <a:gd name="T30" fmla="*/ 102 w 157"/>
                <a:gd name="T31" fmla="*/ 72 h 106"/>
                <a:gd name="T32" fmla="*/ 92 w 157"/>
                <a:gd name="T33" fmla="*/ 72 h 106"/>
                <a:gd name="T34" fmla="*/ 92 w 157"/>
                <a:gd name="T35" fmla="*/ 68 h 106"/>
                <a:gd name="T36" fmla="*/ 92 w 157"/>
                <a:gd name="T37" fmla="*/ 37 h 106"/>
                <a:gd name="T38" fmla="*/ 90 w 157"/>
                <a:gd name="T39" fmla="*/ 35 h 106"/>
                <a:gd name="T40" fmla="*/ 64 w 157"/>
                <a:gd name="T41" fmla="*/ 35 h 106"/>
                <a:gd name="T42" fmla="*/ 62 w 157"/>
                <a:gd name="T43" fmla="*/ 37 h 106"/>
                <a:gd name="T44" fmla="*/ 62 w 157"/>
                <a:gd name="T45" fmla="*/ 68 h 106"/>
                <a:gd name="T46" fmla="*/ 62 w 157"/>
                <a:gd name="T47" fmla="*/ 73 h 106"/>
                <a:gd name="T48" fmla="*/ 51 w 157"/>
                <a:gd name="T49" fmla="*/ 73 h 106"/>
                <a:gd name="T50" fmla="*/ 50 w 157"/>
                <a:gd name="T51" fmla="*/ 76 h 106"/>
                <a:gd name="T52" fmla="*/ 75 w 157"/>
                <a:gd name="T53" fmla="*/ 100 h 106"/>
                <a:gd name="T54" fmla="*/ 38 w 157"/>
                <a:gd name="T55" fmla="*/ 100 h 106"/>
                <a:gd name="T56" fmla="*/ 11 w 157"/>
                <a:gd name="T57" fmla="*/ 74 h 106"/>
                <a:gd name="T58" fmla="*/ 29 w 157"/>
                <a:gd name="T59" fmla="*/ 50 h 106"/>
                <a:gd name="T60" fmla="*/ 28 w 157"/>
                <a:gd name="T61" fmla="*/ 44 h 106"/>
                <a:gd name="T62" fmla="*/ 50 w 157"/>
                <a:gd name="T63" fmla="*/ 17 h 106"/>
                <a:gd name="T64" fmla="*/ 74 w 157"/>
                <a:gd name="T65" fmla="*/ 29 h 106"/>
                <a:gd name="T66" fmla="*/ 97 w 157"/>
                <a:gd name="T67" fmla="*/ 10 h 106"/>
                <a:gd name="T68" fmla="*/ 128 w 157"/>
                <a:gd name="T69" fmla="*/ 42 h 106"/>
                <a:gd name="T70" fmla="*/ 127 w 157"/>
                <a:gd name="T71" fmla="*/ 49 h 106"/>
                <a:gd name="T72" fmla="*/ 147 w 157"/>
                <a:gd name="T73" fmla="*/ 74 h 106"/>
                <a:gd name="T74" fmla="*/ 120 w 157"/>
                <a:gd name="T75" fmla="*/ 10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6">
                  <a:moveTo>
                    <a:pt x="135" y="46"/>
                  </a:moveTo>
                  <a:cubicBezTo>
                    <a:pt x="136" y="43"/>
                    <a:pt x="136" y="40"/>
                    <a:pt x="136" y="37"/>
                  </a:cubicBezTo>
                  <a:cubicBezTo>
                    <a:pt x="136" y="16"/>
                    <a:pt x="120" y="0"/>
                    <a:pt x="99" y="0"/>
                  </a:cubicBezTo>
                  <a:cubicBezTo>
                    <a:pt x="76" y="0"/>
                    <a:pt x="73" y="18"/>
                    <a:pt x="73" y="18"/>
                  </a:cubicBezTo>
                  <a:cubicBezTo>
                    <a:pt x="73" y="18"/>
                    <a:pt x="63" y="6"/>
                    <a:pt x="45" y="8"/>
                  </a:cubicBezTo>
                  <a:cubicBezTo>
                    <a:pt x="30" y="11"/>
                    <a:pt x="19" y="25"/>
                    <a:pt x="19" y="39"/>
                  </a:cubicBezTo>
                  <a:cubicBezTo>
                    <a:pt x="19" y="42"/>
                    <a:pt x="20" y="44"/>
                    <a:pt x="20" y="47"/>
                  </a:cubicBezTo>
                  <a:cubicBezTo>
                    <a:pt x="9" y="51"/>
                    <a:pt x="0" y="62"/>
                    <a:pt x="0" y="75"/>
                  </a:cubicBezTo>
                  <a:cubicBezTo>
                    <a:pt x="0" y="92"/>
                    <a:pt x="14" y="106"/>
                    <a:pt x="31" y="106"/>
                  </a:cubicBezTo>
                  <a:cubicBezTo>
                    <a:pt x="126" y="106"/>
                    <a:pt x="126" y="106"/>
                    <a:pt x="126" y="106"/>
                  </a:cubicBezTo>
                  <a:cubicBezTo>
                    <a:pt x="143" y="106"/>
                    <a:pt x="157" y="92"/>
                    <a:pt x="157" y="75"/>
                  </a:cubicBezTo>
                  <a:cubicBezTo>
                    <a:pt x="157" y="62"/>
                    <a:pt x="148" y="50"/>
                    <a:pt x="135" y="46"/>
                  </a:cubicBezTo>
                  <a:close/>
                  <a:moveTo>
                    <a:pt x="120" y="100"/>
                  </a:moveTo>
                  <a:cubicBezTo>
                    <a:pt x="79" y="100"/>
                    <a:pt x="79" y="100"/>
                    <a:pt x="79" y="100"/>
                  </a:cubicBezTo>
                  <a:cubicBezTo>
                    <a:pt x="82" y="97"/>
                    <a:pt x="103" y="75"/>
                    <a:pt x="103" y="75"/>
                  </a:cubicBezTo>
                  <a:cubicBezTo>
                    <a:pt x="103" y="75"/>
                    <a:pt x="106" y="72"/>
                    <a:pt x="102" y="72"/>
                  </a:cubicBezTo>
                  <a:cubicBezTo>
                    <a:pt x="98" y="72"/>
                    <a:pt x="92" y="72"/>
                    <a:pt x="92" y="72"/>
                  </a:cubicBezTo>
                  <a:cubicBezTo>
                    <a:pt x="92" y="72"/>
                    <a:pt x="92" y="70"/>
                    <a:pt x="92" y="68"/>
                  </a:cubicBezTo>
                  <a:cubicBezTo>
                    <a:pt x="92" y="59"/>
                    <a:pt x="92" y="43"/>
                    <a:pt x="92" y="37"/>
                  </a:cubicBezTo>
                  <a:cubicBezTo>
                    <a:pt x="92" y="37"/>
                    <a:pt x="92" y="35"/>
                    <a:pt x="90" y="35"/>
                  </a:cubicBezTo>
                  <a:cubicBezTo>
                    <a:pt x="88" y="35"/>
                    <a:pt x="67" y="35"/>
                    <a:pt x="64" y="35"/>
                  </a:cubicBezTo>
                  <a:cubicBezTo>
                    <a:pt x="61" y="35"/>
                    <a:pt x="62" y="37"/>
                    <a:pt x="62" y="37"/>
                  </a:cubicBezTo>
                  <a:cubicBezTo>
                    <a:pt x="62" y="44"/>
                    <a:pt x="62" y="59"/>
                    <a:pt x="62" y="68"/>
                  </a:cubicBezTo>
                  <a:cubicBezTo>
                    <a:pt x="62" y="71"/>
                    <a:pt x="62" y="73"/>
                    <a:pt x="62" y="73"/>
                  </a:cubicBezTo>
                  <a:cubicBezTo>
                    <a:pt x="62" y="73"/>
                    <a:pt x="54" y="73"/>
                    <a:pt x="51" y="73"/>
                  </a:cubicBezTo>
                  <a:cubicBezTo>
                    <a:pt x="47" y="73"/>
                    <a:pt x="50" y="76"/>
                    <a:pt x="50" y="76"/>
                  </a:cubicBezTo>
                  <a:cubicBezTo>
                    <a:pt x="75" y="100"/>
                    <a:pt x="75" y="100"/>
                    <a:pt x="75" y="100"/>
                  </a:cubicBezTo>
                  <a:cubicBezTo>
                    <a:pt x="38" y="100"/>
                    <a:pt x="38" y="100"/>
                    <a:pt x="38" y="100"/>
                  </a:cubicBezTo>
                  <a:cubicBezTo>
                    <a:pt x="23" y="100"/>
                    <a:pt x="11" y="88"/>
                    <a:pt x="11" y="74"/>
                  </a:cubicBezTo>
                  <a:cubicBezTo>
                    <a:pt x="11" y="63"/>
                    <a:pt x="18" y="53"/>
                    <a:pt x="29" y="50"/>
                  </a:cubicBezTo>
                  <a:cubicBezTo>
                    <a:pt x="28" y="48"/>
                    <a:pt x="28" y="46"/>
                    <a:pt x="28" y="44"/>
                  </a:cubicBezTo>
                  <a:cubicBezTo>
                    <a:pt x="28" y="31"/>
                    <a:pt x="37" y="19"/>
                    <a:pt x="50" y="17"/>
                  </a:cubicBezTo>
                  <a:cubicBezTo>
                    <a:pt x="65" y="15"/>
                    <a:pt x="74" y="29"/>
                    <a:pt x="74" y="29"/>
                  </a:cubicBezTo>
                  <a:cubicBezTo>
                    <a:pt x="74" y="29"/>
                    <a:pt x="77" y="10"/>
                    <a:pt x="97" y="10"/>
                  </a:cubicBezTo>
                  <a:cubicBezTo>
                    <a:pt x="115" y="10"/>
                    <a:pt x="128" y="24"/>
                    <a:pt x="128" y="42"/>
                  </a:cubicBezTo>
                  <a:cubicBezTo>
                    <a:pt x="128" y="44"/>
                    <a:pt x="127" y="47"/>
                    <a:pt x="127" y="49"/>
                  </a:cubicBezTo>
                  <a:cubicBezTo>
                    <a:pt x="138" y="53"/>
                    <a:pt x="147" y="62"/>
                    <a:pt x="147" y="74"/>
                  </a:cubicBezTo>
                  <a:cubicBezTo>
                    <a:pt x="147" y="88"/>
                    <a:pt x="135" y="100"/>
                    <a:pt x="120" y="100"/>
                  </a:cubicBezTo>
                  <a:close/>
                </a:path>
              </a:pathLst>
            </a:custGeom>
            <a:solidFill>
              <a:schemeClr val="bg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1" name="Freeform 61"/>
            <p:cNvSpPr>
              <a:spLocks noChangeAspect="1"/>
            </p:cNvSpPr>
            <p:nvPr/>
          </p:nvSpPr>
          <p:spPr>
            <a:xfrm>
              <a:off x="2907449" y="3557879"/>
              <a:ext cx="215843" cy="223796"/>
            </a:xfrm>
            <a:custGeom>
              <a:avLst/>
              <a:gdLst>
                <a:gd name="T0" fmla="*/ 99 w 137"/>
                <a:gd name="T1" fmla="*/ 57 h 142"/>
                <a:gd name="T2" fmla="*/ 137 w 137"/>
                <a:gd name="T3" fmla="*/ 57 h 142"/>
                <a:gd name="T4" fmla="*/ 76 w 137"/>
                <a:gd name="T5" fmla="*/ 4 h 142"/>
                <a:gd name="T6" fmla="*/ 69 w 137"/>
                <a:gd name="T7" fmla="*/ 0 h 142"/>
                <a:gd name="T8" fmla="*/ 62 w 137"/>
                <a:gd name="T9" fmla="*/ 4 h 142"/>
                <a:gd name="T10" fmla="*/ 0 w 137"/>
                <a:gd name="T11" fmla="*/ 57 h 142"/>
                <a:gd name="T12" fmla="*/ 39 w 137"/>
                <a:gd name="T13" fmla="*/ 57 h 142"/>
                <a:gd name="T14" fmla="*/ 62 w 137"/>
                <a:gd name="T15" fmla="*/ 4 h 142"/>
                <a:gd name="T16" fmla="*/ 62 w 137"/>
                <a:gd name="T17" fmla="*/ 5 h 142"/>
                <a:gd name="T18" fmla="*/ 43 w 137"/>
                <a:gd name="T19" fmla="*/ 57 h 142"/>
                <a:gd name="T20" fmla="*/ 64 w 137"/>
                <a:gd name="T21" fmla="*/ 57 h 142"/>
                <a:gd name="T22" fmla="*/ 64 w 137"/>
                <a:gd name="T23" fmla="*/ 122 h 142"/>
                <a:gd name="T24" fmla="*/ 64 w 137"/>
                <a:gd name="T25" fmla="*/ 125 h 142"/>
                <a:gd name="T26" fmla="*/ 64 w 137"/>
                <a:gd name="T27" fmla="*/ 130 h 142"/>
                <a:gd name="T28" fmla="*/ 76 w 137"/>
                <a:gd name="T29" fmla="*/ 142 h 142"/>
                <a:gd name="T30" fmla="*/ 87 w 137"/>
                <a:gd name="T31" fmla="*/ 130 h 142"/>
                <a:gd name="T32" fmla="*/ 87 w 137"/>
                <a:gd name="T33" fmla="*/ 125 h 142"/>
                <a:gd name="T34" fmla="*/ 79 w 137"/>
                <a:gd name="T35" fmla="*/ 125 h 142"/>
                <a:gd name="T36" fmla="*/ 79 w 137"/>
                <a:gd name="T37" fmla="*/ 127 h 142"/>
                <a:gd name="T38" fmla="*/ 79 w 137"/>
                <a:gd name="T39" fmla="*/ 129 h 142"/>
                <a:gd name="T40" fmla="*/ 76 w 137"/>
                <a:gd name="T41" fmla="*/ 133 h 142"/>
                <a:gd name="T42" fmla="*/ 72 w 137"/>
                <a:gd name="T43" fmla="*/ 129 h 142"/>
                <a:gd name="T44" fmla="*/ 72 w 137"/>
                <a:gd name="T45" fmla="*/ 127 h 142"/>
                <a:gd name="T46" fmla="*/ 72 w 137"/>
                <a:gd name="T47" fmla="*/ 125 h 142"/>
                <a:gd name="T48" fmla="*/ 72 w 137"/>
                <a:gd name="T49" fmla="*/ 111 h 142"/>
                <a:gd name="T50" fmla="*/ 72 w 137"/>
                <a:gd name="T51" fmla="*/ 57 h 142"/>
                <a:gd name="T52" fmla="*/ 94 w 137"/>
                <a:gd name="T53" fmla="*/ 57 h 142"/>
                <a:gd name="T54" fmla="*/ 76 w 137"/>
                <a:gd name="T55" fmla="*/ 5 h 142"/>
                <a:gd name="T56" fmla="*/ 76 w 137"/>
                <a:gd name="T57" fmla="*/ 4 h 142"/>
                <a:gd name="T58" fmla="*/ 99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99" y="57"/>
                  </a:moveTo>
                  <a:cubicBezTo>
                    <a:pt x="137" y="57"/>
                    <a:pt x="137" y="57"/>
                    <a:pt x="137" y="57"/>
                  </a:cubicBezTo>
                  <a:cubicBezTo>
                    <a:pt x="130" y="28"/>
                    <a:pt x="105" y="7"/>
                    <a:pt x="76" y="4"/>
                  </a:cubicBezTo>
                  <a:cubicBezTo>
                    <a:pt x="74" y="1"/>
                    <a:pt x="72" y="0"/>
                    <a:pt x="69" y="0"/>
                  </a:cubicBezTo>
                  <a:cubicBezTo>
                    <a:pt x="66" y="0"/>
                    <a:pt x="64" y="1"/>
                    <a:pt x="62" y="4"/>
                  </a:cubicBezTo>
                  <a:cubicBezTo>
                    <a:pt x="32" y="6"/>
                    <a:pt x="7" y="28"/>
                    <a:pt x="0" y="57"/>
                  </a:cubicBezTo>
                  <a:cubicBezTo>
                    <a:pt x="39" y="57"/>
                    <a:pt x="39" y="57"/>
                    <a:pt x="39" y="57"/>
                  </a:cubicBezTo>
                  <a:cubicBezTo>
                    <a:pt x="39" y="24"/>
                    <a:pt x="58" y="7"/>
                    <a:pt x="62" y="4"/>
                  </a:cubicBezTo>
                  <a:cubicBezTo>
                    <a:pt x="62" y="4"/>
                    <a:pt x="62" y="5"/>
                    <a:pt x="62" y="5"/>
                  </a:cubicBezTo>
                  <a:cubicBezTo>
                    <a:pt x="41" y="31"/>
                    <a:pt x="43" y="57"/>
                    <a:pt x="43" y="57"/>
                  </a:cubicBezTo>
                  <a:cubicBezTo>
                    <a:pt x="64" y="57"/>
                    <a:pt x="64" y="57"/>
                    <a:pt x="64" y="57"/>
                  </a:cubicBezTo>
                  <a:cubicBezTo>
                    <a:pt x="64" y="122"/>
                    <a:pt x="64" y="122"/>
                    <a:pt x="64" y="122"/>
                  </a:cubicBezTo>
                  <a:cubicBezTo>
                    <a:pt x="64" y="125"/>
                    <a:pt x="64" y="125"/>
                    <a:pt x="64" y="125"/>
                  </a:cubicBezTo>
                  <a:cubicBezTo>
                    <a:pt x="64" y="130"/>
                    <a:pt x="64" y="130"/>
                    <a:pt x="64" y="130"/>
                  </a:cubicBezTo>
                  <a:cubicBezTo>
                    <a:pt x="64" y="136"/>
                    <a:pt x="69" y="142"/>
                    <a:pt x="76" y="142"/>
                  </a:cubicBezTo>
                  <a:cubicBezTo>
                    <a:pt x="82" y="142"/>
                    <a:pt x="87" y="136"/>
                    <a:pt x="87" y="130"/>
                  </a:cubicBezTo>
                  <a:cubicBezTo>
                    <a:pt x="87" y="125"/>
                    <a:pt x="87" y="125"/>
                    <a:pt x="87" y="125"/>
                  </a:cubicBezTo>
                  <a:cubicBezTo>
                    <a:pt x="79" y="125"/>
                    <a:pt x="79" y="125"/>
                    <a:pt x="79" y="125"/>
                  </a:cubicBezTo>
                  <a:cubicBezTo>
                    <a:pt x="79" y="127"/>
                    <a:pt x="79" y="127"/>
                    <a:pt x="79" y="127"/>
                  </a:cubicBezTo>
                  <a:cubicBezTo>
                    <a:pt x="79" y="129"/>
                    <a:pt x="79" y="129"/>
                    <a:pt x="79" y="129"/>
                  </a:cubicBezTo>
                  <a:cubicBezTo>
                    <a:pt x="79" y="131"/>
                    <a:pt x="78" y="133"/>
                    <a:pt x="76" y="133"/>
                  </a:cubicBezTo>
                  <a:cubicBezTo>
                    <a:pt x="74" y="133"/>
                    <a:pt x="72" y="131"/>
                    <a:pt x="72" y="129"/>
                  </a:cubicBezTo>
                  <a:cubicBezTo>
                    <a:pt x="72" y="127"/>
                    <a:pt x="72" y="127"/>
                    <a:pt x="72" y="127"/>
                  </a:cubicBezTo>
                  <a:cubicBezTo>
                    <a:pt x="72" y="125"/>
                    <a:pt x="72" y="125"/>
                    <a:pt x="72" y="125"/>
                  </a:cubicBezTo>
                  <a:cubicBezTo>
                    <a:pt x="72" y="111"/>
                    <a:pt x="72" y="111"/>
                    <a:pt x="72" y="111"/>
                  </a:cubicBezTo>
                  <a:cubicBezTo>
                    <a:pt x="72" y="57"/>
                    <a:pt x="72" y="57"/>
                    <a:pt x="72" y="57"/>
                  </a:cubicBezTo>
                  <a:cubicBezTo>
                    <a:pt x="94" y="57"/>
                    <a:pt x="94" y="57"/>
                    <a:pt x="94" y="57"/>
                  </a:cubicBezTo>
                  <a:cubicBezTo>
                    <a:pt x="94" y="57"/>
                    <a:pt x="97" y="31"/>
                    <a:pt x="76" y="5"/>
                  </a:cubicBezTo>
                  <a:cubicBezTo>
                    <a:pt x="76" y="5"/>
                    <a:pt x="76" y="4"/>
                    <a:pt x="76" y="4"/>
                  </a:cubicBezTo>
                  <a:cubicBezTo>
                    <a:pt x="80" y="7"/>
                    <a:pt x="99" y="24"/>
                    <a:pt x="99" y="57"/>
                  </a:cubicBezTo>
                  <a:close/>
                </a:path>
              </a:pathLst>
            </a:custGeom>
            <a:solidFill>
              <a:schemeClr val="bg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43008" name="Group 24"/>
            <p:cNvGrpSpPr/>
            <p:nvPr/>
          </p:nvGrpSpPr>
          <p:grpSpPr>
            <a:xfrm>
              <a:off x="5623995" y="4050629"/>
              <a:ext cx="216000" cy="243629"/>
              <a:chOff x="5513440" y="1766202"/>
              <a:chExt cx="429274" cy="484183"/>
            </a:xfrm>
            <a:solidFill>
              <a:schemeClr val="bg1"/>
            </a:solidFill>
          </p:grpSpPr>
          <p:sp>
            <p:nvSpPr>
              <p:cNvPr id="53" name="Freeform 147"/>
              <p:cNvSpPr/>
              <p:nvPr/>
            </p:nvSpPr>
            <p:spPr>
              <a:xfrm>
                <a:off x="5513440" y="1766202"/>
                <a:ext cx="429274" cy="87353"/>
              </a:xfrm>
              <a:custGeom>
                <a:avLst/>
                <a:gdLst>
                  <a:gd name="T0" fmla="*/ 68 w 129"/>
                  <a:gd name="T1" fmla="*/ 8 h 26"/>
                  <a:gd name="T2" fmla="*/ 68 w 129"/>
                  <a:gd name="T3" fmla="*/ 4 h 26"/>
                  <a:gd name="T4" fmla="*/ 64 w 129"/>
                  <a:gd name="T5" fmla="*/ 0 h 26"/>
                  <a:gd name="T6" fmla="*/ 61 w 129"/>
                  <a:gd name="T7" fmla="*/ 4 h 26"/>
                  <a:gd name="T8" fmla="*/ 61 w 129"/>
                  <a:gd name="T9" fmla="*/ 8 h 26"/>
                  <a:gd name="T10" fmla="*/ 0 w 129"/>
                  <a:gd name="T11" fmla="*/ 8 h 26"/>
                  <a:gd name="T12" fmla="*/ 0 w 129"/>
                  <a:gd name="T13" fmla="*/ 26 h 26"/>
                  <a:gd name="T14" fmla="*/ 129 w 129"/>
                  <a:gd name="T15" fmla="*/ 26 h 26"/>
                  <a:gd name="T16" fmla="*/ 129 w 129"/>
                  <a:gd name="T17" fmla="*/ 8 h 26"/>
                  <a:gd name="T18" fmla="*/ 68 w 129"/>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9" h="26">
                    <a:moveTo>
                      <a:pt x="68" y="8"/>
                    </a:moveTo>
                    <a:cubicBezTo>
                      <a:pt x="68" y="4"/>
                      <a:pt x="68" y="4"/>
                      <a:pt x="68" y="4"/>
                    </a:cubicBezTo>
                    <a:cubicBezTo>
                      <a:pt x="68" y="2"/>
                      <a:pt x="66" y="0"/>
                      <a:pt x="64" y="0"/>
                    </a:cubicBezTo>
                    <a:cubicBezTo>
                      <a:pt x="63" y="0"/>
                      <a:pt x="61" y="2"/>
                      <a:pt x="61" y="4"/>
                    </a:cubicBezTo>
                    <a:cubicBezTo>
                      <a:pt x="61" y="8"/>
                      <a:pt x="61" y="8"/>
                      <a:pt x="61" y="8"/>
                    </a:cubicBezTo>
                    <a:cubicBezTo>
                      <a:pt x="0" y="8"/>
                      <a:pt x="0" y="8"/>
                      <a:pt x="0" y="8"/>
                    </a:cubicBezTo>
                    <a:cubicBezTo>
                      <a:pt x="0" y="26"/>
                      <a:pt x="0" y="26"/>
                      <a:pt x="0" y="26"/>
                    </a:cubicBezTo>
                    <a:cubicBezTo>
                      <a:pt x="129" y="26"/>
                      <a:pt x="129" y="26"/>
                      <a:pt x="129" y="26"/>
                    </a:cubicBezTo>
                    <a:cubicBezTo>
                      <a:pt x="129" y="8"/>
                      <a:pt x="129" y="8"/>
                      <a:pt x="129" y="8"/>
                    </a:cubicBezTo>
                    <a:lnTo>
                      <a:pt x="6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4" name="Freeform 148"/>
              <p:cNvSpPr>
                <a:spLocks noEditPoints="1"/>
              </p:cNvSpPr>
              <p:nvPr/>
            </p:nvSpPr>
            <p:spPr>
              <a:xfrm>
                <a:off x="5550876" y="1873521"/>
                <a:ext cx="356897" cy="376864"/>
              </a:xfrm>
              <a:custGeom>
                <a:avLst/>
                <a:gdLst>
                  <a:gd name="T0" fmla="*/ 143 w 143"/>
                  <a:gd name="T1" fmla="*/ 95 h 151"/>
                  <a:gd name="T2" fmla="*/ 143 w 143"/>
                  <a:gd name="T3" fmla="*/ 0 h 151"/>
                  <a:gd name="T4" fmla="*/ 0 w 143"/>
                  <a:gd name="T5" fmla="*/ 0 h 151"/>
                  <a:gd name="T6" fmla="*/ 0 w 143"/>
                  <a:gd name="T7" fmla="*/ 95 h 151"/>
                  <a:gd name="T8" fmla="*/ 63 w 143"/>
                  <a:gd name="T9" fmla="*/ 95 h 151"/>
                  <a:gd name="T10" fmla="*/ 63 w 143"/>
                  <a:gd name="T11" fmla="*/ 125 h 151"/>
                  <a:gd name="T12" fmla="*/ 45 w 143"/>
                  <a:gd name="T13" fmla="*/ 125 h 151"/>
                  <a:gd name="T14" fmla="*/ 45 w 143"/>
                  <a:gd name="T15" fmla="*/ 121 h 151"/>
                  <a:gd name="T16" fmla="*/ 37 w 143"/>
                  <a:gd name="T17" fmla="*/ 121 h 151"/>
                  <a:gd name="T18" fmla="*/ 25 w 143"/>
                  <a:gd name="T19" fmla="*/ 151 h 151"/>
                  <a:gd name="T20" fmla="*/ 33 w 143"/>
                  <a:gd name="T21" fmla="*/ 151 h 151"/>
                  <a:gd name="T22" fmla="*/ 40 w 143"/>
                  <a:gd name="T23" fmla="*/ 137 h 151"/>
                  <a:gd name="T24" fmla="*/ 104 w 143"/>
                  <a:gd name="T25" fmla="*/ 137 h 151"/>
                  <a:gd name="T26" fmla="*/ 109 w 143"/>
                  <a:gd name="T27" fmla="*/ 151 h 151"/>
                  <a:gd name="T28" fmla="*/ 119 w 143"/>
                  <a:gd name="T29" fmla="*/ 151 h 151"/>
                  <a:gd name="T30" fmla="*/ 107 w 143"/>
                  <a:gd name="T31" fmla="*/ 121 h 151"/>
                  <a:gd name="T32" fmla="*/ 97 w 143"/>
                  <a:gd name="T33" fmla="*/ 121 h 151"/>
                  <a:gd name="T34" fmla="*/ 97 w 143"/>
                  <a:gd name="T35" fmla="*/ 125 h 151"/>
                  <a:gd name="T36" fmla="*/ 80 w 143"/>
                  <a:gd name="T37" fmla="*/ 125 h 151"/>
                  <a:gd name="T38" fmla="*/ 80 w 143"/>
                  <a:gd name="T39" fmla="*/ 95 h 151"/>
                  <a:gd name="T40" fmla="*/ 143 w 143"/>
                  <a:gd name="T41" fmla="*/ 95 h 151"/>
                  <a:gd name="T42" fmla="*/ 92 w 143"/>
                  <a:gd name="T43" fmla="*/ 28 h 151"/>
                  <a:gd name="T44" fmla="*/ 133 w 143"/>
                  <a:gd name="T45" fmla="*/ 28 h 151"/>
                  <a:gd name="T46" fmla="*/ 133 w 143"/>
                  <a:gd name="T47" fmla="*/ 37 h 151"/>
                  <a:gd name="T48" fmla="*/ 92 w 143"/>
                  <a:gd name="T49" fmla="*/ 37 h 151"/>
                  <a:gd name="T50" fmla="*/ 92 w 143"/>
                  <a:gd name="T51" fmla="*/ 28 h 151"/>
                  <a:gd name="T52" fmla="*/ 92 w 143"/>
                  <a:gd name="T53" fmla="*/ 46 h 151"/>
                  <a:gd name="T54" fmla="*/ 133 w 143"/>
                  <a:gd name="T55" fmla="*/ 46 h 151"/>
                  <a:gd name="T56" fmla="*/ 133 w 143"/>
                  <a:gd name="T57" fmla="*/ 56 h 151"/>
                  <a:gd name="T58" fmla="*/ 92 w 143"/>
                  <a:gd name="T59" fmla="*/ 56 h 151"/>
                  <a:gd name="T60" fmla="*/ 92 w 143"/>
                  <a:gd name="T61" fmla="*/ 46 h 151"/>
                  <a:gd name="T62" fmla="*/ 92 w 143"/>
                  <a:gd name="T63" fmla="*/ 63 h 151"/>
                  <a:gd name="T64" fmla="*/ 133 w 143"/>
                  <a:gd name="T65" fmla="*/ 63 h 151"/>
                  <a:gd name="T66" fmla="*/ 133 w 143"/>
                  <a:gd name="T67" fmla="*/ 74 h 151"/>
                  <a:gd name="T68" fmla="*/ 92 w 143"/>
                  <a:gd name="T69" fmla="*/ 74 h 151"/>
                  <a:gd name="T70" fmla="*/ 92 w 143"/>
                  <a:gd name="T71" fmla="*/ 63 h 151"/>
                  <a:gd name="T72" fmla="*/ 8 w 143"/>
                  <a:gd name="T73" fmla="*/ 75 h 151"/>
                  <a:gd name="T74" fmla="*/ 8 w 143"/>
                  <a:gd name="T75" fmla="*/ 24 h 151"/>
                  <a:gd name="T76" fmla="*/ 83 w 143"/>
                  <a:gd name="T77" fmla="*/ 24 h 151"/>
                  <a:gd name="T78" fmla="*/ 83 w 143"/>
                  <a:gd name="T79" fmla="*/ 75 h 151"/>
                  <a:gd name="T80" fmla="*/ 8 w 143"/>
                  <a:gd name="T81" fmla="*/ 7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151">
                    <a:moveTo>
                      <a:pt x="143" y="95"/>
                    </a:moveTo>
                    <a:lnTo>
                      <a:pt x="143" y="0"/>
                    </a:lnTo>
                    <a:lnTo>
                      <a:pt x="0" y="0"/>
                    </a:lnTo>
                    <a:lnTo>
                      <a:pt x="0" y="95"/>
                    </a:lnTo>
                    <a:lnTo>
                      <a:pt x="63" y="95"/>
                    </a:lnTo>
                    <a:lnTo>
                      <a:pt x="63" y="125"/>
                    </a:lnTo>
                    <a:lnTo>
                      <a:pt x="45" y="125"/>
                    </a:lnTo>
                    <a:lnTo>
                      <a:pt x="45" y="121"/>
                    </a:lnTo>
                    <a:lnTo>
                      <a:pt x="37" y="121"/>
                    </a:lnTo>
                    <a:lnTo>
                      <a:pt x="25" y="151"/>
                    </a:lnTo>
                    <a:lnTo>
                      <a:pt x="33" y="151"/>
                    </a:lnTo>
                    <a:lnTo>
                      <a:pt x="40" y="137"/>
                    </a:lnTo>
                    <a:lnTo>
                      <a:pt x="104" y="137"/>
                    </a:lnTo>
                    <a:lnTo>
                      <a:pt x="109" y="151"/>
                    </a:lnTo>
                    <a:lnTo>
                      <a:pt x="119" y="151"/>
                    </a:lnTo>
                    <a:lnTo>
                      <a:pt x="107" y="121"/>
                    </a:lnTo>
                    <a:lnTo>
                      <a:pt x="97" y="121"/>
                    </a:lnTo>
                    <a:lnTo>
                      <a:pt x="97" y="125"/>
                    </a:lnTo>
                    <a:lnTo>
                      <a:pt x="80" y="125"/>
                    </a:lnTo>
                    <a:lnTo>
                      <a:pt x="80" y="95"/>
                    </a:lnTo>
                    <a:lnTo>
                      <a:pt x="143" y="95"/>
                    </a:lnTo>
                    <a:close/>
                    <a:moveTo>
                      <a:pt x="92" y="28"/>
                    </a:moveTo>
                    <a:lnTo>
                      <a:pt x="133" y="28"/>
                    </a:lnTo>
                    <a:lnTo>
                      <a:pt x="133" y="37"/>
                    </a:lnTo>
                    <a:lnTo>
                      <a:pt x="92" y="37"/>
                    </a:lnTo>
                    <a:lnTo>
                      <a:pt x="92" y="28"/>
                    </a:lnTo>
                    <a:close/>
                    <a:moveTo>
                      <a:pt x="92" y="46"/>
                    </a:moveTo>
                    <a:lnTo>
                      <a:pt x="133" y="46"/>
                    </a:lnTo>
                    <a:lnTo>
                      <a:pt x="133" y="56"/>
                    </a:lnTo>
                    <a:lnTo>
                      <a:pt x="92" y="56"/>
                    </a:lnTo>
                    <a:lnTo>
                      <a:pt x="92" y="46"/>
                    </a:lnTo>
                    <a:close/>
                    <a:moveTo>
                      <a:pt x="92" y="63"/>
                    </a:moveTo>
                    <a:lnTo>
                      <a:pt x="133" y="63"/>
                    </a:lnTo>
                    <a:lnTo>
                      <a:pt x="133" y="74"/>
                    </a:lnTo>
                    <a:lnTo>
                      <a:pt x="92" y="74"/>
                    </a:lnTo>
                    <a:lnTo>
                      <a:pt x="92" y="63"/>
                    </a:lnTo>
                    <a:close/>
                    <a:moveTo>
                      <a:pt x="8" y="75"/>
                    </a:moveTo>
                    <a:lnTo>
                      <a:pt x="8" y="24"/>
                    </a:lnTo>
                    <a:lnTo>
                      <a:pt x="83" y="24"/>
                    </a:lnTo>
                    <a:lnTo>
                      <a:pt x="83" y="75"/>
                    </a:lnTo>
                    <a:lnTo>
                      <a:pt x="8"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55" name="Freeform 149"/>
              <p:cNvSpPr/>
              <p:nvPr/>
            </p:nvSpPr>
            <p:spPr>
              <a:xfrm>
                <a:off x="5578330" y="1945898"/>
                <a:ext cx="174705" cy="102328"/>
              </a:xfrm>
              <a:custGeom>
                <a:avLst/>
                <a:gdLst>
                  <a:gd name="T0" fmla="*/ 58 w 70"/>
                  <a:gd name="T1" fmla="*/ 12 h 41"/>
                  <a:gd name="T2" fmla="*/ 54 w 70"/>
                  <a:gd name="T3" fmla="*/ 20 h 41"/>
                  <a:gd name="T4" fmla="*/ 48 w 70"/>
                  <a:gd name="T5" fmla="*/ 16 h 41"/>
                  <a:gd name="T6" fmla="*/ 48 w 70"/>
                  <a:gd name="T7" fmla="*/ 16 h 41"/>
                  <a:gd name="T8" fmla="*/ 34 w 70"/>
                  <a:gd name="T9" fmla="*/ 8 h 41"/>
                  <a:gd name="T10" fmla="*/ 32 w 70"/>
                  <a:gd name="T11" fmla="*/ 12 h 41"/>
                  <a:gd name="T12" fmla="*/ 28 w 70"/>
                  <a:gd name="T13" fmla="*/ 20 h 41"/>
                  <a:gd name="T14" fmla="*/ 16 w 70"/>
                  <a:gd name="T15" fmla="*/ 12 h 41"/>
                  <a:gd name="T16" fmla="*/ 12 w 70"/>
                  <a:gd name="T17" fmla="*/ 17 h 41"/>
                  <a:gd name="T18" fmla="*/ 12 w 70"/>
                  <a:gd name="T19" fmla="*/ 17 h 41"/>
                  <a:gd name="T20" fmla="*/ 0 w 70"/>
                  <a:gd name="T21" fmla="*/ 37 h 41"/>
                  <a:gd name="T22" fmla="*/ 5 w 70"/>
                  <a:gd name="T23" fmla="*/ 41 h 41"/>
                  <a:gd name="T24" fmla="*/ 17 w 70"/>
                  <a:gd name="T25" fmla="*/ 21 h 41"/>
                  <a:gd name="T26" fmla="*/ 24 w 70"/>
                  <a:gd name="T27" fmla="*/ 25 h 41"/>
                  <a:gd name="T28" fmla="*/ 24 w 70"/>
                  <a:gd name="T29" fmla="*/ 25 h 41"/>
                  <a:gd name="T30" fmla="*/ 30 w 70"/>
                  <a:gd name="T31" fmla="*/ 29 h 41"/>
                  <a:gd name="T32" fmla="*/ 37 w 70"/>
                  <a:gd name="T33" fmla="*/ 17 h 41"/>
                  <a:gd name="T34" fmla="*/ 42 w 70"/>
                  <a:gd name="T35" fmla="*/ 21 h 41"/>
                  <a:gd name="T36" fmla="*/ 42 w 70"/>
                  <a:gd name="T37" fmla="*/ 21 h 41"/>
                  <a:gd name="T38" fmla="*/ 56 w 70"/>
                  <a:gd name="T39" fmla="*/ 28 h 41"/>
                  <a:gd name="T40" fmla="*/ 57 w 70"/>
                  <a:gd name="T41" fmla="*/ 28 h 41"/>
                  <a:gd name="T42" fmla="*/ 57 w 70"/>
                  <a:gd name="T43" fmla="*/ 28 h 41"/>
                  <a:gd name="T44" fmla="*/ 64 w 70"/>
                  <a:gd name="T45" fmla="*/ 17 h 41"/>
                  <a:gd name="T46" fmla="*/ 64 w 70"/>
                  <a:gd name="T47" fmla="*/ 17 h 41"/>
                  <a:gd name="T48" fmla="*/ 70 w 70"/>
                  <a:gd name="T49" fmla="*/ 4 h 41"/>
                  <a:gd name="T50" fmla="*/ 65 w 70"/>
                  <a:gd name="T51" fmla="*/ 0 h 41"/>
                  <a:gd name="T52" fmla="*/ 58 w 70"/>
                  <a:gd name="T53"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41">
                    <a:moveTo>
                      <a:pt x="58" y="12"/>
                    </a:moveTo>
                    <a:lnTo>
                      <a:pt x="54" y="20"/>
                    </a:lnTo>
                    <a:lnTo>
                      <a:pt x="48" y="16"/>
                    </a:lnTo>
                    <a:lnTo>
                      <a:pt x="48" y="16"/>
                    </a:lnTo>
                    <a:lnTo>
                      <a:pt x="34" y="8"/>
                    </a:lnTo>
                    <a:lnTo>
                      <a:pt x="32" y="12"/>
                    </a:lnTo>
                    <a:lnTo>
                      <a:pt x="28" y="20"/>
                    </a:lnTo>
                    <a:lnTo>
                      <a:pt x="16" y="12"/>
                    </a:lnTo>
                    <a:lnTo>
                      <a:pt x="12" y="17"/>
                    </a:lnTo>
                    <a:lnTo>
                      <a:pt x="12" y="17"/>
                    </a:lnTo>
                    <a:lnTo>
                      <a:pt x="0" y="37"/>
                    </a:lnTo>
                    <a:lnTo>
                      <a:pt x="5" y="41"/>
                    </a:lnTo>
                    <a:lnTo>
                      <a:pt x="17" y="21"/>
                    </a:lnTo>
                    <a:lnTo>
                      <a:pt x="24" y="25"/>
                    </a:lnTo>
                    <a:lnTo>
                      <a:pt x="24" y="25"/>
                    </a:lnTo>
                    <a:lnTo>
                      <a:pt x="30" y="29"/>
                    </a:lnTo>
                    <a:lnTo>
                      <a:pt x="37" y="17"/>
                    </a:lnTo>
                    <a:lnTo>
                      <a:pt x="42" y="21"/>
                    </a:lnTo>
                    <a:lnTo>
                      <a:pt x="42" y="21"/>
                    </a:lnTo>
                    <a:lnTo>
                      <a:pt x="56" y="28"/>
                    </a:lnTo>
                    <a:lnTo>
                      <a:pt x="57" y="28"/>
                    </a:lnTo>
                    <a:lnTo>
                      <a:pt x="57" y="28"/>
                    </a:lnTo>
                    <a:lnTo>
                      <a:pt x="64" y="17"/>
                    </a:lnTo>
                    <a:lnTo>
                      <a:pt x="64" y="17"/>
                    </a:lnTo>
                    <a:lnTo>
                      <a:pt x="70" y="4"/>
                    </a:lnTo>
                    <a:lnTo>
                      <a:pt x="65" y="0"/>
                    </a:lnTo>
                    <a:lnTo>
                      <a:pt x="58"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09" name="Group 33"/>
            <p:cNvGrpSpPr/>
            <p:nvPr/>
          </p:nvGrpSpPr>
          <p:grpSpPr>
            <a:xfrm>
              <a:off x="3289372" y="3001710"/>
              <a:ext cx="216000" cy="183437"/>
              <a:chOff x="2950272" y="1314466"/>
              <a:chExt cx="496661" cy="421788"/>
            </a:xfrm>
            <a:solidFill>
              <a:schemeClr val="bg1"/>
            </a:solidFill>
          </p:grpSpPr>
          <p:sp>
            <p:nvSpPr>
              <p:cNvPr id="62" name="Freeform 12"/>
              <p:cNvSpPr/>
              <p:nvPr/>
            </p:nvSpPr>
            <p:spPr>
              <a:xfrm>
                <a:off x="3107507" y="1559052"/>
                <a:ext cx="89848" cy="89848"/>
              </a:xfrm>
              <a:custGeom>
                <a:avLst/>
                <a:gdLst>
                  <a:gd name="T0" fmla="*/ 36 w 36"/>
                  <a:gd name="T1" fmla="*/ 20 h 36"/>
                  <a:gd name="T2" fmla="*/ 16 w 36"/>
                  <a:gd name="T3" fmla="*/ 0 h 36"/>
                  <a:gd name="T4" fmla="*/ 16 w 36"/>
                  <a:gd name="T5" fmla="*/ 0 h 36"/>
                  <a:gd name="T6" fmla="*/ 0 w 36"/>
                  <a:gd name="T7" fmla="*/ 36 h 36"/>
                  <a:gd name="T8" fmla="*/ 36 w 36"/>
                  <a:gd name="T9" fmla="*/ 20 h 36"/>
                </a:gdLst>
                <a:ahLst/>
                <a:cxnLst>
                  <a:cxn ang="0">
                    <a:pos x="T0" y="T1"/>
                  </a:cxn>
                  <a:cxn ang="0">
                    <a:pos x="T2" y="T3"/>
                  </a:cxn>
                  <a:cxn ang="0">
                    <a:pos x="T4" y="T5"/>
                  </a:cxn>
                  <a:cxn ang="0">
                    <a:pos x="T6" y="T7"/>
                  </a:cxn>
                  <a:cxn ang="0">
                    <a:pos x="T8" y="T9"/>
                  </a:cxn>
                </a:cxnLst>
                <a:rect l="0" t="0" r="r" b="b"/>
                <a:pathLst>
                  <a:path w="36" h="36">
                    <a:moveTo>
                      <a:pt x="36" y="20"/>
                    </a:moveTo>
                    <a:lnTo>
                      <a:pt x="16" y="0"/>
                    </a:lnTo>
                    <a:lnTo>
                      <a:pt x="16" y="0"/>
                    </a:lnTo>
                    <a:lnTo>
                      <a:pt x="0" y="36"/>
                    </a:lnTo>
                    <a:lnTo>
                      <a:pt x="36"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3" name="Rectangle 13"/>
              <p:cNvSpPr>
                <a:spLocks noChangeArrowheads="1"/>
              </p:cNvSpPr>
              <p:nvPr/>
            </p:nvSpPr>
            <p:spPr>
              <a:xfrm>
                <a:off x="3197355" y="1608968"/>
                <a:ext cx="2497" cy="24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4" name="Freeform 14"/>
              <p:cNvSpPr/>
              <p:nvPr/>
            </p:nvSpPr>
            <p:spPr>
              <a:xfrm>
                <a:off x="3159917" y="1344415"/>
                <a:ext cx="227117" cy="222125"/>
              </a:xfrm>
              <a:custGeom>
                <a:avLst/>
                <a:gdLst>
                  <a:gd name="T0" fmla="*/ 81 w 91"/>
                  <a:gd name="T1" fmla="*/ 0 h 89"/>
                  <a:gd name="T2" fmla="*/ 0 w 91"/>
                  <a:gd name="T3" fmla="*/ 81 h 89"/>
                  <a:gd name="T4" fmla="*/ 8 w 91"/>
                  <a:gd name="T5" fmla="*/ 89 h 89"/>
                  <a:gd name="T6" fmla="*/ 91 w 91"/>
                  <a:gd name="T7" fmla="*/ 8 h 89"/>
                  <a:gd name="T8" fmla="*/ 81 w 91"/>
                  <a:gd name="T9" fmla="*/ 0 h 89"/>
                </a:gdLst>
                <a:ahLst/>
                <a:cxnLst>
                  <a:cxn ang="0">
                    <a:pos x="T0" y="T1"/>
                  </a:cxn>
                  <a:cxn ang="0">
                    <a:pos x="T2" y="T3"/>
                  </a:cxn>
                  <a:cxn ang="0">
                    <a:pos x="T4" y="T5"/>
                  </a:cxn>
                  <a:cxn ang="0">
                    <a:pos x="T6" y="T7"/>
                  </a:cxn>
                  <a:cxn ang="0">
                    <a:pos x="T8" y="T9"/>
                  </a:cxn>
                </a:cxnLst>
                <a:rect l="0" t="0" r="r" b="b"/>
                <a:pathLst>
                  <a:path w="91" h="89">
                    <a:moveTo>
                      <a:pt x="81" y="0"/>
                    </a:moveTo>
                    <a:lnTo>
                      <a:pt x="0" y="81"/>
                    </a:lnTo>
                    <a:lnTo>
                      <a:pt x="8" y="89"/>
                    </a:lnTo>
                    <a:lnTo>
                      <a:pt x="91" y="8"/>
                    </a:lnTo>
                    <a:lnTo>
                      <a:pt x="8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5" name="Freeform 15"/>
              <p:cNvSpPr/>
              <p:nvPr/>
            </p:nvSpPr>
            <p:spPr>
              <a:xfrm>
                <a:off x="3189867" y="1374365"/>
                <a:ext cx="227117" cy="224620"/>
              </a:xfrm>
              <a:custGeom>
                <a:avLst/>
                <a:gdLst>
                  <a:gd name="T0" fmla="*/ 0 w 91"/>
                  <a:gd name="T1" fmla="*/ 82 h 90"/>
                  <a:gd name="T2" fmla="*/ 8 w 91"/>
                  <a:gd name="T3" fmla="*/ 90 h 90"/>
                  <a:gd name="T4" fmla="*/ 91 w 91"/>
                  <a:gd name="T5" fmla="*/ 8 h 90"/>
                  <a:gd name="T6" fmla="*/ 83 w 91"/>
                  <a:gd name="T7" fmla="*/ 0 h 90"/>
                  <a:gd name="T8" fmla="*/ 0 w 91"/>
                  <a:gd name="T9" fmla="*/ 82 h 90"/>
                </a:gdLst>
                <a:ahLst/>
                <a:cxnLst>
                  <a:cxn ang="0">
                    <a:pos x="T0" y="T1"/>
                  </a:cxn>
                  <a:cxn ang="0">
                    <a:pos x="T2" y="T3"/>
                  </a:cxn>
                  <a:cxn ang="0">
                    <a:pos x="T4" y="T5"/>
                  </a:cxn>
                  <a:cxn ang="0">
                    <a:pos x="T6" y="T7"/>
                  </a:cxn>
                  <a:cxn ang="0">
                    <a:pos x="T8" y="T9"/>
                  </a:cxn>
                </a:cxnLst>
                <a:rect l="0" t="0" r="r" b="b"/>
                <a:pathLst>
                  <a:path w="91" h="90">
                    <a:moveTo>
                      <a:pt x="0" y="82"/>
                    </a:moveTo>
                    <a:lnTo>
                      <a:pt x="8" y="90"/>
                    </a:lnTo>
                    <a:lnTo>
                      <a:pt x="91" y="8"/>
                    </a:lnTo>
                    <a:lnTo>
                      <a:pt x="83" y="0"/>
                    </a:lnTo>
                    <a:lnTo>
                      <a:pt x="0"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6" name="Freeform 16"/>
              <p:cNvSpPr/>
              <p:nvPr/>
            </p:nvSpPr>
            <p:spPr>
              <a:xfrm>
                <a:off x="3377051" y="1314466"/>
                <a:ext cx="69882" cy="64890"/>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3"/>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7" name="Freeform 17"/>
              <p:cNvSpPr/>
              <p:nvPr/>
            </p:nvSpPr>
            <p:spPr>
              <a:xfrm>
                <a:off x="2950272" y="1324449"/>
                <a:ext cx="416796" cy="411805"/>
              </a:xfrm>
              <a:custGeom>
                <a:avLst/>
                <a:gdLst>
                  <a:gd name="T0" fmla="*/ 147 w 167"/>
                  <a:gd name="T1" fmla="*/ 145 h 165"/>
                  <a:gd name="T2" fmla="*/ 20 w 167"/>
                  <a:gd name="T3" fmla="*/ 145 h 165"/>
                  <a:gd name="T4" fmla="*/ 20 w 167"/>
                  <a:gd name="T5" fmla="*/ 20 h 165"/>
                  <a:gd name="T6" fmla="*/ 139 w 167"/>
                  <a:gd name="T7" fmla="*/ 20 h 165"/>
                  <a:gd name="T8" fmla="*/ 160 w 167"/>
                  <a:gd name="T9" fmla="*/ 0 h 165"/>
                  <a:gd name="T10" fmla="*/ 0 w 167"/>
                  <a:gd name="T11" fmla="*/ 0 h 165"/>
                  <a:gd name="T12" fmla="*/ 0 w 167"/>
                  <a:gd name="T13" fmla="*/ 165 h 165"/>
                  <a:gd name="T14" fmla="*/ 167 w 167"/>
                  <a:gd name="T15" fmla="*/ 165 h 165"/>
                  <a:gd name="T16" fmla="*/ 167 w 167"/>
                  <a:gd name="T17" fmla="*/ 61 h 165"/>
                  <a:gd name="T18" fmla="*/ 147 w 167"/>
                  <a:gd name="T19" fmla="*/ 81 h 165"/>
                  <a:gd name="T20" fmla="*/ 147 w 167"/>
                  <a:gd name="T21" fmla="*/ 14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0" name="组合 68"/>
            <p:cNvGrpSpPr/>
            <p:nvPr/>
          </p:nvGrpSpPr>
          <p:grpSpPr>
            <a:xfrm>
              <a:off x="5493311" y="2633965"/>
              <a:ext cx="216000" cy="181725"/>
              <a:chOff x="5146675" y="766763"/>
              <a:chExt cx="1590676" cy="1338263"/>
            </a:xfrm>
            <a:solidFill>
              <a:schemeClr val="bg1"/>
            </a:solidFill>
          </p:grpSpPr>
          <p:sp>
            <p:nvSpPr>
              <p:cNvPr id="70" name="Oval 18"/>
              <p:cNvSpPr>
                <a:spLocks noChangeArrowheads="1"/>
              </p:cNvSpPr>
              <p:nvPr/>
            </p:nvSpPr>
            <p:spPr>
              <a:xfrm>
                <a:off x="5675313" y="766763"/>
                <a:ext cx="533400" cy="5349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1" name="Freeform 19"/>
              <p:cNvSpPr/>
              <p:nvPr/>
            </p:nvSpPr>
            <p:spPr>
              <a:xfrm>
                <a:off x="5511800" y="1344613"/>
                <a:ext cx="860425" cy="760413"/>
              </a:xfrm>
              <a:custGeom>
                <a:avLst/>
                <a:gdLst>
                  <a:gd name="T0" fmla="*/ 201 w 301"/>
                  <a:gd name="T1" fmla="*/ 0 h 266"/>
                  <a:gd name="T2" fmla="*/ 151 w 301"/>
                  <a:gd name="T3" fmla="*/ 67 h 266"/>
                  <a:gd name="T4" fmla="*/ 101 w 301"/>
                  <a:gd name="T5" fmla="*/ 0 h 266"/>
                  <a:gd name="T6" fmla="*/ 0 w 301"/>
                  <a:gd name="T7" fmla="*/ 144 h 266"/>
                  <a:gd name="T8" fmla="*/ 0 w 301"/>
                  <a:gd name="T9" fmla="*/ 235 h 266"/>
                  <a:gd name="T10" fmla="*/ 0 w 301"/>
                  <a:gd name="T11" fmla="*/ 235 h 266"/>
                  <a:gd name="T12" fmla="*/ 151 w 301"/>
                  <a:gd name="T13" fmla="*/ 266 h 266"/>
                  <a:gd name="T14" fmla="*/ 301 w 301"/>
                  <a:gd name="T15" fmla="*/ 235 h 266"/>
                  <a:gd name="T16" fmla="*/ 301 w 301"/>
                  <a:gd name="T17" fmla="*/ 235 h 266"/>
                  <a:gd name="T18" fmla="*/ 301 w 301"/>
                  <a:gd name="T19" fmla="*/ 144 h 266"/>
                  <a:gd name="T20" fmla="*/ 201 w 301"/>
                  <a:gd name="T21"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1" h="266">
                    <a:moveTo>
                      <a:pt x="201" y="0"/>
                    </a:moveTo>
                    <a:cubicBezTo>
                      <a:pt x="151" y="67"/>
                      <a:pt x="151" y="67"/>
                      <a:pt x="151" y="67"/>
                    </a:cubicBezTo>
                    <a:cubicBezTo>
                      <a:pt x="101" y="0"/>
                      <a:pt x="101" y="0"/>
                      <a:pt x="101" y="0"/>
                    </a:cubicBezTo>
                    <a:cubicBezTo>
                      <a:pt x="42" y="21"/>
                      <a:pt x="0" y="78"/>
                      <a:pt x="0" y="144"/>
                    </a:cubicBezTo>
                    <a:cubicBezTo>
                      <a:pt x="0" y="235"/>
                      <a:pt x="0" y="235"/>
                      <a:pt x="0" y="235"/>
                    </a:cubicBezTo>
                    <a:cubicBezTo>
                      <a:pt x="0" y="235"/>
                      <a:pt x="0" y="235"/>
                      <a:pt x="0" y="235"/>
                    </a:cubicBezTo>
                    <a:cubicBezTo>
                      <a:pt x="3" y="252"/>
                      <a:pt x="69" y="266"/>
                      <a:pt x="151" y="266"/>
                    </a:cubicBezTo>
                    <a:cubicBezTo>
                      <a:pt x="232" y="266"/>
                      <a:pt x="298" y="252"/>
                      <a:pt x="301" y="235"/>
                    </a:cubicBezTo>
                    <a:cubicBezTo>
                      <a:pt x="301" y="235"/>
                      <a:pt x="301" y="235"/>
                      <a:pt x="301" y="235"/>
                    </a:cubicBezTo>
                    <a:cubicBezTo>
                      <a:pt x="301" y="144"/>
                      <a:pt x="301" y="144"/>
                      <a:pt x="301" y="144"/>
                    </a:cubicBezTo>
                    <a:cubicBezTo>
                      <a:pt x="301" y="78"/>
                      <a:pt x="259" y="21"/>
                      <a:pt x="20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2" name="Freeform 20"/>
              <p:cNvSpPr/>
              <p:nvPr/>
            </p:nvSpPr>
            <p:spPr>
              <a:xfrm>
                <a:off x="5900738" y="1319213"/>
                <a:ext cx="85725" cy="50800"/>
              </a:xfrm>
              <a:custGeom>
                <a:avLst/>
                <a:gdLst>
                  <a:gd name="T0" fmla="*/ 30 w 30"/>
                  <a:gd name="T1" fmla="*/ 1 h 18"/>
                  <a:gd name="T2" fmla="*/ 15 w 30"/>
                  <a:gd name="T3" fmla="*/ 0 h 18"/>
                  <a:gd name="T4" fmla="*/ 1 w 30"/>
                  <a:gd name="T5" fmla="*/ 1 h 18"/>
                  <a:gd name="T6" fmla="*/ 7 w 30"/>
                  <a:gd name="T7" fmla="*/ 18 h 18"/>
                  <a:gd name="T8" fmla="*/ 24 w 30"/>
                  <a:gd name="T9" fmla="*/ 18 h 18"/>
                  <a:gd name="T10" fmla="*/ 30 w 30"/>
                  <a:gd name="T11" fmla="*/ 1 h 18"/>
                </a:gdLst>
                <a:ahLst/>
                <a:cxnLst>
                  <a:cxn ang="0">
                    <a:pos x="T0" y="T1"/>
                  </a:cxn>
                  <a:cxn ang="0">
                    <a:pos x="T2" y="T3"/>
                  </a:cxn>
                  <a:cxn ang="0">
                    <a:pos x="T4" y="T5"/>
                  </a:cxn>
                  <a:cxn ang="0">
                    <a:pos x="T6" y="T7"/>
                  </a:cxn>
                  <a:cxn ang="0">
                    <a:pos x="T8" y="T9"/>
                  </a:cxn>
                  <a:cxn ang="0">
                    <a:pos x="T10" y="T11"/>
                  </a:cxn>
                </a:cxnLst>
                <a:rect l="0" t="0" r="r" b="b"/>
                <a:pathLst>
                  <a:path w="30" h="18">
                    <a:moveTo>
                      <a:pt x="30" y="1"/>
                    </a:moveTo>
                    <a:cubicBezTo>
                      <a:pt x="25" y="0"/>
                      <a:pt x="20" y="0"/>
                      <a:pt x="15" y="0"/>
                    </a:cubicBezTo>
                    <a:cubicBezTo>
                      <a:pt x="10" y="0"/>
                      <a:pt x="6" y="0"/>
                      <a:pt x="1" y="1"/>
                    </a:cubicBezTo>
                    <a:cubicBezTo>
                      <a:pt x="1" y="1"/>
                      <a:pt x="0" y="11"/>
                      <a:pt x="7" y="18"/>
                    </a:cubicBezTo>
                    <a:cubicBezTo>
                      <a:pt x="7" y="18"/>
                      <a:pt x="18" y="18"/>
                      <a:pt x="24" y="18"/>
                    </a:cubicBezTo>
                    <a:cubicBezTo>
                      <a:pt x="24" y="18"/>
                      <a:pt x="30" y="12"/>
                      <a:pt x="3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3" name="Freeform 21"/>
              <p:cNvSpPr/>
              <p:nvPr/>
            </p:nvSpPr>
            <p:spPr>
              <a:xfrm>
                <a:off x="5894388" y="1377951"/>
                <a:ext cx="95250" cy="130175"/>
              </a:xfrm>
              <a:custGeom>
                <a:avLst/>
                <a:gdLst>
                  <a:gd name="T0" fmla="*/ 15 w 60"/>
                  <a:gd name="T1" fmla="*/ 0 h 82"/>
                  <a:gd name="T2" fmla="*/ 47 w 60"/>
                  <a:gd name="T3" fmla="*/ 0 h 82"/>
                  <a:gd name="T4" fmla="*/ 60 w 60"/>
                  <a:gd name="T5" fmla="*/ 47 h 82"/>
                  <a:gd name="T6" fmla="*/ 31 w 60"/>
                  <a:gd name="T7" fmla="*/ 82 h 82"/>
                  <a:gd name="T8" fmla="*/ 0 w 60"/>
                  <a:gd name="T9" fmla="*/ 47 h 82"/>
                  <a:gd name="T10" fmla="*/ 15 w 60"/>
                  <a:gd name="T11" fmla="*/ 0 h 82"/>
                </a:gdLst>
                <a:ahLst/>
                <a:cxnLst>
                  <a:cxn ang="0">
                    <a:pos x="T0" y="T1"/>
                  </a:cxn>
                  <a:cxn ang="0">
                    <a:pos x="T2" y="T3"/>
                  </a:cxn>
                  <a:cxn ang="0">
                    <a:pos x="T4" y="T5"/>
                  </a:cxn>
                  <a:cxn ang="0">
                    <a:pos x="T6" y="T7"/>
                  </a:cxn>
                  <a:cxn ang="0">
                    <a:pos x="T8" y="T9"/>
                  </a:cxn>
                  <a:cxn ang="0">
                    <a:pos x="T10" y="T11"/>
                  </a:cxn>
                </a:cxnLst>
                <a:rect l="0" t="0" r="r" b="b"/>
                <a:pathLst>
                  <a:path w="60" h="82">
                    <a:moveTo>
                      <a:pt x="15" y="0"/>
                    </a:moveTo>
                    <a:lnTo>
                      <a:pt x="47" y="0"/>
                    </a:lnTo>
                    <a:lnTo>
                      <a:pt x="60" y="47"/>
                    </a:lnTo>
                    <a:lnTo>
                      <a:pt x="31" y="82"/>
                    </a:lnTo>
                    <a:lnTo>
                      <a:pt x="0" y="47"/>
                    </a:lnTo>
                    <a:lnTo>
                      <a:pt x="1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4" name="Freeform 22"/>
              <p:cNvSpPr/>
              <p:nvPr/>
            </p:nvSpPr>
            <p:spPr>
              <a:xfrm>
                <a:off x="5432425" y="1427163"/>
                <a:ext cx="71438" cy="96838"/>
              </a:xfrm>
              <a:custGeom>
                <a:avLst/>
                <a:gdLst>
                  <a:gd name="T0" fmla="*/ 23 w 45"/>
                  <a:gd name="T1" fmla="*/ 61 h 61"/>
                  <a:gd name="T2" fmla="*/ 45 w 45"/>
                  <a:gd name="T3" fmla="*/ 34 h 61"/>
                  <a:gd name="T4" fmla="*/ 34 w 45"/>
                  <a:gd name="T5" fmla="*/ 0 h 61"/>
                  <a:gd name="T6" fmla="*/ 11 w 45"/>
                  <a:gd name="T7" fmla="*/ 0 h 61"/>
                  <a:gd name="T8" fmla="*/ 0 w 45"/>
                  <a:gd name="T9" fmla="*/ 34 h 61"/>
                  <a:gd name="T10" fmla="*/ 23 w 45"/>
                  <a:gd name="T11" fmla="*/ 61 h 61"/>
                </a:gdLst>
                <a:ahLst/>
                <a:cxnLst>
                  <a:cxn ang="0">
                    <a:pos x="T0" y="T1"/>
                  </a:cxn>
                  <a:cxn ang="0">
                    <a:pos x="T2" y="T3"/>
                  </a:cxn>
                  <a:cxn ang="0">
                    <a:pos x="T4" y="T5"/>
                  </a:cxn>
                  <a:cxn ang="0">
                    <a:pos x="T6" y="T7"/>
                  </a:cxn>
                  <a:cxn ang="0">
                    <a:pos x="T8" y="T9"/>
                  </a:cxn>
                  <a:cxn ang="0">
                    <a:pos x="T10" y="T11"/>
                  </a:cxn>
                </a:cxnLst>
                <a:rect l="0" t="0" r="r" b="b"/>
                <a:pathLst>
                  <a:path w="45" h="61">
                    <a:moveTo>
                      <a:pt x="23" y="61"/>
                    </a:moveTo>
                    <a:lnTo>
                      <a:pt x="45" y="34"/>
                    </a:lnTo>
                    <a:lnTo>
                      <a:pt x="34" y="0"/>
                    </a:lnTo>
                    <a:lnTo>
                      <a:pt x="11" y="0"/>
                    </a:lnTo>
                    <a:lnTo>
                      <a:pt x="0" y="34"/>
                    </a:lnTo>
                    <a:lnTo>
                      <a:pt x="23"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5" name="Freeform 23"/>
              <p:cNvSpPr/>
              <p:nvPr/>
            </p:nvSpPr>
            <p:spPr>
              <a:xfrm>
                <a:off x="5146675" y="1401763"/>
                <a:ext cx="465138" cy="568325"/>
              </a:xfrm>
              <a:custGeom>
                <a:avLst/>
                <a:gdLst>
                  <a:gd name="T0" fmla="*/ 150 w 163"/>
                  <a:gd name="T1" fmla="*/ 0 h 199"/>
                  <a:gd name="T2" fmla="*/ 113 w 163"/>
                  <a:gd name="T3" fmla="*/ 50 h 199"/>
                  <a:gd name="T4" fmla="*/ 75 w 163"/>
                  <a:gd name="T5" fmla="*/ 0 h 199"/>
                  <a:gd name="T6" fmla="*/ 0 w 163"/>
                  <a:gd name="T7" fmla="*/ 108 h 199"/>
                  <a:gd name="T8" fmla="*/ 0 w 163"/>
                  <a:gd name="T9" fmla="*/ 176 h 199"/>
                  <a:gd name="T10" fmla="*/ 0 w 163"/>
                  <a:gd name="T11" fmla="*/ 176 h 199"/>
                  <a:gd name="T12" fmla="*/ 113 w 163"/>
                  <a:gd name="T13" fmla="*/ 199 h 199"/>
                  <a:gd name="T14" fmla="*/ 114 w 163"/>
                  <a:gd name="T15" fmla="*/ 199 h 199"/>
                  <a:gd name="T16" fmla="*/ 114 w 163"/>
                  <a:gd name="T17" fmla="*/ 124 h 199"/>
                  <a:gd name="T18" fmla="*/ 163 w 163"/>
                  <a:gd name="T19" fmla="*/ 6 h 199"/>
                  <a:gd name="T20" fmla="*/ 150 w 163"/>
                  <a:gd name="T21"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99">
                    <a:moveTo>
                      <a:pt x="150" y="0"/>
                    </a:moveTo>
                    <a:cubicBezTo>
                      <a:pt x="113" y="50"/>
                      <a:pt x="113" y="50"/>
                      <a:pt x="113" y="50"/>
                    </a:cubicBezTo>
                    <a:cubicBezTo>
                      <a:pt x="75" y="0"/>
                      <a:pt x="75" y="0"/>
                      <a:pt x="75" y="0"/>
                    </a:cubicBezTo>
                    <a:cubicBezTo>
                      <a:pt x="31" y="16"/>
                      <a:pt x="0" y="58"/>
                      <a:pt x="0" y="108"/>
                    </a:cubicBezTo>
                    <a:cubicBezTo>
                      <a:pt x="0" y="176"/>
                      <a:pt x="0" y="176"/>
                      <a:pt x="0" y="176"/>
                    </a:cubicBezTo>
                    <a:cubicBezTo>
                      <a:pt x="0" y="176"/>
                      <a:pt x="0" y="176"/>
                      <a:pt x="0" y="176"/>
                    </a:cubicBezTo>
                    <a:cubicBezTo>
                      <a:pt x="2" y="189"/>
                      <a:pt x="52" y="199"/>
                      <a:pt x="113" y="199"/>
                    </a:cubicBezTo>
                    <a:cubicBezTo>
                      <a:pt x="113" y="199"/>
                      <a:pt x="114" y="199"/>
                      <a:pt x="114" y="199"/>
                    </a:cubicBezTo>
                    <a:cubicBezTo>
                      <a:pt x="114" y="124"/>
                      <a:pt x="114" y="124"/>
                      <a:pt x="114" y="124"/>
                    </a:cubicBezTo>
                    <a:cubicBezTo>
                      <a:pt x="114" y="78"/>
                      <a:pt x="133" y="36"/>
                      <a:pt x="163" y="6"/>
                    </a:cubicBezTo>
                    <a:cubicBezTo>
                      <a:pt x="159" y="3"/>
                      <a:pt x="155" y="2"/>
                      <a:pt x="1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6" name="Freeform 24"/>
              <p:cNvSpPr/>
              <p:nvPr/>
            </p:nvSpPr>
            <p:spPr>
              <a:xfrm>
                <a:off x="5438775" y="1381126"/>
                <a:ext cx="61913" cy="41275"/>
              </a:xfrm>
              <a:custGeom>
                <a:avLst/>
                <a:gdLst>
                  <a:gd name="T0" fmla="*/ 18 w 22"/>
                  <a:gd name="T1" fmla="*/ 14 h 14"/>
                  <a:gd name="T2" fmla="*/ 22 w 22"/>
                  <a:gd name="T3" fmla="*/ 1 h 14"/>
                  <a:gd name="T4" fmla="*/ 11 w 22"/>
                  <a:gd name="T5" fmla="*/ 0 h 14"/>
                  <a:gd name="T6" fmla="*/ 0 w 22"/>
                  <a:gd name="T7" fmla="*/ 1 h 14"/>
                  <a:gd name="T8" fmla="*/ 5 w 22"/>
                  <a:gd name="T9" fmla="*/ 14 h 14"/>
                  <a:gd name="T10" fmla="*/ 18 w 22"/>
                  <a:gd name="T11" fmla="*/ 14 h 14"/>
                </a:gdLst>
                <a:ahLst/>
                <a:cxnLst>
                  <a:cxn ang="0">
                    <a:pos x="T0" y="T1"/>
                  </a:cxn>
                  <a:cxn ang="0">
                    <a:pos x="T2" y="T3"/>
                  </a:cxn>
                  <a:cxn ang="0">
                    <a:pos x="T4" y="T5"/>
                  </a:cxn>
                  <a:cxn ang="0">
                    <a:pos x="T6" y="T7"/>
                  </a:cxn>
                  <a:cxn ang="0">
                    <a:pos x="T8" y="T9"/>
                  </a:cxn>
                  <a:cxn ang="0">
                    <a:pos x="T10" y="T11"/>
                  </a:cxn>
                </a:cxnLst>
                <a:rect l="0" t="0" r="r" b="b"/>
                <a:pathLst>
                  <a:path w="22" h="14">
                    <a:moveTo>
                      <a:pt x="18" y="14"/>
                    </a:moveTo>
                    <a:cubicBezTo>
                      <a:pt x="18" y="14"/>
                      <a:pt x="22" y="9"/>
                      <a:pt x="22" y="1"/>
                    </a:cubicBezTo>
                    <a:cubicBezTo>
                      <a:pt x="18" y="0"/>
                      <a:pt x="15" y="0"/>
                      <a:pt x="11" y="0"/>
                    </a:cubicBezTo>
                    <a:cubicBezTo>
                      <a:pt x="7" y="0"/>
                      <a:pt x="4" y="0"/>
                      <a:pt x="0" y="1"/>
                    </a:cubicBezTo>
                    <a:cubicBezTo>
                      <a:pt x="0" y="1"/>
                      <a:pt x="0" y="8"/>
                      <a:pt x="5" y="14"/>
                    </a:cubicBezTo>
                    <a:cubicBezTo>
                      <a:pt x="5" y="14"/>
                      <a:pt x="13" y="14"/>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7" name="Oval 25"/>
              <p:cNvSpPr>
                <a:spLocks noChangeArrowheads="1"/>
              </p:cNvSpPr>
              <p:nvPr/>
            </p:nvSpPr>
            <p:spPr>
              <a:xfrm>
                <a:off x="5267325" y="966788"/>
                <a:ext cx="401638" cy="403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8" name="Freeform 26"/>
              <p:cNvSpPr/>
              <p:nvPr/>
            </p:nvSpPr>
            <p:spPr>
              <a:xfrm>
                <a:off x="6386513" y="1381126"/>
                <a:ext cx="61913" cy="41275"/>
              </a:xfrm>
              <a:custGeom>
                <a:avLst/>
                <a:gdLst>
                  <a:gd name="T0" fmla="*/ 17 w 22"/>
                  <a:gd name="T1" fmla="*/ 14 h 14"/>
                  <a:gd name="T2" fmla="*/ 22 w 22"/>
                  <a:gd name="T3" fmla="*/ 1 h 14"/>
                  <a:gd name="T4" fmla="*/ 11 w 22"/>
                  <a:gd name="T5" fmla="*/ 0 h 14"/>
                  <a:gd name="T6" fmla="*/ 0 w 22"/>
                  <a:gd name="T7" fmla="*/ 1 h 14"/>
                  <a:gd name="T8" fmla="*/ 5 w 22"/>
                  <a:gd name="T9" fmla="*/ 14 h 14"/>
                  <a:gd name="T10" fmla="*/ 17 w 22"/>
                  <a:gd name="T11" fmla="*/ 14 h 14"/>
                </a:gdLst>
                <a:ahLst/>
                <a:cxnLst>
                  <a:cxn ang="0">
                    <a:pos x="T0" y="T1"/>
                  </a:cxn>
                  <a:cxn ang="0">
                    <a:pos x="T2" y="T3"/>
                  </a:cxn>
                  <a:cxn ang="0">
                    <a:pos x="T4" y="T5"/>
                  </a:cxn>
                  <a:cxn ang="0">
                    <a:pos x="T6" y="T7"/>
                  </a:cxn>
                  <a:cxn ang="0">
                    <a:pos x="T8" y="T9"/>
                  </a:cxn>
                  <a:cxn ang="0">
                    <a:pos x="T10" y="T11"/>
                  </a:cxn>
                </a:cxnLst>
                <a:rect l="0" t="0" r="r" b="b"/>
                <a:pathLst>
                  <a:path w="22" h="14">
                    <a:moveTo>
                      <a:pt x="17" y="14"/>
                    </a:moveTo>
                    <a:cubicBezTo>
                      <a:pt x="17" y="14"/>
                      <a:pt x="22" y="9"/>
                      <a:pt x="22" y="1"/>
                    </a:cubicBezTo>
                    <a:cubicBezTo>
                      <a:pt x="18" y="0"/>
                      <a:pt x="15" y="0"/>
                      <a:pt x="11" y="0"/>
                    </a:cubicBezTo>
                    <a:cubicBezTo>
                      <a:pt x="7" y="0"/>
                      <a:pt x="4" y="0"/>
                      <a:pt x="0" y="1"/>
                    </a:cubicBezTo>
                    <a:cubicBezTo>
                      <a:pt x="0" y="1"/>
                      <a:pt x="0" y="8"/>
                      <a:pt x="5" y="14"/>
                    </a:cubicBezTo>
                    <a:cubicBezTo>
                      <a:pt x="5" y="14"/>
                      <a:pt x="13" y="14"/>
                      <a:pt x="1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9" name="Freeform 27"/>
              <p:cNvSpPr/>
              <p:nvPr/>
            </p:nvSpPr>
            <p:spPr>
              <a:xfrm>
                <a:off x="6380163" y="1427163"/>
                <a:ext cx="71438" cy="96838"/>
              </a:xfrm>
              <a:custGeom>
                <a:avLst/>
                <a:gdLst>
                  <a:gd name="T0" fmla="*/ 24 w 45"/>
                  <a:gd name="T1" fmla="*/ 61 h 61"/>
                  <a:gd name="T2" fmla="*/ 45 w 45"/>
                  <a:gd name="T3" fmla="*/ 34 h 61"/>
                  <a:gd name="T4" fmla="*/ 34 w 45"/>
                  <a:gd name="T5" fmla="*/ 0 h 61"/>
                  <a:gd name="T6" fmla="*/ 11 w 45"/>
                  <a:gd name="T7" fmla="*/ 0 h 61"/>
                  <a:gd name="T8" fmla="*/ 0 w 45"/>
                  <a:gd name="T9" fmla="*/ 34 h 61"/>
                  <a:gd name="T10" fmla="*/ 24 w 45"/>
                  <a:gd name="T11" fmla="*/ 61 h 61"/>
                </a:gdLst>
                <a:ahLst/>
                <a:cxnLst>
                  <a:cxn ang="0">
                    <a:pos x="T0" y="T1"/>
                  </a:cxn>
                  <a:cxn ang="0">
                    <a:pos x="T2" y="T3"/>
                  </a:cxn>
                  <a:cxn ang="0">
                    <a:pos x="T4" y="T5"/>
                  </a:cxn>
                  <a:cxn ang="0">
                    <a:pos x="T6" y="T7"/>
                  </a:cxn>
                  <a:cxn ang="0">
                    <a:pos x="T8" y="T9"/>
                  </a:cxn>
                  <a:cxn ang="0">
                    <a:pos x="T10" y="T11"/>
                  </a:cxn>
                </a:cxnLst>
                <a:rect l="0" t="0" r="r" b="b"/>
                <a:pathLst>
                  <a:path w="45" h="61">
                    <a:moveTo>
                      <a:pt x="24" y="61"/>
                    </a:moveTo>
                    <a:lnTo>
                      <a:pt x="45" y="34"/>
                    </a:lnTo>
                    <a:lnTo>
                      <a:pt x="34" y="0"/>
                    </a:lnTo>
                    <a:lnTo>
                      <a:pt x="11" y="0"/>
                    </a:lnTo>
                    <a:lnTo>
                      <a:pt x="0" y="34"/>
                    </a:lnTo>
                    <a:lnTo>
                      <a:pt x="24"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0" name="Oval 28"/>
              <p:cNvSpPr>
                <a:spLocks noChangeArrowheads="1"/>
              </p:cNvSpPr>
              <p:nvPr/>
            </p:nvSpPr>
            <p:spPr>
              <a:xfrm>
                <a:off x="6215063" y="966788"/>
                <a:ext cx="403225" cy="403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1" name="Freeform 29"/>
              <p:cNvSpPr/>
              <p:nvPr/>
            </p:nvSpPr>
            <p:spPr>
              <a:xfrm>
                <a:off x="6272213" y="1401763"/>
                <a:ext cx="465138" cy="568325"/>
              </a:xfrm>
              <a:custGeom>
                <a:avLst/>
                <a:gdLst>
                  <a:gd name="T0" fmla="*/ 88 w 163"/>
                  <a:gd name="T1" fmla="*/ 0 h 199"/>
                  <a:gd name="T2" fmla="*/ 51 w 163"/>
                  <a:gd name="T3" fmla="*/ 50 h 199"/>
                  <a:gd name="T4" fmla="*/ 13 w 163"/>
                  <a:gd name="T5" fmla="*/ 0 h 199"/>
                  <a:gd name="T6" fmla="*/ 0 w 163"/>
                  <a:gd name="T7" fmla="*/ 6 h 199"/>
                  <a:gd name="T8" fmla="*/ 49 w 163"/>
                  <a:gd name="T9" fmla="*/ 124 h 199"/>
                  <a:gd name="T10" fmla="*/ 49 w 163"/>
                  <a:gd name="T11" fmla="*/ 199 h 199"/>
                  <a:gd name="T12" fmla="*/ 51 w 163"/>
                  <a:gd name="T13" fmla="*/ 199 h 199"/>
                  <a:gd name="T14" fmla="*/ 163 w 163"/>
                  <a:gd name="T15" fmla="*/ 176 h 199"/>
                  <a:gd name="T16" fmla="*/ 163 w 163"/>
                  <a:gd name="T17" fmla="*/ 176 h 199"/>
                  <a:gd name="T18" fmla="*/ 163 w 163"/>
                  <a:gd name="T19" fmla="*/ 108 h 199"/>
                  <a:gd name="T20" fmla="*/ 88 w 163"/>
                  <a:gd name="T21"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3" h="199">
                    <a:moveTo>
                      <a:pt x="88" y="0"/>
                    </a:moveTo>
                    <a:cubicBezTo>
                      <a:pt x="51" y="50"/>
                      <a:pt x="51" y="50"/>
                      <a:pt x="51" y="50"/>
                    </a:cubicBezTo>
                    <a:cubicBezTo>
                      <a:pt x="13" y="0"/>
                      <a:pt x="13" y="0"/>
                      <a:pt x="13" y="0"/>
                    </a:cubicBezTo>
                    <a:cubicBezTo>
                      <a:pt x="9" y="2"/>
                      <a:pt x="4" y="3"/>
                      <a:pt x="0" y="6"/>
                    </a:cubicBezTo>
                    <a:cubicBezTo>
                      <a:pt x="30" y="36"/>
                      <a:pt x="49" y="78"/>
                      <a:pt x="49" y="124"/>
                    </a:cubicBezTo>
                    <a:cubicBezTo>
                      <a:pt x="49" y="199"/>
                      <a:pt x="49" y="199"/>
                      <a:pt x="49" y="199"/>
                    </a:cubicBezTo>
                    <a:cubicBezTo>
                      <a:pt x="50" y="199"/>
                      <a:pt x="50" y="199"/>
                      <a:pt x="51" y="199"/>
                    </a:cubicBezTo>
                    <a:cubicBezTo>
                      <a:pt x="112" y="199"/>
                      <a:pt x="161" y="189"/>
                      <a:pt x="163" y="176"/>
                    </a:cubicBezTo>
                    <a:cubicBezTo>
                      <a:pt x="163" y="176"/>
                      <a:pt x="163" y="176"/>
                      <a:pt x="163" y="176"/>
                    </a:cubicBezTo>
                    <a:cubicBezTo>
                      <a:pt x="163" y="108"/>
                      <a:pt x="163" y="108"/>
                      <a:pt x="163" y="108"/>
                    </a:cubicBezTo>
                    <a:cubicBezTo>
                      <a:pt x="163" y="58"/>
                      <a:pt x="132" y="16"/>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1" name="组合 81"/>
            <p:cNvGrpSpPr/>
            <p:nvPr/>
          </p:nvGrpSpPr>
          <p:grpSpPr>
            <a:xfrm>
              <a:off x="3205941" y="2344412"/>
              <a:ext cx="216000" cy="200444"/>
              <a:chOff x="5278438" y="2973388"/>
              <a:chExt cx="1344613" cy="1247775"/>
            </a:xfrm>
            <a:solidFill>
              <a:schemeClr val="bg1"/>
            </a:solidFill>
          </p:grpSpPr>
          <p:sp>
            <p:nvSpPr>
              <p:cNvPr id="83" name="Freeform 67"/>
              <p:cNvSpPr>
                <a:spLocks noEditPoints="1"/>
              </p:cNvSpPr>
              <p:nvPr/>
            </p:nvSpPr>
            <p:spPr>
              <a:xfrm>
                <a:off x="5821363" y="2973388"/>
                <a:ext cx="801688" cy="806450"/>
              </a:xfrm>
              <a:custGeom>
                <a:avLst/>
                <a:gdLst>
                  <a:gd name="T0" fmla="*/ 256 w 281"/>
                  <a:gd name="T1" fmla="*/ 26 h 282"/>
                  <a:gd name="T2" fmla="*/ 163 w 281"/>
                  <a:gd name="T3" fmla="*/ 26 h 282"/>
                  <a:gd name="T4" fmla="*/ 0 w 281"/>
                  <a:gd name="T5" fmla="*/ 190 h 282"/>
                  <a:gd name="T6" fmla="*/ 92 w 281"/>
                  <a:gd name="T7" fmla="*/ 282 h 282"/>
                  <a:gd name="T8" fmla="*/ 256 w 281"/>
                  <a:gd name="T9" fmla="*/ 119 h 282"/>
                  <a:gd name="T10" fmla="*/ 256 w 281"/>
                  <a:gd name="T11" fmla="*/ 26 h 282"/>
                  <a:gd name="T12" fmla="*/ 55 w 281"/>
                  <a:gd name="T13" fmla="*/ 192 h 282"/>
                  <a:gd name="T14" fmla="*/ 44 w 281"/>
                  <a:gd name="T15" fmla="*/ 181 h 282"/>
                  <a:gd name="T16" fmla="*/ 183 w 281"/>
                  <a:gd name="T17" fmla="*/ 42 h 282"/>
                  <a:gd name="T18" fmla="*/ 194 w 281"/>
                  <a:gd name="T19" fmla="*/ 42 h 282"/>
                  <a:gd name="T20" fmla="*/ 194 w 281"/>
                  <a:gd name="T21" fmla="*/ 53 h 282"/>
                  <a:gd name="T22" fmla="*/ 55 w 281"/>
                  <a:gd name="T23" fmla="*/ 192 h 282"/>
                  <a:gd name="T24" fmla="*/ 78 w 281"/>
                  <a:gd name="T25" fmla="*/ 215 h 282"/>
                  <a:gd name="T26" fmla="*/ 67 w 281"/>
                  <a:gd name="T27" fmla="*/ 204 h 282"/>
                  <a:gd name="T28" fmla="*/ 217 w 281"/>
                  <a:gd name="T29" fmla="*/ 54 h 282"/>
                  <a:gd name="T30" fmla="*/ 228 w 281"/>
                  <a:gd name="T31" fmla="*/ 54 h 282"/>
                  <a:gd name="T32" fmla="*/ 228 w 281"/>
                  <a:gd name="T33" fmla="*/ 65 h 282"/>
                  <a:gd name="T34" fmla="*/ 78 w 281"/>
                  <a:gd name="T35" fmla="*/ 215 h 282"/>
                  <a:gd name="T36" fmla="*/ 101 w 281"/>
                  <a:gd name="T37" fmla="*/ 238 h 282"/>
                  <a:gd name="T38" fmla="*/ 90 w 281"/>
                  <a:gd name="T39" fmla="*/ 227 h 282"/>
                  <a:gd name="T40" fmla="*/ 229 w 281"/>
                  <a:gd name="T41" fmla="*/ 88 h 282"/>
                  <a:gd name="T42" fmla="*/ 240 w 281"/>
                  <a:gd name="T43" fmla="*/ 88 h 282"/>
                  <a:gd name="T44" fmla="*/ 240 w 281"/>
                  <a:gd name="T45" fmla="*/ 99 h 282"/>
                  <a:gd name="T46" fmla="*/ 101 w 281"/>
                  <a:gd name="T47" fmla="*/ 2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1" h="282">
                    <a:moveTo>
                      <a:pt x="256" y="26"/>
                    </a:moveTo>
                    <a:cubicBezTo>
                      <a:pt x="230" y="0"/>
                      <a:pt x="189" y="0"/>
                      <a:pt x="163" y="26"/>
                    </a:cubicBezTo>
                    <a:cubicBezTo>
                      <a:pt x="0" y="190"/>
                      <a:pt x="0" y="190"/>
                      <a:pt x="0" y="190"/>
                    </a:cubicBezTo>
                    <a:cubicBezTo>
                      <a:pt x="92" y="282"/>
                      <a:pt x="92" y="282"/>
                      <a:pt x="92" y="282"/>
                    </a:cubicBezTo>
                    <a:cubicBezTo>
                      <a:pt x="256" y="119"/>
                      <a:pt x="256" y="119"/>
                      <a:pt x="256" y="119"/>
                    </a:cubicBezTo>
                    <a:cubicBezTo>
                      <a:pt x="281" y="93"/>
                      <a:pt x="281" y="52"/>
                      <a:pt x="256" y="26"/>
                    </a:cubicBezTo>
                    <a:close/>
                    <a:moveTo>
                      <a:pt x="55" y="192"/>
                    </a:moveTo>
                    <a:cubicBezTo>
                      <a:pt x="44" y="181"/>
                      <a:pt x="44" y="181"/>
                      <a:pt x="44" y="181"/>
                    </a:cubicBezTo>
                    <a:cubicBezTo>
                      <a:pt x="183" y="42"/>
                      <a:pt x="183" y="42"/>
                      <a:pt x="183" y="42"/>
                    </a:cubicBezTo>
                    <a:cubicBezTo>
                      <a:pt x="186" y="39"/>
                      <a:pt x="191" y="39"/>
                      <a:pt x="194" y="42"/>
                    </a:cubicBezTo>
                    <a:cubicBezTo>
                      <a:pt x="197" y="45"/>
                      <a:pt x="197" y="50"/>
                      <a:pt x="194" y="53"/>
                    </a:cubicBezTo>
                    <a:lnTo>
                      <a:pt x="55" y="192"/>
                    </a:lnTo>
                    <a:close/>
                    <a:moveTo>
                      <a:pt x="78" y="215"/>
                    </a:moveTo>
                    <a:cubicBezTo>
                      <a:pt x="67" y="204"/>
                      <a:pt x="67" y="204"/>
                      <a:pt x="67" y="204"/>
                    </a:cubicBezTo>
                    <a:cubicBezTo>
                      <a:pt x="217" y="54"/>
                      <a:pt x="217" y="54"/>
                      <a:pt x="217" y="54"/>
                    </a:cubicBezTo>
                    <a:cubicBezTo>
                      <a:pt x="220" y="51"/>
                      <a:pt x="225" y="51"/>
                      <a:pt x="228" y="54"/>
                    </a:cubicBezTo>
                    <a:cubicBezTo>
                      <a:pt x="231" y="57"/>
                      <a:pt x="231" y="62"/>
                      <a:pt x="228" y="65"/>
                    </a:cubicBezTo>
                    <a:lnTo>
                      <a:pt x="78" y="215"/>
                    </a:lnTo>
                    <a:close/>
                    <a:moveTo>
                      <a:pt x="101" y="238"/>
                    </a:moveTo>
                    <a:cubicBezTo>
                      <a:pt x="90" y="227"/>
                      <a:pt x="90" y="227"/>
                      <a:pt x="90" y="227"/>
                    </a:cubicBezTo>
                    <a:cubicBezTo>
                      <a:pt x="229" y="88"/>
                      <a:pt x="229" y="88"/>
                      <a:pt x="229" y="88"/>
                    </a:cubicBezTo>
                    <a:cubicBezTo>
                      <a:pt x="232" y="85"/>
                      <a:pt x="237" y="85"/>
                      <a:pt x="240" y="88"/>
                    </a:cubicBezTo>
                    <a:cubicBezTo>
                      <a:pt x="243" y="91"/>
                      <a:pt x="243" y="96"/>
                      <a:pt x="240" y="99"/>
                    </a:cubicBezTo>
                    <a:lnTo>
                      <a:pt x="101" y="2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4" name="Freeform 68"/>
              <p:cNvSpPr/>
              <p:nvPr/>
            </p:nvSpPr>
            <p:spPr>
              <a:xfrm>
                <a:off x="5375275" y="3662363"/>
                <a:ext cx="554038" cy="558800"/>
              </a:xfrm>
              <a:custGeom>
                <a:avLst/>
                <a:gdLst>
                  <a:gd name="T0" fmla="*/ 227 w 349"/>
                  <a:gd name="T1" fmla="*/ 209 h 352"/>
                  <a:gd name="T2" fmla="*/ 210 w 349"/>
                  <a:gd name="T3" fmla="*/ 193 h 352"/>
                  <a:gd name="T4" fmla="*/ 349 w 349"/>
                  <a:gd name="T5" fmla="*/ 54 h 352"/>
                  <a:gd name="T6" fmla="*/ 295 w 349"/>
                  <a:gd name="T7" fmla="*/ 0 h 352"/>
                  <a:gd name="T8" fmla="*/ 156 w 349"/>
                  <a:gd name="T9" fmla="*/ 139 h 352"/>
                  <a:gd name="T10" fmla="*/ 142 w 349"/>
                  <a:gd name="T11" fmla="*/ 125 h 352"/>
                  <a:gd name="T12" fmla="*/ 110 w 349"/>
                  <a:gd name="T13" fmla="*/ 141 h 352"/>
                  <a:gd name="T14" fmla="*/ 0 w 349"/>
                  <a:gd name="T15" fmla="*/ 317 h 352"/>
                  <a:gd name="T16" fmla="*/ 32 w 349"/>
                  <a:gd name="T17" fmla="*/ 352 h 352"/>
                  <a:gd name="T18" fmla="*/ 207 w 349"/>
                  <a:gd name="T19" fmla="*/ 242 h 352"/>
                  <a:gd name="T20" fmla="*/ 227 w 349"/>
                  <a:gd name="T21" fmla="*/ 20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9" h="352">
                    <a:moveTo>
                      <a:pt x="227" y="209"/>
                    </a:moveTo>
                    <a:lnTo>
                      <a:pt x="210" y="193"/>
                    </a:lnTo>
                    <a:lnTo>
                      <a:pt x="349" y="54"/>
                    </a:lnTo>
                    <a:lnTo>
                      <a:pt x="295" y="0"/>
                    </a:lnTo>
                    <a:lnTo>
                      <a:pt x="156" y="139"/>
                    </a:lnTo>
                    <a:lnTo>
                      <a:pt x="142" y="125"/>
                    </a:lnTo>
                    <a:lnTo>
                      <a:pt x="110" y="141"/>
                    </a:lnTo>
                    <a:lnTo>
                      <a:pt x="0" y="317"/>
                    </a:lnTo>
                    <a:lnTo>
                      <a:pt x="32" y="352"/>
                    </a:lnTo>
                    <a:lnTo>
                      <a:pt x="207" y="242"/>
                    </a:lnTo>
                    <a:lnTo>
                      <a:pt x="227" y="20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5" name="Freeform 69"/>
              <p:cNvSpPr/>
              <p:nvPr/>
            </p:nvSpPr>
            <p:spPr>
              <a:xfrm>
                <a:off x="5278438" y="2986088"/>
                <a:ext cx="590550" cy="590550"/>
              </a:xfrm>
              <a:custGeom>
                <a:avLst/>
                <a:gdLst>
                  <a:gd name="T0" fmla="*/ 104 w 207"/>
                  <a:gd name="T1" fmla="*/ 0 h 207"/>
                  <a:gd name="T2" fmla="*/ 78 w 207"/>
                  <a:gd name="T3" fmla="*/ 3 h 207"/>
                  <a:gd name="T4" fmla="*/ 81 w 207"/>
                  <a:gd name="T5" fmla="*/ 5 h 207"/>
                  <a:gd name="T6" fmla="*/ 118 w 207"/>
                  <a:gd name="T7" fmla="*/ 43 h 207"/>
                  <a:gd name="T8" fmla="*/ 118 w 207"/>
                  <a:gd name="T9" fmla="*/ 112 h 207"/>
                  <a:gd name="T10" fmla="*/ 49 w 207"/>
                  <a:gd name="T11" fmla="*/ 112 h 207"/>
                  <a:gd name="T12" fmla="*/ 12 w 207"/>
                  <a:gd name="T13" fmla="*/ 74 h 207"/>
                  <a:gd name="T14" fmla="*/ 7 w 207"/>
                  <a:gd name="T15" fmla="*/ 68 h 207"/>
                  <a:gd name="T16" fmla="*/ 0 w 207"/>
                  <a:gd name="T17" fmla="*/ 103 h 207"/>
                  <a:gd name="T18" fmla="*/ 104 w 207"/>
                  <a:gd name="T19" fmla="*/ 207 h 207"/>
                  <a:gd name="T20" fmla="*/ 207 w 207"/>
                  <a:gd name="T21" fmla="*/ 103 h 207"/>
                  <a:gd name="T22" fmla="*/ 104 w 207"/>
                  <a:gd name="T23"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07">
                    <a:moveTo>
                      <a:pt x="104" y="0"/>
                    </a:moveTo>
                    <a:cubicBezTo>
                      <a:pt x="95" y="0"/>
                      <a:pt x="86" y="1"/>
                      <a:pt x="78" y="3"/>
                    </a:cubicBezTo>
                    <a:cubicBezTo>
                      <a:pt x="79" y="4"/>
                      <a:pt x="80" y="5"/>
                      <a:pt x="81" y="5"/>
                    </a:cubicBezTo>
                    <a:cubicBezTo>
                      <a:pt x="118" y="43"/>
                      <a:pt x="118" y="43"/>
                      <a:pt x="118" y="43"/>
                    </a:cubicBezTo>
                    <a:cubicBezTo>
                      <a:pt x="137" y="62"/>
                      <a:pt x="137" y="93"/>
                      <a:pt x="118" y="112"/>
                    </a:cubicBezTo>
                    <a:cubicBezTo>
                      <a:pt x="99" y="131"/>
                      <a:pt x="68" y="131"/>
                      <a:pt x="49" y="112"/>
                    </a:cubicBezTo>
                    <a:cubicBezTo>
                      <a:pt x="12" y="74"/>
                      <a:pt x="12" y="74"/>
                      <a:pt x="12" y="74"/>
                    </a:cubicBezTo>
                    <a:cubicBezTo>
                      <a:pt x="10" y="72"/>
                      <a:pt x="8" y="70"/>
                      <a:pt x="7" y="68"/>
                    </a:cubicBezTo>
                    <a:cubicBezTo>
                      <a:pt x="3" y="79"/>
                      <a:pt x="0" y="91"/>
                      <a:pt x="0" y="103"/>
                    </a:cubicBezTo>
                    <a:cubicBezTo>
                      <a:pt x="0" y="161"/>
                      <a:pt x="47" y="207"/>
                      <a:pt x="104" y="207"/>
                    </a:cubicBezTo>
                    <a:cubicBezTo>
                      <a:pt x="161" y="207"/>
                      <a:pt x="207" y="161"/>
                      <a:pt x="207" y="103"/>
                    </a:cubicBezTo>
                    <a:cubicBezTo>
                      <a:pt x="207" y="46"/>
                      <a:pt x="161"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86" name="Freeform 70"/>
              <p:cNvSpPr>
                <a:spLocks noEditPoints="1"/>
              </p:cNvSpPr>
              <p:nvPr/>
            </p:nvSpPr>
            <p:spPr>
              <a:xfrm>
                <a:off x="6008688" y="3686176"/>
                <a:ext cx="531813" cy="531813"/>
              </a:xfrm>
              <a:custGeom>
                <a:avLst/>
                <a:gdLst>
                  <a:gd name="T0" fmla="*/ 164 w 186"/>
                  <a:gd name="T1" fmla="*/ 164 h 186"/>
                  <a:gd name="T2" fmla="*/ 164 w 186"/>
                  <a:gd name="T3" fmla="*/ 83 h 186"/>
                  <a:gd name="T4" fmla="*/ 81 w 186"/>
                  <a:gd name="T5" fmla="*/ 0 h 186"/>
                  <a:gd name="T6" fmla="*/ 0 w 186"/>
                  <a:gd name="T7" fmla="*/ 81 h 186"/>
                  <a:gd name="T8" fmla="*/ 82 w 186"/>
                  <a:gd name="T9" fmla="*/ 164 h 186"/>
                  <a:gd name="T10" fmla="*/ 164 w 186"/>
                  <a:gd name="T11" fmla="*/ 164 h 186"/>
                  <a:gd name="T12" fmla="*/ 109 w 186"/>
                  <a:gd name="T13" fmla="*/ 109 h 186"/>
                  <a:gd name="T14" fmla="*/ 142 w 186"/>
                  <a:gd name="T15" fmla="*/ 109 h 186"/>
                  <a:gd name="T16" fmla="*/ 142 w 186"/>
                  <a:gd name="T17" fmla="*/ 143 h 186"/>
                  <a:gd name="T18" fmla="*/ 109 w 186"/>
                  <a:gd name="T19" fmla="*/ 143 h 186"/>
                  <a:gd name="T20" fmla="*/ 109 w 186"/>
                  <a:gd name="T21" fmla="*/ 10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86">
                    <a:moveTo>
                      <a:pt x="164" y="164"/>
                    </a:moveTo>
                    <a:cubicBezTo>
                      <a:pt x="186" y="142"/>
                      <a:pt x="186" y="105"/>
                      <a:pt x="164" y="83"/>
                    </a:cubicBezTo>
                    <a:cubicBezTo>
                      <a:pt x="81" y="0"/>
                      <a:pt x="81" y="0"/>
                      <a:pt x="81" y="0"/>
                    </a:cubicBezTo>
                    <a:cubicBezTo>
                      <a:pt x="0" y="81"/>
                      <a:pt x="0" y="81"/>
                      <a:pt x="0" y="81"/>
                    </a:cubicBezTo>
                    <a:cubicBezTo>
                      <a:pt x="82" y="164"/>
                      <a:pt x="82" y="164"/>
                      <a:pt x="82" y="164"/>
                    </a:cubicBezTo>
                    <a:cubicBezTo>
                      <a:pt x="105" y="186"/>
                      <a:pt x="141" y="186"/>
                      <a:pt x="164" y="164"/>
                    </a:cubicBezTo>
                    <a:close/>
                    <a:moveTo>
                      <a:pt x="109" y="109"/>
                    </a:moveTo>
                    <a:cubicBezTo>
                      <a:pt x="118" y="100"/>
                      <a:pt x="133" y="100"/>
                      <a:pt x="142" y="109"/>
                    </a:cubicBezTo>
                    <a:cubicBezTo>
                      <a:pt x="152" y="118"/>
                      <a:pt x="152" y="133"/>
                      <a:pt x="142" y="143"/>
                    </a:cubicBezTo>
                    <a:cubicBezTo>
                      <a:pt x="133" y="152"/>
                      <a:pt x="118" y="152"/>
                      <a:pt x="109" y="143"/>
                    </a:cubicBezTo>
                    <a:cubicBezTo>
                      <a:pt x="99" y="133"/>
                      <a:pt x="99" y="118"/>
                      <a:pt x="10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grpSp>
        <p:grpSp>
          <p:nvGrpSpPr>
            <p:cNvPr id="43012" name="组合 86"/>
            <p:cNvGrpSpPr/>
            <p:nvPr/>
          </p:nvGrpSpPr>
          <p:grpSpPr>
            <a:xfrm>
              <a:off x="3706368" y="1913923"/>
              <a:ext cx="216000" cy="167043"/>
              <a:chOff x="3175" y="747713"/>
              <a:chExt cx="1751013" cy="1354138"/>
            </a:xfrm>
            <a:solidFill>
              <a:schemeClr val="bg1"/>
            </a:solidFill>
          </p:grpSpPr>
          <p:sp>
            <p:nvSpPr>
              <p:cNvPr id="88" name="Freeform 6"/>
              <p:cNvSpPr/>
              <p:nvPr/>
            </p:nvSpPr>
            <p:spPr>
              <a:xfrm>
                <a:off x="3175" y="747713"/>
                <a:ext cx="1308100" cy="854075"/>
              </a:xfrm>
              <a:custGeom>
                <a:avLst/>
                <a:gdLst>
                  <a:gd name="T0" fmla="*/ 357 w 458"/>
                  <a:gd name="T1" fmla="*/ 8 h 299"/>
                  <a:gd name="T2" fmla="*/ 184 w 458"/>
                  <a:gd name="T3" fmla="*/ 54 h 299"/>
                  <a:gd name="T4" fmla="*/ 40 w 458"/>
                  <a:gd name="T5" fmla="*/ 161 h 299"/>
                  <a:gd name="T6" fmla="*/ 35 w 458"/>
                  <a:gd name="T7" fmla="*/ 277 h 299"/>
                  <a:gd name="T8" fmla="*/ 36 w 458"/>
                  <a:gd name="T9" fmla="*/ 279 h 299"/>
                  <a:gd name="T10" fmla="*/ 85 w 458"/>
                  <a:gd name="T11" fmla="*/ 288 h 299"/>
                  <a:gd name="T12" fmla="*/ 133 w 458"/>
                  <a:gd name="T13" fmla="*/ 256 h 299"/>
                  <a:gd name="T14" fmla="*/ 142 w 458"/>
                  <a:gd name="T15" fmla="*/ 207 h 299"/>
                  <a:gd name="T16" fmla="*/ 128 w 458"/>
                  <a:gd name="T17" fmla="*/ 195 h 299"/>
                  <a:gd name="T18" fmla="*/ 211 w 458"/>
                  <a:gd name="T19" fmla="*/ 112 h 299"/>
                  <a:gd name="T20" fmla="*/ 211 w 458"/>
                  <a:gd name="T21" fmla="*/ 112 h 299"/>
                  <a:gd name="T22" fmla="*/ 212 w 458"/>
                  <a:gd name="T23" fmla="*/ 112 h 299"/>
                  <a:gd name="T24" fmla="*/ 212 w 458"/>
                  <a:gd name="T25" fmla="*/ 112 h 299"/>
                  <a:gd name="T26" fmla="*/ 212 w 458"/>
                  <a:gd name="T27" fmla="*/ 112 h 299"/>
                  <a:gd name="T28" fmla="*/ 329 w 458"/>
                  <a:gd name="T29" fmla="*/ 97 h 299"/>
                  <a:gd name="T30" fmla="*/ 330 w 458"/>
                  <a:gd name="T31" fmla="*/ 116 h 299"/>
                  <a:gd name="T32" fmla="*/ 374 w 458"/>
                  <a:gd name="T33" fmla="*/ 139 h 299"/>
                  <a:gd name="T34" fmla="*/ 429 w 458"/>
                  <a:gd name="T35" fmla="*/ 121 h 299"/>
                  <a:gd name="T36" fmla="*/ 452 w 458"/>
                  <a:gd name="T37" fmla="*/ 77 h 299"/>
                  <a:gd name="T38" fmla="*/ 451 w 458"/>
                  <a:gd name="T39" fmla="*/ 75 h 299"/>
                  <a:gd name="T40" fmla="*/ 357 w 458"/>
                  <a:gd name="T41" fmla="*/ 8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8" h="299">
                    <a:moveTo>
                      <a:pt x="357" y="8"/>
                    </a:moveTo>
                    <a:cubicBezTo>
                      <a:pt x="288" y="0"/>
                      <a:pt x="191" y="50"/>
                      <a:pt x="184" y="54"/>
                    </a:cubicBezTo>
                    <a:cubicBezTo>
                      <a:pt x="176" y="58"/>
                      <a:pt x="77" y="103"/>
                      <a:pt x="40" y="161"/>
                    </a:cubicBezTo>
                    <a:cubicBezTo>
                      <a:pt x="0" y="225"/>
                      <a:pt x="34" y="276"/>
                      <a:pt x="35" y="277"/>
                    </a:cubicBezTo>
                    <a:cubicBezTo>
                      <a:pt x="35" y="278"/>
                      <a:pt x="36" y="278"/>
                      <a:pt x="36" y="279"/>
                    </a:cubicBezTo>
                    <a:cubicBezTo>
                      <a:pt x="47" y="295"/>
                      <a:pt x="69" y="299"/>
                      <a:pt x="85" y="288"/>
                    </a:cubicBezTo>
                    <a:cubicBezTo>
                      <a:pt x="133" y="256"/>
                      <a:pt x="133" y="256"/>
                      <a:pt x="133" y="256"/>
                    </a:cubicBezTo>
                    <a:cubicBezTo>
                      <a:pt x="149" y="245"/>
                      <a:pt x="153" y="223"/>
                      <a:pt x="142" y="207"/>
                    </a:cubicBezTo>
                    <a:cubicBezTo>
                      <a:pt x="138" y="201"/>
                      <a:pt x="133" y="197"/>
                      <a:pt x="128" y="195"/>
                    </a:cubicBezTo>
                    <a:cubicBezTo>
                      <a:pt x="111" y="157"/>
                      <a:pt x="200" y="117"/>
                      <a:pt x="211" y="112"/>
                    </a:cubicBezTo>
                    <a:cubicBezTo>
                      <a:pt x="211" y="112"/>
                      <a:pt x="211" y="112"/>
                      <a:pt x="211" y="112"/>
                    </a:cubicBezTo>
                    <a:cubicBezTo>
                      <a:pt x="211" y="112"/>
                      <a:pt x="211" y="112"/>
                      <a:pt x="212" y="112"/>
                    </a:cubicBezTo>
                    <a:cubicBezTo>
                      <a:pt x="212" y="112"/>
                      <a:pt x="212" y="112"/>
                      <a:pt x="212" y="112"/>
                    </a:cubicBezTo>
                    <a:cubicBezTo>
                      <a:pt x="212" y="112"/>
                      <a:pt x="212" y="112"/>
                      <a:pt x="212" y="112"/>
                    </a:cubicBezTo>
                    <a:cubicBezTo>
                      <a:pt x="223" y="106"/>
                      <a:pt x="310" y="61"/>
                      <a:pt x="329" y="97"/>
                    </a:cubicBezTo>
                    <a:cubicBezTo>
                      <a:pt x="328" y="103"/>
                      <a:pt x="328" y="109"/>
                      <a:pt x="330" y="116"/>
                    </a:cubicBezTo>
                    <a:cubicBezTo>
                      <a:pt x="335" y="134"/>
                      <a:pt x="355" y="145"/>
                      <a:pt x="374" y="139"/>
                    </a:cubicBezTo>
                    <a:cubicBezTo>
                      <a:pt x="429" y="121"/>
                      <a:pt x="429" y="121"/>
                      <a:pt x="429" y="121"/>
                    </a:cubicBezTo>
                    <a:cubicBezTo>
                      <a:pt x="447" y="116"/>
                      <a:pt x="458" y="96"/>
                      <a:pt x="452" y="77"/>
                    </a:cubicBezTo>
                    <a:cubicBezTo>
                      <a:pt x="452" y="76"/>
                      <a:pt x="451" y="76"/>
                      <a:pt x="451" y="75"/>
                    </a:cubicBezTo>
                    <a:cubicBezTo>
                      <a:pt x="451" y="74"/>
                      <a:pt x="432" y="15"/>
                      <a:pt x="35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9" name="Freeform 7"/>
              <p:cNvSpPr>
                <a:spLocks noEditPoints="1"/>
              </p:cNvSpPr>
              <p:nvPr/>
            </p:nvSpPr>
            <p:spPr>
              <a:xfrm>
                <a:off x="180975" y="1273176"/>
                <a:ext cx="1270000" cy="828675"/>
              </a:xfrm>
              <a:custGeom>
                <a:avLst/>
                <a:gdLst>
                  <a:gd name="T0" fmla="*/ 442 w 445"/>
                  <a:gd name="T1" fmla="*/ 213 h 290"/>
                  <a:gd name="T2" fmla="*/ 313 w 445"/>
                  <a:gd name="T3" fmla="*/ 55 h 290"/>
                  <a:gd name="T4" fmla="*/ 313 w 445"/>
                  <a:gd name="T5" fmla="*/ 26 h 290"/>
                  <a:gd name="T6" fmla="*/ 262 w 445"/>
                  <a:gd name="T7" fmla="*/ 26 h 290"/>
                  <a:gd name="T8" fmla="*/ 183 w 445"/>
                  <a:gd name="T9" fmla="*/ 30 h 290"/>
                  <a:gd name="T10" fmla="*/ 157 w 445"/>
                  <a:gd name="T11" fmla="*/ 0 h 290"/>
                  <a:gd name="T12" fmla="*/ 132 w 445"/>
                  <a:gd name="T13" fmla="*/ 46 h 290"/>
                  <a:gd name="T14" fmla="*/ 132 w 445"/>
                  <a:gd name="T15" fmla="*/ 48 h 290"/>
                  <a:gd name="T16" fmla="*/ 132 w 445"/>
                  <a:gd name="T17" fmla="*/ 53 h 290"/>
                  <a:gd name="T18" fmla="*/ 3 w 445"/>
                  <a:gd name="T19" fmla="*/ 213 h 290"/>
                  <a:gd name="T20" fmla="*/ 0 w 445"/>
                  <a:gd name="T21" fmla="*/ 234 h 290"/>
                  <a:gd name="T22" fmla="*/ 0 w 445"/>
                  <a:gd name="T23" fmla="*/ 278 h 290"/>
                  <a:gd name="T24" fmla="*/ 433 w 445"/>
                  <a:gd name="T25" fmla="*/ 290 h 290"/>
                  <a:gd name="T26" fmla="*/ 445 w 445"/>
                  <a:gd name="T27" fmla="*/ 234 h 290"/>
                  <a:gd name="T28" fmla="*/ 445 w 445"/>
                  <a:gd name="T29" fmla="*/ 230 h 290"/>
                  <a:gd name="T30" fmla="*/ 175 w 445"/>
                  <a:gd name="T31" fmla="*/ 246 h 290"/>
                  <a:gd name="T32" fmla="*/ 146 w 445"/>
                  <a:gd name="T33" fmla="*/ 240 h 290"/>
                  <a:gd name="T34" fmla="*/ 153 w 445"/>
                  <a:gd name="T35" fmla="*/ 211 h 290"/>
                  <a:gd name="T36" fmla="*/ 181 w 445"/>
                  <a:gd name="T37" fmla="*/ 218 h 290"/>
                  <a:gd name="T38" fmla="*/ 181 w 445"/>
                  <a:gd name="T39" fmla="*/ 187 h 290"/>
                  <a:gd name="T40" fmla="*/ 153 w 445"/>
                  <a:gd name="T41" fmla="*/ 193 h 290"/>
                  <a:gd name="T42" fmla="*/ 146 w 445"/>
                  <a:gd name="T43" fmla="*/ 164 h 290"/>
                  <a:gd name="T44" fmla="*/ 175 w 445"/>
                  <a:gd name="T45" fmla="*/ 158 h 290"/>
                  <a:gd name="T46" fmla="*/ 181 w 445"/>
                  <a:gd name="T47" fmla="*/ 187 h 290"/>
                  <a:gd name="T48" fmla="*/ 175 w 445"/>
                  <a:gd name="T49" fmla="*/ 140 h 290"/>
                  <a:gd name="T50" fmla="*/ 146 w 445"/>
                  <a:gd name="T51" fmla="*/ 134 h 290"/>
                  <a:gd name="T52" fmla="*/ 153 w 445"/>
                  <a:gd name="T53" fmla="*/ 105 h 290"/>
                  <a:gd name="T54" fmla="*/ 181 w 445"/>
                  <a:gd name="T55" fmla="*/ 111 h 290"/>
                  <a:gd name="T56" fmla="*/ 240 w 445"/>
                  <a:gd name="T57" fmla="*/ 240 h 290"/>
                  <a:gd name="T58" fmla="*/ 211 w 445"/>
                  <a:gd name="T59" fmla="*/ 246 h 290"/>
                  <a:gd name="T60" fmla="*/ 205 w 445"/>
                  <a:gd name="T61" fmla="*/ 218 h 290"/>
                  <a:gd name="T62" fmla="*/ 234 w 445"/>
                  <a:gd name="T63" fmla="*/ 211 h 290"/>
                  <a:gd name="T64" fmla="*/ 240 w 445"/>
                  <a:gd name="T65" fmla="*/ 240 h 290"/>
                  <a:gd name="T66" fmla="*/ 234 w 445"/>
                  <a:gd name="T67" fmla="*/ 193 h 290"/>
                  <a:gd name="T68" fmla="*/ 205 w 445"/>
                  <a:gd name="T69" fmla="*/ 187 h 290"/>
                  <a:gd name="T70" fmla="*/ 211 w 445"/>
                  <a:gd name="T71" fmla="*/ 158 h 290"/>
                  <a:gd name="T72" fmla="*/ 240 w 445"/>
                  <a:gd name="T73" fmla="*/ 164 h 290"/>
                  <a:gd name="T74" fmla="*/ 240 w 445"/>
                  <a:gd name="T75" fmla="*/ 134 h 290"/>
                  <a:gd name="T76" fmla="*/ 211 w 445"/>
                  <a:gd name="T77" fmla="*/ 140 h 290"/>
                  <a:gd name="T78" fmla="*/ 205 w 445"/>
                  <a:gd name="T79" fmla="*/ 111 h 290"/>
                  <a:gd name="T80" fmla="*/ 234 w 445"/>
                  <a:gd name="T81" fmla="*/ 105 h 290"/>
                  <a:gd name="T82" fmla="*/ 240 w 445"/>
                  <a:gd name="T83" fmla="*/ 134 h 290"/>
                  <a:gd name="T84" fmla="*/ 292 w 445"/>
                  <a:gd name="T85" fmla="*/ 246 h 290"/>
                  <a:gd name="T86" fmla="*/ 263 w 445"/>
                  <a:gd name="T87" fmla="*/ 240 h 290"/>
                  <a:gd name="T88" fmla="*/ 269 w 445"/>
                  <a:gd name="T89" fmla="*/ 211 h 290"/>
                  <a:gd name="T90" fmla="*/ 298 w 445"/>
                  <a:gd name="T91" fmla="*/ 218 h 290"/>
                  <a:gd name="T92" fmla="*/ 298 w 445"/>
                  <a:gd name="T93" fmla="*/ 187 h 290"/>
                  <a:gd name="T94" fmla="*/ 269 w 445"/>
                  <a:gd name="T95" fmla="*/ 193 h 290"/>
                  <a:gd name="T96" fmla="*/ 263 w 445"/>
                  <a:gd name="T97" fmla="*/ 164 h 290"/>
                  <a:gd name="T98" fmla="*/ 292 w 445"/>
                  <a:gd name="T99" fmla="*/ 158 h 290"/>
                  <a:gd name="T100" fmla="*/ 298 w 445"/>
                  <a:gd name="T101" fmla="*/ 187 h 290"/>
                  <a:gd name="T102" fmla="*/ 292 w 445"/>
                  <a:gd name="T103" fmla="*/ 140 h 290"/>
                  <a:gd name="T104" fmla="*/ 263 w 445"/>
                  <a:gd name="T105" fmla="*/ 134 h 290"/>
                  <a:gd name="T106" fmla="*/ 269 w 445"/>
                  <a:gd name="T107" fmla="*/ 105 h 290"/>
                  <a:gd name="T108" fmla="*/ 298 w 445"/>
                  <a:gd name="T109" fmla="*/ 111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45" h="290">
                    <a:moveTo>
                      <a:pt x="445" y="230"/>
                    </a:moveTo>
                    <a:cubicBezTo>
                      <a:pt x="445" y="224"/>
                      <a:pt x="444" y="218"/>
                      <a:pt x="442" y="213"/>
                    </a:cubicBezTo>
                    <a:cubicBezTo>
                      <a:pt x="433" y="184"/>
                      <a:pt x="397" y="165"/>
                      <a:pt x="397" y="165"/>
                    </a:cubicBezTo>
                    <a:cubicBezTo>
                      <a:pt x="325" y="114"/>
                      <a:pt x="314" y="77"/>
                      <a:pt x="313" y="55"/>
                    </a:cubicBezTo>
                    <a:cubicBezTo>
                      <a:pt x="313" y="54"/>
                      <a:pt x="313" y="54"/>
                      <a:pt x="313" y="53"/>
                    </a:cubicBezTo>
                    <a:cubicBezTo>
                      <a:pt x="313" y="26"/>
                      <a:pt x="313" y="26"/>
                      <a:pt x="313" y="26"/>
                    </a:cubicBezTo>
                    <a:cubicBezTo>
                      <a:pt x="313" y="12"/>
                      <a:pt x="302" y="0"/>
                      <a:pt x="288" y="0"/>
                    </a:cubicBezTo>
                    <a:cubicBezTo>
                      <a:pt x="274" y="0"/>
                      <a:pt x="262" y="12"/>
                      <a:pt x="262" y="26"/>
                    </a:cubicBezTo>
                    <a:cubicBezTo>
                      <a:pt x="262" y="29"/>
                      <a:pt x="262" y="29"/>
                      <a:pt x="262" y="29"/>
                    </a:cubicBezTo>
                    <a:cubicBezTo>
                      <a:pt x="220" y="42"/>
                      <a:pt x="193" y="34"/>
                      <a:pt x="183" y="30"/>
                    </a:cubicBezTo>
                    <a:cubicBezTo>
                      <a:pt x="183" y="26"/>
                      <a:pt x="183" y="26"/>
                      <a:pt x="183" y="26"/>
                    </a:cubicBezTo>
                    <a:cubicBezTo>
                      <a:pt x="183" y="12"/>
                      <a:pt x="172" y="0"/>
                      <a:pt x="157" y="0"/>
                    </a:cubicBezTo>
                    <a:cubicBezTo>
                      <a:pt x="143" y="0"/>
                      <a:pt x="132" y="12"/>
                      <a:pt x="132" y="26"/>
                    </a:cubicBezTo>
                    <a:cubicBezTo>
                      <a:pt x="132" y="46"/>
                      <a:pt x="132" y="46"/>
                      <a:pt x="132" y="46"/>
                    </a:cubicBezTo>
                    <a:cubicBezTo>
                      <a:pt x="131" y="46"/>
                      <a:pt x="131" y="46"/>
                      <a:pt x="131" y="46"/>
                    </a:cubicBezTo>
                    <a:cubicBezTo>
                      <a:pt x="131" y="46"/>
                      <a:pt x="132" y="47"/>
                      <a:pt x="132" y="48"/>
                    </a:cubicBezTo>
                    <a:cubicBezTo>
                      <a:pt x="132" y="53"/>
                      <a:pt x="132" y="53"/>
                      <a:pt x="132" y="53"/>
                    </a:cubicBezTo>
                    <a:cubicBezTo>
                      <a:pt x="132" y="53"/>
                      <a:pt x="132" y="53"/>
                      <a:pt x="132" y="53"/>
                    </a:cubicBezTo>
                    <a:cubicBezTo>
                      <a:pt x="131" y="73"/>
                      <a:pt x="122" y="113"/>
                      <a:pt x="48" y="165"/>
                    </a:cubicBezTo>
                    <a:cubicBezTo>
                      <a:pt x="48" y="165"/>
                      <a:pt x="11" y="184"/>
                      <a:pt x="3" y="213"/>
                    </a:cubicBezTo>
                    <a:cubicBezTo>
                      <a:pt x="1" y="218"/>
                      <a:pt x="0" y="224"/>
                      <a:pt x="0" y="230"/>
                    </a:cubicBezTo>
                    <a:cubicBezTo>
                      <a:pt x="0" y="231"/>
                      <a:pt x="0" y="232"/>
                      <a:pt x="0" y="234"/>
                    </a:cubicBezTo>
                    <a:cubicBezTo>
                      <a:pt x="0" y="234"/>
                      <a:pt x="0" y="234"/>
                      <a:pt x="0" y="234"/>
                    </a:cubicBezTo>
                    <a:cubicBezTo>
                      <a:pt x="0" y="278"/>
                      <a:pt x="0" y="278"/>
                      <a:pt x="0" y="278"/>
                    </a:cubicBezTo>
                    <a:cubicBezTo>
                      <a:pt x="0" y="285"/>
                      <a:pt x="6" y="290"/>
                      <a:pt x="12" y="290"/>
                    </a:cubicBezTo>
                    <a:cubicBezTo>
                      <a:pt x="433" y="290"/>
                      <a:pt x="433" y="290"/>
                      <a:pt x="433" y="290"/>
                    </a:cubicBezTo>
                    <a:cubicBezTo>
                      <a:pt x="439" y="290"/>
                      <a:pt x="445" y="285"/>
                      <a:pt x="445" y="278"/>
                    </a:cubicBezTo>
                    <a:cubicBezTo>
                      <a:pt x="445" y="234"/>
                      <a:pt x="445" y="234"/>
                      <a:pt x="445" y="234"/>
                    </a:cubicBezTo>
                    <a:cubicBezTo>
                      <a:pt x="445" y="234"/>
                      <a:pt x="445" y="234"/>
                      <a:pt x="445" y="234"/>
                    </a:cubicBezTo>
                    <a:cubicBezTo>
                      <a:pt x="445" y="232"/>
                      <a:pt x="445" y="231"/>
                      <a:pt x="445" y="230"/>
                    </a:cubicBezTo>
                    <a:close/>
                    <a:moveTo>
                      <a:pt x="181" y="240"/>
                    </a:moveTo>
                    <a:cubicBezTo>
                      <a:pt x="181" y="244"/>
                      <a:pt x="179" y="246"/>
                      <a:pt x="175" y="246"/>
                    </a:cubicBezTo>
                    <a:cubicBezTo>
                      <a:pt x="153" y="246"/>
                      <a:pt x="153" y="246"/>
                      <a:pt x="153" y="246"/>
                    </a:cubicBezTo>
                    <a:cubicBezTo>
                      <a:pt x="149" y="246"/>
                      <a:pt x="146" y="244"/>
                      <a:pt x="146" y="240"/>
                    </a:cubicBezTo>
                    <a:cubicBezTo>
                      <a:pt x="146" y="218"/>
                      <a:pt x="146" y="218"/>
                      <a:pt x="146" y="218"/>
                    </a:cubicBezTo>
                    <a:cubicBezTo>
                      <a:pt x="146" y="214"/>
                      <a:pt x="149" y="211"/>
                      <a:pt x="153" y="211"/>
                    </a:cubicBezTo>
                    <a:cubicBezTo>
                      <a:pt x="175" y="211"/>
                      <a:pt x="175" y="211"/>
                      <a:pt x="175" y="211"/>
                    </a:cubicBezTo>
                    <a:cubicBezTo>
                      <a:pt x="179" y="211"/>
                      <a:pt x="181" y="214"/>
                      <a:pt x="181" y="218"/>
                    </a:cubicBezTo>
                    <a:lnTo>
                      <a:pt x="181" y="240"/>
                    </a:lnTo>
                    <a:close/>
                    <a:moveTo>
                      <a:pt x="181" y="187"/>
                    </a:moveTo>
                    <a:cubicBezTo>
                      <a:pt x="181" y="190"/>
                      <a:pt x="179" y="193"/>
                      <a:pt x="175" y="193"/>
                    </a:cubicBezTo>
                    <a:cubicBezTo>
                      <a:pt x="153" y="193"/>
                      <a:pt x="153" y="193"/>
                      <a:pt x="153" y="193"/>
                    </a:cubicBezTo>
                    <a:cubicBezTo>
                      <a:pt x="149" y="193"/>
                      <a:pt x="146" y="190"/>
                      <a:pt x="146" y="187"/>
                    </a:cubicBezTo>
                    <a:cubicBezTo>
                      <a:pt x="146" y="164"/>
                      <a:pt x="146" y="164"/>
                      <a:pt x="146" y="164"/>
                    </a:cubicBezTo>
                    <a:cubicBezTo>
                      <a:pt x="146" y="161"/>
                      <a:pt x="149" y="158"/>
                      <a:pt x="153" y="158"/>
                    </a:cubicBezTo>
                    <a:cubicBezTo>
                      <a:pt x="175" y="158"/>
                      <a:pt x="175" y="158"/>
                      <a:pt x="175" y="158"/>
                    </a:cubicBezTo>
                    <a:cubicBezTo>
                      <a:pt x="179" y="158"/>
                      <a:pt x="181" y="161"/>
                      <a:pt x="181" y="164"/>
                    </a:cubicBezTo>
                    <a:lnTo>
                      <a:pt x="181" y="187"/>
                    </a:lnTo>
                    <a:close/>
                    <a:moveTo>
                      <a:pt x="181" y="134"/>
                    </a:moveTo>
                    <a:cubicBezTo>
                      <a:pt x="181" y="137"/>
                      <a:pt x="179" y="140"/>
                      <a:pt x="175" y="140"/>
                    </a:cubicBezTo>
                    <a:cubicBezTo>
                      <a:pt x="153" y="140"/>
                      <a:pt x="153" y="140"/>
                      <a:pt x="153" y="140"/>
                    </a:cubicBezTo>
                    <a:cubicBezTo>
                      <a:pt x="149" y="140"/>
                      <a:pt x="146" y="137"/>
                      <a:pt x="146" y="134"/>
                    </a:cubicBezTo>
                    <a:cubicBezTo>
                      <a:pt x="146" y="111"/>
                      <a:pt x="146" y="111"/>
                      <a:pt x="146" y="111"/>
                    </a:cubicBezTo>
                    <a:cubicBezTo>
                      <a:pt x="146" y="108"/>
                      <a:pt x="149" y="105"/>
                      <a:pt x="153" y="105"/>
                    </a:cubicBezTo>
                    <a:cubicBezTo>
                      <a:pt x="175" y="105"/>
                      <a:pt x="175" y="105"/>
                      <a:pt x="175" y="105"/>
                    </a:cubicBezTo>
                    <a:cubicBezTo>
                      <a:pt x="179" y="105"/>
                      <a:pt x="181" y="108"/>
                      <a:pt x="181" y="111"/>
                    </a:cubicBezTo>
                    <a:lnTo>
                      <a:pt x="181" y="134"/>
                    </a:lnTo>
                    <a:close/>
                    <a:moveTo>
                      <a:pt x="240" y="240"/>
                    </a:moveTo>
                    <a:cubicBezTo>
                      <a:pt x="240" y="244"/>
                      <a:pt x="237" y="246"/>
                      <a:pt x="234" y="246"/>
                    </a:cubicBezTo>
                    <a:cubicBezTo>
                      <a:pt x="211" y="246"/>
                      <a:pt x="211" y="246"/>
                      <a:pt x="211" y="246"/>
                    </a:cubicBezTo>
                    <a:cubicBezTo>
                      <a:pt x="208" y="246"/>
                      <a:pt x="205" y="244"/>
                      <a:pt x="205" y="240"/>
                    </a:cubicBezTo>
                    <a:cubicBezTo>
                      <a:pt x="205" y="218"/>
                      <a:pt x="205" y="218"/>
                      <a:pt x="205" y="218"/>
                    </a:cubicBezTo>
                    <a:cubicBezTo>
                      <a:pt x="205" y="214"/>
                      <a:pt x="208" y="211"/>
                      <a:pt x="211" y="211"/>
                    </a:cubicBezTo>
                    <a:cubicBezTo>
                      <a:pt x="234" y="211"/>
                      <a:pt x="234" y="211"/>
                      <a:pt x="234" y="211"/>
                    </a:cubicBezTo>
                    <a:cubicBezTo>
                      <a:pt x="237" y="211"/>
                      <a:pt x="240" y="214"/>
                      <a:pt x="240" y="218"/>
                    </a:cubicBezTo>
                    <a:lnTo>
                      <a:pt x="240" y="240"/>
                    </a:lnTo>
                    <a:close/>
                    <a:moveTo>
                      <a:pt x="240" y="187"/>
                    </a:moveTo>
                    <a:cubicBezTo>
                      <a:pt x="240" y="190"/>
                      <a:pt x="237" y="193"/>
                      <a:pt x="234" y="193"/>
                    </a:cubicBezTo>
                    <a:cubicBezTo>
                      <a:pt x="211" y="193"/>
                      <a:pt x="211" y="193"/>
                      <a:pt x="211" y="193"/>
                    </a:cubicBezTo>
                    <a:cubicBezTo>
                      <a:pt x="208" y="193"/>
                      <a:pt x="205" y="190"/>
                      <a:pt x="205" y="187"/>
                    </a:cubicBezTo>
                    <a:cubicBezTo>
                      <a:pt x="205" y="164"/>
                      <a:pt x="205" y="164"/>
                      <a:pt x="205" y="164"/>
                    </a:cubicBezTo>
                    <a:cubicBezTo>
                      <a:pt x="205" y="161"/>
                      <a:pt x="208" y="158"/>
                      <a:pt x="211" y="158"/>
                    </a:cubicBezTo>
                    <a:cubicBezTo>
                      <a:pt x="234" y="158"/>
                      <a:pt x="234" y="158"/>
                      <a:pt x="234" y="158"/>
                    </a:cubicBezTo>
                    <a:cubicBezTo>
                      <a:pt x="237" y="158"/>
                      <a:pt x="240" y="161"/>
                      <a:pt x="240" y="164"/>
                    </a:cubicBezTo>
                    <a:lnTo>
                      <a:pt x="240" y="187"/>
                    </a:lnTo>
                    <a:close/>
                    <a:moveTo>
                      <a:pt x="240" y="134"/>
                    </a:moveTo>
                    <a:cubicBezTo>
                      <a:pt x="240" y="137"/>
                      <a:pt x="237" y="140"/>
                      <a:pt x="234" y="140"/>
                    </a:cubicBezTo>
                    <a:cubicBezTo>
                      <a:pt x="211" y="140"/>
                      <a:pt x="211" y="140"/>
                      <a:pt x="211" y="140"/>
                    </a:cubicBezTo>
                    <a:cubicBezTo>
                      <a:pt x="208" y="140"/>
                      <a:pt x="205" y="137"/>
                      <a:pt x="205" y="134"/>
                    </a:cubicBezTo>
                    <a:cubicBezTo>
                      <a:pt x="205" y="111"/>
                      <a:pt x="205" y="111"/>
                      <a:pt x="205" y="111"/>
                    </a:cubicBezTo>
                    <a:cubicBezTo>
                      <a:pt x="205" y="108"/>
                      <a:pt x="208" y="105"/>
                      <a:pt x="211" y="105"/>
                    </a:cubicBezTo>
                    <a:cubicBezTo>
                      <a:pt x="234" y="105"/>
                      <a:pt x="234" y="105"/>
                      <a:pt x="234" y="105"/>
                    </a:cubicBezTo>
                    <a:cubicBezTo>
                      <a:pt x="237" y="105"/>
                      <a:pt x="240" y="108"/>
                      <a:pt x="240" y="111"/>
                    </a:cubicBezTo>
                    <a:lnTo>
                      <a:pt x="240" y="134"/>
                    </a:lnTo>
                    <a:close/>
                    <a:moveTo>
                      <a:pt x="298" y="240"/>
                    </a:moveTo>
                    <a:cubicBezTo>
                      <a:pt x="298" y="244"/>
                      <a:pt x="296" y="246"/>
                      <a:pt x="292" y="246"/>
                    </a:cubicBezTo>
                    <a:cubicBezTo>
                      <a:pt x="269" y="246"/>
                      <a:pt x="269" y="246"/>
                      <a:pt x="269" y="246"/>
                    </a:cubicBezTo>
                    <a:cubicBezTo>
                      <a:pt x="266" y="246"/>
                      <a:pt x="263" y="244"/>
                      <a:pt x="263" y="240"/>
                    </a:cubicBezTo>
                    <a:cubicBezTo>
                      <a:pt x="263" y="218"/>
                      <a:pt x="263" y="218"/>
                      <a:pt x="263" y="218"/>
                    </a:cubicBezTo>
                    <a:cubicBezTo>
                      <a:pt x="263" y="214"/>
                      <a:pt x="266" y="211"/>
                      <a:pt x="269" y="211"/>
                    </a:cubicBezTo>
                    <a:cubicBezTo>
                      <a:pt x="292" y="211"/>
                      <a:pt x="292" y="211"/>
                      <a:pt x="292" y="211"/>
                    </a:cubicBezTo>
                    <a:cubicBezTo>
                      <a:pt x="296" y="211"/>
                      <a:pt x="298" y="214"/>
                      <a:pt x="298" y="218"/>
                    </a:cubicBezTo>
                    <a:lnTo>
                      <a:pt x="298" y="240"/>
                    </a:lnTo>
                    <a:close/>
                    <a:moveTo>
                      <a:pt x="298" y="187"/>
                    </a:moveTo>
                    <a:cubicBezTo>
                      <a:pt x="298" y="190"/>
                      <a:pt x="296" y="193"/>
                      <a:pt x="292" y="193"/>
                    </a:cubicBezTo>
                    <a:cubicBezTo>
                      <a:pt x="269" y="193"/>
                      <a:pt x="269" y="193"/>
                      <a:pt x="269" y="193"/>
                    </a:cubicBezTo>
                    <a:cubicBezTo>
                      <a:pt x="266" y="193"/>
                      <a:pt x="263" y="190"/>
                      <a:pt x="263" y="187"/>
                    </a:cubicBezTo>
                    <a:cubicBezTo>
                      <a:pt x="263" y="164"/>
                      <a:pt x="263" y="164"/>
                      <a:pt x="263" y="164"/>
                    </a:cubicBezTo>
                    <a:cubicBezTo>
                      <a:pt x="263" y="161"/>
                      <a:pt x="266" y="158"/>
                      <a:pt x="269" y="158"/>
                    </a:cubicBezTo>
                    <a:cubicBezTo>
                      <a:pt x="292" y="158"/>
                      <a:pt x="292" y="158"/>
                      <a:pt x="292" y="158"/>
                    </a:cubicBezTo>
                    <a:cubicBezTo>
                      <a:pt x="296" y="158"/>
                      <a:pt x="298" y="161"/>
                      <a:pt x="298" y="164"/>
                    </a:cubicBezTo>
                    <a:lnTo>
                      <a:pt x="298" y="187"/>
                    </a:lnTo>
                    <a:close/>
                    <a:moveTo>
                      <a:pt x="298" y="134"/>
                    </a:moveTo>
                    <a:cubicBezTo>
                      <a:pt x="298" y="137"/>
                      <a:pt x="296" y="140"/>
                      <a:pt x="292" y="140"/>
                    </a:cubicBezTo>
                    <a:cubicBezTo>
                      <a:pt x="269" y="140"/>
                      <a:pt x="269" y="140"/>
                      <a:pt x="269" y="140"/>
                    </a:cubicBezTo>
                    <a:cubicBezTo>
                      <a:pt x="266" y="140"/>
                      <a:pt x="263" y="137"/>
                      <a:pt x="263" y="134"/>
                    </a:cubicBezTo>
                    <a:cubicBezTo>
                      <a:pt x="263" y="111"/>
                      <a:pt x="263" y="111"/>
                      <a:pt x="263" y="111"/>
                    </a:cubicBezTo>
                    <a:cubicBezTo>
                      <a:pt x="263" y="108"/>
                      <a:pt x="266" y="105"/>
                      <a:pt x="269" y="105"/>
                    </a:cubicBezTo>
                    <a:cubicBezTo>
                      <a:pt x="292" y="105"/>
                      <a:pt x="292" y="105"/>
                      <a:pt x="292" y="105"/>
                    </a:cubicBezTo>
                    <a:cubicBezTo>
                      <a:pt x="296" y="105"/>
                      <a:pt x="298" y="108"/>
                      <a:pt x="298" y="111"/>
                    </a:cubicBezTo>
                    <a:lnTo>
                      <a:pt x="298"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0" name="Freeform 8"/>
              <p:cNvSpPr/>
              <p:nvPr/>
            </p:nvSpPr>
            <p:spPr>
              <a:xfrm>
                <a:off x="1165225" y="1162051"/>
                <a:ext cx="157163" cy="150813"/>
              </a:xfrm>
              <a:custGeom>
                <a:avLst/>
                <a:gdLst>
                  <a:gd name="T0" fmla="*/ 31 w 99"/>
                  <a:gd name="T1" fmla="*/ 95 h 95"/>
                  <a:gd name="T2" fmla="*/ 0 w 99"/>
                  <a:gd name="T3" fmla="*/ 0 h 95"/>
                  <a:gd name="T4" fmla="*/ 99 w 99"/>
                  <a:gd name="T5" fmla="*/ 39 h 95"/>
                  <a:gd name="T6" fmla="*/ 31 w 99"/>
                  <a:gd name="T7" fmla="*/ 95 h 95"/>
                </a:gdLst>
                <a:ahLst/>
                <a:cxnLst>
                  <a:cxn ang="0">
                    <a:pos x="T0" y="T1"/>
                  </a:cxn>
                  <a:cxn ang="0">
                    <a:pos x="T2" y="T3"/>
                  </a:cxn>
                  <a:cxn ang="0">
                    <a:pos x="T4" y="T5"/>
                  </a:cxn>
                  <a:cxn ang="0">
                    <a:pos x="T6" y="T7"/>
                  </a:cxn>
                </a:cxnLst>
                <a:rect l="0" t="0" r="r" b="b"/>
                <a:pathLst>
                  <a:path w="99" h="95">
                    <a:moveTo>
                      <a:pt x="31" y="95"/>
                    </a:moveTo>
                    <a:lnTo>
                      <a:pt x="0" y="0"/>
                    </a:lnTo>
                    <a:lnTo>
                      <a:pt x="99" y="39"/>
                    </a:lnTo>
                    <a:lnTo>
                      <a:pt x="31"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1" name="Freeform 9"/>
              <p:cNvSpPr>
                <a:spLocks noEditPoints="1"/>
              </p:cNvSpPr>
              <p:nvPr/>
            </p:nvSpPr>
            <p:spPr>
              <a:xfrm>
                <a:off x="1162050" y="1155701"/>
                <a:ext cx="592138" cy="409575"/>
              </a:xfrm>
              <a:custGeom>
                <a:avLst/>
                <a:gdLst>
                  <a:gd name="T0" fmla="*/ 104 w 207"/>
                  <a:gd name="T1" fmla="*/ 0 h 143"/>
                  <a:gd name="T2" fmla="*/ 0 w 207"/>
                  <a:gd name="T3" fmla="*/ 71 h 143"/>
                  <a:gd name="T4" fmla="*/ 104 w 207"/>
                  <a:gd name="T5" fmla="*/ 143 h 143"/>
                  <a:gd name="T6" fmla="*/ 207 w 207"/>
                  <a:gd name="T7" fmla="*/ 71 h 143"/>
                  <a:gd name="T8" fmla="*/ 104 w 207"/>
                  <a:gd name="T9" fmla="*/ 0 h 143"/>
                  <a:gd name="T10" fmla="*/ 54 w 207"/>
                  <a:gd name="T11" fmla="*/ 85 h 143"/>
                  <a:gd name="T12" fmla="*/ 40 w 207"/>
                  <a:gd name="T13" fmla="*/ 71 h 143"/>
                  <a:gd name="T14" fmla="*/ 54 w 207"/>
                  <a:gd name="T15" fmla="*/ 57 h 143"/>
                  <a:gd name="T16" fmla="*/ 68 w 207"/>
                  <a:gd name="T17" fmla="*/ 71 h 143"/>
                  <a:gd name="T18" fmla="*/ 54 w 207"/>
                  <a:gd name="T19" fmla="*/ 85 h 143"/>
                  <a:gd name="T20" fmla="*/ 104 w 207"/>
                  <a:gd name="T21" fmla="*/ 85 h 143"/>
                  <a:gd name="T22" fmla="*/ 90 w 207"/>
                  <a:gd name="T23" fmla="*/ 71 h 143"/>
                  <a:gd name="T24" fmla="*/ 104 w 207"/>
                  <a:gd name="T25" fmla="*/ 57 h 143"/>
                  <a:gd name="T26" fmla="*/ 118 w 207"/>
                  <a:gd name="T27" fmla="*/ 71 h 143"/>
                  <a:gd name="T28" fmla="*/ 104 w 207"/>
                  <a:gd name="T29" fmla="*/ 85 h 143"/>
                  <a:gd name="T30" fmla="*/ 154 w 207"/>
                  <a:gd name="T31" fmla="*/ 85 h 143"/>
                  <a:gd name="T32" fmla="*/ 140 w 207"/>
                  <a:gd name="T33" fmla="*/ 71 h 143"/>
                  <a:gd name="T34" fmla="*/ 154 w 207"/>
                  <a:gd name="T35" fmla="*/ 57 h 143"/>
                  <a:gd name="T36" fmla="*/ 168 w 207"/>
                  <a:gd name="T37" fmla="*/ 71 h 143"/>
                  <a:gd name="T38" fmla="*/ 154 w 207"/>
                  <a:gd name="T39"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7" h="143">
                    <a:moveTo>
                      <a:pt x="104" y="0"/>
                    </a:moveTo>
                    <a:cubicBezTo>
                      <a:pt x="47" y="0"/>
                      <a:pt x="0" y="32"/>
                      <a:pt x="0" y="71"/>
                    </a:cubicBezTo>
                    <a:cubicBezTo>
                      <a:pt x="0" y="111"/>
                      <a:pt x="47" y="143"/>
                      <a:pt x="104" y="143"/>
                    </a:cubicBezTo>
                    <a:cubicBezTo>
                      <a:pt x="161" y="143"/>
                      <a:pt x="207" y="111"/>
                      <a:pt x="207" y="71"/>
                    </a:cubicBezTo>
                    <a:cubicBezTo>
                      <a:pt x="207" y="32"/>
                      <a:pt x="161" y="0"/>
                      <a:pt x="104" y="0"/>
                    </a:cubicBezTo>
                    <a:close/>
                    <a:moveTo>
                      <a:pt x="54" y="85"/>
                    </a:moveTo>
                    <a:cubicBezTo>
                      <a:pt x="46" y="85"/>
                      <a:pt x="40" y="79"/>
                      <a:pt x="40" y="71"/>
                    </a:cubicBezTo>
                    <a:cubicBezTo>
                      <a:pt x="40" y="64"/>
                      <a:pt x="46" y="57"/>
                      <a:pt x="54" y="57"/>
                    </a:cubicBezTo>
                    <a:cubicBezTo>
                      <a:pt x="62" y="57"/>
                      <a:pt x="68" y="64"/>
                      <a:pt x="68" y="71"/>
                    </a:cubicBezTo>
                    <a:cubicBezTo>
                      <a:pt x="68" y="79"/>
                      <a:pt x="62" y="85"/>
                      <a:pt x="54" y="85"/>
                    </a:cubicBezTo>
                    <a:close/>
                    <a:moveTo>
                      <a:pt x="104" y="85"/>
                    </a:moveTo>
                    <a:cubicBezTo>
                      <a:pt x="96" y="85"/>
                      <a:pt x="90" y="79"/>
                      <a:pt x="90" y="71"/>
                    </a:cubicBezTo>
                    <a:cubicBezTo>
                      <a:pt x="90" y="64"/>
                      <a:pt x="96" y="57"/>
                      <a:pt x="104" y="57"/>
                    </a:cubicBezTo>
                    <a:cubicBezTo>
                      <a:pt x="112" y="57"/>
                      <a:pt x="118" y="64"/>
                      <a:pt x="118" y="71"/>
                    </a:cubicBezTo>
                    <a:cubicBezTo>
                      <a:pt x="118" y="79"/>
                      <a:pt x="112" y="85"/>
                      <a:pt x="104" y="85"/>
                    </a:cubicBezTo>
                    <a:close/>
                    <a:moveTo>
                      <a:pt x="154" y="85"/>
                    </a:moveTo>
                    <a:cubicBezTo>
                      <a:pt x="146" y="85"/>
                      <a:pt x="140" y="79"/>
                      <a:pt x="140" y="71"/>
                    </a:cubicBezTo>
                    <a:cubicBezTo>
                      <a:pt x="140" y="64"/>
                      <a:pt x="146" y="57"/>
                      <a:pt x="154" y="57"/>
                    </a:cubicBezTo>
                    <a:cubicBezTo>
                      <a:pt x="162" y="57"/>
                      <a:pt x="168" y="64"/>
                      <a:pt x="168" y="71"/>
                    </a:cubicBezTo>
                    <a:cubicBezTo>
                      <a:pt x="168" y="79"/>
                      <a:pt x="162" y="85"/>
                      <a:pt x="1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3" name="组合 91"/>
            <p:cNvGrpSpPr/>
            <p:nvPr/>
          </p:nvGrpSpPr>
          <p:grpSpPr>
            <a:xfrm>
              <a:off x="5112045" y="2114125"/>
              <a:ext cx="216000" cy="242768"/>
              <a:chOff x="279401" y="2698750"/>
              <a:chExt cx="1473200" cy="1655763"/>
            </a:xfrm>
            <a:solidFill>
              <a:schemeClr val="bg1"/>
            </a:solidFill>
          </p:grpSpPr>
          <p:sp>
            <p:nvSpPr>
              <p:cNvPr id="93" name="Freeform 45"/>
              <p:cNvSpPr>
                <a:spLocks noEditPoints="1"/>
              </p:cNvSpPr>
              <p:nvPr/>
            </p:nvSpPr>
            <p:spPr>
              <a:xfrm>
                <a:off x="279401" y="2884488"/>
                <a:ext cx="1473200" cy="1470025"/>
              </a:xfrm>
              <a:custGeom>
                <a:avLst/>
                <a:gdLst>
                  <a:gd name="T0" fmla="*/ 250 w 501"/>
                  <a:gd name="T1" fmla="*/ 0 h 501"/>
                  <a:gd name="T2" fmla="*/ 0 w 501"/>
                  <a:gd name="T3" fmla="*/ 251 h 501"/>
                  <a:gd name="T4" fmla="*/ 250 w 501"/>
                  <a:gd name="T5" fmla="*/ 501 h 501"/>
                  <a:gd name="T6" fmla="*/ 501 w 501"/>
                  <a:gd name="T7" fmla="*/ 251 h 501"/>
                  <a:gd name="T8" fmla="*/ 250 w 501"/>
                  <a:gd name="T9" fmla="*/ 0 h 501"/>
                  <a:gd name="T10" fmla="*/ 455 w 501"/>
                  <a:gd name="T11" fmla="*/ 267 h 501"/>
                  <a:gd name="T12" fmla="*/ 446 w 501"/>
                  <a:gd name="T13" fmla="*/ 267 h 501"/>
                  <a:gd name="T14" fmla="*/ 389 w 501"/>
                  <a:gd name="T15" fmla="*/ 390 h 501"/>
                  <a:gd name="T16" fmla="*/ 267 w 501"/>
                  <a:gd name="T17" fmla="*/ 447 h 501"/>
                  <a:gd name="T18" fmla="*/ 267 w 501"/>
                  <a:gd name="T19" fmla="*/ 455 h 501"/>
                  <a:gd name="T20" fmla="*/ 250 w 501"/>
                  <a:gd name="T21" fmla="*/ 471 h 501"/>
                  <a:gd name="T22" fmla="*/ 234 w 501"/>
                  <a:gd name="T23" fmla="*/ 455 h 501"/>
                  <a:gd name="T24" fmla="*/ 234 w 501"/>
                  <a:gd name="T25" fmla="*/ 447 h 501"/>
                  <a:gd name="T26" fmla="*/ 111 w 501"/>
                  <a:gd name="T27" fmla="*/ 390 h 501"/>
                  <a:gd name="T28" fmla="*/ 54 w 501"/>
                  <a:gd name="T29" fmla="*/ 267 h 501"/>
                  <a:gd name="T30" fmla="*/ 46 w 501"/>
                  <a:gd name="T31" fmla="*/ 267 h 501"/>
                  <a:gd name="T32" fmla="*/ 30 w 501"/>
                  <a:gd name="T33" fmla="*/ 251 h 501"/>
                  <a:gd name="T34" fmla="*/ 46 w 501"/>
                  <a:gd name="T35" fmla="*/ 234 h 501"/>
                  <a:gd name="T36" fmla="*/ 54 w 501"/>
                  <a:gd name="T37" fmla="*/ 234 h 501"/>
                  <a:gd name="T38" fmla="*/ 111 w 501"/>
                  <a:gd name="T39" fmla="*/ 111 h 501"/>
                  <a:gd name="T40" fmla="*/ 234 w 501"/>
                  <a:gd name="T41" fmla="*/ 54 h 501"/>
                  <a:gd name="T42" fmla="*/ 234 w 501"/>
                  <a:gd name="T43" fmla="*/ 46 h 501"/>
                  <a:gd name="T44" fmla="*/ 250 w 501"/>
                  <a:gd name="T45" fmla="*/ 30 h 501"/>
                  <a:gd name="T46" fmla="*/ 267 w 501"/>
                  <a:gd name="T47" fmla="*/ 46 h 501"/>
                  <a:gd name="T48" fmla="*/ 267 w 501"/>
                  <a:gd name="T49" fmla="*/ 54 h 501"/>
                  <a:gd name="T50" fmla="*/ 389 w 501"/>
                  <a:gd name="T51" fmla="*/ 111 h 501"/>
                  <a:gd name="T52" fmla="*/ 446 w 501"/>
                  <a:gd name="T53" fmla="*/ 234 h 501"/>
                  <a:gd name="T54" fmla="*/ 455 w 501"/>
                  <a:gd name="T55" fmla="*/ 234 h 501"/>
                  <a:gd name="T56" fmla="*/ 471 w 501"/>
                  <a:gd name="T57" fmla="*/ 251 h 501"/>
                  <a:gd name="T58" fmla="*/ 455 w 501"/>
                  <a:gd name="T59" fmla="*/ 26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1" h="501">
                    <a:moveTo>
                      <a:pt x="250" y="0"/>
                    </a:moveTo>
                    <a:cubicBezTo>
                      <a:pt x="112" y="0"/>
                      <a:pt x="0" y="112"/>
                      <a:pt x="0" y="251"/>
                    </a:cubicBezTo>
                    <a:cubicBezTo>
                      <a:pt x="0" y="389"/>
                      <a:pt x="112" y="501"/>
                      <a:pt x="250" y="501"/>
                    </a:cubicBezTo>
                    <a:cubicBezTo>
                      <a:pt x="389" y="501"/>
                      <a:pt x="501" y="389"/>
                      <a:pt x="501" y="251"/>
                    </a:cubicBezTo>
                    <a:cubicBezTo>
                      <a:pt x="501" y="112"/>
                      <a:pt x="389" y="0"/>
                      <a:pt x="250" y="0"/>
                    </a:cubicBezTo>
                    <a:close/>
                    <a:moveTo>
                      <a:pt x="455" y="267"/>
                    </a:moveTo>
                    <a:cubicBezTo>
                      <a:pt x="446" y="267"/>
                      <a:pt x="446" y="267"/>
                      <a:pt x="446" y="267"/>
                    </a:cubicBezTo>
                    <a:cubicBezTo>
                      <a:pt x="442" y="315"/>
                      <a:pt x="421" y="358"/>
                      <a:pt x="389" y="390"/>
                    </a:cubicBezTo>
                    <a:cubicBezTo>
                      <a:pt x="357" y="422"/>
                      <a:pt x="315" y="443"/>
                      <a:pt x="267" y="447"/>
                    </a:cubicBezTo>
                    <a:cubicBezTo>
                      <a:pt x="267" y="455"/>
                      <a:pt x="267" y="455"/>
                      <a:pt x="267" y="455"/>
                    </a:cubicBezTo>
                    <a:cubicBezTo>
                      <a:pt x="267" y="464"/>
                      <a:pt x="259" y="471"/>
                      <a:pt x="250" y="471"/>
                    </a:cubicBezTo>
                    <a:cubicBezTo>
                      <a:pt x="241" y="471"/>
                      <a:pt x="234" y="464"/>
                      <a:pt x="234" y="455"/>
                    </a:cubicBezTo>
                    <a:cubicBezTo>
                      <a:pt x="234" y="447"/>
                      <a:pt x="234" y="447"/>
                      <a:pt x="234" y="447"/>
                    </a:cubicBezTo>
                    <a:cubicBezTo>
                      <a:pt x="186" y="443"/>
                      <a:pt x="143" y="422"/>
                      <a:pt x="111" y="390"/>
                    </a:cubicBezTo>
                    <a:cubicBezTo>
                      <a:pt x="79" y="358"/>
                      <a:pt x="58" y="315"/>
                      <a:pt x="54" y="267"/>
                    </a:cubicBezTo>
                    <a:cubicBezTo>
                      <a:pt x="46" y="267"/>
                      <a:pt x="46" y="267"/>
                      <a:pt x="46" y="267"/>
                    </a:cubicBezTo>
                    <a:cubicBezTo>
                      <a:pt x="37" y="267"/>
                      <a:pt x="30" y="260"/>
                      <a:pt x="30" y="251"/>
                    </a:cubicBezTo>
                    <a:cubicBezTo>
                      <a:pt x="30" y="241"/>
                      <a:pt x="37" y="234"/>
                      <a:pt x="46" y="234"/>
                    </a:cubicBezTo>
                    <a:cubicBezTo>
                      <a:pt x="54" y="234"/>
                      <a:pt x="54" y="234"/>
                      <a:pt x="54" y="234"/>
                    </a:cubicBezTo>
                    <a:cubicBezTo>
                      <a:pt x="58" y="186"/>
                      <a:pt x="79" y="143"/>
                      <a:pt x="111" y="111"/>
                    </a:cubicBezTo>
                    <a:cubicBezTo>
                      <a:pt x="143" y="79"/>
                      <a:pt x="186" y="58"/>
                      <a:pt x="234" y="54"/>
                    </a:cubicBezTo>
                    <a:cubicBezTo>
                      <a:pt x="234" y="46"/>
                      <a:pt x="234" y="46"/>
                      <a:pt x="234" y="46"/>
                    </a:cubicBezTo>
                    <a:cubicBezTo>
                      <a:pt x="234" y="37"/>
                      <a:pt x="241" y="30"/>
                      <a:pt x="250" y="30"/>
                    </a:cubicBezTo>
                    <a:cubicBezTo>
                      <a:pt x="259" y="30"/>
                      <a:pt x="267" y="37"/>
                      <a:pt x="267" y="46"/>
                    </a:cubicBezTo>
                    <a:cubicBezTo>
                      <a:pt x="267" y="54"/>
                      <a:pt x="267" y="54"/>
                      <a:pt x="267" y="54"/>
                    </a:cubicBezTo>
                    <a:cubicBezTo>
                      <a:pt x="315" y="58"/>
                      <a:pt x="357" y="79"/>
                      <a:pt x="389" y="111"/>
                    </a:cubicBezTo>
                    <a:cubicBezTo>
                      <a:pt x="421" y="143"/>
                      <a:pt x="442" y="186"/>
                      <a:pt x="446" y="234"/>
                    </a:cubicBezTo>
                    <a:cubicBezTo>
                      <a:pt x="455" y="234"/>
                      <a:pt x="455" y="234"/>
                      <a:pt x="455" y="234"/>
                    </a:cubicBezTo>
                    <a:cubicBezTo>
                      <a:pt x="464" y="234"/>
                      <a:pt x="471" y="241"/>
                      <a:pt x="471" y="251"/>
                    </a:cubicBezTo>
                    <a:cubicBezTo>
                      <a:pt x="471" y="260"/>
                      <a:pt x="464" y="267"/>
                      <a:pt x="455" y="2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4" name="Freeform 46"/>
              <p:cNvSpPr/>
              <p:nvPr/>
            </p:nvSpPr>
            <p:spPr>
              <a:xfrm>
                <a:off x="966788" y="3043238"/>
                <a:ext cx="96838" cy="117475"/>
              </a:xfrm>
              <a:custGeom>
                <a:avLst/>
                <a:gdLst>
                  <a:gd name="T0" fmla="*/ 16 w 33"/>
                  <a:gd name="T1" fmla="*/ 40 h 40"/>
                  <a:gd name="T2" fmla="*/ 33 w 33"/>
                  <a:gd name="T3" fmla="*/ 24 h 40"/>
                  <a:gd name="T4" fmla="*/ 33 w 33"/>
                  <a:gd name="T5" fmla="*/ 0 h 40"/>
                  <a:gd name="T6" fmla="*/ 16 w 33"/>
                  <a:gd name="T7" fmla="*/ 0 h 40"/>
                  <a:gd name="T8" fmla="*/ 0 w 33"/>
                  <a:gd name="T9" fmla="*/ 0 h 40"/>
                  <a:gd name="T10" fmla="*/ 0 w 33"/>
                  <a:gd name="T11" fmla="*/ 24 h 40"/>
                  <a:gd name="T12" fmla="*/ 16 w 33"/>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40"/>
                    </a:moveTo>
                    <a:cubicBezTo>
                      <a:pt x="25" y="40"/>
                      <a:pt x="33" y="33"/>
                      <a:pt x="33" y="24"/>
                    </a:cubicBezTo>
                    <a:cubicBezTo>
                      <a:pt x="33" y="0"/>
                      <a:pt x="33" y="0"/>
                      <a:pt x="33" y="0"/>
                    </a:cubicBezTo>
                    <a:cubicBezTo>
                      <a:pt x="27" y="0"/>
                      <a:pt x="22" y="0"/>
                      <a:pt x="16" y="0"/>
                    </a:cubicBezTo>
                    <a:cubicBezTo>
                      <a:pt x="11" y="0"/>
                      <a:pt x="5" y="0"/>
                      <a:pt x="0" y="0"/>
                    </a:cubicBezTo>
                    <a:cubicBezTo>
                      <a:pt x="0" y="24"/>
                      <a:pt x="0" y="24"/>
                      <a:pt x="0" y="24"/>
                    </a:cubicBezTo>
                    <a:cubicBezTo>
                      <a:pt x="0" y="33"/>
                      <a:pt x="7" y="40"/>
                      <a:pt x="1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5" name="Freeform 47"/>
              <p:cNvSpPr/>
              <p:nvPr/>
            </p:nvSpPr>
            <p:spPr>
              <a:xfrm>
                <a:off x="966788" y="4079875"/>
                <a:ext cx="96838" cy="115888"/>
              </a:xfrm>
              <a:custGeom>
                <a:avLst/>
                <a:gdLst>
                  <a:gd name="T0" fmla="*/ 16 w 33"/>
                  <a:gd name="T1" fmla="*/ 0 h 40"/>
                  <a:gd name="T2" fmla="*/ 0 w 33"/>
                  <a:gd name="T3" fmla="*/ 17 h 40"/>
                  <a:gd name="T4" fmla="*/ 0 w 33"/>
                  <a:gd name="T5" fmla="*/ 40 h 40"/>
                  <a:gd name="T6" fmla="*/ 16 w 33"/>
                  <a:gd name="T7" fmla="*/ 40 h 40"/>
                  <a:gd name="T8" fmla="*/ 33 w 33"/>
                  <a:gd name="T9" fmla="*/ 40 h 40"/>
                  <a:gd name="T10" fmla="*/ 33 w 33"/>
                  <a:gd name="T11" fmla="*/ 17 h 40"/>
                  <a:gd name="T12" fmla="*/ 16 w 3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0"/>
                    </a:moveTo>
                    <a:cubicBezTo>
                      <a:pt x="7" y="0"/>
                      <a:pt x="0" y="7"/>
                      <a:pt x="0" y="17"/>
                    </a:cubicBezTo>
                    <a:cubicBezTo>
                      <a:pt x="0" y="40"/>
                      <a:pt x="0" y="40"/>
                      <a:pt x="0" y="40"/>
                    </a:cubicBezTo>
                    <a:cubicBezTo>
                      <a:pt x="5" y="40"/>
                      <a:pt x="11" y="40"/>
                      <a:pt x="16" y="40"/>
                    </a:cubicBezTo>
                    <a:cubicBezTo>
                      <a:pt x="22" y="40"/>
                      <a:pt x="27" y="40"/>
                      <a:pt x="33" y="40"/>
                    </a:cubicBezTo>
                    <a:cubicBezTo>
                      <a:pt x="33" y="17"/>
                      <a:pt x="33" y="17"/>
                      <a:pt x="33" y="17"/>
                    </a:cubicBezTo>
                    <a:cubicBezTo>
                      <a:pt x="33" y="7"/>
                      <a:pt x="25"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6" name="Freeform 48"/>
              <p:cNvSpPr/>
              <p:nvPr/>
            </p:nvSpPr>
            <p:spPr>
              <a:xfrm>
                <a:off x="434976" y="3571875"/>
                <a:ext cx="120650" cy="96838"/>
              </a:xfrm>
              <a:custGeom>
                <a:avLst/>
                <a:gdLst>
                  <a:gd name="T0" fmla="*/ 41 w 41"/>
                  <a:gd name="T1" fmla="*/ 17 h 33"/>
                  <a:gd name="T2" fmla="*/ 24 w 41"/>
                  <a:gd name="T3" fmla="*/ 0 h 33"/>
                  <a:gd name="T4" fmla="*/ 1 w 41"/>
                  <a:gd name="T5" fmla="*/ 0 h 33"/>
                  <a:gd name="T6" fmla="*/ 0 w 41"/>
                  <a:gd name="T7" fmla="*/ 17 h 33"/>
                  <a:gd name="T8" fmla="*/ 1 w 41"/>
                  <a:gd name="T9" fmla="*/ 33 h 33"/>
                  <a:gd name="T10" fmla="*/ 24 w 41"/>
                  <a:gd name="T11" fmla="*/ 33 h 33"/>
                  <a:gd name="T12" fmla="*/ 41 w 41"/>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1" h="33">
                    <a:moveTo>
                      <a:pt x="41" y="17"/>
                    </a:moveTo>
                    <a:cubicBezTo>
                      <a:pt x="41" y="7"/>
                      <a:pt x="33" y="0"/>
                      <a:pt x="24" y="0"/>
                    </a:cubicBezTo>
                    <a:cubicBezTo>
                      <a:pt x="1" y="0"/>
                      <a:pt x="1" y="0"/>
                      <a:pt x="1" y="0"/>
                    </a:cubicBezTo>
                    <a:cubicBezTo>
                      <a:pt x="1" y="6"/>
                      <a:pt x="0" y="11"/>
                      <a:pt x="0" y="17"/>
                    </a:cubicBezTo>
                    <a:cubicBezTo>
                      <a:pt x="0" y="22"/>
                      <a:pt x="1" y="28"/>
                      <a:pt x="1" y="33"/>
                    </a:cubicBezTo>
                    <a:cubicBezTo>
                      <a:pt x="24" y="33"/>
                      <a:pt x="24" y="33"/>
                      <a:pt x="24" y="33"/>
                    </a:cubicBezTo>
                    <a:cubicBezTo>
                      <a:pt x="33" y="33"/>
                      <a:pt x="41" y="26"/>
                      <a:pt x="4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7" name="Freeform 49"/>
              <p:cNvSpPr/>
              <p:nvPr/>
            </p:nvSpPr>
            <p:spPr>
              <a:xfrm>
                <a:off x="1474788" y="3571875"/>
                <a:ext cx="119063" cy="96838"/>
              </a:xfrm>
              <a:custGeom>
                <a:avLst/>
                <a:gdLst>
                  <a:gd name="T0" fmla="*/ 39 w 40"/>
                  <a:gd name="T1" fmla="*/ 0 h 33"/>
                  <a:gd name="T2" fmla="*/ 16 w 40"/>
                  <a:gd name="T3" fmla="*/ 0 h 33"/>
                  <a:gd name="T4" fmla="*/ 0 w 40"/>
                  <a:gd name="T5" fmla="*/ 17 h 33"/>
                  <a:gd name="T6" fmla="*/ 16 w 40"/>
                  <a:gd name="T7" fmla="*/ 33 h 33"/>
                  <a:gd name="T8" fmla="*/ 39 w 40"/>
                  <a:gd name="T9" fmla="*/ 33 h 33"/>
                  <a:gd name="T10" fmla="*/ 40 w 40"/>
                  <a:gd name="T11" fmla="*/ 17 h 33"/>
                  <a:gd name="T12" fmla="*/ 39 w 40"/>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0" h="33">
                    <a:moveTo>
                      <a:pt x="39" y="0"/>
                    </a:moveTo>
                    <a:cubicBezTo>
                      <a:pt x="16" y="0"/>
                      <a:pt x="16" y="0"/>
                      <a:pt x="16" y="0"/>
                    </a:cubicBezTo>
                    <a:cubicBezTo>
                      <a:pt x="7" y="0"/>
                      <a:pt x="0" y="7"/>
                      <a:pt x="0" y="17"/>
                    </a:cubicBezTo>
                    <a:cubicBezTo>
                      <a:pt x="0" y="26"/>
                      <a:pt x="7" y="33"/>
                      <a:pt x="16" y="33"/>
                    </a:cubicBezTo>
                    <a:cubicBezTo>
                      <a:pt x="39" y="33"/>
                      <a:pt x="39" y="33"/>
                      <a:pt x="39" y="33"/>
                    </a:cubicBezTo>
                    <a:cubicBezTo>
                      <a:pt x="40" y="28"/>
                      <a:pt x="40" y="22"/>
                      <a:pt x="40" y="17"/>
                    </a:cubicBezTo>
                    <a:cubicBezTo>
                      <a:pt x="40" y="11"/>
                      <a:pt x="40" y="6"/>
                      <a:pt x="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8" name="Oval 50"/>
              <p:cNvSpPr>
                <a:spLocks noChangeArrowheads="1"/>
              </p:cNvSpPr>
              <p:nvPr/>
            </p:nvSpPr>
            <p:spPr>
              <a:xfrm>
                <a:off x="925513" y="3532188"/>
                <a:ext cx="176213" cy="1746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9" name="Freeform 51"/>
              <p:cNvSpPr>
                <a:spLocks noEditPoints="1"/>
              </p:cNvSpPr>
              <p:nvPr/>
            </p:nvSpPr>
            <p:spPr>
              <a:xfrm>
                <a:off x="652463" y="3254375"/>
                <a:ext cx="723900" cy="730250"/>
              </a:xfrm>
              <a:custGeom>
                <a:avLst/>
                <a:gdLst>
                  <a:gd name="T0" fmla="*/ 106 w 246"/>
                  <a:gd name="T1" fmla="*/ 86 h 249"/>
                  <a:gd name="T2" fmla="*/ 109 w 246"/>
                  <a:gd name="T3" fmla="*/ 89 h 249"/>
                  <a:gd name="T4" fmla="*/ 123 w 246"/>
                  <a:gd name="T5" fmla="*/ 86 h 249"/>
                  <a:gd name="T6" fmla="*/ 162 w 246"/>
                  <a:gd name="T7" fmla="*/ 125 h 249"/>
                  <a:gd name="T8" fmla="*/ 159 w 246"/>
                  <a:gd name="T9" fmla="*/ 139 h 249"/>
                  <a:gd name="T10" fmla="*/ 162 w 246"/>
                  <a:gd name="T11" fmla="*/ 142 h 249"/>
                  <a:gd name="T12" fmla="*/ 246 w 246"/>
                  <a:gd name="T13" fmla="*/ 0 h 249"/>
                  <a:gd name="T14" fmla="*/ 106 w 246"/>
                  <a:gd name="T15" fmla="*/ 86 h 249"/>
                  <a:gd name="T16" fmla="*/ 123 w 246"/>
                  <a:gd name="T17" fmla="*/ 163 h 249"/>
                  <a:gd name="T18" fmla="*/ 84 w 246"/>
                  <a:gd name="T19" fmla="*/ 125 h 249"/>
                  <a:gd name="T20" fmla="*/ 87 w 246"/>
                  <a:gd name="T21" fmla="*/ 110 h 249"/>
                  <a:gd name="T22" fmla="*/ 85 w 246"/>
                  <a:gd name="T23" fmla="*/ 107 h 249"/>
                  <a:gd name="T24" fmla="*/ 0 w 246"/>
                  <a:gd name="T25" fmla="*/ 249 h 249"/>
                  <a:gd name="T26" fmla="*/ 140 w 246"/>
                  <a:gd name="T27" fmla="*/ 163 h 249"/>
                  <a:gd name="T28" fmla="*/ 138 w 246"/>
                  <a:gd name="T29" fmla="*/ 160 h 249"/>
                  <a:gd name="T30" fmla="*/ 123 w 246"/>
                  <a:gd name="T31" fmla="*/ 16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6" h="249">
                    <a:moveTo>
                      <a:pt x="106" y="86"/>
                    </a:moveTo>
                    <a:cubicBezTo>
                      <a:pt x="109" y="89"/>
                      <a:pt x="109" y="89"/>
                      <a:pt x="109" y="89"/>
                    </a:cubicBezTo>
                    <a:cubicBezTo>
                      <a:pt x="113" y="87"/>
                      <a:pt x="118" y="86"/>
                      <a:pt x="123" y="86"/>
                    </a:cubicBezTo>
                    <a:cubicBezTo>
                      <a:pt x="145" y="86"/>
                      <a:pt x="162" y="103"/>
                      <a:pt x="162" y="125"/>
                    </a:cubicBezTo>
                    <a:cubicBezTo>
                      <a:pt x="162" y="130"/>
                      <a:pt x="161" y="135"/>
                      <a:pt x="159" y="139"/>
                    </a:cubicBezTo>
                    <a:cubicBezTo>
                      <a:pt x="162" y="142"/>
                      <a:pt x="162" y="142"/>
                      <a:pt x="162" y="142"/>
                    </a:cubicBezTo>
                    <a:cubicBezTo>
                      <a:pt x="246" y="0"/>
                      <a:pt x="246" y="0"/>
                      <a:pt x="246" y="0"/>
                    </a:cubicBezTo>
                    <a:lnTo>
                      <a:pt x="106" y="86"/>
                    </a:lnTo>
                    <a:close/>
                    <a:moveTo>
                      <a:pt x="123" y="163"/>
                    </a:moveTo>
                    <a:cubicBezTo>
                      <a:pt x="102" y="163"/>
                      <a:pt x="84" y="146"/>
                      <a:pt x="84" y="125"/>
                    </a:cubicBezTo>
                    <a:cubicBezTo>
                      <a:pt x="84" y="119"/>
                      <a:pt x="86" y="114"/>
                      <a:pt x="87" y="110"/>
                    </a:cubicBezTo>
                    <a:cubicBezTo>
                      <a:pt x="85" y="107"/>
                      <a:pt x="85" y="107"/>
                      <a:pt x="85" y="107"/>
                    </a:cubicBezTo>
                    <a:cubicBezTo>
                      <a:pt x="0" y="249"/>
                      <a:pt x="0" y="249"/>
                      <a:pt x="0" y="249"/>
                    </a:cubicBezTo>
                    <a:cubicBezTo>
                      <a:pt x="140" y="163"/>
                      <a:pt x="140" y="163"/>
                      <a:pt x="140" y="163"/>
                    </a:cubicBezTo>
                    <a:cubicBezTo>
                      <a:pt x="138" y="160"/>
                      <a:pt x="138" y="160"/>
                      <a:pt x="138" y="160"/>
                    </a:cubicBezTo>
                    <a:cubicBezTo>
                      <a:pt x="133" y="162"/>
                      <a:pt x="128" y="163"/>
                      <a:pt x="123" y="1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0" name="Freeform 52"/>
              <p:cNvSpPr/>
              <p:nvPr/>
            </p:nvSpPr>
            <p:spPr>
              <a:xfrm>
                <a:off x="935038" y="2698750"/>
                <a:ext cx="158750" cy="158750"/>
              </a:xfrm>
              <a:custGeom>
                <a:avLst/>
                <a:gdLst>
                  <a:gd name="T0" fmla="*/ 27 w 54"/>
                  <a:gd name="T1" fmla="*/ 0 h 54"/>
                  <a:gd name="T2" fmla="*/ 0 w 54"/>
                  <a:gd name="T3" fmla="*/ 27 h 54"/>
                  <a:gd name="T4" fmla="*/ 0 w 54"/>
                  <a:gd name="T5" fmla="*/ 54 h 54"/>
                  <a:gd name="T6" fmla="*/ 29 w 54"/>
                  <a:gd name="T7" fmla="*/ 52 h 54"/>
                  <a:gd name="T8" fmla="*/ 29 w 54"/>
                  <a:gd name="T9" fmla="*/ 52 h 54"/>
                  <a:gd name="T10" fmla="*/ 54 w 54"/>
                  <a:gd name="T11" fmla="*/ 53 h 54"/>
                  <a:gd name="T12" fmla="*/ 54 w 54"/>
                  <a:gd name="T13" fmla="*/ 27 h 54"/>
                  <a:gd name="T14" fmla="*/ 27 w 54"/>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27" y="0"/>
                    </a:moveTo>
                    <a:cubicBezTo>
                      <a:pt x="12" y="0"/>
                      <a:pt x="0" y="12"/>
                      <a:pt x="0" y="27"/>
                    </a:cubicBezTo>
                    <a:cubicBezTo>
                      <a:pt x="0" y="54"/>
                      <a:pt x="0" y="54"/>
                      <a:pt x="0" y="54"/>
                    </a:cubicBezTo>
                    <a:cubicBezTo>
                      <a:pt x="10" y="53"/>
                      <a:pt x="19" y="52"/>
                      <a:pt x="29" y="52"/>
                    </a:cubicBezTo>
                    <a:cubicBezTo>
                      <a:pt x="29" y="52"/>
                      <a:pt x="29" y="52"/>
                      <a:pt x="29" y="52"/>
                    </a:cubicBezTo>
                    <a:cubicBezTo>
                      <a:pt x="38" y="52"/>
                      <a:pt x="46" y="52"/>
                      <a:pt x="54" y="53"/>
                    </a:cubicBezTo>
                    <a:cubicBezTo>
                      <a:pt x="54" y="27"/>
                      <a:pt x="54" y="27"/>
                      <a:pt x="54" y="27"/>
                    </a:cubicBezTo>
                    <a:cubicBezTo>
                      <a:pt x="54" y="12"/>
                      <a:pt x="42"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sp>
        <p:nvSpPr>
          <p:cNvPr id="103" name="Text Box 10"/>
          <p:cNvSpPr txBox="1">
            <a:spLocks noChangeArrowheads="1"/>
          </p:cNvSpPr>
          <p:nvPr/>
        </p:nvSpPr>
        <p:spPr>
          <a:xfrm>
            <a:off x="422968" y="2616201"/>
            <a:ext cx="2141406"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04" name="Text Box 10"/>
          <p:cNvSpPr txBox="1">
            <a:spLocks noChangeArrowheads="1"/>
          </p:cNvSpPr>
          <p:nvPr/>
        </p:nvSpPr>
        <p:spPr>
          <a:xfrm>
            <a:off x="422968" y="4610101"/>
            <a:ext cx="2141406"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43014" name="组合 105"/>
          <p:cNvGrpSpPr/>
          <p:nvPr/>
        </p:nvGrpSpPr>
        <p:grpSpPr>
          <a:xfrm>
            <a:off x="2732108" y="2643566"/>
            <a:ext cx="359889" cy="334072"/>
            <a:chOff x="5278438" y="2973388"/>
            <a:chExt cx="1344613" cy="1247775"/>
          </a:xfrm>
          <a:solidFill>
            <a:schemeClr val="accent4"/>
          </a:solidFill>
        </p:grpSpPr>
        <p:sp>
          <p:nvSpPr>
            <p:cNvPr id="107" name="Freeform 67"/>
            <p:cNvSpPr>
              <a:spLocks noEditPoints="1"/>
            </p:cNvSpPr>
            <p:nvPr/>
          </p:nvSpPr>
          <p:spPr>
            <a:xfrm>
              <a:off x="5821363" y="2973388"/>
              <a:ext cx="801688" cy="806450"/>
            </a:xfrm>
            <a:custGeom>
              <a:avLst/>
              <a:gdLst>
                <a:gd name="T0" fmla="*/ 256 w 281"/>
                <a:gd name="T1" fmla="*/ 26 h 282"/>
                <a:gd name="T2" fmla="*/ 163 w 281"/>
                <a:gd name="T3" fmla="*/ 26 h 282"/>
                <a:gd name="T4" fmla="*/ 0 w 281"/>
                <a:gd name="T5" fmla="*/ 190 h 282"/>
                <a:gd name="T6" fmla="*/ 92 w 281"/>
                <a:gd name="T7" fmla="*/ 282 h 282"/>
                <a:gd name="T8" fmla="*/ 256 w 281"/>
                <a:gd name="T9" fmla="*/ 119 h 282"/>
                <a:gd name="T10" fmla="*/ 256 w 281"/>
                <a:gd name="T11" fmla="*/ 26 h 282"/>
                <a:gd name="T12" fmla="*/ 55 w 281"/>
                <a:gd name="T13" fmla="*/ 192 h 282"/>
                <a:gd name="T14" fmla="*/ 44 w 281"/>
                <a:gd name="T15" fmla="*/ 181 h 282"/>
                <a:gd name="T16" fmla="*/ 183 w 281"/>
                <a:gd name="T17" fmla="*/ 42 h 282"/>
                <a:gd name="T18" fmla="*/ 194 w 281"/>
                <a:gd name="T19" fmla="*/ 42 h 282"/>
                <a:gd name="T20" fmla="*/ 194 w 281"/>
                <a:gd name="T21" fmla="*/ 53 h 282"/>
                <a:gd name="T22" fmla="*/ 55 w 281"/>
                <a:gd name="T23" fmla="*/ 192 h 282"/>
                <a:gd name="T24" fmla="*/ 78 w 281"/>
                <a:gd name="T25" fmla="*/ 215 h 282"/>
                <a:gd name="T26" fmla="*/ 67 w 281"/>
                <a:gd name="T27" fmla="*/ 204 h 282"/>
                <a:gd name="T28" fmla="*/ 217 w 281"/>
                <a:gd name="T29" fmla="*/ 54 h 282"/>
                <a:gd name="T30" fmla="*/ 228 w 281"/>
                <a:gd name="T31" fmla="*/ 54 h 282"/>
                <a:gd name="T32" fmla="*/ 228 w 281"/>
                <a:gd name="T33" fmla="*/ 65 h 282"/>
                <a:gd name="T34" fmla="*/ 78 w 281"/>
                <a:gd name="T35" fmla="*/ 215 h 282"/>
                <a:gd name="T36" fmla="*/ 101 w 281"/>
                <a:gd name="T37" fmla="*/ 238 h 282"/>
                <a:gd name="T38" fmla="*/ 90 w 281"/>
                <a:gd name="T39" fmla="*/ 227 h 282"/>
                <a:gd name="T40" fmla="*/ 229 w 281"/>
                <a:gd name="T41" fmla="*/ 88 h 282"/>
                <a:gd name="T42" fmla="*/ 240 w 281"/>
                <a:gd name="T43" fmla="*/ 88 h 282"/>
                <a:gd name="T44" fmla="*/ 240 w 281"/>
                <a:gd name="T45" fmla="*/ 99 h 282"/>
                <a:gd name="T46" fmla="*/ 101 w 281"/>
                <a:gd name="T47" fmla="*/ 238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1" h="282">
                  <a:moveTo>
                    <a:pt x="256" y="26"/>
                  </a:moveTo>
                  <a:cubicBezTo>
                    <a:pt x="230" y="0"/>
                    <a:pt x="189" y="0"/>
                    <a:pt x="163" y="26"/>
                  </a:cubicBezTo>
                  <a:cubicBezTo>
                    <a:pt x="0" y="190"/>
                    <a:pt x="0" y="190"/>
                    <a:pt x="0" y="190"/>
                  </a:cubicBezTo>
                  <a:cubicBezTo>
                    <a:pt x="92" y="282"/>
                    <a:pt x="92" y="282"/>
                    <a:pt x="92" y="282"/>
                  </a:cubicBezTo>
                  <a:cubicBezTo>
                    <a:pt x="256" y="119"/>
                    <a:pt x="256" y="119"/>
                    <a:pt x="256" y="119"/>
                  </a:cubicBezTo>
                  <a:cubicBezTo>
                    <a:pt x="281" y="93"/>
                    <a:pt x="281" y="52"/>
                    <a:pt x="256" y="26"/>
                  </a:cubicBezTo>
                  <a:close/>
                  <a:moveTo>
                    <a:pt x="55" y="192"/>
                  </a:moveTo>
                  <a:cubicBezTo>
                    <a:pt x="44" y="181"/>
                    <a:pt x="44" y="181"/>
                    <a:pt x="44" y="181"/>
                  </a:cubicBezTo>
                  <a:cubicBezTo>
                    <a:pt x="183" y="42"/>
                    <a:pt x="183" y="42"/>
                    <a:pt x="183" y="42"/>
                  </a:cubicBezTo>
                  <a:cubicBezTo>
                    <a:pt x="186" y="39"/>
                    <a:pt x="191" y="39"/>
                    <a:pt x="194" y="42"/>
                  </a:cubicBezTo>
                  <a:cubicBezTo>
                    <a:pt x="197" y="45"/>
                    <a:pt x="197" y="50"/>
                    <a:pt x="194" y="53"/>
                  </a:cubicBezTo>
                  <a:lnTo>
                    <a:pt x="55" y="192"/>
                  </a:lnTo>
                  <a:close/>
                  <a:moveTo>
                    <a:pt x="78" y="215"/>
                  </a:moveTo>
                  <a:cubicBezTo>
                    <a:pt x="67" y="204"/>
                    <a:pt x="67" y="204"/>
                    <a:pt x="67" y="204"/>
                  </a:cubicBezTo>
                  <a:cubicBezTo>
                    <a:pt x="217" y="54"/>
                    <a:pt x="217" y="54"/>
                    <a:pt x="217" y="54"/>
                  </a:cubicBezTo>
                  <a:cubicBezTo>
                    <a:pt x="220" y="51"/>
                    <a:pt x="225" y="51"/>
                    <a:pt x="228" y="54"/>
                  </a:cubicBezTo>
                  <a:cubicBezTo>
                    <a:pt x="231" y="57"/>
                    <a:pt x="231" y="62"/>
                    <a:pt x="228" y="65"/>
                  </a:cubicBezTo>
                  <a:lnTo>
                    <a:pt x="78" y="215"/>
                  </a:lnTo>
                  <a:close/>
                  <a:moveTo>
                    <a:pt x="101" y="238"/>
                  </a:moveTo>
                  <a:cubicBezTo>
                    <a:pt x="90" y="227"/>
                    <a:pt x="90" y="227"/>
                    <a:pt x="90" y="227"/>
                  </a:cubicBezTo>
                  <a:cubicBezTo>
                    <a:pt x="229" y="88"/>
                    <a:pt x="229" y="88"/>
                    <a:pt x="229" y="88"/>
                  </a:cubicBezTo>
                  <a:cubicBezTo>
                    <a:pt x="232" y="85"/>
                    <a:pt x="237" y="85"/>
                    <a:pt x="240" y="88"/>
                  </a:cubicBezTo>
                  <a:cubicBezTo>
                    <a:pt x="243" y="91"/>
                    <a:pt x="243" y="96"/>
                    <a:pt x="240" y="99"/>
                  </a:cubicBezTo>
                  <a:lnTo>
                    <a:pt x="101" y="2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08" name="Freeform 68"/>
            <p:cNvSpPr/>
            <p:nvPr/>
          </p:nvSpPr>
          <p:spPr>
            <a:xfrm>
              <a:off x="5375275" y="3662363"/>
              <a:ext cx="554038" cy="558800"/>
            </a:xfrm>
            <a:custGeom>
              <a:avLst/>
              <a:gdLst>
                <a:gd name="T0" fmla="*/ 227 w 349"/>
                <a:gd name="T1" fmla="*/ 209 h 352"/>
                <a:gd name="T2" fmla="*/ 210 w 349"/>
                <a:gd name="T3" fmla="*/ 193 h 352"/>
                <a:gd name="T4" fmla="*/ 349 w 349"/>
                <a:gd name="T5" fmla="*/ 54 h 352"/>
                <a:gd name="T6" fmla="*/ 295 w 349"/>
                <a:gd name="T7" fmla="*/ 0 h 352"/>
                <a:gd name="T8" fmla="*/ 156 w 349"/>
                <a:gd name="T9" fmla="*/ 139 h 352"/>
                <a:gd name="T10" fmla="*/ 142 w 349"/>
                <a:gd name="T11" fmla="*/ 125 h 352"/>
                <a:gd name="T12" fmla="*/ 110 w 349"/>
                <a:gd name="T13" fmla="*/ 141 h 352"/>
                <a:gd name="T14" fmla="*/ 0 w 349"/>
                <a:gd name="T15" fmla="*/ 317 h 352"/>
                <a:gd name="T16" fmla="*/ 32 w 349"/>
                <a:gd name="T17" fmla="*/ 352 h 352"/>
                <a:gd name="T18" fmla="*/ 207 w 349"/>
                <a:gd name="T19" fmla="*/ 242 h 352"/>
                <a:gd name="T20" fmla="*/ 227 w 349"/>
                <a:gd name="T21" fmla="*/ 20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9" h="352">
                  <a:moveTo>
                    <a:pt x="227" y="209"/>
                  </a:moveTo>
                  <a:lnTo>
                    <a:pt x="210" y="193"/>
                  </a:lnTo>
                  <a:lnTo>
                    <a:pt x="349" y="54"/>
                  </a:lnTo>
                  <a:lnTo>
                    <a:pt x="295" y="0"/>
                  </a:lnTo>
                  <a:lnTo>
                    <a:pt x="156" y="139"/>
                  </a:lnTo>
                  <a:lnTo>
                    <a:pt x="142" y="125"/>
                  </a:lnTo>
                  <a:lnTo>
                    <a:pt x="110" y="141"/>
                  </a:lnTo>
                  <a:lnTo>
                    <a:pt x="0" y="317"/>
                  </a:lnTo>
                  <a:lnTo>
                    <a:pt x="32" y="352"/>
                  </a:lnTo>
                  <a:lnTo>
                    <a:pt x="207" y="242"/>
                  </a:lnTo>
                  <a:lnTo>
                    <a:pt x="227" y="20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09" name="Freeform 69"/>
            <p:cNvSpPr/>
            <p:nvPr/>
          </p:nvSpPr>
          <p:spPr>
            <a:xfrm>
              <a:off x="5278438" y="2986088"/>
              <a:ext cx="590550" cy="590550"/>
            </a:xfrm>
            <a:custGeom>
              <a:avLst/>
              <a:gdLst>
                <a:gd name="T0" fmla="*/ 104 w 207"/>
                <a:gd name="T1" fmla="*/ 0 h 207"/>
                <a:gd name="T2" fmla="*/ 78 w 207"/>
                <a:gd name="T3" fmla="*/ 3 h 207"/>
                <a:gd name="T4" fmla="*/ 81 w 207"/>
                <a:gd name="T5" fmla="*/ 5 h 207"/>
                <a:gd name="T6" fmla="*/ 118 w 207"/>
                <a:gd name="T7" fmla="*/ 43 h 207"/>
                <a:gd name="T8" fmla="*/ 118 w 207"/>
                <a:gd name="T9" fmla="*/ 112 h 207"/>
                <a:gd name="T10" fmla="*/ 49 w 207"/>
                <a:gd name="T11" fmla="*/ 112 h 207"/>
                <a:gd name="T12" fmla="*/ 12 w 207"/>
                <a:gd name="T13" fmla="*/ 74 h 207"/>
                <a:gd name="T14" fmla="*/ 7 w 207"/>
                <a:gd name="T15" fmla="*/ 68 h 207"/>
                <a:gd name="T16" fmla="*/ 0 w 207"/>
                <a:gd name="T17" fmla="*/ 103 h 207"/>
                <a:gd name="T18" fmla="*/ 104 w 207"/>
                <a:gd name="T19" fmla="*/ 207 h 207"/>
                <a:gd name="T20" fmla="*/ 207 w 207"/>
                <a:gd name="T21" fmla="*/ 103 h 207"/>
                <a:gd name="T22" fmla="*/ 104 w 207"/>
                <a:gd name="T23"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207">
                  <a:moveTo>
                    <a:pt x="104" y="0"/>
                  </a:moveTo>
                  <a:cubicBezTo>
                    <a:pt x="95" y="0"/>
                    <a:pt x="86" y="1"/>
                    <a:pt x="78" y="3"/>
                  </a:cubicBezTo>
                  <a:cubicBezTo>
                    <a:pt x="79" y="4"/>
                    <a:pt x="80" y="5"/>
                    <a:pt x="81" y="5"/>
                  </a:cubicBezTo>
                  <a:cubicBezTo>
                    <a:pt x="118" y="43"/>
                    <a:pt x="118" y="43"/>
                    <a:pt x="118" y="43"/>
                  </a:cubicBezTo>
                  <a:cubicBezTo>
                    <a:pt x="137" y="62"/>
                    <a:pt x="137" y="93"/>
                    <a:pt x="118" y="112"/>
                  </a:cubicBezTo>
                  <a:cubicBezTo>
                    <a:pt x="99" y="131"/>
                    <a:pt x="68" y="131"/>
                    <a:pt x="49" y="112"/>
                  </a:cubicBezTo>
                  <a:cubicBezTo>
                    <a:pt x="12" y="74"/>
                    <a:pt x="12" y="74"/>
                    <a:pt x="12" y="74"/>
                  </a:cubicBezTo>
                  <a:cubicBezTo>
                    <a:pt x="10" y="72"/>
                    <a:pt x="8" y="70"/>
                    <a:pt x="7" y="68"/>
                  </a:cubicBezTo>
                  <a:cubicBezTo>
                    <a:pt x="3" y="79"/>
                    <a:pt x="0" y="91"/>
                    <a:pt x="0" y="103"/>
                  </a:cubicBezTo>
                  <a:cubicBezTo>
                    <a:pt x="0" y="161"/>
                    <a:pt x="47" y="207"/>
                    <a:pt x="104" y="207"/>
                  </a:cubicBezTo>
                  <a:cubicBezTo>
                    <a:pt x="161" y="207"/>
                    <a:pt x="207" y="161"/>
                    <a:pt x="207" y="103"/>
                  </a:cubicBezTo>
                  <a:cubicBezTo>
                    <a:pt x="207" y="46"/>
                    <a:pt x="161"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sp>
          <p:nvSpPr>
            <p:cNvPr id="110" name="Freeform 70"/>
            <p:cNvSpPr>
              <a:spLocks noEditPoints="1"/>
            </p:cNvSpPr>
            <p:nvPr/>
          </p:nvSpPr>
          <p:spPr>
            <a:xfrm>
              <a:off x="6008688" y="3686176"/>
              <a:ext cx="531813" cy="531813"/>
            </a:xfrm>
            <a:custGeom>
              <a:avLst/>
              <a:gdLst>
                <a:gd name="T0" fmla="*/ 164 w 186"/>
                <a:gd name="T1" fmla="*/ 164 h 186"/>
                <a:gd name="T2" fmla="*/ 164 w 186"/>
                <a:gd name="T3" fmla="*/ 83 h 186"/>
                <a:gd name="T4" fmla="*/ 81 w 186"/>
                <a:gd name="T5" fmla="*/ 0 h 186"/>
                <a:gd name="T6" fmla="*/ 0 w 186"/>
                <a:gd name="T7" fmla="*/ 81 h 186"/>
                <a:gd name="T8" fmla="*/ 82 w 186"/>
                <a:gd name="T9" fmla="*/ 164 h 186"/>
                <a:gd name="T10" fmla="*/ 164 w 186"/>
                <a:gd name="T11" fmla="*/ 164 h 186"/>
                <a:gd name="T12" fmla="*/ 109 w 186"/>
                <a:gd name="T13" fmla="*/ 109 h 186"/>
                <a:gd name="T14" fmla="*/ 142 w 186"/>
                <a:gd name="T15" fmla="*/ 109 h 186"/>
                <a:gd name="T16" fmla="*/ 142 w 186"/>
                <a:gd name="T17" fmla="*/ 143 h 186"/>
                <a:gd name="T18" fmla="*/ 109 w 186"/>
                <a:gd name="T19" fmla="*/ 143 h 186"/>
                <a:gd name="T20" fmla="*/ 109 w 186"/>
                <a:gd name="T21" fmla="*/ 10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86">
                  <a:moveTo>
                    <a:pt x="164" y="164"/>
                  </a:moveTo>
                  <a:cubicBezTo>
                    <a:pt x="186" y="142"/>
                    <a:pt x="186" y="105"/>
                    <a:pt x="164" y="83"/>
                  </a:cubicBezTo>
                  <a:cubicBezTo>
                    <a:pt x="81" y="0"/>
                    <a:pt x="81" y="0"/>
                    <a:pt x="81" y="0"/>
                  </a:cubicBezTo>
                  <a:cubicBezTo>
                    <a:pt x="0" y="81"/>
                    <a:pt x="0" y="81"/>
                    <a:pt x="0" y="81"/>
                  </a:cubicBezTo>
                  <a:cubicBezTo>
                    <a:pt x="82" y="164"/>
                    <a:pt x="82" y="164"/>
                    <a:pt x="82" y="164"/>
                  </a:cubicBezTo>
                  <a:cubicBezTo>
                    <a:pt x="105" y="186"/>
                    <a:pt x="141" y="186"/>
                    <a:pt x="164" y="164"/>
                  </a:cubicBezTo>
                  <a:close/>
                  <a:moveTo>
                    <a:pt x="109" y="109"/>
                  </a:moveTo>
                  <a:cubicBezTo>
                    <a:pt x="118" y="100"/>
                    <a:pt x="133" y="100"/>
                    <a:pt x="142" y="109"/>
                  </a:cubicBezTo>
                  <a:cubicBezTo>
                    <a:pt x="152" y="118"/>
                    <a:pt x="152" y="133"/>
                    <a:pt x="142" y="143"/>
                  </a:cubicBezTo>
                  <a:cubicBezTo>
                    <a:pt x="133" y="152"/>
                    <a:pt x="118" y="152"/>
                    <a:pt x="109" y="143"/>
                  </a:cubicBezTo>
                  <a:cubicBezTo>
                    <a:pt x="99" y="133"/>
                    <a:pt x="99" y="118"/>
                    <a:pt x="109" y="10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srgbClr val="78A6B6"/>
                </a:solidFill>
                <a:effectLst/>
                <a:uLnTx/>
                <a:uFillTx/>
                <a:latin typeface="思源黑体 CN Medium"/>
                <a:ea typeface="思源黑体 CN Medium"/>
                <a:cs typeface="思源黑体 CN Medium"/>
                <a:sym typeface="思源黑体 CN Medium"/>
              </a:endParaRPr>
            </a:p>
          </p:txBody>
        </p:sp>
      </p:grpSp>
      <p:sp>
        <p:nvSpPr>
          <p:cNvPr id="112" name="Freeform 61"/>
          <p:cNvSpPr>
            <a:spLocks noChangeAspect="1"/>
          </p:cNvSpPr>
          <p:nvPr/>
        </p:nvSpPr>
        <p:spPr>
          <a:xfrm>
            <a:off x="2731541" y="4696885"/>
            <a:ext cx="359722" cy="374650"/>
          </a:xfrm>
          <a:custGeom>
            <a:avLst/>
            <a:gdLst>
              <a:gd name="T0" fmla="*/ 99 w 137"/>
              <a:gd name="T1" fmla="*/ 57 h 142"/>
              <a:gd name="T2" fmla="*/ 137 w 137"/>
              <a:gd name="T3" fmla="*/ 57 h 142"/>
              <a:gd name="T4" fmla="*/ 76 w 137"/>
              <a:gd name="T5" fmla="*/ 4 h 142"/>
              <a:gd name="T6" fmla="*/ 69 w 137"/>
              <a:gd name="T7" fmla="*/ 0 h 142"/>
              <a:gd name="T8" fmla="*/ 62 w 137"/>
              <a:gd name="T9" fmla="*/ 4 h 142"/>
              <a:gd name="T10" fmla="*/ 0 w 137"/>
              <a:gd name="T11" fmla="*/ 57 h 142"/>
              <a:gd name="T12" fmla="*/ 39 w 137"/>
              <a:gd name="T13" fmla="*/ 57 h 142"/>
              <a:gd name="T14" fmla="*/ 62 w 137"/>
              <a:gd name="T15" fmla="*/ 4 h 142"/>
              <a:gd name="T16" fmla="*/ 62 w 137"/>
              <a:gd name="T17" fmla="*/ 5 h 142"/>
              <a:gd name="T18" fmla="*/ 43 w 137"/>
              <a:gd name="T19" fmla="*/ 57 h 142"/>
              <a:gd name="T20" fmla="*/ 64 w 137"/>
              <a:gd name="T21" fmla="*/ 57 h 142"/>
              <a:gd name="T22" fmla="*/ 64 w 137"/>
              <a:gd name="T23" fmla="*/ 122 h 142"/>
              <a:gd name="T24" fmla="*/ 64 w 137"/>
              <a:gd name="T25" fmla="*/ 125 h 142"/>
              <a:gd name="T26" fmla="*/ 64 w 137"/>
              <a:gd name="T27" fmla="*/ 130 h 142"/>
              <a:gd name="T28" fmla="*/ 76 w 137"/>
              <a:gd name="T29" fmla="*/ 142 h 142"/>
              <a:gd name="T30" fmla="*/ 87 w 137"/>
              <a:gd name="T31" fmla="*/ 130 h 142"/>
              <a:gd name="T32" fmla="*/ 87 w 137"/>
              <a:gd name="T33" fmla="*/ 125 h 142"/>
              <a:gd name="T34" fmla="*/ 79 w 137"/>
              <a:gd name="T35" fmla="*/ 125 h 142"/>
              <a:gd name="T36" fmla="*/ 79 w 137"/>
              <a:gd name="T37" fmla="*/ 127 h 142"/>
              <a:gd name="T38" fmla="*/ 79 w 137"/>
              <a:gd name="T39" fmla="*/ 129 h 142"/>
              <a:gd name="T40" fmla="*/ 76 w 137"/>
              <a:gd name="T41" fmla="*/ 133 h 142"/>
              <a:gd name="T42" fmla="*/ 72 w 137"/>
              <a:gd name="T43" fmla="*/ 129 h 142"/>
              <a:gd name="T44" fmla="*/ 72 w 137"/>
              <a:gd name="T45" fmla="*/ 127 h 142"/>
              <a:gd name="T46" fmla="*/ 72 w 137"/>
              <a:gd name="T47" fmla="*/ 125 h 142"/>
              <a:gd name="T48" fmla="*/ 72 w 137"/>
              <a:gd name="T49" fmla="*/ 111 h 142"/>
              <a:gd name="T50" fmla="*/ 72 w 137"/>
              <a:gd name="T51" fmla="*/ 57 h 142"/>
              <a:gd name="T52" fmla="*/ 94 w 137"/>
              <a:gd name="T53" fmla="*/ 57 h 142"/>
              <a:gd name="T54" fmla="*/ 76 w 137"/>
              <a:gd name="T55" fmla="*/ 5 h 142"/>
              <a:gd name="T56" fmla="*/ 76 w 137"/>
              <a:gd name="T57" fmla="*/ 4 h 142"/>
              <a:gd name="T58" fmla="*/ 99 w 137"/>
              <a:gd name="T59" fmla="*/ 57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7" h="142">
                <a:moveTo>
                  <a:pt x="99" y="57"/>
                </a:moveTo>
                <a:cubicBezTo>
                  <a:pt x="137" y="57"/>
                  <a:pt x="137" y="57"/>
                  <a:pt x="137" y="57"/>
                </a:cubicBezTo>
                <a:cubicBezTo>
                  <a:pt x="130" y="28"/>
                  <a:pt x="105" y="7"/>
                  <a:pt x="76" y="4"/>
                </a:cubicBezTo>
                <a:cubicBezTo>
                  <a:pt x="74" y="1"/>
                  <a:pt x="72" y="0"/>
                  <a:pt x="69" y="0"/>
                </a:cubicBezTo>
                <a:cubicBezTo>
                  <a:pt x="66" y="0"/>
                  <a:pt x="64" y="1"/>
                  <a:pt x="62" y="4"/>
                </a:cubicBezTo>
                <a:cubicBezTo>
                  <a:pt x="32" y="6"/>
                  <a:pt x="7" y="28"/>
                  <a:pt x="0" y="57"/>
                </a:cubicBezTo>
                <a:cubicBezTo>
                  <a:pt x="39" y="57"/>
                  <a:pt x="39" y="57"/>
                  <a:pt x="39" y="57"/>
                </a:cubicBezTo>
                <a:cubicBezTo>
                  <a:pt x="39" y="24"/>
                  <a:pt x="58" y="7"/>
                  <a:pt x="62" y="4"/>
                </a:cubicBezTo>
                <a:cubicBezTo>
                  <a:pt x="62" y="4"/>
                  <a:pt x="62" y="5"/>
                  <a:pt x="62" y="5"/>
                </a:cubicBezTo>
                <a:cubicBezTo>
                  <a:pt x="41" y="31"/>
                  <a:pt x="43" y="57"/>
                  <a:pt x="43" y="57"/>
                </a:cubicBezTo>
                <a:cubicBezTo>
                  <a:pt x="64" y="57"/>
                  <a:pt x="64" y="57"/>
                  <a:pt x="64" y="57"/>
                </a:cubicBezTo>
                <a:cubicBezTo>
                  <a:pt x="64" y="122"/>
                  <a:pt x="64" y="122"/>
                  <a:pt x="64" y="122"/>
                </a:cubicBezTo>
                <a:cubicBezTo>
                  <a:pt x="64" y="125"/>
                  <a:pt x="64" y="125"/>
                  <a:pt x="64" y="125"/>
                </a:cubicBezTo>
                <a:cubicBezTo>
                  <a:pt x="64" y="130"/>
                  <a:pt x="64" y="130"/>
                  <a:pt x="64" y="130"/>
                </a:cubicBezTo>
                <a:cubicBezTo>
                  <a:pt x="64" y="136"/>
                  <a:pt x="69" y="142"/>
                  <a:pt x="76" y="142"/>
                </a:cubicBezTo>
                <a:cubicBezTo>
                  <a:pt x="82" y="142"/>
                  <a:pt x="87" y="136"/>
                  <a:pt x="87" y="130"/>
                </a:cubicBezTo>
                <a:cubicBezTo>
                  <a:pt x="87" y="125"/>
                  <a:pt x="87" y="125"/>
                  <a:pt x="87" y="125"/>
                </a:cubicBezTo>
                <a:cubicBezTo>
                  <a:pt x="79" y="125"/>
                  <a:pt x="79" y="125"/>
                  <a:pt x="79" y="125"/>
                </a:cubicBezTo>
                <a:cubicBezTo>
                  <a:pt x="79" y="127"/>
                  <a:pt x="79" y="127"/>
                  <a:pt x="79" y="127"/>
                </a:cubicBezTo>
                <a:cubicBezTo>
                  <a:pt x="79" y="129"/>
                  <a:pt x="79" y="129"/>
                  <a:pt x="79" y="129"/>
                </a:cubicBezTo>
                <a:cubicBezTo>
                  <a:pt x="79" y="131"/>
                  <a:pt x="78" y="133"/>
                  <a:pt x="76" y="133"/>
                </a:cubicBezTo>
                <a:cubicBezTo>
                  <a:pt x="74" y="133"/>
                  <a:pt x="72" y="131"/>
                  <a:pt x="72" y="129"/>
                </a:cubicBezTo>
                <a:cubicBezTo>
                  <a:pt x="72" y="127"/>
                  <a:pt x="72" y="127"/>
                  <a:pt x="72" y="127"/>
                </a:cubicBezTo>
                <a:cubicBezTo>
                  <a:pt x="72" y="125"/>
                  <a:pt x="72" y="125"/>
                  <a:pt x="72" y="125"/>
                </a:cubicBezTo>
                <a:cubicBezTo>
                  <a:pt x="72" y="111"/>
                  <a:pt x="72" y="111"/>
                  <a:pt x="72" y="111"/>
                </a:cubicBezTo>
                <a:cubicBezTo>
                  <a:pt x="72" y="57"/>
                  <a:pt x="72" y="57"/>
                  <a:pt x="72" y="57"/>
                </a:cubicBezTo>
                <a:cubicBezTo>
                  <a:pt x="94" y="57"/>
                  <a:pt x="94" y="57"/>
                  <a:pt x="94" y="57"/>
                </a:cubicBezTo>
                <a:cubicBezTo>
                  <a:pt x="94" y="57"/>
                  <a:pt x="97" y="31"/>
                  <a:pt x="76" y="5"/>
                </a:cubicBezTo>
                <a:cubicBezTo>
                  <a:pt x="76" y="5"/>
                  <a:pt x="76" y="4"/>
                  <a:pt x="76" y="4"/>
                </a:cubicBezTo>
                <a:cubicBezTo>
                  <a:pt x="80" y="7"/>
                  <a:pt x="99" y="24"/>
                  <a:pt x="99" y="57"/>
                </a:cubicBezTo>
                <a:close/>
              </a:path>
            </a:pathLst>
          </a:custGeom>
          <a:solidFill>
            <a:schemeClr val="accent1"/>
          </a:solidFill>
          <a:ln>
            <a:noFill/>
          </a:ln>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3" name="Text Box 10"/>
          <p:cNvSpPr txBox="1">
            <a:spLocks noChangeArrowheads="1"/>
          </p:cNvSpPr>
          <p:nvPr/>
        </p:nvSpPr>
        <p:spPr>
          <a:xfrm>
            <a:off x="9672065" y="2639484"/>
            <a:ext cx="2139290"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14" name="Text Box 10"/>
          <p:cNvSpPr txBox="1">
            <a:spLocks noChangeArrowheads="1"/>
          </p:cNvSpPr>
          <p:nvPr/>
        </p:nvSpPr>
        <p:spPr>
          <a:xfrm>
            <a:off x="9672065" y="4631267"/>
            <a:ext cx="2139290" cy="1017905"/>
          </a:xfrm>
          <a:prstGeom prst="rect">
            <a:avLst/>
          </a:prstGeom>
          <a:noFill/>
          <a:ln w="9525">
            <a:noFill/>
            <a:miter lim="800000"/>
          </a:ln>
        </p:spPr>
        <p:txBody>
          <a:bodyPr lIns="60941" tIns="30471" rIns="60941" bIns="30471">
            <a:spAutoFit/>
          </a:bodyPr>
          <a:lstStyle/>
          <a:p>
            <a:pPr marL="0" marR="0" lvl="0" indent="0" algn="l" defTabSz="1450340"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添加您的标题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913765"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您的内容打在这里，或者通过复制您的文本后，在此框中选择粘贴，并选择只保留文字。</a:t>
            </a:r>
            <a:endParaRPr kumimoji="0" lang="zh-CN" altLang="en-US" sz="10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43015" name="组合 115"/>
          <p:cNvGrpSpPr/>
          <p:nvPr/>
        </p:nvGrpSpPr>
        <p:grpSpPr>
          <a:xfrm>
            <a:off x="9162883" y="2647821"/>
            <a:ext cx="359889" cy="404612"/>
            <a:chOff x="279401" y="2698750"/>
            <a:chExt cx="1473200" cy="1655763"/>
          </a:xfrm>
          <a:solidFill>
            <a:schemeClr val="accent5"/>
          </a:solidFill>
        </p:grpSpPr>
        <p:sp>
          <p:nvSpPr>
            <p:cNvPr id="117" name="Freeform 45"/>
            <p:cNvSpPr>
              <a:spLocks noEditPoints="1"/>
            </p:cNvSpPr>
            <p:nvPr/>
          </p:nvSpPr>
          <p:spPr>
            <a:xfrm>
              <a:off x="279401" y="2884488"/>
              <a:ext cx="1473200" cy="1470025"/>
            </a:xfrm>
            <a:custGeom>
              <a:avLst/>
              <a:gdLst>
                <a:gd name="T0" fmla="*/ 250 w 501"/>
                <a:gd name="T1" fmla="*/ 0 h 501"/>
                <a:gd name="T2" fmla="*/ 0 w 501"/>
                <a:gd name="T3" fmla="*/ 251 h 501"/>
                <a:gd name="T4" fmla="*/ 250 w 501"/>
                <a:gd name="T5" fmla="*/ 501 h 501"/>
                <a:gd name="T6" fmla="*/ 501 w 501"/>
                <a:gd name="T7" fmla="*/ 251 h 501"/>
                <a:gd name="T8" fmla="*/ 250 w 501"/>
                <a:gd name="T9" fmla="*/ 0 h 501"/>
                <a:gd name="T10" fmla="*/ 455 w 501"/>
                <a:gd name="T11" fmla="*/ 267 h 501"/>
                <a:gd name="T12" fmla="*/ 446 w 501"/>
                <a:gd name="T13" fmla="*/ 267 h 501"/>
                <a:gd name="T14" fmla="*/ 389 w 501"/>
                <a:gd name="T15" fmla="*/ 390 h 501"/>
                <a:gd name="T16" fmla="*/ 267 w 501"/>
                <a:gd name="T17" fmla="*/ 447 h 501"/>
                <a:gd name="T18" fmla="*/ 267 w 501"/>
                <a:gd name="T19" fmla="*/ 455 h 501"/>
                <a:gd name="T20" fmla="*/ 250 w 501"/>
                <a:gd name="T21" fmla="*/ 471 h 501"/>
                <a:gd name="T22" fmla="*/ 234 w 501"/>
                <a:gd name="T23" fmla="*/ 455 h 501"/>
                <a:gd name="T24" fmla="*/ 234 w 501"/>
                <a:gd name="T25" fmla="*/ 447 h 501"/>
                <a:gd name="T26" fmla="*/ 111 w 501"/>
                <a:gd name="T27" fmla="*/ 390 h 501"/>
                <a:gd name="T28" fmla="*/ 54 w 501"/>
                <a:gd name="T29" fmla="*/ 267 h 501"/>
                <a:gd name="T30" fmla="*/ 46 w 501"/>
                <a:gd name="T31" fmla="*/ 267 h 501"/>
                <a:gd name="T32" fmla="*/ 30 w 501"/>
                <a:gd name="T33" fmla="*/ 251 h 501"/>
                <a:gd name="T34" fmla="*/ 46 w 501"/>
                <a:gd name="T35" fmla="*/ 234 h 501"/>
                <a:gd name="T36" fmla="*/ 54 w 501"/>
                <a:gd name="T37" fmla="*/ 234 h 501"/>
                <a:gd name="T38" fmla="*/ 111 w 501"/>
                <a:gd name="T39" fmla="*/ 111 h 501"/>
                <a:gd name="T40" fmla="*/ 234 w 501"/>
                <a:gd name="T41" fmla="*/ 54 h 501"/>
                <a:gd name="T42" fmla="*/ 234 w 501"/>
                <a:gd name="T43" fmla="*/ 46 h 501"/>
                <a:gd name="T44" fmla="*/ 250 w 501"/>
                <a:gd name="T45" fmla="*/ 30 h 501"/>
                <a:gd name="T46" fmla="*/ 267 w 501"/>
                <a:gd name="T47" fmla="*/ 46 h 501"/>
                <a:gd name="T48" fmla="*/ 267 w 501"/>
                <a:gd name="T49" fmla="*/ 54 h 501"/>
                <a:gd name="T50" fmla="*/ 389 w 501"/>
                <a:gd name="T51" fmla="*/ 111 h 501"/>
                <a:gd name="T52" fmla="*/ 446 w 501"/>
                <a:gd name="T53" fmla="*/ 234 h 501"/>
                <a:gd name="T54" fmla="*/ 455 w 501"/>
                <a:gd name="T55" fmla="*/ 234 h 501"/>
                <a:gd name="T56" fmla="*/ 471 w 501"/>
                <a:gd name="T57" fmla="*/ 251 h 501"/>
                <a:gd name="T58" fmla="*/ 455 w 501"/>
                <a:gd name="T59" fmla="*/ 26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01" h="501">
                  <a:moveTo>
                    <a:pt x="250" y="0"/>
                  </a:moveTo>
                  <a:cubicBezTo>
                    <a:pt x="112" y="0"/>
                    <a:pt x="0" y="112"/>
                    <a:pt x="0" y="251"/>
                  </a:cubicBezTo>
                  <a:cubicBezTo>
                    <a:pt x="0" y="389"/>
                    <a:pt x="112" y="501"/>
                    <a:pt x="250" y="501"/>
                  </a:cubicBezTo>
                  <a:cubicBezTo>
                    <a:pt x="389" y="501"/>
                    <a:pt x="501" y="389"/>
                    <a:pt x="501" y="251"/>
                  </a:cubicBezTo>
                  <a:cubicBezTo>
                    <a:pt x="501" y="112"/>
                    <a:pt x="389" y="0"/>
                    <a:pt x="250" y="0"/>
                  </a:cubicBezTo>
                  <a:close/>
                  <a:moveTo>
                    <a:pt x="455" y="267"/>
                  </a:moveTo>
                  <a:cubicBezTo>
                    <a:pt x="446" y="267"/>
                    <a:pt x="446" y="267"/>
                    <a:pt x="446" y="267"/>
                  </a:cubicBezTo>
                  <a:cubicBezTo>
                    <a:pt x="442" y="315"/>
                    <a:pt x="421" y="358"/>
                    <a:pt x="389" y="390"/>
                  </a:cubicBezTo>
                  <a:cubicBezTo>
                    <a:pt x="357" y="422"/>
                    <a:pt x="315" y="443"/>
                    <a:pt x="267" y="447"/>
                  </a:cubicBezTo>
                  <a:cubicBezTo>
                    <a:pt x="267" y="455"/>
                    <a:pt x="267" y="455"/>
                    <a:pt x="267" y="455"/>
                  </a:cubicBezTo>
                  <a:cubicBezTo>
                    <a:pt x="267" y="464"/>
                    <a:pt x="259" y="471"/>
                    <a:pt x="250" y="471"/>
                  </a:cubicBezTo>
                  <a:cubicBezTo>
                    <a:pt x="241" y="471"/>
                    <a:pt x="234" y="464"/>
                    <a:pt x="234" y="455"/>
                  </a:cubicBezTo>
                  <a:cubicBezTo>
                    <a:pt x="234" y="447"/>
                    <a:pt x="234" y="447"/>
                    <a:pt x="234" y="447"/>
                  </a:cubicBezTo>
                  <a:cubicBezTo>
                    <a:pt x="186" y="443"/>
                    <a:pt x="143" y="422"/>
                    <a:pt x="111" y="390"/>
                  </a:cubicBezTo>
                  <a:cubicBezTo>
                    <a:pt x="79" y="358"/>
                    <a:pt x="58" y="315"/>
                    <a:pt x="54" y="267"/>
                  </a:cubicBezTo>
                  <a:cubicBezTo>
                    <a:pt x="46" y="267"/>
                    <a:pt x="46" y="267"/>
                    <a:pt x="46" y="267"/>
                  </a:cubicBezTo>
                  <a:cubicBezTo>
                    <a:pt x="37" y="267"/>
                    <a:pt x="30" y="260"/>
                    <a:pt x="30" y="251"/>
                  </a:cubicBezTo>
                  <a:cubicBezTo>
                    <a:pt x="30" y="241"/>
                    <a:pt x="37" y="234"/>
                    <a:pt x="46" y="234"/>
                  </a:cubicBezTo>
                  <a:cubicBezTo>
                    <a:pt x="54" y="234"/>
                    <a:pt x="54" y="234"/>
                    <a:pt x="54" y="234"/>
                  </a:cubicBezTo>
                  <a:cubicBezTo>
                    <a:pt x="58" y="186"/>
                    <a:pt x="79" y="143"/>
                    <a:pt x="111" y="111"/>
                  </a:cubicBezTo>
                  <a:cubicBezTo>
                    <a:pt x="143" y="79"/>
                    <a:pt x="186" y="58"/>
                    <a:pt x="234" y="54"/>
                  </a:cubicBezTo>
                  <a:cubicBezTo>
                    <a:pt x="234" y="46"/>
                    <a:pt x="234" y="46"/>
                    <a:pt x="234" y="46"/>
                  </a:cubicBezTo>
                  <a:cubicBezTo>
                    <a:pt x="234" y="37"/>
                    <a:pt x="241" y="30"/>
                    <a:pt x="250" y="30"/>
                  </a:cubicBezTo>
                  <a:cubicBezTo>
                    <a:pt x="259" y="30"/>
                    <a:pt x="267" y="37"/>
                    <a:pt x="267" y="46"/>
                  </a:cubicBezTo>
                  <a:cubicBezTo>
                    <a:pt x="267" y="54"/>
                    <a:pt x="267" y="54"/>
                    <a:pt x="267" y="54"/>
                  </a:cubicBezTo>
                  <a:cubicBezTo>
                    <a:pt x="315" y="58"/>
                    <a:pt x="357" y="79"/>
                    <a:pt x="389" y="111"/>
                  </a:cubicBezTo>
                  <a:cubicBezTo>
                    <a:pt x="421" y="143"/>
                    <a:pt x="442" y="186"/>
                    <a:pt x="446" y="234"/>
                  </a:cubicBezTo>
                  <a:cubicBezTo>
                    <a:pt x="455" y="234"/>
                    <a:pt x="455" y="234"/>
                    <a:pt x="455" y="234"/>
                  </a:cubicBezTo>
                  <a:cubicBezTo>
                    <a:pt x="464" y="234"/>
                    <a:pt x="471" y="241"/>
                    <a:pt x="471" y="251"/>
                  </a:cubicBezTo>
                  <a:cubicBezTo>
                    <a:pt x="471" y="260"/>
                    <a:pt x="464" y="267"/>
                    <a:pt x="455" y="2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8" name="Freeform 46"/>
            <p:cNvSpPr/>
            <p:nvPr/>
          </p:nvSpPr>
          <p:spPr>
            <a:xfrm>
              <a:off x="966788" y="3043238"/>
              <a:ext cx="96838" cy="117475"/>
            </a:xfrm>
            <a:custGeom>
              <a:avLst/>
              <a:gdLst>
                <a:gd name="T0" fmla="*/ 16 w 33"/>
                <a:gd name="T1" fmla="*/ 40 h 40"/>
                <a:gd name="T2" fmla="*/ 33 w 33"/>
                <a:gd name="T3" fmla="*/ 24 h 40"/>
                <a:gd name="T4" fmla="*/ 33 w 33"/>
                <a:gd name="T5" fmla="*/ 0 h 40"/>
                <a:gd name="T6" fmla="*/ 16 w 33"/>
                <a:gd name="T7" fmla="*/ 0 h 40"/>
                <a:gd name="T8" fmla="*/ 0 w 33"/>
                <a:gd name="T9" fmla="*/ 0 h 40"/>
                <a:gd name="T10" fmla="*/ 0 w 33"/>
                <a:gd name="T11" fmla="*/ 24 h 40"/>
                <a:gd name="T12" fmla="*/ 16 w 33"/>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40"/>
                  </a:moveTo>
                  <a:cubicBezTo>
                    <a:pt x="25" y="40"/>
                    <a:pt x="33" y="33"/>
                    <a:pt x="33" y="24"/>
                  </a:cubicBezTo>
                  <a:cubicBezTo>
                    <a:pt x="33" y="0"/>
                    <a:pt x="33" y="0"/>
                    <a:pt x="33" y="0"/>
                  </a:cubicBezTo>
                  <a:cubicBezTo>
                    <a:pt x="27" y="0"/>
                    <a:pt x="22" y="0"/>
                    <a:pt x="16" y="0"/>
                  </a:cubicBezTo>
                  <a:cubicBezTo>
                    <a:pt x="11" y="0"/>
                    <a:pt x="5" y="0"/>
                    <a:pt x="0" y="0"/>
                  </a:cubicBezTo>
                  <a:cubicBezTo>
                    <a:pt x="0" y="24"/>
                    <a:pt x="0" y="24"/>
                    <a:pt x="0" y="24"/>
                  </a:cubicBezTo>
                  <a:cubicBezTo>
                    <a:pt x="0" y="33"/>
                    <a:pt x="7" y="40"/>
                    <a:pt x="16"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19" name="Freeform 47"/>
            <p:cNvSpPr/>
            <p:nvPr/>
          </p:nvSpPr>
          <p:spPr>
            <a:xfrm>
              <a:off x="966788" y="4079875"/>
              <a:ext cx="96838" cy="115888"/>
            </a:xfrm>
            <a:custGeom>
              <a:avLst/>
              <a:gdLst>
                <a:gd name="T0" fmla="*/ 16 w 33"/>
                <a:gd name="T1" fmla="*/ 0 h 40"/>
                <a:gd name="T2" fmla="*/ 0 w 33"/>
                <a:gd name="T3" fmla="*/ 17 h 40"/>
                <a:gd name="T4" fmla="*/ 0 w 33"/>
                <a:gd name="T5" fmla="*/ 40 h 40"/>
                <a:gd name="T6" fmla="*/ 16 w 33"/>
                <a:gd name="T7" fmla="*/ 40 h 40"/>
                <a:gd name="T8" fmla="*/ 33 w 33"/>
                <a:gd name="T9" fmla="*/ 40 h 40"/>
                <a:gd name="T10" fmla="*/ 33 w 33"/>
                <a:gd name="T11" fmla="*/ 17 h 40"/>
                <a:gd name="T12" fmla="*/ 16 w 3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33" h="40">
                  <a:moveTo>
                    <a:pt x="16" y="0"/>
                  </a:moveTo>
                  <a:cubicBezTo>
                    <a:pt x="7" y="0"/>
                    <a:pt x="0" y="7"/>
                    <a:pt x="0" y="17"/>
                  </a:cubicBezTo>
                  <a:cubicBezTo>
                    <a:pt x="0" y="40"/>
                    <a:pt x="0" y="40"/>
                    <a:pt x="0" y="40"/>
                  </a:cubicBezTo>
                  <a:cubicBezTo>
                    <a:pt x="5" y="40"/>
                    <a:pt x="11" y="40"/>
                    <a:pt x="16" y="40"/>
                  </a:cubicBezTo>
                  <a:cubicBezTo>
                    <a:pt x="22" y="40"/>
                    <a:pt x="27" y="40"/>
                    <a:pt x="33" y="40"/>
                  </a:cubicBezTo>
                  <a:cubicBezTo>
                    <a:pt x="33" y="17"/>
                    <a:pt x="33" y="17"/>
                    <a:pt x="33" y="17"/>
                  </a:cubicBezTo>
                  <a:cubicBezTo>
                    <a:pt x="33" y="7"/>
                    <a:pt x="25"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0" name="Freeform 48"/>
            <p:cNvSpPr/>
            <p:nvPr/>
          </p:nvSpPr>
          <p:spPr>
            <a:xfrm>
              <a:off x="434976" y="3571875"/>
              <a:ext cx="120650" cy="96838"/>
            </a:xfrm>
            <a:custGeom>
              <a:avLst/>
              <a:gdLst>
                <a:gd name="T0" fmla="*/ 41 w 41"/>
                <a:gd name="T1" fmla="*/ 17 h 33"/>
                <a:gd name="T2" fmla="*/ 24 w 41"/>
                <a:gd name="T3" fmla="*/ 0 h 33"/>
                <a:gd name="T4" fmla="*/ 1 w 41"/>
                <a:gd name="T5" fmla="*/ 0 h 33"/>
                <a:gd name="T6" fmla="*/ 0 w 41"/>
                <a:gd name="T7" fmla="*/ 17 h 33"/>
                <a:gd name="T8" fmla="*/ 1 w 41"/>
                <a:gd name="T9" fmla="*/ 33 h 33"/>
                <a:gd name="T10" fmla="*/ 24 w 41"/>
                <a:gd name="T11" fmla="*/ 33 h 33"/>
                <a:gd name="T12" fmla="*/ 41 w 41"/>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1" h="33">
                  <a:moveTo>
                    <a:pt x="41" y="17"/>
                  </a:moveTo>
                  <a:cubicBezTo>
                    <a:pt x="41" y="7"/>
                    <a:pt x="33" y="0"/>
                    <a:pt x="24" y="0"/>
                  </a:cubicBezTo>
                  <a:cubicBezTo>
                    <a:pt x="1" y="0"/>
                    <a:pt x="1" y="0"/>
                    <a:pt x="1" y="0"/>
                  </a:cubicBezTo>
                  <a:cubicBezTo>
                    <a:pt x="1" y="6"/>
                    <a:pt x="0" y="11"/>
                    <a:pt x="0" y="17"/>
                  </a:cubicBezTo>
                  <a:cubicBezTo>
                    <a:pt x="0" y="22"/>
                    <a:pt x="1" y="28"/>
                    <a:pt x="1" y="33"/>
                  </a:cubicBezTo>
                  <a:cubicBezTo>
                    <a:pt x="24" y="33"/>
                    <a:pt x="24" y="33"/>
                    <a:pt x="24" y="33"/>
                  </a:cubicBezTo>
                  <a:cubicBezTo>
                    <a:pt x="33" y="33"/>
                    <a:pt x="41" y="26"/>
                    <a:pt x="4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1" name="Freeform 49"/>
            <p:cNvSpPr/>
            <p:nvPr/>
          </p:nvSpPr>
          <p:spPr>
            <a:xfrm>
              <a:off x="1474788" y="3571875"/>
              <a:ext cx="119063" cy="96838"/>
            </a:xfrm>
            <a:custGeom>
              <a:avLst/>
              <a:gdLst>
                <a:gd name="T0" fmla="*/ 39 w 40"/>
                <a:gd name="T1" fmla="*/ 0 h 33"/>
                <a:gd name="T2" fmla="*/ 16 w 40"/>
                <a:gd name="T3" fmla="*/ 0 h 33"/>
                <a:gd name="T4" fmla="*/ 0 w 40"/>
                <a:gd name="T5" fmla="*/ 17 h 33"/>
                <a:gd name="T6" fmla="*/ 16 w 40"/>
                <a:gd name="T7" fmla="*/ 33 h 33"/>
                <a:gd name="T8" fmla="*/ 39 w 40"/>
                <a:gd name="T9" fmla="*/ 33 h 33"/>
                <a:gd name="T10" fmla="*/ 40 w 40"/>
                <a:gd name="T11" fmla="*/ 17 h 33"/>
                <a:gd name="T12" fmla="*/ 39 w 40"/>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40" h="33">
                  <a:moveTo>
                    <a:pt x="39" y="0"/>
                  </a:moveTo>
                  <a:cubicBezTo>
                    <a:pt x="16" y="0"/>
                    <a:pt x="16" y="0"/>
                    <a:pt x="16" y="0"/>
                  </a:cubicBezTo>
                  <a:cubicBezTo>
                    <a:pt x="7" y="0"/>
                    <a:pt x="0" y="7"/>
                    <a:pt x="0" y="17"/>
                  </a:cubicBezTo>
                  <a:cubicBezTo>
                    <a:pt x="0" y="26"/>
                    <a:pt x="7" y="33"/>
                    <a:pt x="16" y="33"/>
                  </a:cubicBezTo>
                  <a:cubicBezTo>
                    <a:pt x="39" y="33"/>
                    <a:pt x="39" y="33"/>
                    <a:pt x="39" y="33"/>
                  </a:cubicBezTo>
                  <a:cubicBezTo>
                    <a:pt x="40" y="28"/>
                    <a:pt x="40" y="22"/>
                    <a:pt x="40" y="17"/>
                  </a:cubicBezTo>
                  <a:cubicBezTo>
                    <a:pt x="40" y="11"/>
                    <a:pt x="40" y="6"/>
                    <a:pt x="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2" name="Oval 50"/>
            <p:cNvSpPr>
              <a:spLocks noChangeArrowheads="1"/>
            </p:cNvSpPr>
            <p:nvPr/>
          </p:nvSpPr>
          <p:spPr>
            <a:xfrm>
              <a:off x="925513" y="3532188"/>
              <a:ext cx="176213" cy="1746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3" name="Freeform 51"/>
            <p:cNvSpPr>
              <a:spLocks noEditPoints="1"/>
            </p:cNvSpPr>
            <p:nvPr/>
          </p:nvSpPr>
          <p:spPr>
            <a:xfrm>
              <a:off x="652463" y="3254375"/>
              <a:ext cx="723900" cy="730250"/>
            </a:xfrm>
            <a:custGeom>
              <a:avLst/>
              <a:gdLst>
                <a:gd name="T0" fmla="*/ 106 w 246"/>
                <a:gd name="T1" fmla="*/ 86 h 249"/>
                <a:gd name="T2" fmla="*/ 109 w 246"/>
                <a:gd name="T3" fmla="*/ 89 h 249"/>
                <a:gd name="T4" fmla="*/ 123 w 246"/>
                <a:gd name="T5" fmla="*/ 86 h 249"/>
                <a:gd name="T6" fmla="*/ 162 w 246"/>
                <a:gd name="T7" fmla="*/ 125 h 249"/>
                <a:gd name="T8" fmla="*/ 159 w 246"/>
                <a:gd name="T9" fmla="*/ 139 h 249"/>
                <a:gd name="T10" fmla="*/ 162 w 246"/>
                <a:gd name="T11" fmla="*/ 142 h 249"/>
                <a:gd name="T12" fmla="*/ 246 w 246"/>
                <a:gd name="T13" fmla="*/ 0 h 249"/>
                <a:gd name="T14" fmla="*/ 106 w 246"/>
                <a:gd name="T15" fmla="*/ 86 h 249"/>
                <a:gd name="T16" fmla="*/ 123 w 246"/>
                <a:gd name="T17" fmla="*/ 163 h 249"/>
                <a:gd name="T18" fmla="*/ 84 w 246"/>
                <a:gd name="T19" fmla="*/ 125 h 249"/>
                <a:gd name="T20" fmla="*/ 87 w 246"/>
                <a:gd name="T21" fmla="*/ 110 h 249"/>
                <a:gd name="T22" fmla="*/ 85 w 246"/>
                <a:gd name="T23" fmla="*/ 107 h 249"/>
                <a:gd name="T24" fmla="*/ 0 w 246"/>
                <a:gd name="T25" fmla="*/ 249 h 249"/>
                <a:gd name="T26" fmla="*/ 140 w 246"/>
                <a:gd name="T27" fmla="*/ 163 h 249"/>
                <a:gd name="T28" fmla="*/ 138 w 246"/>
                <a:gd name="T29" fmla="*/ 160 h 249"/>
                <a:gd name="T30" fmla="*/ 123 w 246"/>
                <a:gd name="T31" fmla="*/ 16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6" h="249">
                  <a:moveTo>
                    <a:pt x="106" y="86"/>
                  </a:moveTo>
                  <a:cubicBezTo>
                    <a:pt x="109" y="89"/>
                    <a:pt x="109" y="89"/>
                    <a:pt x="109" y="89"/>
                  </a:cubicBezTo>
                  <a:cubicBezTo>
                    <a:pt x="113" y="87"/>
                    <a:pt x="118" y="86"/>
                    <a:pt x="123" y="86"/>
                  </a:cubicBezTo>
                  <a:cubicBezTo>
                    <a:pt x="145" y="86"/>
                    <a:pt x="162" y="103"/>
                    <a:pt x="162" y="125"/>
                  </a:cubicBezTo>
                  <a:cubicBezTo>
                    <a:pt x="162" y="130"/>
                    <a:pt x="161" y="135"/>
                    <a:pt x="159" y="139"/>
                  </a:cubicBezTo>
                  <a:cubicBezTo>
                    <a:pt x="162" y="142"/>
                    <a:pt x="162" y="142"/>
                    <a:pt x="162" y="142"/>
                  </a:cubicBezTo>
                  <a:cubicBezTo>
                    <a:pt x="246" y="0"/>
                    <a:pt x="246" y="0"/>
                    <a:pt x="246" y="0"/>
                  </a:cubicBezTo>
                  <a:lnTo>
                    <a:pt x="106" y="86"/>
                  </a:lnTo>
                  <a:close/>
                  <a:moveTo>
                    <a:pt x="123" y="163"/>
                  </a:moveTo>
                  <a:cubicBezTo>
                    <a:pt x="102" y="163"/>
                    <a:pt x="84" y="146"/>
                    <a:pt x="84" y="125"/>
                  </a:cubicBezTo>
                  <a:cubicBezTo>
                    <a:pt x="84" y="119"/>
                    <a:pt x="86" y="114"/>
                    <a:pt x="87" y="110"/>
                  </a:cubicBezTo>
                  <a:cubicBezTo>
                    <a:pt x="85" y="107"/>
                    <a:pt x="85" y="107"/>
                    <a:pt x="85" y="107"/>
                  </a:cubicBezTo>
                  <a:cubicBezTo>
                    <a:pt x="0" y="249"/>
                    <a:pt x="0" y="249"/>
                    <a:pt x="0" y="249"/>
                  </a:cubicBezTo>
                  <a:cubicBezTo>
                    <a:pt x="140" y="163"/>
                    <a:pt x="140" y="163"/>
                    <a:pt x="140" y="163"/>
                  </a:cubicBezTo>
                  <a:cubicBezTo>
                    <a:pt x="138" y="160"/>
                    <a:pt x="138" y="160"/>
                    <a:pt x="138" y="160"/>
                  </a:cubicBezTo>
                  <a:cubicBezTo>
                    <a:pt x="133" y="162"/>
                    <a:pt x="128" y="163"/>
                    <a:pt x="123" y="16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4" name="Freeform 52"/>
            <p:cNvSpPr/>
            <p:nvPr/>
          </p:nvSpPr>
          <p:spPr>
            <a:xfrm>
              <a:off x="935038" y="2698750"/>
              <a:ext cx="158750" cy="158750"/>
            </a:xfrm>
            <a:custGeom>
              <a:avLst/>
              <a:gdLst>
                <a:gd name="T0" fmla="*/ 27 w 54"/>
                <a:gd name="T1" fmla="*/ 0 h 54"/>
                <a:gd name="T2" fmla="*/ 0 w 54"/>
                <a:gd name="T3" fmla="*/ 27 h 54"/>
                <a:gd name="T4" fmla="*/ 0 w 54"/>
                <a:gd name="T5" fmla="*/ 54 h 54"/>
                <a:gd name="T6" fmla="*/ 29 w 54"/>
                <a:gd name="T7" fmla="*/ 52 h 54"/>
                <a:gd name="T8" fmla="*/ 29 w 54"/>
                <a:gd name="T9" fmla="*/ 52 h 54"/>
                <a:gd name="T10" fmla="*/ 54 w 54"/>
                <a:gd name="T11" fmla="*/ 53 h 54"/>
                <a:gd name="T12" fmla="*/ 54 w 54"/>
                <a:gd name="T13" fmla="*/ 27 h 54"/>
                <a:gd name="T14" fmla="*/ 27 w 54"/>
                <a:gd name="T15" fmla="*/ 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54">
                  <a:moveTo>
                    <a:pt x="27" y="0"/>
                  </a:moveTo>
                  <a:cubicBezTo>
                    <a:pt x="12" y="0"/>
                    <a:pt x="0" y="12"/>
                    <a:pt x="0" y="27"/>
                  </a:cubicBezTo>
                  <a:cubicBezTo>
                    <a:pt x="0" y="54"/>
                    <a:pt x="0" y="54"/>
                    <a:pt x="0" y="54"/>
                  </a:cubicBezTo>
                  <a:cubicBezTo>
                    <a:pt x="10" y="53"/>
                    <a:pt x="19" y="52"/>
                    <a:pt x="29" y="52"/>
                  </a:cubicBezTo>
                  <a:cubicBezTo>
                    <a:pt x="29" y="52"/>
                    <a:pt x="29" y="52"/>
                    <a:pt x="29" y="52"/>
                  </a:cubicBezTo>
                  <a:cubicBezTo>
                    <a:pt x="38" y="52"/>
                    <a:pt x="46" y="52"/>
                    <a:pt x="54" y="53"/>
                  </a:cubicBezTo>
                  <a:cubicBezTo>
                    <a:pt x="54" y="27"/>
                    <a:pt x="54" y="27"/>
                    <a:pt x="54" y="27"/>
                  </a:cubicBezTo>
                  <a:cubicBezTo>
                    <a:pt x="54" y="12"/>
                    <a:pt x="42"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91412" tIns="45706" rIns="91412" bIns="45706"/>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43016" name="Group 24"/>
          <p:cNvGrpSpPr/>
          <p:nvPr/>
        </p:nvGrpSpPr>
        <p:grpSpPr>
          <a:xfrm>
            <a:off x="9162883" y="4650348"/>
            <a:ext cx="359889" cy="406049"/>
            <a:chOff x="5513440" y="1766202"/>
            <a:chExt cx="429274" cy="484183"/>
          </a:xfrm>
          <a:solidFill>
            <a:schemeClr val="accent3"/>
          </a:solidFill>
        </p:grpSpPr>
        <p:sp>
          <p:nvSpPr>
            <p:cNvPr id="126" name="Freeform 147"/>
            <p:cNvSpPr/>
            <p:nvPr/>
          </p:nvSpPr>
          <p:spPr>
            <a:xfrm>
              <a:off x="5513440" y="1766202"/>
              <a:ext cx="429274" cy="87353"/>
            </a:xfrm>
            <a:custGeom>
              <a:avLst/>
              <a:gdLst>
                <a:gd name="T0" fmla="*/ 68 w 129"/>
                <a:gd name="T1" fmla="*/ 8 h 26"/>
                <a:gd name="T2" fmla="*/ 68 w 129"/>
                <a:gd name="T3" fmla="*/ 4 h 26"/>
                <a:gd name="T4" fmla="*/ 64 w 129"/>
                <a:gd name="T5" fmla="*/ 0 h 26"/>
                <a:gd name="T6" fmla="*/ 61 w 129"/>
                <a:gd name="T7" fmla="*/ 4 h 26"/>
                <a:gd name="T8" fmla="*/ 61 w 129"/>
                <a:gd name="T9" fmla="*/ 8 h 26"/>
                <a:gd name="T10" fmla="*/ 0 w 129"/>
                <a:gd name="T11" fmla="*/ 8 h 26"/>
                <a:gd name="T12" fmla="*/ 0 w 129"/>
                <a:gd name="T13" fmla="*/ 26 h 26"/>
                <a:gd name="T14" fmla="*/ 129 w 129"/>
                <a:gd name="T15" fmla="*/ 26 h 26"/>
                <a:gd name="T16" fmla="*/ 129 w 129"/>
                <a:gd name="T17" fmla="*/ 8 h 26"/>
                <a:gd name="T18" fmla="*/ 68 w 129"/>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9" h="26">
                  <a:moveTo>
                    <a:pt x="68" y="8"/>
                  </a:moveTo>
                  <a:cubicBezTo>
                    <a:pt x="68" y="4"/>
                    <a:pt x="68" y="4"/>
                    <a:pt x="68" y="4"/>
                  </a:cubicBezTo>
                  <a:cubicBezTo>
                    <a:pt x="68" y="2"/>
                    <a:pt x="66" y="0"/>
                    <a:pt x="64" y="0"/>
                  </a:cubicBezTo>
                  <a:cubicBezTo>
                    <a:pt x="63" y="0"/>
                    <a:pt x="61" y="2"/>
                    <a:pt x="61" y="4"/>
                  </a:cubicBezTo>
                  <a:cubicBezTo>
                    <a:pt x="61" y="8"/>
                    <a:pt x="61" y="8"/>
                    <a:pt x="61" y="8"/>
                  </a:cubicBezTo>
                  <a:cubicBezTo>
                    <a:pt x="0" y="8"/>
                    <a:pt x="0" y="8"/>
                    <a:pt x="0" y="8"/>
                  </a:cubicBezTo>
                  <a:cubicBezTo>
                    <a:pt x="0" y="26"/>
                    <a:pt x="0" y="26"/>
                    <a:pt x="0" y="26"/>
                  </a:cubicBezTo>
                  <a:cubicBezTo>
                    <a:pt x="129" y="26"/>
                    <a:pt x="129" y="26"/>
                    <a:pt x="129" y="26"/>
                  </a:cubicBezTo>
                  <a:cubicBezTo>
                    <a:pt x="129" y="8"/>
                    <a:pt x="129" y="8"/>
                    <a:pt x="129" y="8"/>
                  </a:cubicBezTo>
                  <a:lnTo>
                    <a:pt x="6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7" name="Freeform 148"/>
            <p:cNvSpPr>
              <a:spLocks noEditPoints="1"/>
            </p:cNvSpPr>
            <p:nvPr/>
          </p:nvSpPr>
          <p:spPr>
            <a:xfrm>
              <a:off x="5550876" y="1873521"/>
              <a:ext cx="356897" cy="376864"/>
            </a:xfrm>
            <a:custGeom>
              <a:avLst/>
              <a:gdLst>
                <a:gd name="T0" fmla="*/ 143 w 143"/>
                <a:gd name="T1" fmla="*/ 95 h 151"/>
                <a:gd name="T2" fmla="*/ 143 w 143"/>
                <a:gd name="T3" fmla="*/ 0 h 151"/>
                <a:gd name="T4" fmla="*/ 0 w 143"/>
                <a:gd name="T5" fmla="*/ 0 h 151"/>
                <a:gd name="T6" fmla="*/ 0 w 143"/>
                <a:gd name="T7" fmla="*/ 95 h 151"/>
                <a:gd name="T8" fmla="*/ 63 w 143"/>
                <a:gd name="T9" fmla="*/ 95 h 151"/>
                <a:gd name="T10" fmla="*/ 63 w 143"/>
                <a:gd name="T11" fmla="*/ 125 h 151"/>
                <a:gd name="T12" fmla="*/ 45 w 143"/>
                <a:gd name="T13" fmla="*/ 125 h 151"/>
                <a:gd name="T14" fmla="*/ 45 w 143"/>
                <a:gd name="T15" fmla="*/ 121 h 151"/>
                <a:gd name="T16" fmla="*/ 37 w 143"/>
                <a:gd name="T17" fmla="*/ 121 h 151"/>
                <a:gd name="T18" fmla="*/ 25 w 143"/>
                <a:gd name="T19" fmla="*/ 151 h 151"/>
                <a:gd name="T20" fmla="*/ 33 w 143"/>
                <a:gd name="T21" fmla="*/ 151 h 151"/>
                <a:gd name="T22" fmla="*/ 40 w 143"/>
                <a:gd name="T23" fmla="*/ 137 h 151"/>
                <a:gd name="T24" fmla="*/ 104 w 143"/>
                <a:gd name="T25" fmla="*/ 137 h 151"/>
                <a:gd name="T26" fmla="*/ 109 w 143"/>
                <a:gd name="T27" fmla="*/ 151 h 151"/>
                <a:gd name="T28" fmla="*/ 119 w 143"/>
                <a:gd name="T29" fmla="*/ 151 h 151"/>
                <a:gd name="T30" fmla="*/ 107 w 143"/>
                <a:gd name="T31" fmla="*/ 121 h 151"/>
                <a:gd name="T32" fmla="*/ 97 w 143"/>
                <a:gd name="T33" fmla="*/ 121 h 151"/>
                <a:gd name="T34" fmla="*/ 97 w 143"/>
                <a:gd name="T35" fmla="*/ 125 h 151"/>
                <a:gd name="T36" fmla="*/ 80 w 143"/>
                <a:gd name="T37" fmla="*/ 125 h 151"/>
                <a:gd name="T38" fmla="*/ 80 w 143"/>
                <a:gd name="T39" fmla="*/ 95 h 151"/>
                <a:gd name="T40" fmla="*/ 143 w 143"/>
                <a:gd name="T41" fmla="*/ 95 h 151"/>
                <a:gd name="T42" fmla="*/ 92 w 143"/>
                <a:gd name="T43" fmla="*/ 28 h 151"/>
                <a:gd name="T44" fmla="*/ 133 w 143"/>
                <a:gd name="T45" fmla="*/ 28 h 151"/>
                <a:gd name="T46" fmla="*/ 133 w 143"/>
                <a:gd name="T47" fmla="*/ 37 h 151"/>
                <a:gd name="T48" fmla="*/ 92 w 143"/>
                <a:gd name="T49" fmla="*/ 37 h 151"/>
                <a:gd name="T50" fmla="*/ 92 w 143"/>
                <a:gd name="T51" fmla="*/ 28 h 151"/>
                <a:gd name="T52" fmla="*/ 92 w 143"/>
                <a:gd name="T53" fmla="*/ 46 h 151"/>
                <a:gd name="T54" fmla="*/ 133 w 143"/>
                <a:gd name="T55" fmla="*/ 46 h 151"/>
                <a:gd name="T56" fmla="*/ 133 w 143"/>
                <a:gd name="T57" fmla="*/ 56 h 151"/>
                <a:gd name="T58" fmla="*/ 92 w 143"/>
                <a:gd name="T59" fmla="*/ 56 h 151"/>
                <a:gd name="T60" fmla="*/ 92 w 143"/>
                <a:gd name="T61" fmla="*/ 46 h 151"/>
                <a:gd name="T62" fmla="*/ 92 w 143"/>
                <a:gd name="T63" fmla="*/ 63 h 151"/>
                <a:gd name="T64" fmla="*/ 133 w 143"/>
                <a:gd name="T65" fmla="*/ 63 h 151"/>
                <a:gd name="T66" fmla="*/ 133 w 143"/>
                <a:gd name="T67" fmla="*/ 74 h 151"/>
                <a:gd name="T68" fmla="*/ 92 w 143"/>
                <a:gd name="T69" fmla="*/ 74 h 151"/>
                <a:gd name="T70" fmla="*/ 92 w 143"/>
                <a:gd name="T71" fmla="*/ 63 h 151"/>
                <a:gd name="T72" fmla="*/ 8 w 143"/>
                <a:gd name="T73" fmla="*/ 75 h 151"/>
                <a:gd name="T74" fmla="*/ 8 w 143"/>
                <a:gd name="T75" fmla="*/ 24 h 151"/>
                <a:gd name="T76" fmla="*/ 83 w 143"/>
                <a:gd name="T77" fmla="*/ 24 h 151"/>
                <a:gd name="T78" fmla="*/ 83 w 143"/>
                <a:gd name="T79" fmla="*/ 75 h 151"/>
                <a:gd name="T80" fmla="*/ 8 w 143"/>
                <a:gd name="T81" fmla="*/ 7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151">
                  <a:moveTo>
                    <a:pt x="143" y="95"/>
                  </a:moveTo>
                  <a:lnTo>
                    <a:pt x="143" y="0"/>
                  </a:lnTo>
                  <a:lnTo>
                    <a:pt x="0" y="0"/>
                  </a:lnTo>
                  <a:lnTo>
                    <a:pt x="0" y="95"/>
                  </a:lnTo>
                  <a:lnTo>
                    <a:pt x="63" y="95"/>
                  </a:lnTo>
                  <a:lnTo>
                    <a:pt x="63" y="125"/>
                  </a:lnTo>
                  <a:lnTo>
                    <a:pt x="45" y="125"/>
                  </a:lnTo>
                  <a:lnTo>
                    <a:pt x="45" y="121"/>
                  </a:lnTo>
                  <a:lnTo>
                    <a:pt x="37" y="121"/>
                  </a:lnTo>
                  <a:lnTo>
                    <a:pt x="25" y="151"/>
                  </a:lnTo>
                  <a:lnTo>
                    <a:pt x="33" y="151"/>
                  </a:lnTo>
                  <a:lnTo>
                    <a:pt x="40" y="137"/>
                  </a:lnTo>
                  <a:lnTo>
                    <a:pt x="104" y="137"/>
                  </a:lnTo>
                  <a:lnTo>
                    <a:pt x="109" y="151"/>
                  </a:lnTo>
                  <a:lnTo>
                    <a:pt x="119" y="151"/>
                  </a:lnTo>
                  <a:lnTo>
                    <a:pt x="107" y="121"/>
                  </a:lnTo>
                  <a:lnTo>
                    <a:pt x="97" y="121"/>
                  </a:lnTo>
                  <a:lnTo>
                    <a:pt x="97" y="125"/>
                  </a:lnTo>
                  <a:lnTo>
                    <a:pt x="80" y="125"/>
                  </a:lnTo>
                  <a:lnTo>
                    <a:pt x="80" y="95"/>
                  </a:lnTo>
                  <a:lnTo>
                    <a:pt x="143" y="95"/>
                  </a:lnTo>
                  <a:close/>
                  <a:moveTo>
                    <a:pt x="92" y="28"/>
                  </a:moveTo>
                  <a:lnTo>
                    <a:pt x="133" y="28"/>
                  </a:lnTo>
                  <a:lnTo>
                    <a:pt x="133" y="37"/>
                  </a:lnTo>
                  <a:lnTo>
                    <a:pt x="92" y="37"/>
                  </a:lnTo>
                  <a:lnTo>
                    <a:pt x="92" y="28"/>
                  </a:lnTo>
                  <a:close/>
                  <a:moveTo>
                    <a:pt x="92" y="46"/>
                  </a:moveTo>
                  <a:lnTo>
                    <a:pt x="133" y="46"/>
                  </a:lnTo>
                  <a:lnTo>
                    <a:pt x="133" y="56"/>
                  </a:lnTo>
                  <a:lnTo>
                    <a:pt x="92" y="56"/>
                  </a:lnTo>
                  <a:lnTo>
                    <a:pt x="92" y="46"/>
                  </a:lnTo>
                  <a:close/>
                  <a:moveTo>
                    <a:pt x="92" y="63"/>
                  </a:moveTo>
                  <a:lnTo>
                    <a:pt x="133" y="63"/>
                  </a:lnTo>
                  <a:lnTo>
                    <a:pt x="133" y="74"/>
                  </a:lnTo>
                  <a:lnTo>
                    <a:pt x="92" y="74"/>
                  </a:lnTo>
                  <a:lnTo>
                    <a:pt x="92" y="63"/>
                  </a:lnTo>
                  <a:close/>
                  <a:moveTo>
                    <a:pt x="8" y="75"/>
                  </a:moveTo>
                  <a:lnTo>
                    <a:pt x="8" y="24"/>
                  </a:lnTo>
                  <a:lnTo>
                    <a:pt x="83" y="24"/>
                  </a:lnTo>
                  <a:lnTo>
                    <a:pt x="83" y="75"/>
                  </a:lnTo>
                  <a:lnTo>
                    <a:pt x="8"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28" name="Freeform 149"/>
            <p:cNvSpPr/>
            <p:nvPr/>
          </p:nvSpPr>
          <p:spPr>
            <a:xfrm>
              <a:off x="5578330" y="1945898"/>
              <a:ext cx="174705" cy="102328"/>
            </a:xfrm>
            <a:custGeom>
              <a:avLst/>
              <a:gdLst>
                <a:gd name="T0" fmla="*/ 58 w 70"/>
                <a:gd name="T1" fmla="*/ 12 h 41"/>
                <a:gd name="T2" fmla="*/ 54 w 70"/>
                <a:gd name="T3" fmla="*/ 20 h 41"/>
                <a:gd name="T4" fmla="*/ 48 w 70"/>
                <a:gd name="T5" fmla="*/ 16 h 41"/>
                <a:gd name="T6" fmla="*/ 48 w 70"/>
                <a:gd name="T7" fmla="*/ 16 h 41"/>
                <a:gd name="T8" fmla="*/ 34 w 70"/>
                <a:gd name="T9" fmla="*/ 8 h 41"/>
                <a:gd name="T10" fmla="*/ 32 w 70"/>
                <a:gd name="T11" fmla="*/ 12 h 41"/>
                <a:gd name="T12" fmla="*/ 28 w 70"/>
                <a:gd name="T13" fmla="*/ 20 h 41"/>
                <a:gd name="T14" fmla="*/ 16 w 70"/>
                <a:gd name="T15" fmla="*/ 12 h 41"/>
                <a:gd name="T16" fmla="*/ 12 w 70"/>
                <a:gd name="T17" fmla="*/ 17 h 41"/>
                <a:gd name="T18" fmla="*/ 12 w 70"/>
                <a:gd name="T19" fmla="*/ 17 h 41"/>
                <a:gd name="T20" fmla="*/ 0 w 70"/>
                <a:gd name="T21" fmla="*/ 37 h 41"/>
                <a:gd name="T22" fmla="*/ 5 w 70"/>
                <a:gd name="T23" fmla="*/ 41 h 41"/>
                <a:gd name="T24" fmla="*/ 17 w 70"/>
                <a:gd name="T25" fmla="*/ 21 h 41"/>
                <a:gd name="T26" fmla="*/ 24 w 70"/>
                <a:gd name="T27" fmla="*/ 25 h 41"/>
                <a:gd name="T28" fmla="*/ 24 w 70"/>
                <a:gd name="T29" fmla="*/ 25 h 41"/>
                <a:gd name="T30" fmla="*/ 30 w 70"/>
                <a:gd name="T31" fmla="*/ 29 h 41"/>
                <a:gd name="T32" fmla="*/ 37 w 70"/>
                <a:gd name="T33" fmla="*/ 17 h 41"/>
                <a:gd name="T34" fmla="*/ 42 w 70"/>
                <a:gd name="T35" fmla="*/ 21 h 41"/>
                <a:gd name="T36" fmla="*/ 42 w 70"/>
                <a:gd name="T37" fmla="*/ 21 h 41"/>
                <a:gd name="T38" fmla="*/ 56 w 70"/>
                <a:gd name="T39" fmla="*/ 28 h 41"/>
                <a:gd name="T40" fmla="*/ 57 w 70"/>
                <a:gd name="T41" fmla="*/ 28 h 41"/>
                <a:gd name="T42" fmla="*/ 57 w 70"/>
                <a:gd name="T43" fmla="*/ 28 h 41"/>
                <a:gd name="T44" fmla="*/ 64 w 70"/>
                <a:gd name="T45" fmla="*/ 17 h 41"/>
                <a:gd name="T46" fmla="*/ 64 w 70"/>
                <a:gd name="T47" fmla="*/ 17 h 41"/>
                <a:gd name="T48" fmla="*/ 70 w 70"/>
                <a:gd name="T49" fmla="*/ 4 h 41"/>
                <a:gd name="T50" fmla="*/ 65 w 70"/>
                <a:gd name="T51" fmla="*/ 0 h 41"/>
                <a:gd name="T52" fmla="*/ 58 w 70"/>
                <a:gd name="T53"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41">
                  <a:moveTo>
                    <a:pt x="58" y="12"/>
                  </a:moveTo>
                  <a:lnTo>
                    <a:pt x="54" y="20"/>
                  </a:lnTo>
                  <a:lnTo>
                    <a:pt x="48" y="16"/>
                  </a:lnTo>
                  <a:lnTo>
                    <a:pt x="48" y="16"/>
                  </a:lnTo>
                  <a:lnTo>
                    <a:pt x="34" y="8"/>
                  </a:lnTo>
                  <a:lnTo>
                    <a:pt x="32" y="12"/>
                  </a:lnTo>
                  <a:lnTo>
                    <a:pt x="28" y="20"/>
                  </a:lnTo>
                  <a:lnTo>
                    <a:pt x="16" y="12"/>
                  </a:lnTo>
                  <a:lnTo>
                    <a:pt x="12" y="17"/>
                  </a:lnTo>
                  <a:lnTo>
                    <a:pt x="12" y="17"/>
                  </a:lnTo>
                  <a:lnTo>
                    <a:pt x="0" y="37"/>
                  </a:lnTo>
                  <a:lnTo>
                    <a:pt x="5" y="41"/>
                  </a:lnTo>
                  <a:lnTo>
                    <a:pt x="17" y="21"/>
                  </a:lnTo>
                  <a:lnTo>
                    <a:pt x="24" y="25"/>
                  </a:lnTo>
                  <a:lnTo>
                    <a:pt x="24" y="25"/>
                  </a:lnTo>
                  <a:lnTo>
                    <a:pt x="30" y="29"/>
                  </a:lnTo>
                  <a:lnTo>
                    <a:pt x="37" y="17"/>
                  </a:lnTo>
                  <a:lnTo>
                    <a:pt x="42" y="21"/>
                  </a:lnTo>
                  <a:lnTo>
                    <a:pt x="42" y="21"/>
                  </a:lnTo>
                  <a:lnTo>
                    <a:pt x="56" y="28"/>
                  </a:lnTo>
                  <a:lnTo>
                    <a:pt x="57" y="28"/>
                  </a:lnTo>
                  <a:lnTo>
                    <a:pt x="57" y="28"/>
                  </a:lnTo>
                  <a:lnTo>
                    <a:pt x="64" y="17"/>
                  </a:lnTo>
                  <a:lnTo>
                    <a:pt x="64" y="17"/>
                  </a:lnTo>
                  <a:lnTo>
                    <a:pt x="70" y="4"/>
                  </a:lnTo>
                  <a:lnTo>
                    <a:pt x="65" y="0"/>
                  </a:lnTo>
                  <a:lnTo>
                    <a:pt x="58"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3765" rtl="0" eaLnBrk="1" fontAlgn="auto" latinLnBrk="0" hangingPunct="1">
                <a:lnSpc>
                  <a:spcPct val="100000"/>
                </a:lnSpc>
                <a:spcBef>
                  <a:spcPct val="0"/>
                </a:spcBef>
                <a:spcAft>
                  <a:spcPct val="0"/>
                </a:spcAft>
                <a:buClrTx/>
                <a:buSzTx/>
                <a:buFontTx/>
                <a:buNone/>
                <a:defRPr/>
              </a:pPr>
              <a:endParaRPr kumimoji="0" lang="en-US" sz="18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p:nvPr/>
        </p:nvGrpSpPr>
        <p:grpSpPr>
          <a:xfrm>
            <a:off x="5220733" y="1140746"/>
            <a:ext cx="1811081" cy="1224136"/>
            <a:chOff x="3696463" y="1140746"/>
            <a:chExt cx="1811640" cy="1224136"/>
          </a:xfrm>
        </p:grpSpPr>
        <p:sp>
          <p:nvSpPr>
            <p:cNvPr id="33" name="五边形 32"/>
            <p:cNvSpPr/>
            <p:nvPr/>
          </p:nvSpPr>
          <p:spPr>
            <a:xfrm rot="16200000">
              <a:off x="3990215" y="846994"/>
              <a:ext cx="1224136" cy="1811640"/>
            </a:xfrm>
            <a:prstGeom prst="homePlate">
              <a:avLst>
                <a:gd name="adj" fmla="val 310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34" name="TextBox 4"/>
            <p:cNvSpPr txBox="1"/>
            <p:nvPr/>
          </p:nvSpPr>
          <p:spPr>
            <a:xfrm>
              <a:off x="4139952" y="1644801"/>
              <a:ext cx="1049837"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3" name="组合 34"/>
          <p:cNvGrpSpPr/>
          <p:nvPr/>
        </p:nvGrpSpPr>
        <p:grpSpPr>
          <a:xfrm>
            <a:off x="5220734" y="2508900"/>
            <a:ext cx="1811081" cy="2360262"/>
            <a:chOff x="3696464" y="2508899"/>
            <a:chExt cx="1811640" cy="2360261"/>
          </a:xfrm>
        </p:grpSpPr>
        <p:sp>
          <p:nvSpPr>
            <p:cNvPr id="36" name="五边形 35"/>
            <p:cNvSpPr/>
            <p:nvPr/>
          </p:nvSpPr>
          <p:spPr>
            <a:xfrm rot="5400000">
              <a:off x="3422153" y="2783209"/>
              <a:ext cx="2360261" cy="1811640"/>
            </a:xfrm>
            <a:prstGeom prst="homePlate">
              <a:avLst>
                <a:gd name="adj" fmla="val 275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37" name="TextBox 5"/>
            <p:cNvSpPr txBox="1"/>
            <p:nvPr/>
          </p:nvSpPr>
          <p:spPr>
            <a:xfrm>
              <a:off x="4077364" y="2767313"/>
              <a:ext cx="1049837" cy="460375"/>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X0%</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8" name="矩形 37"/>
          <p:cNvSpPr/>
          <p:nvPr/>
        </p:nvSpPr>
        <p:spPr>
          <a:xfrm>
            <a:off x="5220733" y="3364283"/>
            <a:ext cx="1811081" cy="460375"/>
          </a:xfrm>
          <a:prstGeom prst="rect">
            <a:avLst/>
          </a:prstGeom>
        </p:spPr>
        <p:txBody>
          <a:bodyPr wrap="square">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单击此处添加文本</a:t>
            </a:r>
            <a:endParaRPr kumimoji="0" lang="en-US" altLang="zh-CN"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单击此处添加文本</a:t>
            </a:r>
            <a:endParaRPr kumimoji="0" lang="en-US" altLang="zh-CN"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4" name="组合 38"/>
          <p:cNvGrpSpPr/>
          <p:nvPr/>
        </p:nvGrpSpPr>
        <p:grpSpPr>
          <a:xfrm>
            <a:off x="2453318" y="1510657"/>
            <a:ext cx="2252256" cy="410035"/>
            <a:chOff x="928192" y="1510652"/>
            <a:chExt cx="2252950" cy="410035"/>
          </a:xfrm>
          <a:solidFill>
            <a:schemeClr val="accent1"/>
          </a:solidFill>
        </p:grpSpPr>
        <p:sp>
          <p:nvSpPr>
            <p:cNvPr id="40" name="矩形 3"/>
            <p:cNvSpPr/>
            <p:nvPr/>
          </p:nvSpPr>
          <p:spPr>
            <a:xfrm rot="5400000" flipH="1" flipV="1">
              <a:off x="1849649" y="589194"/>
              <a:ext cx="410035" cy="2252950"/>
            </a:xfrm>
            <a:custGeom>
              <a:avLst/>
              <a:gdLst/>
              <a:ahLst/>
              <a:cxnLst/>
              <a:rect l="l" t="t" r="r" b="b"/>
              <a:pathLst>
                <a:path w="280750" h="1542591">
                  <a:moveTo>
                    <a:pt x="280750" y="1391049"/>
                  </a:moveTo>
                  <a:lnTo>
                    <a:pt x="280750" y="151543"/>
                  </a:lnTo>
                  <a:lnTo>
                    <a:pt x="280733" y="151543"/>
                  </a:lnTo>
                  <a:cubicBezTo>
                    <a:pt x="280668" y="100709"/>
                    <a:pt x="280191" y="44276"/>
                    <a:pt x="280591" y="0"/>
                  </a:cubicBezTo>
                  <a:lnTo>
                    <a:pt x="140374" y="102981"/>
                  </a:lnTo>
                  <a:lnTo>
                    <a:pt x="158" y="0"/>
                  </a:lnTo>
                  <a:lnTo>
                    <a:pt x="158" y="151543"/>
                  </a:lnTo>
                  <a:lnTo>
                    <a:pt x="0" y="151543"/>
                  </a:lnTo>
                  <a:lnTo>
                    <a:pt x="0" y="1391049"/>
                  </a:lnTo>
                  <a:lnTo>
                    <a:pt x="158" y="1391049"/>
                  </a:lnTo>
                  <a:lnTo>
                    <a:pt x="158" y="1436588"/>
                  </a:lnTo>
                  <a:lnTo>
                    <a:pt x="138730" y="1542591"/>
                  </a:lnTo>
                  <a:lnTo>
                    <a:pt x="280591" y="1444187"/>
                  </a:lnTo>
                  <a:cubicBezTo>
                    <a:pt x="280728" y="1429030"/>
                    <a:pt x="280763" y="1412448"/>
                    <a:pt x="280745" y="1395154"/>
                  </a:cubicBezTo>
                  <a:lnTo>
                    <a:pt x="280733" y="13910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41" name="TextBox 7"/>
            <p:cNvSpPr txBox="1"/>
            <p:nvPr/>
          </p:nvSpPr>
          <p:spPr>
            <a:xfrm>
              <a:off x="971600" y="1547500"/>
              <a:ext cx="2108931" cy="337185"/>
            </a:xfrm>
            <a:prstGeom prst="rect">
              <a:avLst/>
            </a:prstGeom>
            <a:grp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单击添加标题</a:t>
              </a:r>
            </a:p>
          </p:txBody>
        </p:sp>
      </p:grpSp>
      <p:sp>
        <p:nvSpPr>
          <p:cNvPr id="42" name="矩形 41"/>
          <p:cNvSpPr/>
          <p:nvPr/>
        </p:nvSpPr>
        <p:spPr>
          <a:xfrm>
            <a:off x="2424727" y="2072781"/>
            <a:ext cx="2252253" cy="1753235"/>
          </a:xfrm>
          <a:prstGeom prst="rect">
            <a:avLst/>
          </a:prstGeom>
        </p:spPr>
        <p:txBody>
          <a:bodyPr wrap="square">
            <a:spAutoFit/>
          </a:bodyPr>
          <a:lstStyle/>
          <a:p>
            <a:pPr marL="0" marR="0" lvl="0" indent="0" algn="just"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3" name="矩形 42"/>
          <p:cNvSpPr/>
          <p:nvPr/>
        </p:nvSpPr>
        <p:spPr>
          <a:xfrm>
            <a:off x="7395046" y="2508276"/>
            <a:ext cx="2252253" cy="1753235"/>
          </a:xfrm>
          <a:prstGeom prst="rect">
            <a:avLst/>
          </a:prstGeom>
        </p:spPr>
        <p:txBody>
          <a:bodyPr wrap="square">
            <a:spAutoFit/>
          </a:bodyPr>
          <a:lstStyle/>
          <a:p>
            <a:pPr marL="0" marR="0" lvl="0" indent="0" algn="just"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此处输入文字此处输入文字此处输入文字</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 </a:t>
            </a: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just"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cxnSp>
        <p:nvCxnSpPr>
          <p:cNvPr id="44" name="直接连接符 43"/>
          <p:cNvCxnSpPr/>
          <p:nvPr/>
        </p:nvCxnSpPr>
        <p:spPr>
          <a:xfrm>
            <a:off x="1936815" y="5013176"/>
            <a:ext cx="83343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856640" y="5298354"/>
            <a:ext cx="583545" cy="5837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000" b="0" i="0" u="none" strike="noStrike" kern="1200" cap="none"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46" name="Freeform 14"/>
          <p:cNvSpPr>
            <a:spLocks noEditPoints="1"/>
          </p:cNvSpPr>
          <p:nvPr/>
        </p:nvSpPr>
        <p:spPr>
          <a:xfrm>
            <a:off x="3011449" y="5445225"/>
            <a:ext cx="273926" cy="289982"/>
          </a:xfrm>
          <a:custGeom>
            <a:avLst/>
            <a:gdLst>
              <a:gd name="T0" fmla="*/ 0 w 383"/>
              <a:gd name="T1" fmla="*/ 378 h 405"/>
              <a:gd name="T2" fmla="*/ 0 w 383"/>
              <a:gd name="T3" fmla="*/ 163 h 405"/>
              <a:gd name="T4" fmla="*/ 39 w 383"/>
              <a:gd name="T5" fmla="*/ 163 h 405"/>
              <a:gd name="T6" fmla="*/ 39 w 383"/>
              <a:gd name="T7" fmla="*/ 378 h 405"/>
              <a:gd name="T8" fmla="*/ 0 w 383"/>
              <a:gd name="T9" fmla="*/ 378 h 405"/>
              <a:gd name="T10" fmla="*/ 357 w 383"/>
              <a:gd name="T11" fmla="*/ 158 h 405"/>
              <a:gd name="T12" fmla="*/ 263 w 383"/>
              <a:gd name="T13" fmla="*/ 156 h 405"/>
              <a:gd name="T14" fmla="*/ 286 w 383"/>
              <a:gd name="T15" fmla="*/ 97 h 405"/>
              <a:gd name="T16" fmla="*/ 260 w 383"/>
              <a:gd name="T17" fmla="*/ 0 h 405"/>
              <a:gd name="T18" fmla="*/ 233 w 383"/>
              <a:gd name="T19" fmla="*/ 26 h 405"/>
              <a:gd name="T20" fmla="*/ 131 w 383"/>
              <a:gd name="T21" fmla="*/ 145 h 405"/>
              <a:gd name="T22" fmla="*/ 59 w 383"/>
              <a:gd name="T23" fmla="*/ 185 h 405"/>
              <a:gd name="T24" fmla="*/ 59 w 383"/>
              <a:gd name="T25" fmla="*/ 364 h 405"/>
              <a:gd name="T26" fmla="*/ 162 w 383"/>
              <a:gd name="T27" fmla="*/ 405 h 405"/>
              <a:gd name="T28" fmla="*/ 276 w 383"/>
              <a:gd name="T29" fmla="*/ 403 h 405"/>
              <a:gd name="T30" fmla="*/ 305 w 383"/>
              <a:gd name="T31" fmla="*/ 377 h 405"/>
              <a:gd name="T32" fmla="*/ 291 w 383"/>
              <a:gd name="T33" fmla="*/ 351 h 405"/>
              <a:gd name="T34" fmla="*/ 291 w 383"/>
              <a:gd name="T35" fmla="*/ 351 h 405"/>
              <a:gd name="T36" fmla="*/ 290 w 383"/>
              <a:gd name="T37" fmla="*/ 351 h 405"/>
              <a:gd name="T38" fmla="*/ 286 w 383"/>
              <a:gd name="T39" fmla="*/ 346 h 405"/>
              <a:gd name="T40" fmla="*/ 291 w 383"/>
              <a:gd name="T41" fmla="*/ 340 h 405"/>
              <a:gd name="T42" fmla="*/ 302 w 383"/>
              <a:gd name="T43" fmla="*/ 340 h 405"/>
              <a:gd name="T44" fmla="*/ 331 w 383"/>
              <a:gd name="T45" fmla="*/ 314 h 405"/>
              <a:gd name="T46" fmla="*/ 317 w 383"/>
              <a:gd name="T47" fmla="*/ 288 h 405"/>
              <a:gd name="T48" fmla="*/ 317 w 383"/>
              <a:gd name="T49" fmla="*/ 288 h 405"/>
              <a:gd name="T50" fmla="*/ 316 w 383"/>
              <a:gd name="T51" fmla="*/ 287 h 405"/>
              <a:gd name="T52" fmla="*/ 312 w 383"/>
              <a:gd name="T53" fmla="*/ 282 h 405"/>
              <a:gd name="T54" fmla="*/ 317 w 383"/>
              <a:gd name="T55" fmla="*/ 277 h 405"/>
              <a:gd name="T56" fmla="*/ 328 w 383"/>
              <a:gd name="T57" fmla="*/ 276 h 405"/>
              <a:gd name="T58" fmla="*/ 357 w 383"/>
              <a:gd name="T59" fmla="*/ 250 h 405"/>
              <a:gd name="T60" fmla="*/ 343 w 383"/>
              <a:gd name="T61" fmla="*/ 225 h 405"/>
              <a:gd name="T62" fmla="*/ 343 w 383"/>
              <a:gd name="T63" fmla="*/ 225 h 405"/>
              <a:gd name="T64" fmla="*/ 342 w 383"/>
              <a:gd name="T65" fmla="*/ 224 h 405"/>
              <a:gd name="T66" fmla="*/ 338 w 383"/>
              <a:gd name="T67" fmla="*/ 219 h 405"/>
              <a:gd name="T68" fmla="*/ 343 w 383"/>
              <a:gd name="T69" fmla="*/ 213 h 405"/>
              <a:gd name="T70" fmla="*/ 354 w 383"/>
              <a:gd name="T71" fmla="*/ 213 h 405"/>
              <a:gd name="T72" fmla="*/ 383 w 383"/>
              <a:gd name="T73" fmla="*/ 187 h 405"/>
              <a:gd name="T74" fmla="*/ 357 w 383"/>
              <a:gd name="T75" fmla="*/ 15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405">
                <a:moveTo>
                  <a:pt x="0" y="378"/>
                </a:moveTo>
                <a:cubicBezTo>
                  <a:pt x="0" y="163"/>
                  <a:pt x="0" y="163"/>
                  <a:pt x="0" y="163"/>
                </a:cubicBezTo>
                <a:cubicBezTo>
                  <a:pt x="39" y="163"/>
                  <a:pt x="39" y="163"/>
                  <a:pt x="39" y="163"/>
                </a:cubicBezTo>
                <a:cubicBezTo>
                  <a:pt x="39" y="378"/>
                  <a:pt x="39" y="378"/>
                  <a:pt x="39" y="378"/>
                </a:cubicBezTo>
                <a:cubicBezTo>
                  <a:pt x="0" y="378"/>
                  <a:pt x="0" y="378"/>
                  <a:pt x="0" y="378"/>
                </a:cubicBezTo>
                <a:close/>
                <a:moveTo>
                  <a:pt x="357" y="158"/>
                </a:moveTo>
                <a:cubicBezTo>
                  <a:pt x="357" y="158"/>
                  <a:pt x="309" y="157"/>
                  <a:pt x="263" y="156"/>
                </a:cubicBezTo>
                <a:cubicBezTo>
                  <a:pt x="271" y="137"/>
                  <a:pt x="281" y="113"/>
                  <a:pt x="286" y="97"/>
                </a:cubicBezTo>
                <a:cubicBezTo>
                  <a:pt x="295" y="65"/>
                  <a:pt x="299" y="1"/>
                  <a:pt x="260" y="0"/>
                </a:cubicBezTo>
                <a:cubicBezTo>
                  <a:pt x="245" y="0"/>
                  <a:pt x="233" y="11"/>
                  <a:pt x="233" y="26"/>
                </a:cubicBezTo>
                <a:cubicBezTo>
                  <a:pt x="233" y="83"/>
                  <a:pt x="197" y="131"/>
                  <a:pt x="131" y="145"/>
                </a:cubicBezTo>
                <a:cubicBezTo>
                  <a:pt x="100" y="152"/>
                  <a:pt x="69" y="169"/>
                  <a:pt x="59" y="185"/>
                </a:cubicBezTo>
                <a:cubicBezTo>
                  <a:pt x="59" y="223"/>
                  <a:pt x="59" y="364"/>
                  <a:pt x="59" y="364"/>
                </a:cubicBezTo>
                <a:cubicBezTo>
                  <a:pt x="59" y="364"/>
                  <a:pt x="127" y="405"/>
                  <a:pt x="162" y="405"/>
                </a:cubicBezTo>
                <a:cubicBezTo>
                  <a:pt x="163" y="405"/>
                  <a:pt x="276" y="403"/>
                  <a:pt x="276" y="403"/>
                </a:cubicBezTo>
                <a:cubicBezTo>
                  <a:pt x="291" y="404"/>
                  <a:pt x="304" y="392"/>
                  <a:pt x="305" y="377"/>
                </a:cubicBezTo>
                <a:cubicBezTo>
                  <a:pt x="305" y="366"/>
                  <a:pt x="300" y="356"/>
                  <a:pt x="291" y="351"/>
                </a:cubicBezTo>
                <a:cubicBezTo>
                  <a:pt x="291" y="351"/>
                  <a:pt x="291" y="351"/>
                  <a:pt x="291" y="351"/>
                </a:cubicBezTo>
                <a:cubicBezTo>
                  <a:pt x="290" y="351"/>
                  <a:pt x="290" y="351"/>
                  <a:pt x="290" y="351"/>
                </a:cubicBezTo>
                <a:cubicBezTo>
                  <a:pt x="287" y="350"/>
                  <a:pt x="286" y="348"/>
                  <a:pt x="286" y="346"/>
                </a:cubicBezTo>
                <a:cubicBezTo>
                  <a:pt x="286" y="342"/>
                  <a:pt x="288" y="340"/>
                  <a:pt x="291" y="340"/>
                </a:cubicBezTo>
                <a:cubicBezTo>
                  <a:pt x="302" y="340"/>
                  <a:pt x="302" y="340"/>
                  <a:pt x="302" y="340"/>
                </a:cubicBezTo>
                <a:cubicBezTo>
                  <a:pt x="317" y="340"/>
                  <a:pt x="330" y="329"/>
                  <a:pt x="331" y="314"/>
                </a:cubicBezTo>
                <a:cubicBezTo>
                  <a:pt x="331" y="303"/>
                  <a:pt x="326" y="293"/>
                  <a:pt x="317" y="288"/>
                </a:cubicBezTo>
                <a:cubicBezTo>
                  <a:pt x="317" y="288"/>
                  <a:pt x="317" y="288"/>
                  <a:pt x="317" y="288"/>
                </a:cubicBezTo>
                <a:cubicBezTo>
                  <a:pt x="316" y="288"/>
                  <a:pt x="316" y="288"/>
                  <a:pt x="316" y="287"/>
                </a:cubicBezTo>
                <a:cubicBezTo>
                  <a:pt x="313" y="287"/>
                  <a:pt x="312" y="285"/>
                  <a:pt x="312" y="282"/>
                </a:cubicBezTo>
                <a:cubicBezTo>
                  <a:pt x="312" y="279"/>
                  <a:pt x="314" y="277"/>
                  <a:pt x="317" y="277"/>
                </a:cubicBezTo>
                <a:cubicBezTo>
                  <a:pt x="328" y="276"/>
                  <a:pt x="328" y="276"/>
                  <a:pt x="328" y="276"/>
                </a:cubicBezTo>
                <a:cubicBezTo>
                  <a:pt x="343" y="277"/>
                  <a:pt x="356" y="265"/>
                  <a:pt x="357" y="250"/>
                </a:cubicBezTo>
                <a:cubicBezTo>
                  <a:pt x="357" y="239"/>
                  <a:pt x="352" y="229"/>
                  <a:pt x="343" y="225"/>
                </a:cubicBezTo>
                <a:cubicBezTo>
                  <a:pt x="343" y="225"/>
                  <a:pt x="343" y="225"/>
                  <a:pt x="343" y="225"/>
                </a:cubicBezTo>
                <a:cubicBezTo>
                  <a:pt x="342" y="224"/>
                  <a:pt x="342" y="224"/>
                  <a:pt x="342" y="224"/>
                </a:cubicBezTo>
                <a:cubicBezTo>
                  <a:pt x="339" y="223"/>
                  <a:pt x="338" y="221"/>
                  <a:pt x="338" y="219"/>
                </a:cubicBezTo>
                <a:cubicBezTo>
                  <a:pt x="338" y="216"/>
                  <a:pt x="340" y="213"/>
                  <a:pt x="343" y="213"/>
                </a:cubicBezTo>
                <a:cubicBezTo>
                  <a:pt x="354" y="213"/>
                  <a:pt x="354" y="213"/>
                  <a:pt x="354" y="213"/>
                </a:cubicBezTo>
                <a:cubicBezTo>
                  <a:pt x="369" y="214"/>
                  <a:pt x="382" y="202"/>
                  <a:pt x="383" y="187"/>
                </a:cubicBezTo>
                <a:cubicBezTo>
                  <a:pt x="383" y="172"/>
                  <a:pt x="374" y="159"/>
                  <a:pt x="357" y="158"/>
                </a:cubicBezTo>
                <a:close/>
              </a:path>
            </a:pathLst>
          </a:custGeom>
          <a:solidFill>
            <a:srgbClr val="FFFFFF"/>
          </a:solidFill>
          <a:ln w="38100" cap="flat" cmpd="sng" algn="ctr">
            <a:noFill/>
            <a:prstDash val="solid"/>
            <a:headEnd type="none" w="med" len="med"/>
            <a:tailEnd type="none" w="med" len="med"/>
          </a:ln>
          <a:effectLst/>
        </p:spPr>
        <p:txBody>
          <a:bodyPr vert="horz" wrap="square" lIns="68562" tIns="34281" rIns="68562" bIns="34281" numCol="1" rtlCol="0" anchor="ctr" anchorCtr="0" compatLnSpc="1"/>
          <a:lstStyle/>
          <a:p>
            <a:pPr marL="0" marR="0" lvl="0" indent="0" algn="l" defTabSz="617220" rtl="0" eaLnBrk="1" fontAlgn="auto" latinLnBrk="0" hangingPunct="1">
              <a:lnSpc>
                <a:spcPct val="100000"/>
              </a:lnSpc>
              <a:spcBef>
                <a:spcPct val="0"/>
              </a:spcBef>
              <a:spcAft>
                <a:spcPct val="0"/>
              </a:spcAft>
              <a:buClrTx/>
              <a:buSzTx/>
              <a:buFontTx/>
              <a:buNone/>
              <a:defRPr/>
            </a:pPr>
            <a:endParaRPr kumimoji="0" lang="en-US" sz="1700" b="0" i="0" u="none" strike="noStrike" cap="none" spc="-101"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47" name="Rectangle 12"/>
          <p:cNvSpPr>
            <a:spLocks noChangeArrowheads="1"/>
          </p:cNvSpPr>
          <p:nvPr/>
        </p:nvSpPr>
        <p:spPr>
          <a:xfrm>
            <a:off x="3591797" y="5196455"/>
            <a:ext cx="6607393" cy="922020"/>
          </a:xfrm>
          <a:prstGeom prst="rect">
            <a:avLst/>
          </a:prstGeom>
          <a:noFill/>
          <a:ln w="9525" algn="ctr">
            <a:noFill/>
            <a:miter lim="800000"/>
          </a:ln>
        </p:spPr>
        <p:txBody>
          <a:bodyPr wrap="square">
            <a:spAutoFit/>
          </a:bodyPr>
          <a:lstStyle/>
          <a:p>
            <a:pPr marL="0" marR="0" lvl="0" indent="-120650" algn="l" defTabSz="1218565" rtl="0" eaLnBrk="1" fontAlgn="base" latinLnBrk="0" hangingPunct="1">
              <a:lnSpc>
                <a:spcPct val="150000"/>
              </a:lnSpc>
              <a:spcBef>
                <a:spcPct val="0"/>
              </a:spcBef>
              <a:spcAft>
                <a:spcPct val="0"/>
              </a:spcAft>
              <a:buClr>
                <a:srgbClr val="1F3F5F"/>
              </a:buClr>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p>
        </p:txBody>
      </p:sp>
      <p:grpSp>
        <p:nvGrpSpPr>
          <p:cNvPr id="8" name="组合 47"/>
          <p:cNvGrpSpPr/>
          <p:nvPr/>
        </p:nvGrpSpPr>
        <p:grpSpPr>
          <a:xfrm>
            <a:off x="7382061" y="3920014"/>
            <a:ext cx="2252256" cy="410033"/>
            <a:chOff x="5858456" y="3920030"/>
            <a:chExt cx="2252950" cy="410035"/>
          </a:xfrm>
        </p:grpSpPr>
        <p:sp>
          <p:nvSpPr>
            <p:cNvPr id="49" name="矩形 3"/>
            <p:cNvSpPr/>
            <p:nvPr/>
          </p:nvSpPr>
          <p:spPr>
            <a:xfrm rot="16200000" flipV="1">
              <a:off x="6779913" y="2998572"/>
              <a:ext cx="410035" cy="2252950"/>
            </a:xfrm>
            <a:custGeom>
              <a:avLst/>
              <a:gdLst/>
              <a:ahLst/>
              <a:cxnLst/>
              <a:rect l="l" t="t" r="r" b="b"/>
              <a:pathLst>
                <a:path w="280750" h="1542591">
                  <a:moveTo>
                    <a:pt x="280750" y="1391049"/>
                  </a:moveTo>
                  <a:lnTo>
                    <a:pt x="280750" y="151543"/>
                  </a:lnTo>
                  <a:lnTo>
                    <a:pt x="280733" y="151543"/>
                  </a:lnTo>
                  <a:cubicBezTo>
                    <a:pt x="280668" y="100709"/>
                    <a:pt x="280191" y="44276"/>
                    <a:pt x="280591" y="0"/>
                  </a:cubicBezTo>
                  <a:lnTo>
                    <a:pt x="140374" y="102981"/>
                  </a:lnTo>
                  <a:lnTo>
                    <a:pt x="158" y="0"/>
                  </a:lnTo>
                  <a:lnTo>
                    <a:pt x="158" y="151543"/>
                  </a:lnTo>
                  <a:lnTo>
                    <a:pt x="0" y="151543"/>
                  </a:lnTo>
                  <a:lnTo>
                    <a:pt x="0" y="1391049"/>
                  </a:lnTo>
                  <a:lnTo>
                    <a:pt x="158" y="1391049"/>
                  </a:lnTo>
                  <a:lnTo>
                    <a:pt x="158" y="1436588"/>
                  </a:lnTo>
                  <a:lnTo>
                    <a:pt x="138730" y="1542591"/>
                  </a:lnTo>
                  <a:lnTo>
                    <a:pt x="280591" y="1444187"/>
                  </a:lnTo>
                  <a:cubicBezTo>
                    <a:pt x="280728" y="1429030"/>
                    <a:pt x="280763" y="1412448"/>
                    <a:pt x="280745" y="1395154"/>
                  </a:cubicBezTo>
                  <a:lnTo>
                    <a:pt x="280733" y="139104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50" name="TextBox 9"/>
            <p:cNvSpPr txBox="1"/>
            <p:nvPr/>
          </p:nvSpPr>
          <p:spPr>
            <a:xfrm>
              <a:off x="6002475" y="3929957"/>
              <a:ext cx="2108931" cy="337187"/>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p>
          </p:txBody>
        </p:sp>
      </p:grpSp>
    </p:spTree>
  </p:cSld>
  <p:clrMapOvr>
    <a:masterClrMapping/>
  </p:clrMapOvr>
  <p:transition spd="slow">
    <p:comb/>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4014" y="2784986"/>
            <a:ext cx="4603971" cy="1189726"/>
            <a:chOff x="4997773" y="2784986"/>
            <a:chExt cx="4603971" cy="1189726"/>
          </a:xfrm>
        </p:grpSpPr>
        <p:sp>
          <p:nvSpPr>
            <p:cNvPr id="3" name="MH_Other_1"/>
            <p:cNvSpPr/>
            <p:nvPr>
              <p:custDataLst>
                <p:tags r:id="rId1"/>
              </p:custDataLst>
            </p:nvPr>
          </p:nvSpPr>
          <p:spPr>
            <a:xfrm>
              <a:off x="4997773" y="2784986"/>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479925" y="2949095"/>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工作完成情况</a:t>
              </a:r>
            </a:p>
          </p:txBody>
        </p:sp>
        <p:sp>
          <p:nvSpPr>
            <p:cNvPr id="5" name="TextBox 11"/>
            <p:cNvSpPr txBox="1"/>
            <p:nvPr/>
          </p:nvSpPr>
          <p:spPr>
            <a:xfrm>
              <a:off x="6404492" y="3408075"/>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811213" y="3408075"/>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404492" y="36697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811213" y="36697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2"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p:cNvGrpSpPr/>
          <p:nvPr/>
        </p:nvGrpSpPr>
        <p:grpSpPr>
          <a:xfrm>
            <a:off x="1147702" y="5132388"/>
            <a:ext cx="4476957" cy="823912"/>
            <a:chOff x="6328128" y="5044369"/>
            <a:chExt cx="4478684" cy="822745"/>
          </a:xfrm>
        </p:grpSpPr>
        <p:sp>
          <p:nvSpPr>
            <p:cNvPr id="97313" name="Text Placeholder 32"/>
            <p:cNvSpPr txBox="1"/>
            <p:nvPr/>
          </p:nvSpPr>
          <p:spPr>
            <a:xfrm>
              <a:off x="6529687" y="5350528"/>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4" name="Text Placeholder 33"/>
            <p:cNvSpPr txBox="1"/>
            <p:nvPr/>
          </p:nvSpPr>
          <p:spPr>
            <a:xfrm>
              <a:off x="6515467" y="5044369"/>
              <a:ext cx="4291345" cy="304368"/>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15" name="Straight Connector 14"/>
            <p:cNvCxnSpPr/>
            <p:nvPr/>
          </p:nvCxnSpPr>
          <p:spPr>
            <a:xfrm>
              <a:off x="6328128" y="5082415"/>
              <a:ext cx="0" cy="718118"/>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 name="Group 15"/>
          <p:cNvGrpSpPr/>
          <p:nvPr/>
        </p:nvGrpSpPr>
        <p:grpSpPr>
          <a:xfrm>
            <a:off x="1147702" y="4071939"/>
            <a:ext cx="4476957" cy="822325"/>
            <a:chOff x="6328128" y="3983398"/>
            <a:chExt cx="4478684" cy="822745"/>
          </a:xfrm>
        </p:grpSpPr>
        <p:sp>
          <p:nvSpPr>
            <p:cNvPr id="97310" name="Text Placeholder 32"/>
            <p:cNvSpPr txBox="1"/>
            <p:nvPr/>
          </p:nvSpPr>
          <p:spPr>
            <a:xfrm>
              <a:off x="6529687" y="4289557"/>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18" name="Text Placeholder 33"/>
            <p:cNvSpPr txBox="1"/>
            <p:nvPr/>
          </p:nvSpPr>
          <p:spPr>
            <a:xfrm>
              <a:off x="6515467" y="3983398"/>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19" name="Straight Connector 18"/>
            <p:cNvCxnSpPr/>
            <p:nvPr/>
          </p:nvCxnSpPr>
          <p:spPr>
            <a:xfrm>
              <a:off x="6328128" y="4002458"/>
              <a:ext cx="0" cy="717916"/>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2" name="Group 19"/>
          <p:cNvGrpSpPr/>
          <p:nvPr/>
        </p:nvGrpSpPr>
        <p:grpSpPr>
          <a:xfrm>
            <a:off x="1147702" y="3011489"/>
            <a:ext cx="4476957" cy="822325"/>
            <a:chOff x="6328128" y="2922427"/>
            <a:chExt cx="4478684" cy="822745"/>
          </a:xfrm>
        </p:grpSpPr>
        <p:sp>
          <p:nvSpPr>
            <p:cNvPr id="97307" name="Text Placeholder 32"/>
            <p:cNvSpPr txBox="1"/>
            <p:nvPr/>
          </p:nvSpPr>
          <p:spPr>
            <a:xfrm>
              <a:off x="6529687" y="3228586"/>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22" name="Text Placeholder 33"/>
            <p:cNvSpPr txBox="1"/>
            <p:nvPr/>
          </p:nvSpPr>
          <p:spPr>
            <a:xfrm>
              <a:off x="6515467" y="2922427"/>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23" name="Straight Connector 22"/>
            <p:cNvCxnSpPr/>
            <p:nvPr/>
          </p:nvCxnSpPr>
          <p:spPr>
            <a:xfrm>
              <a:off x="6328128" y="2943075"/>
              <a:ext cx="0" cy="717916"/>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3" name="Group 23"/>
          <p:cNvGrpSpPr/>
          <p:nvPr/>
        </p:nvGrpSpPr>
        <p:grpSpPr>
          <a:xfrm>
            <a:off x="1147702" y="1952625"/>
            <a:ext cx="4476957" cy="822325"/>
            <a:chOff x="6328128" y="1863304"/>
            <a:chExt cx="4478684" cy="822745"/>
          </a:xfrm>
        </p:grpSpPr>
        <p:sp>
          <p:nvSpPr>
            <p:cNvPr id="97304" name="Text Placeholder 32"/>
            <p:cNvSpPr txBox="1"/>
            <p:nvPr/>
          </p:nvSpPr>
          <p:spPr>
            <a:xfrm>
              <a:off x="6529687" y="2169463"/>
              <a:ext cx="4277125" cy="51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所有文字都可以随意更改成您的文字内容 鼠标点击修改的地方</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r" defTabSz="1218565" rtl="0" eaLnBrk="1" fontAlgn="auto" latinLnBrk="0" hangingPunct="1">
                <a:lnSpc>
                  <a:spcPct val="100000"/>
                </a:lnSpc>
                <a:spcBef>
                  <a:spcPct val="0"/>
                </a:spcBef>
                <a:spcAft>
                  <a:spcPct val="0"/>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26" name="Text Placeholder 33"/>
            <p:cNvSpPr txBox="1"/>
            <p:nvPr/>
          </p:nvSpPr>
          <p:spPr>
            <a:xfrm>
              <a:off x="6515467" y="1863304"/>
              <a:ext cx="4291345" cy="304956"/>
            </a:xfrm>
            <a:prstGeom prst="rect">
              <a:avLst/>
            </a:prstGeom>
          </p:spPr>
          <p:txBody>
            <a:bodyPr lIns="0" tIns="0" rIns="0" bIns="0" anchor="ct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marR="0" lvl="0" indent="-228600" algn="l" defTabSz="914400" rtl="0" eaLnBrk="1" fontAlgn="auto" latinLnBrk="0" hangingPunct="1">
                <a:lnSpc>
                  <a:spcPct val="150000"/>
                </a:lnSpc>
                <a:spcBef>
                  <a:spcPts val="1000"/>
                </a:spcBef>
                <a:spcAft>
                  <a:spcPct val="0"/>
                </a:spcAft>
                <a:buClrTx/>
                <a:buSzTx/>
                <a:buFont typeface="Arial" panose="020B0604020202020204" pitchFamily="34" charset="0"/>
                <a:buChar char="•"/>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点击此处添加标题</a:t>
              </a:r>
            </a:p>
          </p:txBody>
        </p:sp>
        <p:cxnSp>
          <p:nvCxnSpPr>
            <p:cNvPr id="27" name="Straight Connector 26"/>
            <p:cNvCxnSpPr/>
            <p:nvPr/>
          </p:nvCxnSpPr>
          <p:spPr>
            <a:xfrm>
              <a:off x="6328128" y="1863304"/>
              <a:ext cx="0" cy="717916"/>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6" name="Group 35"/>
          <p:cNvGrpSpPr/>
          <p:nvPr/>
        </p:nvGrpSpPr>
        <p:grpSpPr>
          <a:xfrm>
            <a:off x="6516558" y="1863725"/>
            <a:ext cx="2001220" cy="2006601"/>
            <a:chOff x="6516746" y="1863304"/>
            <a:chExt cx="2001660" cy="2006869"/>
          </a:xfrm>
        </p:grpSpPr>
        <p:sp>
          <p:nvSpPr>
            <p:cNvPr id="4" name="Teardrop 3"/>
            <p:cNvSpPr/>
            <p:nvPr/>
          </p:nvSpPr>
          <p:spPr>
            <a:xfrm flipV="1">
              <a:off x="6516746" y="1868068"/>
              <a:ext cx="2001660" cy="200210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8" name="Oval 7"/>
            <p:cNvSpPr/>
            <p:nvPr/>
          </p:nvSpPr>
          <p:spPr>
            <a:xfrm>
              <a:off x="6516746" y="1863304"/>
              <a:ext cx="588910" cy="58904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303" name="Text Placeholder 33"/>
            <p:cNvSpPr txBox="1"/>
            <p:nvPr/>
          </p:nvSpPr>
          <p:spPr>
            <a:xfrm>
              <a:off x="6516746" y="2869344"/>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7" name="Group 34"/>
          <p:cNvGrpSpPr/>
          <p:nvPr/>
        </p:nvGrpSpPr>
        <p:grpSpPr>
          <a:xfrm>
            <a:off x="8516192" y="1863725"/>
            <a:ext cx="2001220" cy="2006601"/>
            <a:chOff x="8516644" y="1863304"/>
            <a:chExt cx="2001658" cy="2006870"/>
          </a:xfrm>
        </p:grpSpPr>
        <p:sp>
          <p:nvSpPr>
            <p:cNvPr id="5" name="Teardrop 4"/>
            <p:cNvSpPr/>
            <p:nvPr/>
          </p:nvSpPr>
          <p:spPr>
            <a:xfrm rot="16200000" flipH="1">
              <a:off x="8516420" y="1868292"/>
              <a:ext cx="2002106" cy="2001658"/>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 name="Oval 8"/>
            <p:cNvSpPr/>
            <p:nvPr/>
          </p:nvSpPr>
          <p:spPr>
            <a:xfrm>
              <a:off x="9929393" y="1863304"/>
              <a:ext cx="588909" cy="589042"/>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3</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300" name="Text Placeholder 33"/>
            <p:cNvSpPr txBox="1"/>
            <p:nvPr/>
          </p:nvSpPr>
          <p:spPr>
            <a:xfrm>
              <a:off x="8517523" y="2869343"/>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0" name="Group 36"/>
          <p:cNvGrpSpPr/>
          <p:nvPr/>
        </p:nvGrpSpPr>
        <p:grpSpPr>
          <a:xfrm>
            <a:off x="6516558" y="3870325"/>
            <a:ext cx="2001220" cy="2001838"/>
            <a:chOff x="6516746" y="3870173"/>
            <a:chExt cx="2001660" cy="2001657"/>
          </a:xfrm>
        </p:grpSpPr>
        <p:sp>
          <p:nvSpPr>
            <p:cNvPr id="6" name="Teardrop 5"/>
            <p:cNvSpPr/>
            <p:nvPr/>
          </p:nvSpPr>
          <p:spPr>
            <a:xfrm>
              <a:off x="6516746" y="3870173"/>
              <a:ext cx="2001660" cy="2001657"/>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AU"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1" name="Oval 10"/>
            <p:cNvSpPr/>
            <p:nvPr/>
          </p:nvSpPr>
          <p:spPr>
            <a:xfrm>
              <a:off x="6516746" y="5282920"/>
              <a:ext cx="588910" cy="588910"/>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297" name="Text Placeholder 33"/>
            <p:cNvSpPr txBox="1"/>
            <p:nvPr/>
          </p:nvSpPr>
          <p:spPr>
            <a:xfrm>
              <a:off x="6516746" y="4661014"/>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1" name="Group 37"/>
          <p:cNvGrpSpPr/>
          <p:nvPr/>
        </p:nvGrpSpPr>
        <p:grpSpPr>
          <a:xfrm>
            <a:off x="8516192" y="3870325"/>
            <a:ext cx="2001220" cy="2019270"/>
            <a:chOff x="8516643" y="3870173"/>
            <a:chExt cx="2001659" cy="2019087"/>
          </a:xfrm>
        </p:grpSpPr>
        <p:sp>
          <p:nvSpPr>
            <p:cNvPr id="7" name="Teardrop 6"/>
            <p:cNvSpPr/>
            <p:nvPr/>
          </p:nvSpPr>
          <p:spPr>
            <a:xfrm flipH="1">
              <a:off x="8516643" y="3870173"/>
              <a:ext cx="2001659" cy="2001657"/>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1218565" rtl="0" eaLnBrk="1" fontAlgn="auto" latinLnBrk="0" hangingPunct="1">
                <a:lnSpc>
                  <a:spcPct val="90000"/>
                </a:lnSpc>
                <a:spcBef>
                  <a:spcPct val="20000"/>
                </a:spcBef>
                <a:spcAft>
                  <a:spcPct val="0"/>
                </a:spcAft>
                <a:buClrTx/>
                <a:buSzTx/>
                <a:buFontTx/>
                <a:buNone/>
                <a:defRPr/>
              </a:pPr>
              <a:endParaRPr kumimoji="0" lang="en-AU"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10" name="Oval 9"/>
            <p:cNvSpPr/>
            <p:nvPr/>
          </p:nvSpPr>
          <p:spPr>
            <a:xfrm>
              <a:off x="9929392" y="5300350"/>
              <a:ext cx="588910" cy="588910"/>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8565" rtl="0" eaLnBrk="1" fontAlgn="auto" latinLnBrk="0" hangingPunct="1">
                <a:lnSpc>
                  <a:spcPct val="90000"/>
                </a:lnSpc>
                <a:spcBef>
                  <a:spcPct val="20000"/>
                </a:spcBef>
                <a:spcAft>
                  <a:spcPct val="0"/>
                </a:spcAft>
                <a:buClrTx/>
                <a:buSzTx/>
                <a:buFontTx/>
                <a:buNone/>
                <a:defRPr/>
              </a:pPr>
              <a:r>
                <a:rPr kumimoji="0" lang="en-AU"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4</a:t>
              </a:r>
              <a:endParaRPr kumimoji="0" lang="en-US" altLang="zh-CN"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97294" name="Text Placeholder 33"/>
            <p:cNvSpPr txBox="1"/>
            <p:nvPr/>
          </p:nvSpPr>
          <p:spPr>
            <a:xfrm>
              <a:off x="8517523" y="4661013"/>
              <a:ext cx="1999897" cy="2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913130">
                <a:defRPr>
                  <a:solidFill>
                    <a:schemeClr val="tx1"/>
                  </a:solidFill>
                  <a:latin typeface="Calibri" panose="020F0502020204030204" pitchFamily="34" charset="0"/>
                  <a:ea typeface="MS PGothic" panose="020B0600070205080204" pitchFamily="34" charset="-128"/>
                </a:defRPr>
              </a:lvl1pPr>
              <a:lvl2pPr marL="742950" indent="-285750" defTabSz="913130">
                <a:defRPr>
                  <a:solidFill>
                    <a:schemeClr val="tx1"/>
                  </a:solidFill>
                  <a:latin typeface="Calibri" panose="020F0502020204030204" pitchFamily="34" charset="0"/>
                  <a:ea typeface="MS PGothic" panose="020B0600070205080204" pitchFamily="34" charset="-128"/>
                </a:defRPr>
              </a:lvl2pPr>
              <a:lvl3pPr marL="1143000" indent="-228600" defTabSz="913130">
                <a:defRPr>
                  <a:solidFill>
                    <a:schemeClr val="tx1"/>
                  </a:solidFill>
                  <a:latin typeface="Calibri" panose="020F0502020204030204" pitchFamily="34" charset="0"/>
                  <a:ea typeface="MS PGothic" panose="020B0600070205080204" pitchFamily="34" charset="-128"/>
                </a:defRPr>
              </a:lvl3pPr>
              <a:lvl4pPr marL="1600200" indent="-228600" defTabSz="913130">
                <a:defRPr>
                  <a:solidFill>
                    <a:schemeClr val="tx1"/>
                  </a:solidFill>
                  <a:latin typeface="Calibri" panose="020F0502020204030204" pitchFamily="34" charset="0"/>
                  <a:ea typeface="MS PGothic" panose="020B0600070205080204" pitchFamily="34" charset="-128"/>
                </a:defRPr>
              </a:lvl4pPr>
              <a:lvl5pPr marL="2057400" indent="-228600" defTabSz="913130">
                <a:defRPr>
                  <a:solidFill>
                    <a:schemeClr val="tx1"/>
                  </a:solidFill>
                  <a:latin typeface="Calibri" panose="020F0502020204030204" pitchFamily="34" charset="0"/>
                  <a:ea typeface="MS PGothic" panose="020B0600070205080204" pitchFamily="34" charset="-128"/>
                </a:defRPr>
              </a:lvl5pPr>
              <a:lvl6pPr marL="25146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313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216660" rtl="0" eaLnBrk="1" fontAlgn="auto" latinLnBrk="0" hangingPunct="1">
                <a:lnSpc>
                  <a:spcPct val="90000"/>
                </a:lnSpc>
                <a:spcBef>
                  <a:spcPct val="2000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标题内容</a:t>
              </a:r>
              <a:endParaRPr kumimoji="0" lang="en-AU"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Title Line"/>
          <p:cNvCxnSpPr/>
          <p:nvPr/>
        </p:nvCxnSpPr>
        <p:spPr>
          <a:xfrm flipV="1">
            <a:off x="5600400" y="3081068"/>
            <a:ext cx="5421076" cy="6771"/>
          </a:xfrm>
          <a:prstGeom prst="line">
            <a:avLst/>
          </a:prstGeom>
          <a:solidFill>
            <a:schemeClr val="tx1"/>
          </a:solidFill>
          <a:ln w="12700">
            <a:solidFill>
              <a:schemeClr val="tx2">
                <a:lumMod val="90000"/>
                <a:lumOff val="10000"/>
              </a:schemeClr>
            </a:solidFill>
            <a:headEnd type="none" w="med" len="med"/>
            <a:tailEnd type="none" w="med" len="med"/>
          </a:ln>
        </p:spPr>
      </p:cxnSp>
      <p:sp>
        <p:nvSpPr>
          <p:cNvPr id="6" name="5 Rectángulo redondeado"/>
          <p:cNvSpPr/>
          <p:nvPr/>
        </p:nvSpPr>
        <p:spPr>
          <a:xfrm>
            <a:off x="6151742" y="2376794"/>
            <a:ext cx="276247" cy="80332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7" name="6 Rectángulo redondeado"/>
          <p:cNvSpPr/>
          <p:nvPr/>
        </p:nvSpPr>
        <p:spPr>
          <a:xfrm>
            <a:off x="6517072" y="2140478"/>
            <a:ext cx="276247" cy="10396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8" name="7 Rectángulo redondeado"/>
          <p:cNvSpPr/>
          <p:nvPr/>
        </p:nvSpPr>
        <p:spPr>
          <a:xfrm>
            <a:off x="5786412" y="2522222"/>
            <a:ext cx="276247" cy="657902"/>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3" name="12 Rectángulo redondeado"/>
          <p:cNvSpPr/>
          <p:nvPr/>
        </p:nvSpPr>
        <p:spPr>
          <a:xfrm>
            <a:off x="7523881" y="2376794"/>
            <a:ext cx="276247" cy="80332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4" name="13 Rectángulo redondeado"/>
          <p:cNvSpPr/>
          <p:nvPr/>
        </p:nvSpPr>
        <p:spPr>
          <a:xfrm>
            <a:off x="7889211" y="2376794"/>
            <a:ext cx="276247" cy="8033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15" name="14 Rectángulo redondeado"/>
          <p:cNvSpPr/>
          <p:nvPr/>
        </p:nvSpPr>
        <p:spPr>
          <a:xfrm>
            <a:off x="7158549" y="2229603"/>
            <a:ext cx="276247" cy="95052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5" name="24 Rectángulo redondeado"/>
          <p:cNvSpPr/>
          <p:nvPr/>
        </p:nvSpPr>
        <p:spPr>
          <a:xfrm>
            <a:off x="8896020" y="2072105"/>
            <a:ext cx="276247" cy="110801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6" name="25 Rectángulo redondeado"/>
          <p:cNvSpPr/>
          <p:nvPr/>
        </p:nvSpPr>
        <p:spPr>
          <a:xfrm>
            <a:off x="9261352" y="2626196"/>
            <a:ext cx="276247" cy="5540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27" name="26 Rectángulo redondeado"/>
          <p:cNvSpPr/>
          <p:nvPr/>
        </p:nvSpPr>
        <p:spPr>
          <a:xfrm>
            <a:off x="8530688" y="2274603"/>
            <a:ext cx="276247" cy="905521"/>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3" name="32 Rectángulo redondeado"/>
          <p:cNvSpPr/>
          <p:nvPr/>
        </p:nvSpPr>
        <p:spPr>
          <a:xfrm>
            <a:off x="10262367" y="2229603"/>
            <a:ext cx="276247" cy="95052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4" name="33 Rectángulo redondeado"/>
          <p:cNvSpPr/>
          <p:nvPr/>
        </p:nvSpPr>
        <p:spPr>
          <a:xfrm>
            <a:off x="10627698" y="1914607"/>
            <a:ext cx="276247" cy="126551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35" name="34 Rectángulo redondeado"/>
          <p:cNvSpPr/>
          <p:nvPr/>
        </p:nvSpPr>
        <p:spPr>
          <a:xfrm>
            <a:off x="9897038" y="2376876"/>
            <a:ext cx="276247" cy="803329"/>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129" tIns="22526" rIns="45129" bIns="22526" rtlCol="0" anchor="ctr"/>
          <a:lstStyle/>
          <a:p>
            <a:pPr marL="0" marR="0" lvl="0" indent="0" algn="ctr"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53" name="87 Rectángulo"/>
          <p:cNvSpPr/>
          <p:nvPr/>
        </p:nvSpPr>
        <p:spPr>
          <a:xfrm>
            <a:off x="10173282"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Q4</a:t>
            </a:r>
          </a:p>
        </p:txBody>
      </p:sp>
      <p:sp>
        <p:nvSpPr>
          <p:cNvPr id="54" name="87 Rectángulo"/>
          <p:cNvSpPr/>
          <p:nvPr/>
        </p:nvSpPr>
        <p:spPr>
          <a:xfrm>
            <a:off x="8809347"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Q3</a:t>
            </a:r>
          </a:p>
        </p:txBody>
      </p:sp>
      <p:sp>
        <p:nvSpPr>
          <p:cNvPr id="55" name="87 Rectángulo"/>
          <p:cNvSpPr/>
          <p:nvPr/>
        </p:nvSpPr>
        <p:spPr>
          <a:xfrm>
            <a:off x="7445410"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Q2</a:t>
            </a:r>
          </a:p>
        </p:txBody>
      </p:sp>
      <p:sp>
        <p:nvSpPr>
          <p:cNvPr id="56" name="87 Rectángulo"/>
          <p:cNvSpPr/>
          <p:nvPr/>
        </p:nvSpPr>
        <p:spPr>
          <a:xfrm>
            <a:off x="6081476" y="3377179"/>
            <a:ext cx="416779" cy="334645"/>
          </a:xfrm>
          <a:prstGeom prst="rect">
            <a:avLst/>
          </a:prstGeom>
        </p:spPr>
        <p:txBody>
          <a:bodyPr wrap="square" lIns="0" tIns="44732" rIns="0" bIns="44732">
            <a:spAutoFit/>
          </a:bodyPr>
          <a:lstStyle/>
          <a:p>
            <a:pPr marL="0" marR="0" lvl="1" indent="0" algn="ctr" defTabSz="1191895" rtl="0" eaLnBrk="1" fontAlgn="auto" latinLnBrk="0" hangingPunct="1">
              <a:lnSpc>
                <a:spcPct val="100000"/>
              </a:lnSpc>
              <a:spcBef>
                <a:spcPct val="0"/>
              </a:spcBef>
              <a:spcAft>
                <a:spcPct val="0"/>
              </a:spcAft>
              <a:buClrTx/>
              <a:buSzTx/>
              <a:buFontTx/>
              <a:buNone/>
              <a:defRPr/>
            </a:pPr>
            <a:r>
              <a:rPr kumimoji="0" lang="en-US" sz="1600" b="0" i="0" u="none" strike="noStrike" kern="1200" cap="none" normalizeH="0" noProof="0">
                <a:ln>
                  <a:noFill/>
                </a:ln>
                <a:solidFill>
                  <a:srgbClr val="1F1F1F"/>
                </a:solidFill>
                <a:effectLst/>
                <a:uLnTx/>
                <a:uFillTx/>
                <a:latin typeface="思源黑体 CN Medium"/>
                <a:ea typeface="思源黑体 CN Medium"/>
                <a:cs typeface="思源黑体 CN Medium"/>
                <a:sym typeface="思源黑体 CN Medium"/>
              </a:rPr>
              <a:t>Q1</a:t>
            </a:r>
          </a:p>
        </p:txBody>
      </p:sp>
      <p:sp>
        <p:nvSpPr>
          <p:cNvPr id="57" name="Rectángulo 49"/>
          <p:cNvSpPr/>
          <p:nvPr/>
        </p:nvSpPr>
        <p:spPr>
          <a:xfrm>
            <a:off x="5600400" y="3889013"/>
            <a:ext cx="5421076" cy="751840"/>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just" defTabSz="1191895" rtl="0" eaLnBrk="1" fontAlgn="auto"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此处添加详细文本描述，建议与标题相关并符合整体语言风格此处添加详细文本描述，建议与标题相关并符合整体语言风格</a:t>
            </a:r>
            <a:endParaRPr kumimoji="0" 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8" name="Freeform 263"/>
          <p:cNvSpPr/>
          <p:nvPr/>
        </p:nvSpPr>
        <p:spPr>
          <a:xfrm>
            <a:off x="2747050" y="1718527"/>
            <a:ext cx="1767291" cy="2140755"/>
          </a:xfrm>
          <a:custGeom>
            <a:avLst/>
            <a:gdLst>
              <a:gd name="T0" fmla="*/ 4 w 1092"/>
              <a:gd name="T1" fmla="*/ 0 h 1319"/>
              <a:gd name="T2" fmla="*/ 124 w 1092"/>
              <a:gd name="T3" fmla="*/ 13 h 1319"/>
              <a:gd name="T4" fmla="*/ 238 w 1092"/>
              <a:gd name="T5" fmla="*/ 37 h 1319"/>
              <a:gd name="T6" fmla="*/ 348 w 1092"/>
              <a:gd name="T7" fmla="*/ 72 h 1319"/>
              <a:gd name="T8" fmla="*/ 454 w 1092"/>
              <a:gd name="T9" fmla="*/ 119 h 1319"/>
              <a:gd name="T10" fmla="*/ 554 w 1092"/>
              <a:gd name="T11" fmla="*/ 174 h 1319"/>
              <a:gd name="T12" fmla="*/ 646 w 1092"/>
              <a:gd name="T13" fmla="*/ 241 h 1319"/>
              <a:gd name="T14" fmla="*/ 732 w 1092"/>
              <a:gd name="T15" fmla="*/ 314 h 1319"/>
              <a:gd name="T16" fmla="*/ 811 w 1092"/>
              <a:gd name="T17" fmla="*/ 396 h 1319"/>
              <a:gd name="T18" fmla="*/ 880 w 1092"/>
              <a:gd name="T19" fmla="*/ 487 h 1319"/>
              <a:gd name="T20" fmla="*/ 941 w 1092"/>
              <a:gd name="T21" fmla="*/ 583 h 1319"/>
              <a:gd name="T22" fmla="*/ 994 w 1092"/>
              <a:gd name="T23" fmla="*/ 685 h 1319"/>
              <a:gd name="T24" fmla="*/ 1035 w 1092"/>
              <a:gd name="T25" fmla="*/ 791 h 1319"/>
              <a:gd name="T26" fmla="*/ 1064 w 1092"/>
              <a:gd name="T27" fmla="*/ 905 h 1319"/>
              <a:gd name="T28" fmla="*/ 1084 w 1092"/>
              <a:gd name="T29" fmla="*/ 1021 h 1319"/>
              <a:gd name="T30" fmla="*/ 1092 w 1092"/>
              <a:gd name="T31" fmla="*/ 1142 h 1319"/>
              <a:gd name="T32" fmla="*/ 768 w 1092"/>
              <a:gd name="T33" fmla="*/ 1319 h 1319"/>
              <a:gd name="T34" fmla="*/ 442 w 1092"/>
              <a:gd name="T35" fmla="*/ 1142 h 1319"/>
              <a:gd name="T36" fmla="*/ 436 w 1092"/>
              <a:gd name="T37" fmla="*/ 1068 h 1319"/>
              <a:gd name="T38" fmla="*/ 418 w 1092"/>
              <a:gd name="T39" fmla="*/ 995 h 1319"/>
              <a:gd name="T40" fmla="*/ 391 w 1092"/>
              <a:gd name="T41" fmla="*/ 930 h 1319"/>
              <a:gd name="T42" fmla="*/ 355 w 1092"/>
              <a:gd name="T43" fmla="*/ 868 h 1319"/>
              <a:gd name="T44" fmla="*/ 312 w 1092"/>
              <a:gd name="T45" fmla="*/ 813 h 1319"/>
              <a:gd name="T46" fmla="*/ 261 w 1092"/>
              <a:gd name="T47" fmla="*/ 764 h 1319"/>
              <a:gd name="T48" fmla="*/ 204 w 1092"/>
              <a:gd name="T49" fmla="*/ 722 h 1319"/>
              <a:gd name="T50" fmla="*/ 141 w 1092"/>
              <a:gd name="T51" fmla="*/ 689 h 1319"/>
              <a:gd name="T52" fmla="*/ 73 w 1092"/>
              <a:gd name="T53" fmla="*/ 665 h 1319"/>
              <a:gd name="T54" fmla="*/ 0 w 1092"/>
              <a:gd name="T55" fmla="*/ 652 h 1319"/>
              <a:gd name="T56" fmla="*/ 181 w 1092"/>
              <a:gd name="T57" fmla="*/ 320 h 1319"/>
              <a:gd name="T58" fmla="*/ 4 w 1092"/>
              <a:gd name="T59" fmla="*/ 0 h 1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2" h="1319">
                <a:moveTo>
                  <a:pt x="4" y="0"/>
                </a:moveTo>
                <a:lnTo>
                  <a:pt x="124" y="13"/>
                </a:lnTo>
                <a:lnTo>
                  <a:pt x="238" y="37"/>
                </a:lnTo>
                <a:lnTo>
                  <a:pt x="348" y="72"/>
                </a:lnTo>
                <a:lnTo>
                  <a:pt x="454" y="119"/>
                </a:lnTo>
                <a:lnTo>
                  <a:pt x="554" y="174"/>
                </a:lnTo>
                <a:lnTo>
                  <a:pt x="646" y="241"/>
                </a:lnTo>
                <a:lnTo>
                  <a:pt x="732" y="314"/>
                </a:lnTo>
                <a:lnTo>
                  <a:pt x="811" y="396"/>
                </a:lnTo>
                <a:lnTo>
                  <a:pt x="880" y="487"/>
                </a:lnTo>
                <a:lnTo>
                  <a:pt x="941" y="583"/>
                </a:lnTo>
                <a:lnTo>
                  <a:pt x="994" y="685"/>
                </a:lnTo>
                <a:lnTo>
                  <a:pt x="1035" y="791"/>
                </a:lnTo>
                <a:lnTo>
                  <a:pt x="1064" y="905"/>
                </a:lnTo>
                <a:lnTo>
                  <a:pt x="1084" y="1021"/>
                </a:lnTo>
                <a:lnTo>
                  <a:pt x="1092" y="1142"/>
                </a:lnTo>
                <a:lnTo>
                  <a:pt x="768" y="1319"/>
                </a:lnTo>
                <a:lnTo>
                  <a:pt x="442" y="1142"/>
                </a:lnTo>
                <a:lnTo>
                  <a:pt x="436" y="1068"/>
                </a:lnTo>
                <a:lnTo>
                  <a:pt x="418" y="995"/>
                </a:lnTo>
                <a:lnTo>
                  <a:pt x="391" y="930"/>
                </a:lnTo>
                <a:lnTo>
                  <a:pt x="355" y="868"/>
                </a:lnTo>
                <a:lnTo>
                  <a:pt x="312" y="813"/>
                </a:lnTo>
                <a:lnTo>
                  <a:pt x="261" y="764"/>
                </a:lnTo>
                <a:lnTo>
                  <a:pt x="204" y="722"/>
                </a:lnTo>
                <a:lnTo>
                  <a:pt x="141" y="689"/>
                </a:lnTo>
                <a:lnTo>
                  <a:pt x="73" y="665"/>
                </a:lnTo>
                <a:lnTo>
                  <a:pt x="0" y="652"/>
                </a:lnTo>
                <a:lnTo>
                  <a:pt x="181" y="320"/>
                </a:lnTo>
                <a:lnTo>
                  <a:pt x="4" y="0"/>
                </a:lnTo>
                <a:close/>
              </a:path>
            </a:pathLst>
          </a:custGeom>
          <a:solidFill>
            <a:schemeClr val="accent1"/>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9" name="Freeform 264"/>
          <p:cNvSpPr/>
          <p:nvPr/>
        </p:nvSpPr>
        <p:spPr>
          <a:xfrm>
            <a:off x="781957" y="1715286"/>
            <a:ext cx="2140202" cy="1767745"/>
          </a:xfrm>
          <a:custGeom>
            <a:avLst/>
            <a:gdLst>
              <a:gd name="T0" fmla="*/ 1143 w 1320"/>
              <a:gd name="T1" fmla="*/ 0 h 1090"/>
              <a:gd name="T2" fmla="*/ 1320 w 1320"/>
              <a:gd name="T3" fmla="*/ 322 h 1090"/>
              <a:gd name="T4" fmla="*/ 1141 w 1320"/>
              <a:gd name="T5" fmla="*/ 650 h 1090"/>
              <a:gd name="T6" fmla="*/ 1067 w 1320"/>
              <a:gd name="T7" fmla="*/ 656 h 1090"/>
              <a:gd name="T8" fmla="*/ 996 w 1320"/>
              <a:gd name="T9" fmla="*/ 673 h 1090"/>
              <a:gd name="T10" fmla="*/ 929 w 1320"/>
              <a:gd name="T11" fmla="*/ 699 h 1090"/>
              <a:gd name="T12" fmla="*/ 868 w 1320"/>
              <a:gd name="T13" fmla="*/ 736 h 1090"/>
              <a:gd name="T14" fmla="*/ 813 w 1320"/>
              <a:gd name="T15" fmla="*/ 779 h 1090"/>
              <a:gd name="T16" fmla="*/ 764 w 1320"/>
              <a:gd name="T17" fmla="*/ 830 h 1090"/>
              <a:gd name="T18" fmla="*/ 723 w 1320"/>
              <a:gd name="T19" fmla="*/ 887 h 1090"/>
              <a:gd name="T20" fmla="*/ 690 w 1320"/>
              <a:gd name="T21" fmla="*/ 950 h 1090"/>
              <a:gd name="T22" fmla="*/ 666 w 1320"/>
              <a:gd name="T23" fmla="*/ 1019 h 1090"/>
              <a:gd name="T24" fmla="*/ 650 w 1320"/>
              <a:gd name="T25" fmla="*/ 1090 h 1090"/>
              <a:gd name="T26" fmla="*/ 321 w 1320"/>
              <a:gd name="T27" fmla="*/ 911 h 1090"/>
              <a:gd name="T28" fmla="*/ 0 w 1320"/>
              <a:gd name="T29" fmla="*/ 1088 h 1090"/>
              <a:gd name="T30" fmla="*/ 12 w 1320"/>
              <a:gd name="T31" fmla="*/ 968 h 1090"/>
              <a:gd name="T32" fmla="*/ 38 w 1320"/>
              <a:gd name="T33" fmla="*/ 852 h 1090"/>
              <a:gd name="T34" fmla="*/ 73 w 1320"/>
              <a:gd name="T35" fmla="*/ 742 h 1090"/>
              <a:gd name="T36" fmla="*/ 120 w 1320"/>
              <a:gd name="T37" fmla="*/ 638 h 1090"/>
              <a:gd name="T38" fmla="*/ 175 w 1320"/>
              <a:gd name="T39" fmla="*/ 538 h 1090"/>
              <a:gd name="T40" fmla="*/ 242 w 1320"/>
              <a:gd name="T41" fmla="*/ 445 h 1090"/>
              <a:gd name="T42" fmla="*/ 315 w 1320"/>
              <a:gd name="T43" fmla="*/ 359 h 1090"/>
              <a:gd name="T44" fmla="*/ 397 w 1320"/>
              <a:gd name="T45" fmla="*/ 280 h 1090"/>
              <a:gd name="T46" fmla="*/ 485 w 1320"/>
              <a:gd name="T47" fmla="*/ 210 h 1090"/>
              <a:gd name="T48" fmla="*/ 582 w 1320"/>
              <a:gd name="T49" fmla="*/ 149 h 1090"/>
              <a:gd name="T50" fmla="*/ 684 w 1320"/>
              <a:gd name="T51" fmla="*/ 98 h 1090"/>
              <a:gd name="T52" fmla="*/ 792 w 1320"/>
              <a:gd name="T53" fmla="*/ 57 h 1090"/>
              <a:gd name="T54" fmla="*/ 906 w 1320"/>
              <a:gd name="T55" fmla="*/ 27 h 1090"/>
              <a:gd name="T56" fmla="*/ 1022 w 1320"/>
              <a:gd name="T57" fmla="*/ 8 h 1090"/>
              <a:gd name="T58" fmla="*/ 1143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1143" y="0"/>
                </a:moveTo>
                <a:lnTo>
                  <a:pt x="1320" y="322"/>
                </a:lnTo>
                <a:lnTo>
                  <a:pt x="1141" y="650"/>
                </a:lnTo>
                <a:lnTo>
                  <a:pt x="1067" y="656"/>
                </a:lnTo>
                <a:lnTo>
                  <a:pt x="996" y="673"/>
                </a:lnTo>
                <a:lnTo>
                  <a:pt x="929" y="699"/>
                </a:lnTo>
                <a:lnTo>
                  <a:pt x="868" y="736"/>
                </a:lnTo>
                <a:lnTo>
                  <a:pt x="813" y="779"/>
                </a:lnTo>
                <a:lnTo>
                  <a:pt x="764" y="830"/>
                </a:lnTo>
                <a:lnTo>
                  <a:pt x="723" y="887"/>
                </a:lnTo>
                <a:lnTo>
                  <a:pt x="690" y="950"/>
                </a:lnTo>
                <a:lnTo>
                  <a:pt x="666" y="1019"/>
                </a:lnTo>
                <a:lnTo>
                  <a:pt x="650" y="1090"/>
                </a:lnTo>
                <a:lnTo>
                  <a:pt x="321" y="911"/>
                </a:lnTo>
                <a:lnTo>
                  <a:pt x="0" y="1088"/>
                </a:lnTo>
                <a:lnTo>
                  <a:pt x="12" y="968"/>
                </a:lnTo>
                <a:lnTo>
                  <a:pt x="38" y="852"/>
                </a:lnTo>
                <a:lnTo>
                  <a:pt x="73" y="742"/>
                </a:lnTo>
                <a:lnTo>
                  <a:pt x="120" y="638"/>
                </a:lnTo>
                <a:lnTo>
                  <a:pt x="175" y="538"/>
                </a:lnTo>
                <a:lnTo>
                  <a:pt x="242" y="445"/>
                </a:lnTo>
                <a:lnTo>
                  <a:pt x="315" y="359"/>
                </a:lnTo>
                <a:lnTo>
                  <a:pt x="397" y="280"/>
                </a:lnTo>
                <a:lnTo>
                  <a:pt x="485" y="210"/>
                </a:lnTo>
                <a:lnTo>
                  <a:pt x="582" y="149"/>
                </a:lnTo>
                <a:lnTo>
                  <a:pt x="684" y="98"/>
                </a:lnTo>
                <a:lnTo>
                  <a:pt x="792" y="57"/>
                </a:lnTo>
                <a:lnTo>
                  <a:pt x="906" y="27"/>
                </a:lnTo>
                <a:lnTo>
                  <a:pt x="1022" y="8"/>
                </a:lnTo>
                <a:lnTo>
                  <a:pt x="1143" y="0"/>
                </a:lnTo>
                <a:close/>
              </a:path>
            </a:pathLst>
          </a:custGeom>
          <a:solidFill>
            <a:schemeClr val="accent4"/>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0" name="Freeform 265"/>
          <p:cNvSpPr/>
          <p:nvPr/>
        </p:nvSpPr>
        <p:spPr>
          <a:xfrm>
            <a:off x="2374135" y="3687372"/>
            <a:ext cx="2136962" cy="1767745"/>
          </a:xfrm>
          <a:custGeom>
            <a:avLst/>
            <a:gdLst>
              <a:gd name="T0" fmla="*/ 668 w 1320"/>
              <a:gd name="T1" fmla="*/ 0 h 1090"/>
              <a:gd name="T2" fmla="*/ 1000 w 1320"/>
              <a:gd name="T3" fmla="*/ 179 h 1090"/>
              <a:gd name="T4" fmla="*/ 1320 w 1320"/>
              <a:gd name="T5" fmla="*/ 2 h 1090"/>
              <a:gd name="T6" fmla="*/ 1306 w 1320"/>
              <a:gd name="T7" fmla="*/ 122 h 1090"/>
              <a:gd name="T8" fmla="*/ 1283 w 1320"/>
              <a:gd name="T9" fmla="*/ 236 h 1090"/>
              <a:gd name="T10" fmla="*/ 1245 w 1320"/>
              <a:gd name="T11" fmla="*/ 348 h 1090"/>
              <a:gd name="T12" fmla="*/ 1200 w 1320"/>
              <a:gd name="T13" fmla="*/ 452 h 1090"/>
              <a:gd name="T14" fmla="*/ 1143 w 1320"/>
              <a:gd name="T15" fmla="*/ 552 h 1090"/>
              <a:gd name="T16" fmla="*/ 1078 w 1320"/>
              <a:gd name="T17" fmla="*/ 644 h 1090"/>
              <a:gd name="T18" fmla="*/ 1004 w 1320"/>
              <a:gd name="T19" fmla="*/ 731 h 1090"/>
              <a:gd name="T20" fmla="*/ 923 w 1320"/>
              <a:gd name="T21" fmla="*/ 809 h 1090"/>
              <a:gd name="T22" fmla="*/ 833 w 1320"/>
              <a:gd name="T23" fmla="*/ 878 h 1090"/>
              <a:gd name="T24" fmla="*/ 737 w 1320"/>
              <a:gd name="T25" fmla="*/ 941 h 1090"/>
              <a:gd name="T26" fmla="*/ 635 w 1320"/>
              <a:gd name="T27" fmla="*/ 992 h 1090"/>
              <a:gd name="T28" fmla="*/ 527 w 1320"/>
              <a:gd name="T29" fmla="*/ 1033 h 1090"/>
              <a:gd name="T30" fmla="*/ 415 w 1320"/>
              <a:gd name="T31" fmla="*/ 1063 h 1090"/>
              <a:gd name="T32" fmla="*/ 297 w 1320"/>
              <a:gd name="T33" fmla="*/ 1082 h 1090"/>
              <a:gd name="T34" fmla="*/ 177 w 1320"/>
              <a:gd name="T35" fmla="*/ 1090 h 1090"/>
              <a:gd name="T36" fmla="*/ 0 w 1320"/>
              <a:gd name="T37" fmla="*/ 768 h 1090"/>
              <a:gd name="T38" fmla="*/ 177 w 1320"/>
              <a:gd name="T39" fmla="*/ 440 h 1090"/>
              <a:gd name="T40" fmla="*/ 252 w 1320"/>
              <a:gd name="T41" fmla="*/ 434 h 1090"/>
              <a:gd name="T42" fmla="*/ 322 w 1320"/>
              <a:gd name="T43" fmla="*/ 416 h 1090"/>
              <a:gd name="T44" fmla="*/ 389 w 1320"/>
              <a:gd name="T45" fmla="*/ 389 h 1090"/>
              <a:gd name="T46" fmla="*/ 450 w 1320"/>
              <a:gd name="T47" fmla="*/ 354 h 1090"/>
              <a:gd name="T48" fmla="*/ 507 w 1320"/>
              <a:gd name="T49" fmla="*/ 310 h 1090"/>
              <a:gd name="T50" fmla="*/ 556 w 1320"/>
              <a:gd name="T51" fmla="*/ 259 h 1090"/>
              <a:gd name="T52" fmla="*/ 597 w 1320"/>
              <a:gd name="T53" fmla="*/ 202 h 1090"/>
              <a:gd name="T54" fmla="*/ 631 w 1320"/>
              <a:gd name="T55" fmla="*/ 140 h 1090"/>
              <a:gd name="T56" fmla="*/ 654 w 1320"/>
              <a:gd name="T57" fmla="*/ 71 h 1090"/>
              <a:gd name="T58" fmla="*/ 668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668" y="0"/>
                </a:moveTo>
                <a:lnTo>
                  <a:pt x="1000" y="179"/>
                </a:lnTo>
                <a:lnTo>
                  <a:pt x="1320" y="2"/>
                </a:lnTo>
                <a:lnTo>
                  <a:pt x="1306" y="122"/>
                </a:lnTo>
                <a:lnTo>
                  <a:pt x="1283" y="236"/>
                </a:lnTo>
                <a:lnTo>
                  <a:pt x="1245" y="348"/>
                </a:lnTo>
                <a:lnTo>
                  <a:pt x="1200" y="452"/>
                </a:lnTo>
                <a:lnTo>
                  <a:pt x="1143" y="552"/>
                </a:lnTo>
                <a:lnTo>
                  <a:pt x="1078" y="644"/>
                </a:lnTo>
                <a:lnTo>
                  <a:pt x="1004" y="731"/>
                </a:lnTo>
                <a:lnTo>
                  <a:pt x="923" y="809"/>
                </a:lnTo>
                <a:lnTo>
                  <a:pt x="833" y="878"/>
                </a:lnTo>
                <a:lnTo>
                  <a:pt x="737" y="941"/>
                </a:lnTo>
                <a:lnTo>
                  <a:pt x="635" y="992"/>
                </a:lnTo>
                <a:lnTo>
                  <a:pt x="527" y="1033"/>
                </a:lnTo>
                <a:lnTo>
                  <a:pt x="415" y="1063"/>
                </a:lnTo>
                <a:lnTo>
                  <a:pt x="297" y="1082"/>
                </a:lnTo>
                <a:lnTo>
                  <a:pt x="177" y="1090"/>
                </a:lnTo>
                <a:lnTo>
                  <a:pt x="0" y="768"/>
                </a:lnTo>
                <a:lnTo>
                  <a:pt x="177" y="440"/>
                </a:lnTo>
                <a:lnTo>
                  <a:pt x="252" y="434"/>
                </a:lnTo>
                <a:lnTo>
                  <a:pt x="322" y="416"/>
                </a:lnTo>
                <a:lnTo>
                  <a:pt x="389" y="389"/>
                </a:lnTo>
                <a:lnTo>
                  <a:pt x="450" y="354"/>
                </a:lnTo>
                <a:lnTo>
                  <a:pt x="507" y="310"/>
                </a:lnTo>
                <a:lnTo>
                  <a:pt x="556" y="259"/>
                </a:lnTo>
                <a:lnTo>
                  <a:pt x="597" y="202"/>
                </a:lnTo>
                <a:lnTo>
                  <a:pt x="631" y="140"/>
                </a:lnTo>
                <a:lnTo>
                  <a:pt x="654" y="71"/>
                </a:lnTo>
                <a:lnTo>
                  <a:pt x="668" y="0"/>
                </a:lnTo>
                <a:close/>
              </a:path>
            </a:pathLst>
          </a:custGeom>
          <a:solidFill>
            <a:schemeClr val="accent2"/>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1" name="Freeform 266"/>
          <p:cNvSpPr/>
          <p:nvPr/>
        </p:nvSpPr>
        <p:spPr>
          <a:xfrm>
            <a:off x="778714" y="3311118"/>
            <a:ext cx="1767291" cy="2140755"/>
          </a:xfrm>
          <a:custGeom>
            <a:avLst/>
            <a:gdLst>
              <a:gd name="T0" fmla="*/ 323 w 1090"/>
              <a:gd name="T1" fmla="*/ 0 h 1320"/>
              <a:gd name="T2" fmla="*/ 648 w 1090"/>
              <a:gd name="T3" fmla="*/ 177 h 1320"/>
              <a:gd name="T4" fmla="*/ 656 w 1090"/>
              <a:gd name="T5" fmla="*/ 252 h 1320"/>
              <a:gd name="T6" fmla="*/ 674 w 1090"/>
              <a:gd name="T7" fmla="*/ 323 h 1320"/>
              <a:gd name="T8" fmla="*/ 700 w 1090"/>
              <a:gd name="T9" fmla="*/ 389 h 1320"/>
              <a:gd name="T10" fmla="*/ 735 w 1090"/>
              <a:gd name="T11" fmla="*/ 452 h 1320"/>
              <a:gd name="T12" fmla="*/ 780 w 1090"/>
              <a:gd name="T13" fmla="*/ 507 h 1320"/>
              <a:gd name="T14" fmla="*/ 831 w 1090"/>
              <a:gd name="T15" fmla="*/ 556 h 1320"/>
              <a:gd name="T16" fmla="*/ 888 w 1090"/>
              <a:gd name="T17" fmla="*/ 597 h 1320"/>
              <a:gd name="T18" fmla="*/ 951 w 1090"/>
              <a:gd name="T19" fmla="*/ 631 h 1320"/>
              <a:gd name="T20" fmla="*/ 1020 w 1090"/>
              <a:gd name="T21" fmla="*/ 654 h 1320"/>
              <a:gd name="T22" fmla="*/ 1090 w 1090"/>
              <a:gd name="T23" fmla="*/ 668 h 1320"/>
              <a:gd name="T24" fmla="*/ 912 w 1090"/>
              <a:gd name="T25" fmla="*/ 1000 h 1320"/>
              <a:gd name="T26" fmla="*/ 1086 w 1090"/>
              <a:gd name="T27" fmla="*/ 1320 h 1320"/>
              <a:gd name="T28" fmla="*/ 969 w 1090"/>
              <a:gd name="T29" fmla="*/ 1306 h 1320"/>
              <a:gd name="T30" fmla="*/ 853 w 1090"/>
              <a:gd name="T31" fmla="*/ 1283 h 1320"/>
              <a:gd name="T32" fmla="*/ 743 w 1090"/>
              <a:gd name="T33" fmla="*/ 1247 h 1320"/>
              <a:gd name="T34" fmla="*/ 639 w 1090"/>
              <a:gd name="T35" fmla="*/ 1200 h 1320"/>
              <a:gd name="T36" fmla="*/ 539 w 1090"/>
              <a:gd name="T37" fmla="*/ 1143 h 1320"/>
              <a:gd name="T38" fmla="*/ 446 w 1090"/>
              <a:gd name="T39" fmla="*/ 1079 h 1320"/>
              <a:gd name="T40" fmla="*/ 360 w 1090"/>
              <a:gd name="T41" fmla="*/ 1006 h 1320"/>
              <a:gd name="T42" fmla="*/ 281 w 1090"/>
              <a:gd name="T43" fmla="*/ 923 h 1320"/>
              <a:gd name="T44" fmla="*/ 211 w 1090"/>
              <a:gd name="T45" fmla="*/ 833 h 1320"/>
              <a:gd name="T46" fmla="*/ 150 w 1090"/>
              <a:gd name="T47" fmla="*/ 737 h 1320"/>
              <a:gd name="T48" fmla="*/ 99 w 1090"/>
              <a:gd name="T49" fmla="*/ 635 h 1320"/>
              <a:gd name="T50" fmla="*/ 57 w 1090"/>
              <a:gd name="T51" fmla="*/ 527 h 1320"/>
              <a:gd name="T52" fmla="*/ 26 w 1090"/>
              <a:gd name="T53" fmla="*/ 415 h 1320"/>
              <a:gd name="T54" fmla="*/ 8 w 1090"/>
              <a:gd name="T55" fmla="*/ 299 h 1320"/>
              <a:gd name="T56" fmla="*/ 0 w 1090"/>
              <a:gd name="T57" fmla="*/ 177 h 1320"/>
              <a:gd name="T58" fmla="*/ 323 w 1090"/>
              <a:gd name="T59" fmla="*/ 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0" h="1320">
                <a:moveTo>
                  <a:pt x="323" y="0"/>
                </a:moveTo>
                <a:lnTo>
                  <a:pt x="648" y="177"/>
                </a:lnTo>
                <a:lnTo>
                  <a:pt x="656" y="252"/>
                </a:lnTo>
                <a:lnTo>
                  <a:pt x="674" y="323"/>
                </a:lnTo>
                <a:lnTo>
                  <a:pt x="700" y="389"/>
                </a:lnTo>
                <a:lnTo>
                  <a:pt x="735" y="452"/>
                </a:lnTo>
                <a:lnTo>
                  <a:pt x="780" y="507"/>
                </a:lnTo>
                <a:lnTo>
                  <a:pt x="831" y="556"/>
                </a:lnTo>
                <a:lnTo>
                  <a:pt x="888" y="597"/>
                </a:lnTo>
                <a:lnTo>
                  <a:pt x="951" y="631"/>
                </a:lnTo>
                <a:lnTo>
                  <a:pt x="1020" y="654"/>
                </a:lnTo>
                <a:lnTo>
                  <a:pt x="1090" y="668"/>
                </a:lnTo>
                <a:lnTo>
                  <a:pt x="912" y="1000"/>
                </a:lnTo>
                <a:lnTo>
                  <a:pt x="1086" y="1320"/>
                </a:lnTo>
                <a:lnTo>
                  <a:pt x="969" y="1306"/>
                </a:lnTo>
                <a:lnTo>
                  <a:pt x="853" y="1283"/>
                </a:lnTo>
                <a:lnTo>
                  <a:pt x="743" y="1247"/>
                </a:lnTo>
                <a:lnTo>
                  <a:pt x="639" y="1200"/>
                </a:lnTo>
                <a:lnTo>
                  <a:pt x="539" y="1143"/>
                </a:lnTo>
                <a:lnTo>
                  <a:pt x="446" y="1079"/>
                </a:lnTo>
                <a:lnTo>
                  <a:pt x="360" y="1006"/>
                </a:lnTo>
                <a:lnTo>
                  <a:pt x="281" y="923"/>
                </a:lnTo>
                <a:lnTo>
                  <a:pt x="211" y="833"/>
                </a:lnTo>
                <a:lnTo>
                  <a:pt x="150" y="737"/>
                </a:lnTo>
                <a:lnTo>
                  <a:pt x="99" y="635"/>
                </a:lnTo>
                <a:lnTo>
                  <a:pt x="57" y="527"/>
                </a:lnTo>
                <a:lnTo>
                  <a:pt x="26" y="415"/>
                </a:lnTo>
                <a:lnTo>
                  <a:pt x="8" y="299"/>
                </a:lnTo>
                <a:lnTo>
                  <a:pt x="0" y="177"/>
                </a:lnTo>
                <a:lnTo>
                  <a:pt x="323" y="0"/>
                </a:lnTo>
                <a:close/>
              </a:path>
            </a:pathLst>
          </a:custGeom>
          <a:solidFill>
            <a:schemeClr val="accent3"/>
          </a:solidFill>
          <a:ln w="0">
            <a:noFill/>
            <a:prstDash val="solid"/>
            <a:round/>
          </a:ln>
        </p:spPr>
        <p:txBody>
          <a:bodyPr vert="horz" wrap="square" lIns="45129" tIns="22526" rIns="45129" bIns="22526" numCol="1" anchor="t" anchorCtr="0" compatLnSpc="1"/>
          <a:lstStyle/>
          <a:p>
            <a:pPr marL="0" marR="0" lvl="0" indent="0" algn="l" defTabSz="1191895" rtl="0" eaLnBrk="1" fontAlgn="auto" latinLnBrk="0" hangingPunct="1">
              <a:lnSpc>
                <a:spcPct val="100000"/>
              </a:lnSpc>
              <a:spcBef>
                <a:spcPct val="0"/>
              </a:spcBef>
              <a:spcAft>
                <a:spcPct val="0"/>
              </a:spcAft>
              <a:buClrTx/>
              <a:buSzTx/>
              <a:buFontTx/>
              <a:buNone/>
              <a:defRPr/>
            </a:pPr>
            <a:endParaRPr kumimoji="0" lang="es-SV"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2" name="4 Elipse"/>
          <p:cNvSpPr>
            <a:spLocks noChangeAspect="1"/>
          </p:cNvSpPr>
          <p:nvPr/>
        </p:nvSpPr>
        <p:spPr>
          <a:xfrm>
            <a:off x="3756614" y="3243437"/>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01</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3" name="Rectángulo 2281"/>
          <p:cNvSpPr/>
          <p:nvPr/>
        </p:nvSpPr>
        <p:spPr>
          <a:xfrm>
            <a:off x="3231713" y="2522077"/>
            <a:ext cx="952371"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4" name="4 Elipse"/>
          <p:cNvSpPr>
            <a:spLocks noChangeAspect="1"/>
          </p:cNvSpPr>
          <p:nvPr/>
        </p:nvSpPr>
        <p:spPr>
          <a:xfrm>
            <a:off x="2490257" y="4714768"/>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02</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5" name="Rectángulo 2283"/>
          <p:cNvSpPr/>
          <p:nvPr/>
        </p:nvSpPr>
        <p:spPr>
          <a:xfrm>
            <a:off x="3044049" y="4359521"/>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6" name="4 Elipse"/>
          <p:cNvSpPr>
            <a:spLocks noChangeAspect="1"/>
          </p:cNvSpPr>
          <p:nvPr/>
        </p:nvSpPr>
        <p:spPr>
          <a:xfrm>
            <a:off x="1075754" y="3437521"/>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7" name="Rectángulo 2285"/>
          <p:cNvSpPr/>
          <p:nvPr/>
        </p:nvSpPr>
        <p:spPr>
          <a:xfrm>
            <a:off x="1034929" y="4204402"/>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
        <p:nvSpPr>
          <p:cNvPr id="68" name="4 Elipse"/>
          <p:cNvSpPr>
            <a:spLocks noChangeAspect="1"/>
          </p:cNvSpPr>
          <p:nvPr/>
        </p:nvSpPr>
        <p:spPr>
          <a:xfrm>
            <a:off x="2312305" y="1997528"/>
            <a:ext cx="473816" cy="473916"/>
          </a:xfrm>
          <a:prstGeom prst="ellipse">
            <a:avLst/>
          </a:prstGeom>
          <a:noFill/>
          <a:ln w="38100" cap="flat" cmpd="sng" algn="ctr">
            <a:solidFill>
              <a:schemeClr val="bg1"/>
            </a:solidFill>
            <a:prstDash val="solid"/>
            <a:miter lim="800000"/>
          </a:ln>
          <a:effectLst/>
        </p:spPr>
        <p:txBody>
          <a:bodyPr lIns="0" tIns="0" rIns="0" bIns="0" rtlCol="0" anchor="ctr"/>
          <a:lstStyle/>
          <a:p>
            <a:pPr marL="0" marR="0" lvl="0" indent="0" algn="ctr" defTabSz="168910" rtl="0" eaLnBrk="1" fontAlgn="auto" latinLnBrk="0" hangingPunct="1">
              <a:lnSpc>
                <a:spcPct val="100000"/>
              </a:lnSpc>
              <a:spcBef>
                <a:spcPct val="0"/>
              </a:spcBef>
              <a:spcAft>
                <a:spcPct val="0"/>
              </a:spcAft>
              <a:buClrTx/>
              <a:buSzTx/>
              <a:buFontTx/>
              <a:buNone/>
              <a:defRPr/>
            </a:pPr>
            <a:r>
              <a:rPr kumimoji="0" lang="es-MX"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es-SV" sz="17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69" name="Rectángulo 2287"/>
          <p:cNvSpPr/>
          <p:nvPr/>
        </p:nvSpPr>
        <p:spPr>
          <a:xfrm>
            <a:off x="1327256" y="2349005"/>
            <a:ext cx="1052437" cy="536575"/>
          </a:xfrm>
          <a:prstGeom prst="rect">
            <a:avLst/>
          </a:prstGeom>
        </p:spPr>
        <p:txBody>
          <a:bodyPr wrap="square" lIns="45129" tIns="22526" rIns="45129" bIns="22526">
            <a:spAutoFit/>
          </a:bodyPr>
          <a:lstStyle/>
          <a:p>
            <a:pPr marL="0" marR="0" lvl="0" indent="0" algn="ctr" defTabSz="118745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单击添加标题</a:t>
            </a:r>
            <a:endParaRPr kumimoji="0" lang="en-US" altLang="zh-CN" sz="1600"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4"/>
          <p:cNvGrpSpPr/>
          <p:nvPr/>
        </p:nvGrpSpPr>
        <p:grpSpPr>
          <a:xfrm>
            <a:off x="2448720" y="4680308"/>
            <a:ext cx="2399526" cy="911551"/>
            <a:chOff x="7268751" y="2621088"/>
            <a:chExt cx="2182061" cy="828685"/>
          </a:xfrm>
        </p:grpSpPr>
        <p:sp>
          <p:nvSpPr>
            <p:cNvPr id="26" name="文本框 59"/>
            <p:cNvSpPr txBox="1"/>
            <p:nvPr/>
          </p:nvSpPr>
          <p:spPr>
            <a:xfrm>
              <a:off x="7399675" y="2621088"/>
              <a:ext cx="1780467" cy="30653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27" name="文本框 60"/>
            <p:cNvSpPr txBox="1"/>
            <p:nvPr/>
          </p:nvSpPr>
          <p:spPr>
            <a:xfrm>
              <a:off x="7268751" y="2930803"/>
              <a:ext cx="2182061" cy="518970"/>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3" name="组合 27"/>
          <p:cNvGrpSpPr/>
          <p:nvPr/>
        </p:nvGrpSpPr>
        <p:grpSpPr>
          <a:xfrm>
            <a:off x="4752265" y="5605085"/>
            <a:ext cx="2495507" cy="911552"/>
            <a:chOff x="7183705" y="2621083"/>
            <a:chExt cx="2269342" cy="828683"/>
          </a:xfrm>
        </p:grpSpPr>
        <p:sp>
          <p:nvSpPr>
            <p:cNvPr id="29" name="文本框 62"/>
            <p:cNvSpPr txBox="1"/>
            <p:nvPr/>
          </p:nvSpPr>
          <p:spPr>
            <a:xfrm>
              <a:off x="7401916" y="2621083"/>
              <a:ext cx="1780467"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30" name="文本框 63"/>
            <p:cNvSpPr txBox="1"/>
            <p:nvPr/>
          </p:nvSpPr>
          <p:spPr>
            <a:xfrm>
              <a:off x="7183705" y="2930798"/>
              <a:ext cx="2269342" cy="518968"/>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4" name="组合 30"/>
          <p:cNvGrpSpPr/>
          <p:nvPr/>
        </p:nvGrpSpPr>
        <p:grpSpPr>
          <a:xfrm>
            <a:off x="7199782" y="4670153"/>
            <a:ext cx="2495507" cy="911552"/>
            <a:chOff x="7286857" y="2621083"/>
            <a:chExt cx="2269343" cy="828683"/>
          </a:xfrm>
        </p:grpSpPr>
        <p:sp>
          <p:nvSpPr>
            <p:cNvPr id="32" name="文本框 72"/>
            <p:cNvSpPr txBox="1"/>
            <p:nvPr/>
          </p:nvSpPr>
          <p:spPr>
            <a:xfrm>
              <a:off x="7374141" y="2621083"/>
              <a:ext cx="1780467"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单击添加标题</a:t>
              </a:r>
              <a:endParaRPr kumimoji="0" lang="id-ID"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33" name="文本框 73"/>
            <p:cNvSpPr txBox="1"/>
            <p:nvPr/>
          </p:nvSpPr>
          <p:spPr>
            <a:xfrm>
              <a:off x="7286857" y="2930798"/>
              <a:ext cx="2269343" cy="518968"/>
            </a:xfrm>
            <a:prstGeom prst="rect">
              <a:avLst/>
            </a:prstGeom>
            <a:noFill/>
          </p:spPr>
          <p:txBody>
            <a:bodyPr wrap="square" rtlCol="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rPr>
                <a:t>此处添加详细文本描述，建议与标题相关并符合整体语言风格。</a:t>
              </a:r>
              <a:endParaRPr kumimoji="0" lang="en-US" altLang="zh-CN" sz="1200" b="0" i="0" u="none" strike="noStrike" kern="1200" cap="none" normalizeH="0" noProof="0">
                <a:ln>
                  <a:noFill/>
                </a:ln>
                <a:solidFill>
                  <a:prstClr val="white">
                    <a:lumMod val="50000"/>
                  </a:prstClr>
                </a:solidFill>
                <a:effectLst/>
                <a:uLnTx/>
                <a:uFillTx/>
                <a:latin typeface="思源黑体 CN Medium"/>
                <a:ea typeface="思源黑体 CN Medium"/>
                <a:cs typeface="思源黑体 CN Medium"/>
                <a:sym typeface="思源黑体 CN Medium"/>
              </a:endParaRPr>
            </a:p>
          </p:txBody>
        </p:sp>
      </p:grpSp>
      <p:grpSp>
        <p:nvGrpSpPr>
          <p:cNvPr id="5" name="组合 33"/>
          <p:cNvGrpSpPr/>
          <p:nvPr/>
        </p:nvGrpSpPr>
        <p:grpSpPr>
          <a:xfrm>
            <a:off x="4544209" y="1036164"/>
            <a:ext cx="2716352" cy="2707564"/>
            <a:chOff x="4860914" y="803830"/>
            <a:chExt cx="2470173" cy="2461421"/>
          </a:xfrm>
        </p:grpSpPr>
        <p:grpSp>
          <p:nvGrpSpPr>
            <p:cNvPr id="6" name="组合 34"/>
            <p:cNvGrpSpPr/>
            <p:nvPr/>
          </p:nvGrpSpPr>
          <p:grpSpPr>
            <a:xfrm>
              <a:off x="4860914" y="803830"/>
              <a:ext cx="2470173" cy="2461421"/>
              <a:chOff x="4860914" y="803830"/>
              <a:chExt cx="2470173" cy="2461421"/>
            </a:xfrm>
          </p:grpSpPr>
          <p:sp>
            <p:nvSpPr>
              <p:cNvPr id="42" name="Freeform 5"/>
              <p:cNvSpPr>
                <a:spLocks noEditPoints="1"/>
              </p:cNvSpPr>
              <p:nvPr/>
            </p:nvSpPr>
            <p:spPr>
              <a:xfrm>
                <a:off x="4860914" y="803830"/>
                <a:ext cx="2470173" cy="2461421"/>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2"/>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3" name="椭圆 42"/>
              <p:cNvSpPr/>
              <p:nvPr/>
            </p:nvSpPr>
            <p:spPr>
              <a:xfrm>
                <a:off x="5169252" y="1107791"/>
                <a:ext cx="1853501" cy="1853502"/>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7" name="组合 35"/>
            <p:cNvGrpSpPr/>
            <p:nvPr/>
          </p:nvGrpSpPr>
          <p:grpSpPr>
            <a:xfrm>
              <a:off x="5292090" y="1317858"/>
              <a:ext cx="1607820" cy="1433368"/>
              <a:chOff x="5292090" y="1317858"/>
              <a:chExt cx="1607820" cy="1433368"/>
            </a:xfrm>
          </p:grpSpPr>
          <p:sp>
            <p:nvSpPr>
              <p:cNvPr id="37" name="椭圆 36"/>
              <p:cNvSpPr/>
              <p:nvPr/>
            </p:nvSpPr>
            <p:spPr>
              <a:xfrm>
                <a:off x="5379319" y="1317858"/>
                <a:ext cx="1433367" cy="1433368"/>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0" name="文本框 49"/>
              <p:cNvSpPr txBox="1"/>
              <p:nvPr/>
            </p:nvSpPr>
            <p:spPr>
              <a:xfrm flipH="1">
                <a:off x="5292090" y="2112530"/>
                <a:ext cx="1607820" cy="306532"/>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添加标题</a:t>
                </a:r>
              </a:p>
            </p:txBody>
          </p:sp>
          <p:sp>
            <p:nvSpPr>
              <p:cNvPr id="41" name="Freeform 47"/>
              <p:cNvSpPr/>
              <p:nvPr/>
            </p:nvSpPr>
            <p:spPr>
              <a:xfrm>
                <a:off x="5874419" y="1554753"/>
                <a:ext cx="443160" cy="546525"/>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bg1"/>
              </a:solidFill>
              <a:ln>
                <a:no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sp>
        <p:nvSpPr>
          <p:cNvPr id="44" name="任意多边形 43"/>
          <p:cNvSpPr/>
          <p:nvPr/>
        </p:nvSpPr>
        <p:spPr>
          <a:xfrm rot="1800000">
            <a:off x="4631805" y="4181859"/>
            <a:ext cx="423921" cy="2523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91412" tIns="45706" rIns="91412" bIns="45706" numCol="1" anchor="t" anchorCtr="0" compatLnSpc="1">
            <a:noAutofit/>
          </a:bodyPr>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任意多边形 44"/>
          <p:cNvSpPr/>
          <p:nvPr/>
        </p:nvSpPr>
        <p:spPr>
          <a:xfrm rot="19800000" flipV="1">
            <a:off x="6803798" y="4156458"/>
            <a:ext cx="423921" cy="252399"/>
          </a:xfrm>
          <a:custGeom>
            <a:avLst/>
            <a:gdLst>
              <a:gd name="connsiteX0" fmla="*/ 2389719 w 3268922"/>
              <a:gd name="connsiteY0" fmla="*/ 97 h 1945710"/>
              <a:gd name="connsiteX1" fmla="*/ 2489590 w 3268922"/>
              <a:gd name="connsiteY1" fmla="*/ 73289 h 1945710"/>
              <a:gd name="connsiteX2" fmla="*/ 3193503 w 3268922"/>
              <a:gd name="connsiteY2" fmla="*/ 771568 h 1945710"/>
              <a:gd name="connsiteX3" fmla="*/ 3193503 w 3268922"/>
              <a:gd name="connsiteY3" fmla="*/ 1159501 h 1945710"/>
              <a:gd name="connsiteX4" fmla="*/ 2489590 w 3268922"/>
              <a:gd name="connsiteY4" fmla="*/ 1883641 h 1945710"/>
              <a:gd name="connsiteX5" fmla="*/ 2313612 w 3268922"/>
              <a:gd name="connsiteY5" fmla="*/ 1806055 h 1945710"/>
              <a:gd name="connsiteX6" fmla="*/ 2037075 w 3268922"/>
              <a:gd name="connsiteY6" fmla="*/ 1521571 h 1945710"/>
              <a:gd name="connsiteX7" fmla="*/ 1374210 w 3268922"/>
              <a:gd name="connsiteY7" fmla="*/ 1521571 h 1945710"/>
              <a:gd name="connsiteX8" fmla="*/ 1283452 w 3268922"/>
              <a:gd name="connsiteY8" fmla="*/ 1521571 h 1945710"/>
              <a:gd name="connsiteX9" fmla="*/ 1283452 w 3268922"/>
              <a:gd name="connsiteY9" fmla="*/ 1521571 h 1945710"/>
              <a:gd name="connsiteX10" fmla="*/ 1275261 w 3268922"/>
              <a:gd name="connsiteY10" fmla="*/ 1521571 h 1945710"/>
              <a:gd name="connsiteX11" fmla="*/ 1108752 w 3268922"/>
              <a:gd name="connsiteY11" fmla="*/ 1521571 h 1945710"/>
              <a:gd name="connsiteX12" fmla="*/ 956065 w 3268922"/>
              <a:gd name="connsiteY12" fmla="*/ 1521571 h 1945710"/>
              <a:gd name="connsiteX13" fmla="*/ 947874 w 3268922"/>
              <a:gd name="connsiteY13" fmla="*/ 1521571 h 1945710"/>
              <a:gd name="connsiteX14" fmla="*/ 903970 w 3268922"/>
              <a:gd name="connsiteY14" fmla="*/ 1521571 h 1945710"/>
              <a:gd name="connsiteX15" fmla="*/ 781365 w 3268922"/>
              <a:gd name="connsiteY15" fmla="*/ 1521571 h 1945710"/>
              <a:gd name="connsiteX16" fmla="*/ 654774 w 3268922"/>
              <a:gd name="connsiteY16" fmla="*/ 1521571 h 1945710"/>
              <a:gd name="connsiteX17" fmla="*/ 646583 w 3268922"/>
              <a:gd name="connsiteY17" fmla="*/ 1521571 h 1945710"/>
              <a:gd name="connsiteX18" fmla="*/ 576583 w 3268922"/>
              <a:gd name="connsiteY18" fmla="*/ 1521571 h 1945710"/>
              <a:gd name="connsiteX19" fmla="*/ 480074 w 3268922"/>
              <a:gd name="connsiteY19" fmla="*/ 1521571 h 1945710"/>
              <a:gd name="connsiteX20" fmla="*/ 275292 w 3268922"/>
              <a:gd name="connsiteY20" fmla="*/ 1521571 h 1945710"/>
              <a:gd name="connsiteX21" fmla="*/ 0 w 3268922"/>
              <a:gd name="connsiteY21" fmla="*/ 1237087 h 1945710"/>
              <a:gd name="connsiteX22" fmla="*/ 0 w 3268922"/>
              <a:gd name="connsiteY22" fmla="*/ 693981 h 1945710"/>
              <a:gd name="connsiteX23" fmla="*/ 275292 w 3268922"/>
              <a:gd name="connsiteY23" fmla="*/ 409497 h 1945710"/>
              <a:gd name="connsiteX24" fmla="*/ 501631 w 3268922"/>
              <a:gd name="connsiteY24" fmla="*/ 409497 h 1945710"/>
              <a:gd name="connsiteX25" fmla="*/ 576583 w 3268922"/>
              <a:gd name="connsiteY25" fmla="*/ 409497 h 1945710"/>
              <a:gd name="connsiteX26" fmla="*/ 604876 w 3268922"/>
              <a:gd name="connsiteY26" fmla="*/ 409497 h 1945710"/>
              <a:gd name="connsiteX27" fmla="*/ 613150 w 3268922"/>
              <a:gd name="connsiteY27" fmla="*/ 409497 h 1945710"/>
              <a:gd name="connsiteX28" fmla="*/ 631842 w 3268922"/>
              <a:gd name="connsiteY28" fmla="*/ 409497 h 1945710"/>
              <a:gd name="connsiteX29" fmla="*/ 654774 w 3268922"/>
              <a:gd name="connsiteY29" fmla="*/ 409497 h 1945710"/>
              <a:gd name="connsiteX30" fmla="*/ 672070 w 3268922"/>
              <a:gd name="connsiteY30" fmla="*/ 409497 h 1945710"/>
              <a:gd name="connsiteX31" fmla="*/ 802922 w 3268922"/>
              <a:gd name="connsiteY31" fmla="*/ 409497 h 1945710"/>
              <a:gd name="connsiteX32" fmla="*/ 903970 w 3268922"/>
              <a:gd name="connsiteY32" fmla="*/ 409497 h 1945710"/>
              <a:gd name="connsiteX33" fmla="*/ 909249 w 3268922"/>
              <a:gd name="connsiteY33" fmla="*/ 409497 h 1945710"/>
              <a:gd name="connsiteX34" fmla="*/ 914441 w 3268922"/>
              <a:gd name="connsiteY34" fmla="*/ 409497 h 1945710"/>
              <a:gd name="connsiteX35" fmla="*/ 921787 w 3268922"/>
              <a:gd name="connsiteY35" fmla="*/ 409497 h 1945710"/>
              <a:gd name="connsiteX36" fmla="*/ 946202 w 3268922"/>
              <a:gd name="connsiteY36" fmla="*/ 409497 h 1945710"/>
              <a:gd name="connsiteX37" fmla="*/ 956065 w 3268922"/>
              <a:gd name="connsiteY37" fmla="*/ 409497 h 1945710"/>
              <a:gd name="connsiteX38" fmla="*/ 986455 w 3268922"/>
              <a:gd name="connsiteY38" fmla="*/ 409497 h 1945710"/>
              <a:gd name="connsiteX39" fmla="*/ 1241828 w 3268922"/>
              <a:gd name="connsiteY39" fmla="*/ 409497 h 1945710"/>
              <a:gd name="connsiteX40" fmla="*/ 1283452 w 3268922"/>
              <a:gd name="connsiteY40" fmla="*/ 409497 h 1945710"/>
              <a:gd name="connsiteX41" fmla="*/ 1283452 w 3268922"/>
              <a:gd name="connsiteY41" fmla="*/ 409497 h 1945710"/>
              <a:gd name="connsiteX42" fmla="*/ 1333161 w 3268922"/>
              <a:gd name="connsiteY42" fmla="*/ 409497 h 1945710"/>
              <a:gd name="connsiteX43" fmla="*/ 2037075 w 3268922"/>
              <a:gd name="connsiteY43" fmla="*/ 409497 h 1945710"/>
              <a:gd name="connsiteX44" fmla="*/ 2313612 w 3268922"/>
              <a:gd name="connsiteY44" fmla="*/ 150875 h 1945710"/>
              <a:gd name="connsiteX45" fmla="*/ 2389719 w 3268922"/>
              <a:gd name="connsiteY45" fmla="*/ 97 h 19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268922" h="1945710">
                <a:moveTo>
                  <a:pt x="2389719" y="97"/>
                </a:moveTo>
                <a:cubicBezTo>
                  <a:pt x="2417706" y="1764"/>
                  <a:pt x="2451881" y="24797"/>
                  <a:pt x="2489590" y="73289"/>
                </a:cubicBezTo>
                <a:cubicBezTo>
                  <a:pt x="2489590" y="73289"/>
                  <a:pt x="2489590" y="73289"/>
                  <a:pt x="3193503" y="771568"/>
                </a:cubicBezTo>
                <a:cubicBezTo>
                  <a:pt x="3294062" y="875016"/>
                  <a:pt x="3294062" y="1056052"/>
                  <a:pt x="3193503" y="1159501"/>
                </a:cubicBezTo>
                <a:lnTo>
                  <a:pt x="2489590" y="1883641"/>
                </a:lnTo>
                <a:cubicBezTo>
                  <a:pt x="2389031" y="1987090"/>
                  <a:pt x="2313612" y="1961228"/>
                  <a:pt x="2313612" y="1806055"/>
                </a:cubicBezTo>
                <a:cubicBezTo>
                  <a:pt x="2313612" y="1650882"/>
                  <a:pt x="2187913" y="1521571"/>
                  <a:pt x="2037075" y="1521571"/>
                </a:cubicBezTo>
                <a:cubicBezTo>
                  <a:pt x="2037075" y="1521571"/>
                  <a:pt x="2037075" y="1521571"/>
                  <a:pt x="1374210" y="1521571"/>
                </a:cubicBezTo>
                <a:lnTo>
                  <a:pt x="1283452" y="1521571"/>
                </a:lnTo>
                <a:lnTo>
                  <a:pt x="1283452" y="1521571"/>
                </a:lnTo>
                <a:lnTo>
                  <a:pt x="1275261" y="1521571"/>
                </a:lnTo>
                <a:cubicBezTo>
                  <a:pt x="1225697" y="1521571"/>
                  <a:pt x="1170414" y="1521571"/>
                  <a:pt x="1108752" y="1521571"/>
                </a:cubicBezTo>
                <a:lnTo>
                  <a:pt x="956065" y="1521571"/>
                </a:lnTo>
                <a:lnTo>
                  <a:pt x="947874" y="1521571"/>
                </a:lnTo>
                <a:lnTo>
                  <a:pt x="903970" y="1521571"/>
                </a:lnTo>
                <a:lnTo>
                  <a:pt x="781365" y="1521571"/>
                </a:lnTo>
                <a:lnTo>
                  <a:pt x="654774" y="1521571"/>
                </a:lnTo>
                <a:lnTo>
                  <a:pt x="646583" y="1521571"/>
                </a:lnTo>
                <a:lnTo>
                  <a:pt x="576583" y="1521571"/>
                </a:lnTo>
                <a:lnTo>
                  <a:pt x="480074" y="1521571"/>
                </a:lnTo>
                <a:cubicBezTo>
                  <a:pt x="418412" y="1521571"/>
                  <a:pt x="350372" y="1521571"/>
                  <a:pt x="275292" y="1521571"/>
                </a:cubicBezTo>
                <a:cubicBezTo>
                  <a:pt x="125133" y="1521571"/>
                  <a:pt x="0" y="1392260"/>
                  <a:pt x="0" y="1237087"/>
                </a:cubicBezTo>
                <a:cubicBezTo>
                  <a:pt x="0" y="1237087"/>
                  <a:pt x="0" y="1237087"/>
                  <a:pt x="0" y="693981"/>
                </a:cubicBezTo>
                <a:cubicBezTo>
                  <a:pt x="0" y="538808"/>
                  <a:pt x="125133" y="409497"/>
                  <a:pt x="275292" y="409497"/>
                </a:cubicBezTo>
                <a:cubicBezTo>
                  <a:pt x="275292" y="409497"/>
                  <a:pt x="275292" y="409497"/>
                  <a:pt x="501631" y="409497"/>
                </a:cubicBezTo>
                <a:lnTo>
                  <a:pt x="576583" y="409497"/>
                </a:lnTo>
                <a:cubicBezTo>
                  <a:pt x="576583" y="409497"/>
                  <a:pt x="576583" y="409497"/>
                  <a:pt x="604876" y="409497"/>
                </a:cubicBezTo>
                <a:lnTo>
                  <a:pt x="613150" y="409497"/>
                </a:lnTo>
                <a:lnTo>
                  <a:pt x="631842" y="409497"/>
                </a:lnTo>
                <a:lnTo>
                  <a:pt x="654774" y="409497"/>
                </a:lnTo>
                <a:lnTo>
                  <a:pt x="672070" y="409497"/>
                </a:lnTo>
                <a:cubicBezTo>
                  <a:pt x="703899" y="409497"/>
                  <a:pt x="746337" y="409497"/>
                  <a:pt x="802922" y="409497"/>
                </a:cubicBezTo>
                <a:lnTo>
                  <a:pt x="903970" y="409497"/>
                </a:lnTo>
                <a:lnTo>
                  <a:pt x="909249" y="409497"/>
                </a:lnTo>
                <a:lnTo>
                  <a:pt x="914441" y="409497"/>
                </a:lnTo>
                <a:lnTo>
                  <a:pt x="921787" y="409497"/>
                </a:lnTo>
                <a:lnTo>
                  <a:pt x="946202" y="409497"/>
                </a:lnTo>
                <a:lnTo>
                  <a:pt x="956065" y="409497"/>
                </a:lnTo>
                <a:lnTo>
                  <a:pt x="986455" y="409497"/>
                </a:lnTo>
                <a:cubicBezTo>
                  <a:pt x="1035946" y="409497"/>
                  <a:pt x="1115131" y="409497"/>
                  <a:pt x="1241828" y="409497"/>
                </a:cubicBezTo>
                <a:lnTo>
                  <a:pt x="1283452" y="409497"/>
                </a:lnTo>
                <a:lnTo>
                  <a:pt x="1283452" y="409497"/>
                </a:lnTo>
                <a:lnTo>
                  <a:pt x="1333161" y="409497"/>
                </a:lnTo>
                <a:cubicBezTo>
                  <a:pt x="1433721" y="409497"/>
                  <a:pt x="1634839" y="409497"/>
                  <a:pt x="2037075" y="409497"/>
                </a:cubicBezTo>
                <a:cubicBezTo>
                  <a:pt x="2187913" y="409497"/>
                  <a:pt x="2313612" y="306048"/>
                  <a:pt x="2313612" y="150875"/>
                </a:cubicBezTo>
                <a:cubicBezTo>
                  <a:pt x="2313612" y="53892"/>
                  <a:pt x="2343073" y="-2681"/>
                  <a:pt x="2389719" y="97"/>
                </a:cubicBezTo>
                <a:close/>
              </a:path>
            </a:pathLst>
          </a:custGeom>
          <a:solidFill>
            <a:schemeClr val="accent1"/>
          </a:solidFill>
          <a:ln w="28575">
            <a:noFill/>
          </a:ln>
          <a:effectLst/>
        </p:spPr>
        <p:txBody>
          <a:bodyPr vert="horz" wrap="square" lIns="91412" tIns="45706" rIns="91412" bIns="45706" numCol="1" anchor="t" anchorCtr="0" compatLnSpc="1">
            <a:noAutofit/>
          </a:bodyPr>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8" name="组合 45"/>
          <p:cNvGrpSpPr/>
          <p:nvPr/>
        </p:nvGrpSpPr>
        <p:grpSpPr>
          <a:xfrm>
            <a:off x="2700547" y="2817982"/>
            <a:ext cx="1855305" cy="1849303"/>
            <a:chOff x="3150255" y="2546636"/>
            <a:chExt cx="1687161" cy="1681184"/>
          </a:xfrm>
        </p:grpSpPr>
        <p:grpSp>
          <p:nvGrpSpPr>
            <p:cNvPr id="9" name="组合 46"/>
            <p:cNvGrpSpPr/>
            <p:nvPr/>
          </p:nvGrpSpPr>
          <p:grpSpPr>
            <a:xfrm>
              <a:off x="3150255" y="2546636"/>
              <a:ext cx="1687161" cy="1681184"/>
              <a:chOff x="3150255" y="2546636"/>
              <a:chExt cx="1687161" cy="1681184"/>
            </a:xfrm>
          </p:grpSpPr>
          <p:sp>
            <p:nvSpPr>
              <p:cNvPr id="55" name="椭圆 54"/>
              <p:cNvSpPr/>
              <p:nvPr/>
            </p:nvSpPr>
            <p:spPr>
              <a:xfrm>
                <a:off x="3360853"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6" name="Freeform 5"/>
              <p:cNvSpPr>
                <a:spLocks noEditPoints="1"/>
              </p:cNvSpPr>
              <p:nvPr/>
            </p:nvSpPr>
            <p:spPr>
              <a:xfrm>
                <a:off x="3150255"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1"/>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0" name="组合 47"/>
            <p:cNvGrpSpPr/>
            <p:nvPr/>
          </p:nvGrpSpPr>
          <p:grpSpPr>
            <a:xfrm>
              <a:off x="3493776" y="2897723"/>
              <a:ext cx="1000117" cy="979010"/>
              <a:chOff x="3493776" y="2897723"/>
              <a:chExt cx="1000117" cy="979010"/>
            </a:xfrm>
          </p:grpSpPr>
          <p:sp>
            <p:nvSpPr>
              <p:cNvPr id="49" name="椭圆 48"/>
              <p:cNvSpPr/>
              <p:nvPr/>
            </p:nvSpPr>
            <p:spPr>
              <a:xfrm>
                <a:off x="3504332" y="2897723"/>
                <a:ext cx="979009" cy="97901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3" name="文本框 34"/>
              <p:cNvSpPr txBox="1"/>
              <p:nvPr/>
            </p:nvSpPr>
            <p:spPr>
              <a:xfrm>
                <a:off x="3493776" y="3134475"/>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01</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2" name="组合 56"/>
          <p:cNvGrpSpPr/>
          <p:nvPr/>
        </p:nvGrpSpPr>
        <p:grpSpPr>
          <a:xfrm>
            <a:off x="4974729" y="3773022"/>
            <a:ext cx="1855305" cy="1849303"/>
            <a:chOff x="5252420" y="3400076"/>
            <a:chExt cx="1687161" cy="1681184"/>
          </a:xfrm>
        </p:grpSpPr>
        <p:grpSp>
          <p:nvGrpSpPr>
            <p:cNvPr id="13" name="组合 57"/>
            <p:cNvGrpSpPr/>
            <p:nvPr/>
          </p:nvGrpSpPr>
          <p:grpSpPr>
            <a:xfrm>
              <a:off x="5252420" y="3400076"/>
              <a:ext cx="1687161" cy="1681184"/>
              <a:chOff x="5252420" y="3400076"/>
              <a:chExt cx="1687161" cy="1681184"/>
            </a:xfrm>
          </p:grpSpPr>
          <p:sp>
            <p:nvSpPr>
              <p:cNvPr id="66" name="Freeform 5"/>
              <p:cNvSpPr>
                <a:spLocks noEditPoints="1"/>
              </p:cNvSpPr>
              <p:nvPr/>
            </p:nvSpPr>
            <p:spPr>
              <a:xfrm>
                <a:off x="5252420" y="340007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3"/>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67" name="椭圆 66"/>
              <p:cNvSpPr/>
              <p:nvPr/>
            </p:nvSpPr>
            <p:spPr>
              <a:xfrm>
                <a:off x="5463018" y="360768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4" name="组合 58"/>
            <p:cNvGrpSpPr/>
            <p:nvPr/>
          </p:nvGrpSpPr>
          <p:grpSpPr>
            <a:xfrm>
              <a:off x="5591739" y="3751163"/>
              <a:ext cx="1000117" cy="979010"/>
              <a:chOff x="5591739" y="3751163"/>
              <a:chExt cx="1000117" cy="979010"/>
            </a:xfrm>
          </p:grpSpPr>
          <p:sp>
            <p:nvSpPr>
              <p:cNvPr id="60" name="椭圆 59"/>
              <p:cNvSpPr/>
              <p:nvPr/>
            </p:nvSpPr>
            <p:spPr>
              <a:xfrm>
                <a:off x="5606497" y="3751163"/>
                <a:ext cx="979009" cy="979010"/>
              </a:xfrm>
              <a:prstGeom prst="ellips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4" name="文本框 50"/>
              <p:cNvSpPr txBox="1"/>
              <p:nvPr/>
            </p:nvSpPr>
            <p:spPr>
              <a:xfrm>
                <a:off x="5591739" y="4003512"/>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02</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grpSp>
        <p:nvGrpSpPr>
          <p:cNvPr id="16" name="组合 67"/>
          <p:cNvGrpSpPr/>
          <p:nvPr/>
        </p:nvGrpSpPr>
        <p:grpSpPr>
          <a:xfrm>
            <a:off x="7228597" y="2817982"/>
            <a:ext cx="1855305" cy="1849303"/>
            <a:chOff x="7354584" y="2546636"/>
            <a:chExt cx="1687161" cy="1681184"/>
          </a:xfrm>
        </p:grpSpPr>
        <p:grpSp>
          <p:nvGrpSpPr>
            <p:cNvPr id="17" name="组合 68"/>
            <p:cNvGrpSpPr/>
            <p:nvPr/>
          </p:nvGrpSpPr>
          <p:grpSpPr>
            <a:xfrm>
              <a:off x="7354584" y="2546636"/>
              <a:ext cx="1687161" cy="1681184"/>
              <a:chOff x="7354584" y="2546636"/>
              <a:chExt cx="1687161" cy="1681184"/>
            </a:xfrm>
          </p:grpSpPr>
          <p:sp>
            <p:nvSpPr>
              <p:cNvPr id="77" name="Freeform 5"/>
              <p:cNvSpPr>
                <a:spLocks noEditPoints="1"/>
              </p:cNvSpPr>
              <p:nvPr/>
            </p:nvSpPr>
            <p:spPr>
              <a:xfrm>
                <a:off x="7354584" y="2546636"/>
                <a:ext cx="1687161" cy="1681184"/>
              </a:xfrm>
              <a:custGeom>
                <a:avLst/>
                <a:gdLst>
                  <a:gd name="T0" fmla="*/ 195 w 1550"/>
                  <a:gd name="T1" fmla="*/ 772 h 1545"/>
                  <a:gd name="T2" fmla="*/ 749 w 1550"/>
                  <a:gd name="T3" fmla="*/ 0 h 1545"/>
                  <a:gd name="T4" fmla="*/ 695 w 1550"/>
                  <a:gd name="T5" fmla="*/ 101 h 1545"/>
                  <a:gd name="T6" fmla="*/ 591 w 1550"/>
                  <a:gd name="T7" fmla="*/ 34 h 1545"/>
                  <a:gd name="T8" fmla="*/ 510 w 1550"/>
                  <a:gd name="T9" fmla="*/ 59 h 1545"/>
                  <a:gd name="T10" fmla="*/ 462 w 1550"/>
                  <a:gd name="T11" fmla="*/ 173 h 1545"/>
                  <a:gd name="T12" fmla="*/ 360 w 1550"/>
                  <a:gd name="T13" fmla="*/ 120 h 1545"/>
                  <a:gd name="T14" fmla="*/ 335 w 1550"/>
                  <a:gd name="T15" fmla="*/ 242 h 1545"/>
                  <a:gd name="T16" fmla="*/ 277 w 1550"/>
                  <a:gd name="T17" fmla="*/ 296 h 1545"/>
                  <a:gd name="T18" fmla="*/ 153 w 1550"/>
                  <a:gd name="T19" fmla="*/ 312 h 1545"/>
                  <a:gd name="T20" fmla="*/ 199 w 1550"/>
                  <a:gd name="T21" fmla="*/ 418 h 1545"/>
                  <a:gd name="T22" fmla="*/ 81 w 1550"/>
                  <a:gd name="T23" fmla="*/ 457 h 1545"/>
                  <a:gd name="T24" fmla="*/ 50 w 1550"/>
                  <a:gd name="T25" fmla="*/ 535 h 1545"/>
                  <a:gd name="T26" fmla="*/ 110 w 1550"/>
                  <a:gd name="T27" fmla="*/ 644 h 1545"/>
                  <a:gd name="T28" fmla="*/ 5 w 1550"/>
                  <a:gd name="T29" fmla="*/ 691 h 1545"/>
                  <a:gd name="T30" fmla="*/ 85 w 1550"/>
                  <a:gd name="T31" fmla="*/ 787 h 1545"/>
                  <a:gd name="T32" fmla="*/ 90 w 1550"/>
                  <a:gd name="T33" fmla="*/ 865 h 1545"/>
                  <a:gd name="T34" fmla="*/ 26 w 1550"/>
                  <a:gd name="T35" fmla="*/ 972 h 1545"/>
                  <a:gd name="T36" fmla="*/ 137 w 1550"/>
                  <a:gd name="T37" fmla="*/ 1003 h 1545"/>
                  <a:gd name="T38" fmla="*/ 94 w 1550"/>
                  <a:gd name="T39" fmla="*/ 1119 h 1545"/>
                  <a:gd name="T40" fmla="*/ 136 w 1550"/>
                  <a:gd name="T41" fmla="*/ 1192 h 1545"/>
                  <a:gd name="T42" fmla="*/ 258 w 1550"/>
                  <a:gd name="T43" fmla="*/ 1213 h 1545"/>
                  <a:gd name="T44" fmla="*/ 229 w 1550"/>
                  <a:gd name="T45" fmla="*/ 1325 h 1545"/>
                  <a:gd name="T46" fmla="*/ 354 w 1550"/>
                  <a:gd name="T47" fmla="*/ 1322 h 1545"/>
                  <a:gd name="T48" fmla="*/ 419 w 1550"/>
                  <a:gd name="T49" fmla="*/ 1366 h 1545"/>
                  <a:gd name="T50" fmla="*/ 462 w 1550"/>
                  <a:gd name="T51" fmla="*/ 1483 h 1545"/>
                  <a:gd name="T52" fmla="*/ 555 w 1550"/>
                  <a:gd name="T53" fmla="*/ 1416 h 1545"/>
                  <a:gd name="T54" fmla="*/ 620 w 1550"/>
                  <a:gd name="T55" fmla="*/ 1522 h 1545"/>
                  <a:gd name="T56" fmla="*/ 703 w 1550"/>
                  <a:gd name="T57" fmla="*/ 1534 h 1545"/>
                  <a:gd name="T58" fmla="*/ 796 w 1550"/>
                  <a:gd name="T59" fmla="*/ 1452 h 1545"/>
                  <a:gd name="T60" fmla="*/ 865 w 1550"/>
                  <a:gd name="T61" fmla="*/ 1544 h 1545"/>
                  <a:gd name="T62" fmla="*/ 941 w 1550"/>
                  <a:gd name="T63" fmla="*/ 1445 h 1545"/>
                  <a:gd name="T64" fmla="*/ 1016 w 1550"/>
                  <a:gd name="T65" fmla="*/ 1422 h 1545"/>
                  <a:gd name="T66" fmla="*/ 1134 w 1550"/>
                  <a:gd name="T67" fmla="*/ 1461 h 1545"/>
                  <a:gd name="T68" fmla="*/ 1139 w 1550"/>
                  <a:gd name="T69" fmla="*/ 1346 h 1545"/>
                  <a:gd name="T70" fmla="*/ 1262 w 1550"/>
                  <a:gd name="T71" fmla="*/ 1362 h 1545"/>
                  <a:gd name="T72" fmla="*/ 1324 w 1550"/>
                  <a:gd name="T73" fmla="*/ 1304 h 1545"/>
                  <a:gd name="T74" fmla="*/ 1318 w 1550"/>
                  <a:gd name="T75" fmla="*/ 1181 h 1545"/>
                  <a:gd name="T76" fmla="*/ 1433 w 1550"/>
                  <a:gd name="T77" fmla="*/ 1184 h 1545"/>
                  <a:gd name="T78" fmla="*/ 1402 w 1550"/>
                  <a:gd name="T79" fmla="*/ 1063 h 1545"/>
                  <a:gd name="T80" fmla="*/ 1431 w 1550"/>
                  <a:gd name="T81" fmla="*/ 990 h 1545"/>
                  <a:gd name="T82" fmla="*/ 1536 w 1550"/>
                  <a:gd name="T83" fmla="*/ 922 h 1545"/>
                  <a:gd name="T84" fmla="*/ 1449 w 1550"/>
                  <a:gd name="T85" fmla="*/ 846 h 1545"/>
                  <a:gd name="T86" fmla="*/ 1538 w 1550"/>
                  <a:gd name="T87" fmla="*/ 760 h 1545"/>
                  <a:gd name="T88" fmla="*/ 1532 w 1550"/>
                  <a:gd name="T89" fmla="*/ 675 h 1545"/>
                  <a:gd name="T90" fmla="*/ 1431 w 1550"/>
                  <a:gd name="T91" fmla="*/ 603 h 1545"/>
                  <a:gd name="T92" fmla="*/ 1505 w 1550"/>
                  <a:gd name="T93" fmla="*/ 515 h 1545"/>
                  <a:gd name="T94" fmla="*/ 1392 w 1550"/>
                  <a:gd name="T95" fmla="*/ 464 h 1545"/>
                  <a:gd name="T96" fmla="*/ 1352 w 1550"/>
                  <a:gd name="T97" fmla="*/ 396 h 1545"/>
                  <a:gd name="T98" fmla="*/ 1364 w 1550"/>
                  <a:gd name="T99" fmla="*/ 271 h 1545"/>
                  <a:gd name="T100" fmla="*/ 1251 w 1550"/>
                  <a:gd name="T101" fmla="*/ 292 h 1545"/>
                  <a:gd name="T102" fmla="*/ 1239 w 1550"/>
                  <a:gd name="T103" fmla="*/ 169 h 1545"/>
                  <a:gd name="T104" fmla="*/ 1169 w 1550"/>
                  <a:gd name="T105" fmla="*/ 121 h 1545"/>
                  <a:gd name="T106" fmla="*/ 1050 w 1550"/>
                  <a:gd name="T107" fmla="*/ 155 h 1545"/>
                  <a:gd name="T108" fmla="*/ 1028 w 1550"/>
                  <a:gd name="T109" fmla="*/ 42 h 1545"/>
                  <a:gd name="T110" fmla="*/ 917 w 1550"/>
                  <a:gd name="T111" fmla="*/ 99 h 1545"/>
                  <a:gd name="T112" fmla="*/ 839 w 1550"/>
                  <a:gd name="T113" fmla="*/ 87 h 1545"/>
                  <a:gd name="T114" fmla="*/ 749 w 1550"/>
                  <a:gd name="T115" fmla="*/ 0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0" h="1545">
                    <a:moveTo>
                      <a:pt x="1355" y="772"/>
                    </a:moveTo>
                    <a:cubicBezTo>
                      <a:pt x="1355" y="1092"/>
                      <a:pt x="1095" y="1352"/>
                      <a:pt x="775" y="1352"/>
                    </a:cubicBezTo>
                    <a:cubicBezTo>
                      <a:pt x="455" y="1352"/>
                      <a:pt x="195" y="1092"/>
                      <a:pt x="195" y="772"/>
                    </a:cubicBezTo>
                    <a:cubicBezTo>
                      <a:pt x="195" y="452"/>
                      <a:pt x="455" y="192"/>
                      <a:pt x="775" y="192"/>
                    </a:cubicBezTo>
                    <a:cubicBezTo>
                      <a:pt x="1095" y="192"/>
                      <a:pt x="1355" y="452"/>
                      <a:pt x="1355" y="772"/>
                    </a:cubicBezTo>
                    <a:close/>
                    <a:moveTo>
                      <a:pt x="749" y="0"/>
                    </a:moveTo>
                    <a:cubicBezTo>
                      <a:pt x="742" y="0"/>
                      <a:pt x="735" y="6"/>
                      <a:pt x="733" y="12"/>
                    </a:cubicBezTo>
                    <a:cubicBezTo>
                      <a:pt x="711" y="87"/>
                      <a:pt x="711" y="87"/>
                      <a:pt x="711" y="87"/>
                    </a:cubicBezTo>
                    <a:cubicBezTo>
                      <a:pt x="709" y="94"/>
                      <a:pt x="702" y="100"/>
                      <a:pt x="695" y="101"/>
                    </a:cubicBezTo>
                    <a:cubicBezTo>
                      <a:pt x="653" y="107"/>
                      <a:pt x="653" y="107"/>
                      <a:pt x="653" y="107"/>
                    </a:cubicBezTo>
                    <a:cubicBezTo>
                      <a:pt x="646" y="109"/>
                      <a:pt x="637" y="105"/>
                      <a:pt x="633" y="99"/>
                    </a:cubicBezTo>
                    <a:cubicBezTo>
                      <a:pt x="591" y="34"/>
                      <a:pt x="591" y="34"/>
                      <a:pt x="591" y="34"/>
                    </a:cubicBezTo>
                    <a:cubicBezTo>
                      <a:pt x="587" y="28"/>
                      <a:pt x="578" y="25"/>
                      <a:pt x="571" y="27"/>
                    </a:cubicBezTo>
                    <a:cubicBezTo>
                      <a:pt x="522" y="42"/>
                      <a:pt x="522" y="42"/>
                      <a:pt x="522" y="42"/>
                    </a:cubicBezTo>
                    <a:cubicBezTo>
                      <a:pt x="515" y="44"/>
                      <a:pt x="510" y="52"/>
                      <a:pt x="510" y="59"/>
                    </a:cubicBezTo>
                    <a:cubicBezTo>
                      <a:pt x="511" y="136"/>
                      <a:pt x="511" y="136"/>
                      <a:pt x="511" y="136"/>
                    </a:cubicBezTo>
                    <a:cubicBezTo>
                      <a:pt x="511" y="143"/>
                      <a:pt x="506" y="152"/>
                      <a:pt x="500" y="155"/>
                    </a:cubicBezTo>
                    <a:cubicBezTo>
                      <a:pt x="462" y="173"/>
                      <a:pt x="462" y="173"/>
                      <a:pt x="462" y="173"/>
                    </a:cubicBezTo>
                    <a:cubicBezTo>
                      <a:pt x="456" y="176"/>
                      <a:pt x="446" y="175"/>
                      <a:pt x="441" y="170"/>
                    </a:cubicBezTo>
                    <a:cubicBezTo>
                      <a:pt x="381" y="121"/>
                      <a:pt x="381" y="121"/>
                      <a:pt x="381" y="121"/>
                    </a:cubicBezTo>
                    <a:cubicBezTo>
                      <a:pt x="375" y="116"/>
                      <a:pt x="366" y="116"/>
                      <a:pt x="360" y="120"/>
                    </a:cubicBezTo>
                    <a:cubicBezTo>
                      <a:pt x="317" y="149"/>
                      <a:pt x="317" y="149"/>
                      <a:pt x="317" y="149"/>
                    </a:cubicBezTo>
                    <a:cubicBezTo>
                      <a:pt x="312" y="153"/>
                      <a:pt x="309" y="162"/>
                      <a:pt x="311" y="169"/>
                    </a:cubicBezTo>
                    <a:cubicBezTo>
                      <a:pt x="335" y="242"/>
                      <a:pt x="335" y="242"/>
                      <a:pt x="335" y="242"/>
                    </a:cubicBezTo>
                    <a:cubicBezTo>
                      <a:pt x="337" y="249"/>
                      <a:pt x="335" y="259"/>
                      <a:pt x="329" y="263"/>
                    </a:cubicBezTo>
                    <a:cubicBezTo>
                      <a:pt x="299" y="292"/>
                      <a:pt x="299" y="292"/>
                      <a:pt x="299" y="292"/>
                    </a:cubicBezTo>
                    <a:cubicBezTo>
                      <a:pt x="294" y="297"/>
                      <a:pt x="284" y="298"/>
                      <a:pt x="277" y="296"/>
                    </a:cubicBezTo>
                    <a:cubicBezTo>
                      <a:pt x="206" y="266"/>
                      <a:pt x="206" y="266"/>
                      <a:pt x="206" y="266"/>
                    </a:cubicBezTo>
                    <a:cubicBezTo>
                      <a:pt x="199" y="264"/>
                      <a:pt x="190" y="266"/>
                      <a:pt x="186" y="271"/>
                    </a:cubicBezTo>
                    <a:cubicBezTo>
                      <a:pt x="153" y="312"/>
                      <a:pt x="153" y="312"/>
                      <a:pt x="153" y="312"/>
                    </a:cubicBezTo>
                    <a:cubicBezTo>
                      <a:pt x="149" y="317"/>
                      <a:pt x="149" y="327"/>
                      <a:pt x="153" y="332"/>
                    </a:cubicBezTo>
                    <a:cubicBezTo>
                      <a:pt x="198" y="396"/>
                      <a:pt x="198" y="396"/>
                      <a:pt x="198" y="396"/>
                    </a:cubicBezTo>
                    <a:cubicBezTo>
                      <a:pt x="202" y="402"/>
                      <a:pt x="202" y="411"/>
                      <a:pt x="199" y="418"/>
                    </a:cubicBezTo>
                    <a:cubicBezTo>
                      <a:pt x="178" y="454"/>
                      <a:pt x="178" y="454"/>
                      <a:pt x="178" y="454"/>
                    </a:cubicBezTo>
                    <a:cubicBezTo>
                      <a:pt x="174" y="460"/>
                      <a:pt x="165" y="464"/>
                      <a:pt x="158" y="464"/>
                    </a:cubicBezTo>
                    <a:cubicBezTo>
                      <a:pt x="81" y="457"/>
                      <a:pt x="81" y="457"/>
                      <a:pt x="81" y="457"/>
                    </a:cubicBezTo>
                    <a:cubicBezTo>
                      <a:pt x="74" y="456"/>
                      <a:pt x="66" y="461"/>
                      <a:pt x="63" y="468"/>
                    </a:cubicBezTo>
                    <a:cubicBezTo>
                      <a:pt x="45" y="515"/>
                      <a:pt x="45" y="515"/>
                      <a:pt x="45" y="515"/>
                    </a:cubicBezTo>
                    <a:cubicBezTo>
                      <a:pt x="42" y="522"/>
                      <a:pt x="45" y="531"/>
                      <a:pt x="50" y="535"/>
                    </a:cubicBezTo>
                    <a:cubicBezTo>
                      <a:pt x="112" y="583"/>
                      <a:pt x="112" y="583"/>
                      <a:pt x="112" y="583"/>
                    </a:cubicBezTo>
                    <a:cubicBezTo>
                      <a:pt x="117" y="587"/>
                      <a:pt x="121" y="596"/>
                      <a:pt x="119" y="603"/>
                    </a:cubicBezTo>
                    <a:cubicBezTo>
                      <a:pt x="110" y="644"/>
                      <a:pt x="110" y="644"/>
                      <a:pt x="110" y="644"/>
                    </a:cubicBezTo>
                    <a:cubicBezTo>
                      <a:pt x="108" y="651"/>
                      <a:pt x="101" y="658"/>
                      <a:pt x="94" y="659"/>
                    </a:cubicBezTo>
                    <a:cubicBezTo>
                      <a:pt x="18" y="675"/>
                      <a:pt x="18" y="675"/>
                      <a:pt x="18" y="675"/>
                    </a:cubicBezTo>
                    <a:cubicBezTo>
                      <a:pt x="11" y="677"/>
                      <a:pt x="5" y="684"/>
                      <a:pt x="5" y="691"/>
                    </a:cubicBezTo>
                    <a:cubicBezTo>
                      <a:pt x="1" y="742"/>
                      <a:pt x="1" y="742"/>
                      <a:pt x="1" y="742"/>
                    </a:cubicBezTo>
                    <a:cubicBezTo>
                      <a:pt x="0" y="749"/>
                      <a:pt x="5" y="757"/>
                      <a:pt x="12" y="760"/>
                    </a:cubicBezTo>
                    <a:cubicBezTo>
                      <a:pt x="85" y="787"/>
                      <a:pt x="85" y="787"/>
                      <a:pt x="85" y="787"/>
                    </a:cubicBezTo>
                    <a:cubicBezTo>
                      <a:pt x="91" y="789"/>
                      <a:pt x="97" y="797"/>
                      <a:pt x="98" y="804"/>
                    </a:cubicBezTo>
                    <a:cubicBezTo>
                      <a:pt x="101" y="846"/>
                      <a:pt x="101" y="846"/>
                      <a:pt x="101" y="846"/>
                    </a:cubicBezTo>
                    <a:cubicBezTo>
                      <a:pt x="101" y="853"/>
                      <a:pt x="97" y="862"/>
                      <a:pt x="90" y="865"/>
                    </a:cubicBezTo>
                    <a:cubicBezTo>
                      <a:pt x="23" y="903"/>
                      <a:pt x="23" y="903"/>
                      <a:pt x="23" y="903"/>
                    </a:cubicBezTo>
                    <a:cubicBezTo>
                      <a:pt x="16" y="906"/>
                      <a:pt x="13" y="915"/>
                      <a:pt x="14" y="922"/>
                    </a:cubicBezTo>
                    <a:cubicBezTo>
                      <a:pt x="26" y="972"/>
                      <a:pt x="26" y="972"/>
                      <a:pt x="26" y="972"/>
                    </a:cubicBezTo>
                    <a:cubicBezTo>
                      <a:pt x="27" y="979"/>
                      <a:pt x="34" y="985"/>
                      <a:pt x="41" y="985"/>
                    </a:cubicBezTo>
                    <a:cubicBezTo>
                      <a:pt x="119" y="990"/>
                      <a:pt x="119" y="990"/>
                      <a:pt x="119" y="990"/>
                    </a:cubicBezTo>
                    <a:cubicBezTo>
                      <a:pt x="126" y="990"/>
                      <a:pt x="134" y="996"/>
                      <a:pt x="137" y="1003"/>
                    </a:cubicBezTo>
                    <a:cubicBezTo>
                      <a:pt x="152" y="1041"/>
                      <a:pt x="152" y="1041"/>
                      <a:pt x="152" y="1041"/>
                    </a:cubicBezTo>
                    <a:cubicBezTo>
                      <a:pt x="154" y="1048"/>
                      <a:pt x="153" y="1058"/>
                      <a:pt x="148" y="1063"/>
                    </a:cubicBezTo>
                    <a:cubicBezTo>
                      <a:pt x="94" y="1119"/>
                      <a:pt x="94" y="1119"/>
                      <a:pt x="94" y="1119"/>
                    </a:cubicBezTo>
                    <a:cubicBezTo>
                      <a:pt x="89" y="1124"/>
                      <a:pt x="88" y="1133"/>
                      <a:pt x="91" y="1139"/>
                    </a:cubicBezTo>
                    <a:cubicBezTo>
                      <a:pt x="117" y="1184"/>
                      <a:pt x="117" y="1184"/>
                      <a:pt x="117" y="1184"/>
                    </a:cubicBezTo>
                    <a:cubicBezTo>
                      <a:pt x="121" y="1190"/>
                      <a:pt x="129" y="1194"/>
                      <a:pt x="136" y="1192"/>
                    </a:cubicBezTo>
                    <a:cubicBezTo>
                      <a:pt x="212" y="1174"/>
                      <a:pt x="212" y="1174"/>
                      <a:pt x="212" y="1174"/>
                    </a:cubicBezTo>
                    <a:cubicBezTo>
                      <a:pt x="218" y="1172"/>
                      <a:pt x="228" y="1175"/>
                      <a:pt x="232" y="1181"/>
                    </a:cubicBezTo>
                    <a:cubicBezTo>
                      <a:pt x="258" y="1213"/>
                      <a:pt x="258" y="1213"/>
                      <a:pt x="258" y="1213"/>
                    </a:cubicBezTo>
                    <a:cubicBezTo>
                      <a:pt x="263" y="1219"/>
                      <a:pt x="264" y="1229"/>
                      <a:pt x="260" y="1235"/>
                    </a:cubicBezTo>
                    <a:cubicBezTo>
                      <a:pt x="226" y="1304"/>
                      <a:pt x="226" y="1304"/>
                      <a:pt x="226" y="1304"/>
                    </a:cubicBezTo>
                    <a:cubicBezTo>
                      <a:pt x="223" y="1311"/>
                      <a:pt x="224" y="1320"/>
                      <a:pt x="229" y="1325"/>
                    </a:cubicBezTo>
                    <a:cubicBezTo>
                      <a:pt x="267" y="1360"/>
                      <a:pt x="267" y="1360"/>
                      <a:pt x="267" y="1360"/>
                    </a:cubicBezTo>
                    <a:cubicBezTo>
                      <a:pt x="272" y="1364"/>
                      <a:pt x="282" y="1365"/>
                      <a:pt x="288" y="1362"/>
                    </a:cubicBezTo>
                    <a:cubicBezTo>
                      <a:pt x="354" y="1322"/>
                      <a:pt x="354" y="1322"/>
                      <a:pt x="354" y="1322"/>
                    </a:cubicBezTo>
                    <a:cubicBezTo>
                      <a:pt x="360" y="1318"/>
                      <a:pt x="370" y="1319"/>
                      <a:pt x="376" y="1323"/>
                    </a:cubicBezTo>
                    <a:cubicBezTo>
                      <a:pt x="411" y="1346"/>
                      <a:pt x="411" y="1346"/>
                      <a:pt x="411" y="1346"/>
                    </a:cubicBezTo>
                    <a:cubicBezTo>
                      <a:pt x="416" y="1350"/>
                      <a:pt x="420" y="1359"/>
                      <a:pt x="419" y="1366"/>
                    </a:cubicBezTo>
                    <a:cubicBezTo>
                      <a:pt x="406" y="1443"/>
                      <a:pt x="406" y="1443"/>
                      <a:pt x="406" y="1443"/>
                    </a:cubicBezTo>
                    <a:cubicBezTo>
                      <a:pt x="405" y="1450"/>
                      <a:pt x="409" y="1458"/>
                      <a:pt x="416" y="1461"/>
                    </a:cubicBezTo>
                    <a:cubicBezTo>
                      <a:pt x="462" y="1483"/>
                      <a:pt x="462" y="1483"/>
                      <a:pt x="462" y="1483"/>
                    </a:cubicBezTo>
                    <a:cubicBezTo>
                      <a:pt x="469" y="1486"/>
                      <a:pt x="478" y="1485"/>
                      <a:pt x="482" y="1479"/>
                    </a:cubicBezTo>
                    <a:cubicBezTo>
                      <a:pt x="534" y="1422"/>
                      <a:pt x="534" y="1422"/>
                      <a:pt x="534" y="1422"/>
                    </a:cubicBezTo>
                    <a:cubicBezTo>
                      <a:pt x="539" y="1416"/>
                      <a:pt x="549" y="1414"/>
                      <a:pt x="555" y="1416"/>
                    </a:cubicBezTo>
                    <a:cubicBezTo>
                      <a:pt x="595" y="1428"/>
                      <a:pt x="595" y="1428"/>
                      <a:pt x="595" y="1428"/>
                    </a:cubicBezTo>
                    <a:cubicBezTo>
                      <a:pt x="602" y="1430"/>
                      <a:pt x="608" y="1438"/>
                      <a:pt x="609" y="1445"/>
                    </a:cubicBezTo>
                    <a:cubicBezTo>
                      <a:pt x="620" y="1522"/>
                      <a:pt x="620" y="1522"/>
                      <a:pt x="620" y="1522"/>
                    </a:cubicBezTo>
                    <a:cubicBezTo>
                      <a:pt x="621" y="1529"/>
                      <a:pt x="627" y="1535"/>
                      <a:pt x="634" y="1536"/>
                    </a:cubicBezTo>
                    <a:cubicBezTo>
                      <a:pt x="685" y="1544"/>
                      <a:pt x="685" y="1544"/>
                      <a:pt x="685" y="1544"/>
                    </a:cubicBezTo>
                    <a:cubicBezTo>
                      <a:pt x="692" y="1545"/>
                      <a:pt x="700" y="1541"/>
                      <a:pt x="703" y="1534"/>
                    </a:cubicBezTo>
                    <a:cubicBezTo>
                      <a:pt x="736" y="1464"/>
                      <a:pt x="736" y="1464"/>
                      <a:pt x="736" y="1464"/>
                    </a:cubicBezTo>
                    <a:cubicBezTo>
                      <a:pt x="739" y="1457"/>
                      <a:pt x="747" y="1452"/>
                      <a:pt x="754" y="1452"/>
                    </a:cubicBezTo>
                    <a:cubicBezTo>
                      <a:pt x="796" y="1452"/>
                      <a:pt x="796" y="1452"/>
                      <a:pt x="796" y="1452"/>
                    </a:cubicBezTo>
                    <a:cubicBezTo>
                      <a:pt x="803" y="1452"/>
                      <a:pt x="811" y="1457"/>
                      <a:pt x="814" y="1464"/>
                    </a:cubicBezTo>
                    <a:cubicBezTo>
                      <a:pt x="847" y="1534"/>
                      <a:pt x="847" y="1534"/>
                      <a:pt x="847" y="1534"/>
                    </a:cubicBezTo>
                    <a:cubicBezTo>
                      <a:pt x="850" y="1541"/>
                      <a:pt x="858" y="1545"/>
                      <a:pt x="865" y="1544"/>
                    </a:cubicBezTo>
                    <a:cubicBezTo>
                      <a:pt x="916" y="1536"/>
                      <a:pt x="916" y="1536"/>
                      <a:pt x="916" y="1536"/>
                    </a:cubicBezTo>
                    <a:cubicBezTo>
                      <a:pt x="923" y="1535"/>
                      <a:pt x="929" y="1529"/>
                      <a:pt x="930" y="1522"/>
                    </a:cubicBezTo>
                    <a:cubicBezTo>
                      <a:pt x="941" y="1445"/>
                      <a:pt x="941" y="1445"/>
                      <a:pt x="941" y="1445"/>
                    </a:cubicBezTo>
                    <a:cubicBezTo>
                      <a:pt x="942" y="1438"/>
                      <a:pt x="948" y="1430"/>
                      <a:pt x="955" y="1428"/>
                    </a:cubicBezTo>
                    <a:cubicBezTo>
                      <a:pt x="995" y="1416"/>
                      <a:pt x="995" y="1416"/>
                      <a:pt x="995" y="1416"/>
                    </a:cubicBezTo>
                    <a:cubicBezTo>
                      <a:pt x="1002" y="1414"/>
                      <a:pt x="1011" y="1416"/>
                      <a:pt x="1016" y="1422"/>
                    </a:cubicBezTo>
                    <a:cubicBezTo>
                      <a:pt x="1068" y="1479"/>
                      <a:pt x="1068" y="1479"/>
                      <a:pt x="1068" y="1479"/>
                    </a:cubicBezTo>
                    <a:cubicBezTo>
                      <a:pt x="1072" y="1485"/>
                      <a:pt x="1081" y="1486"/>
                      <a:pt x="1088" y="1483"/>
                    </a:cubicBezTo>
                    <a:cubicBezTo>
                      <a:pt x="1134" y="1461"/>
                      <a:pt x="1134" y="1461"/>
                      <a:pt x="1134" y="1461"/>
                    </a:cubicBezTo>
                    <a:cubicBezTo>
                      <a:pt x="1141" y="1458"/>
                      <a:pt x="1145" y="1450"/>
                      <a:pt x="1144" y="1443"/>
                    </a:cubicBezTo>
                    <a:cubicBezTo>
                      <a:pt x="1131" y="1366"/>
                      <a:pt x="1131" y="1366"/>
                      <a:pt x="1131" y="1366"/>
                    </a:cubicBezTo>
                    <a:cubicBezTo>
                      <a:pt x="1130" y="1359"/>
                      <a:pt x="1134" y="1350"/>
                      <a:pt x="1139" y="1346"/>
                    </a:cubicBezTo>
                    <a:cubicBezTo>
                      <a:pt x="1174" y="1323"/>
                      <a:pt x="1174" y="1323"/>
                      <a:pt x="1174" y="1323"/>
                    </a:cubicBezTo>
                    <a:cubicBezTo>
                      <a:pt x="1180" y="1319"/>
                      <a:pt x="1190" y="1318"/>
                      <a:pt x="1196" y="1322"/>
                    </a:cubicBezTo>
                    <a:cubicBezTo>
                      <a:pt x="1262" y="1362"/>
                      <a:pt x="1262" y="1362"/>
                      <a:pt x="1262" y="1362"/>
                    </a:cubicBezTo>
                    <a:cubicBezTo>
                      <a:pt x="1268" y="1365"/>
                      <a:pt x="1278" y="1364"/>
                      <a:pt x="1283" y="1360"/>
                    </a:cubicBezTo>
                    <a:cubicBezTo>
                      <a:pt x="1321" y="1325"/>
                      <a:pt x="1321" y="1325"/>
                      <a:pt x="1321" y="1325"/>
                    </a:cubicBezTo>
                    <a:cubicBezTo>
                      <a:pt x="1326" y="1320"/>
                      <a:pt x="1327" y="1311"/>
                      <a:pt x="1324" y="1304"/>
                    </a:cubicBezTo>
                    <a:cubicBezTo>
                      <a:pt x="1290" y="1235"/>
                      <a:pt x="1290" y="1235"/>
                      <a:pt x="1290" y="1235"/>
                    </a:cubicBezTo>
                    <a:cubicBezTo>
                      <a:pt x="1286" y="1229"/>
                      <a:pt x="1287" y="1219"/>
                      <a:pt x="1292" y="1213"/>
                    </a:cubicBezTo>
                    <a:cubicBezTo>
                      <a:pt x="1318" y="1181"/>
                      <a:pt x="1318" y="1181"/>
                      <a:pt x="1318" y="1181"/>
                    </a:cubicBezTo>
                    <a:cubicBezTo>
                      <a:pt x="1322" y="1175"/>
                      <a:pt x="1332" y="1172"/>
                      <a:pt x="1338" y="1174"/>
                    </a:cubicBezTo>
                    <a:cubicBezTo>
                      <a:pt x="1414" y="1192"/>
                      <a:pt x="1414" y="1192"/>
                      <a:pt x="1414" y="1192"/>
                    </a:cubicBezTo>
                    <a:cubicBezTo>
                      <a:pt x="1421" y="1194"/>
                      <a:pt x="1429" y="1190"/>
                      <a:pt x="1433" y="1184"/>
                    </a:cubicBezTo>
                    <a:cubicBezTo>
                      <a:pt x="1459" y="1139"/>
                      <a:pt x="1459" y="1139"/>
                      <a:pt x="1459" y="1139"/>
                    </a:cubicBezTo>
                    <a:cubicBezTo>
                      <a:pt x="1462" y="1133"/>
                      <a:pt x="1461" y="1124"/>
                      <a:pt x="1456" y="1119"/>
                    </a:cubicBezTo>
                    <a:cubicBezTo>
                      <a:pt x="1402" y="1063"/>
                      <a:pt x="1402" y="1063"/>
                      <a:pt x="1402" y="1063"/>
                    </a:cubicBezTo>
                    <a:cubicBezTo>
                      <a:pt x="1397" y="1058"/>
                      <a:pt x="1396" y="1048"/>
                      <a:pt x="1398" y="1041"/>
                    </a:cubicBezTo>
                    <a:cubicBezTo>
                      <a:pt x="1413" y="1003"/>
                      <a:pt x="1413" y="1003"/>
                      <a:pt x="1413" y="1003"/>
                    </a:cubicBezTo>
                    <a:cubicBezTo>
                      <a:pt x="1416" y="996"/>
                      <a:pt x="1424" y="990"/>
                      <a:pt x="1431" y="990"/>
                    </a:cubicBezTo>
                    <a:cubicBezTo>
                      <a:pt x="1509" y="985"/>
                      <a:pt x="1509" y="985"/>
                      <a:pt x="1509" y="985"/>
                    </a:cubicBezTo>
                    <a:cubicBezTo>
                      <a:pt x="1516" y="985"/>
                      <a:pt x="1523" y="979"/>
                      <a:pt x="1524" y="972"/>
                    </a:cubicBezTo>
                    <a:cubicBezTo>
                      <a:pt x="1536" y="922"/>
                      <a:pt x="1536" y="922"/>
                      <a:pt x="1536" y="922"/>
                    </a:cubicBezTo>
                    <a:cubicBezTo>
                      <a:pt x="1537" y="915"/>
                      <a:pt x="1534" y="906"/>
                      <a:pt x="1527" y="903"/>
                    </a:cubicBezTo>
                    <a:cubicBezTo>
                      <a:pt x="1460" y="865"/>
                      <a:pt x="1460" y="865"/>
                      <a:pt x="1460" y="865"/>
                    </a:cubicBezTo>
                    <a:cubicBezTo>
                      <a:pt x="1453" y="862"/>
                      <a:pt x="1449" y="853"/>
                      <a:pt x="1449" y="846"/>
                    </a:cubicBezTo>
                    <a:cubicBezTo>
                      <a:pt x="1452" y="804"/>
                      <a:pt x="1452" y="804"/>
                      <a:pt x="1452" y="804"/>
                    </a:cubicBezTo>
                    <a:cubicBezTo>
                      <a:pt x="1453" y="797"/>
                      <a:pt x="1459" y="789"/>
                      <a:pt x="1465" y="787"/>
                    </a:cubicBezTo>
                    <a:cubicBezTo>
                      <a:pt x="1538" y="760"/>
                      <a:pt x="1538" y="760"/>
                      <a:pt x="1538" y="760"/>
                    </a:cubicBezTo>
                    <a:cubicBezTo>
                      <a:pt x="1545" y="757"/>
                      <a:pt x="1550" y="749"/>
                      <a:pt x="1549" y="742"/>
                    </a:cubicBezTo>
                    <a:cubicBezTo>
                      <a:pt x="1545" y="691"/>
                      <a:pt x="1545" y="691"/>
                      <a:pt x="1545" y="691"/>
                    </a:cubicBezTo>
                    <a:cubicBezTo>
                      <a:pt x="1545" y="684"/>
                      <a:pt x="1539" y="677"/>
                      <a:pt x="1532" y="675"/>
                    </a:cubicBezTo>
                    <a:cubicBezTo>
                      <a:pt x="1456" y="659"/>
                      <a:pt x="1456" y="659"/>
                      <a:pt x="1456" y="659"/>
                    </a:cubicBezTo>
                    <a:cubicBezTo>
                      <a:pt x="1449" y="658"/>
                      <a:pt x="1442" y="651"/>
                      <a:pt x="1440" y="644"/>
                    </a:cubicBezTo>
                    <a:cubicBezTo>
                      <a:pt x="1431" y="603"/>
                      <a:pt x="1431" y="603"/>
                      <a:pt x="1431" y="603"/>
                    </a:cubicBezTo>
                    <a:cubicBezTo>
                      <a:pt x="1429" y="596"/>
                      <a:pt x="1433" y="587"/>
                      <a:pt x="1438" y="583"/>
                    </a:cubicBezTo>
                    <a:cubicBezTo>
                      <a:pt x="1500" y="535"/>
                      <a:pt x="1500" y="535"/>
                      <a:pt x="1500" y="535"/>
                    </a:cubicBezTo>
                    <a:cubicBezTo>
                      <a:pt x="1505" y="531"/>
                      <a:pt x="1508" y="522"/>
                      <a:pt x="1505" y="515"/>
                    </a:cubicBezTo>
                    <a:cubicBezTo>
                      <a:pt x="1487" y="468"/>
                      <a:pt x="1487" y="468"/>
                      <a:pt x="1487" y="468"/>
                    </a:cubicBezTo>
                    <a:cubicBezTo>
                      <a:pt x="1484" y="461"/>
                      <a:pt x="1476" y="456"/>
                      <a:pt x="1469" y="457"/>
                    </a:cubicBezTo>
                    <a:cubicBezTo>
                      <a:pt x="1392" y="464"/>
                      <a:pt x="1392" y="464"/>
                      <a:pt x="1392" y="464"/>
                    </a:cubicBezTo>
                    <a:cubicBezTo>
                      <a:pt x="1385" y="464"/>
                      <a:pt x="1376" y="460"/>
                      <a:pt x="1372" y="454"/>
                    </a:cubicBezTo>
                    <a:cubicBezTo>
                      <a:pt x="1351" y="418"/>
                      <a:pt x="1351" y="418"/>
                      <a:pt x="1351" y="418"/>
                    </a:cubicBezTo>
                    <a:cubicBezTo>
                      <a:pt x="1348" y="411"/>
                      <a:pt x="1348" y="402"/>
                      <a:pt x="1352" y="396"/>
                    </a:cubicBezTo>
                    <a:cubicBezTo>
                      <a:pt x="1397" y="332"/>
                      <a:pt x="1397" y="332"/>
                      <a:pt x="1397" y="332"/>
                    </a:cubicBezTo>
                    <a:cubicBezTo>
                      <a:pt x="1401" y="327"/>
                      <a:pt x="1401" y="317"/>
                      <a:pt x="1397" y="312"/>
                    </a:cubicBezTo>
                    <a:cubicBezTo>
                      <a:pt x="1364" y="271"/>
                      <a:pt x="1364" y="271"/>
                      <a:pt x="1364" y="271"/>
                    </a:cubicBezTo>
                    <a:cubicBezTo>
                      <a:pt x="1360" y="266"/>
                      <a:pt x="1351" y="264"/>
                      <a:pt x="1344" y="266"/>
                    </a:cubicBezTo>
                    <a:cubicBezTo>
                      <a:pt x="1273" y="296"/>
                      <a:pt x="1273" y="296"/>
                      <a:pt x="1273" y="296"/>
                    </a:cubicBezTo>
                    <a:cubicBezTo>
                      <a:pt x="1266" y="298"/>
                      <a:pt x="1256" y="297"/>
                      <a:pt x="1251" y="292"/>
                    </a:cubicBezTo>
                    <a:cubicBezTo>
                      <a:pt x="1221" y="263"/>
                      <a:pt x="1221" y="263"/>
                      <a:pt x="1221" y="263"/>
                    </a:cubicBezTo>
                    <a:cubicBezTo>
                      <a:pt x="1215" y="259"/>
                      <a:pt x="1213" y="249"/>
                      <a:pt x="1215" y="242"/>
                    </a:cubicBezTo>
                    <a:cubicBezTo>
                      <a:pt x="1239" y="169"/>
                      <a:pt x="1239" y="169"/>
                      <a:pt x="1239" y="169"/>
                    </a:cubicBezTo>
                    <a:cubicBezTo>
                      <a:pt x="1241" y="162"/>
                      <a:pt x="1238" y="153"/>
                      <a:pt x="1233" y="149"/>
                    </a:cubicBezTo>
                    <a:cubicBezTo>
                      <a:pt x="1190" y="120"/>
                      <a:pt x="1190" y="120"/>
                      <a:pt x="1190" y="120"/>
                    </a:cubicBezTo>
                    <a:cubicBezTo>
                      <a:pt x="1184" y="116"/>
                      <a:pt x="1175" y="116"/>
                      <a:pt x="1169" y="121"/>
                    </a:cubicBezTo>
                    <a:cubicBezTo>
                      <a:pt x="1109" y="170"/>
                      <a:pt x="1109" y="170"/>
                      <a:pt x="1109" y="170"/>
                    </a:cubicBezTo>
                    <a:cubicBezTo>
                      <a:pt x="1104" y="175"/>
                      <a:pt x="1094" y="176"/>
                      <a:pt x="1088" y="173"/>
                    </a:cubicBezTo>
                    <a:cubicBezTo>
                      <a:pt x="1050" y="155"/>
                      <a:pt x="1050" y="155"/>
                      <a:pt x="1050" y="155"/>
                    </a:cubicBezTo>
                    <a:cubicBezTo>
                      <a:pt x="1044" y="152"/>
                      <a:pt x="1039" y="143"/>
                      <a:pt x="1039" y="136"/>
                    </a:cubicBezTo>
                    <a:cubicBezTo>
                      <a:pt x="1040" y="59"/>
                      <a:pt x="1040" y="59"/>
                      <a:pt x="1040" y="59"/>
                    </a:cubicBezTo>
                    <a:cubicBezTo>
                      <a:pt x="1040" y="52"/>
                      <a:pt x="1035" y="44"/>
                      <a:pt x="1028" y="42"/>
                    </a:cubicBezTo>
                    <a:cubicBezTo>
                      <a:pt x="979" y="27"/>
                      <a:pt x="979" y="27"/>
                      <a:pt x="979" y="27"/>
                    </a:cubicBezTo>
                    <a:cubicBezTo>
                      <a:pt x="972" y="25"/>
                      <a:pt x="963" y="28"/>
                      <a:pt x="959" y="34"/>
                    </a:cubicBezTo>
                    <a:cubicBezTo>
                      <a:pt x="917" y="99"/>
                      <a:pt x="917" y="99"/>
                      <a:pt x="917" y="99"/>
                    </a:cubicBezTo>
                    <a:cubicBezTo>
                      <a:pt x="913" y="105"/>
                      <a:pt x="904" y="109"/>
                      <a:pt x="897" y="107"/>
                    </a:cubicBezTo>
                    <a:cubicBezTo>
                      <a:pt x="855" y="101"/>
                      <a:pt x="855" y="101"/>
                      <a:pt x="855" y="101"/>
                    </a:cubicBezTo>
                    <a:cubicBezTo>
                      <a:pt x="848" y="100"/>
                      <a:pt x="841" y="94"/>
                      <a:pt x="839" y="87"/>
                    </a:cubicBezTo>
                    <a:cubicBezTo>
                      <a:pt x="817" y="12"/>
                      <a:pt x="817" y="12"/>
                      <a:pt x="817" y="12"/>
                    </a:cubicBezTo>
                    <a:cubicBezTo>
                      <a:pt x="815" y="6"/>
                      <a:pt x="808" y="0"/>
                      <a:pt x="801" y="0"/>
                    </a:cubicBezTo>
                    <a:lnTo>
                      <a:pt x="749" y="0"/>
                    </a:lnTo>
                    <a:close/>
                  </a:path>
                </a:pathLst>
              </a:custGeom>
              <a:solidFill>
                <a:schemeClr val="accent4"/>
              </a:solidFill>
              <a:ln>
                <a:no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8" name="椭圆 77"/>
              <p:cNvSpPr/>
              <p:nvPr/>
            </p:nvSpPr>
            <p:spPr>
              <a:xfrm>
                <a:off x="7565182" y="2754245"/>
                <a:ext cx="1265966" cy="1265967"/>
              </a:xfrm>
              <a:prstGeom prst="ellipse">
                <a:avLst/>
              </a:prstGeom>
              <a:gradFill flip="none" rotWithShape="1">
                <a:gsLst>
                  <a:gs pos="0">
                    <a:schemeClr val="bg1">
                      <a:lumMod val="75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8" name="组合 69"/>
            <p:cNvGrpSpPr/>
            <p:nvPr/>
          </p:nvGrpSpPr>
          <p:grpSpPr>
            <a:xfrm>
              <a:off x="7698105" y="2897723"/>
              <a:ext cx="1000117" cy="979010"/>
              <a:chOff x="7698105" y="2897723"/>
              <a:chExt cx="1000117" cy="979010"/>
            </a:xfrm>
          </p:grpSpPr>
          <p:sp>
            <p:nvSpPr>
              <p:cNvPr id="71" name="椭圆 70"/>
              <p:cNvSpPr/>
              <p:nvPr/>
            </p:nvSpPr>
            <p:spPr>
              <a:xfrm>
                <a:off x="7708661" y="2897723"/>
                <a:ext cx="979009" cy="979010"/>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5" name="文本框 56"/>
              <p:cNvSpPr txBox="1"/>
              <p:nvPr/>
            </p:nvSpPr>
            <p:spPr>
              <a:xfrm>
                <a:off x="7698105" y="3134475"/>
                <a:ext cx="1000117" cy="418523"/>
              </a:xfrm>
              <a:prstGeom prst="rect">
                <a:avLst/>
              </a:prstGeom>
              <a:noFill/>
            </p:spPr>
            <p:txBody>
              <a:bodyPr wrap="square"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03</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8"/>
          <p:cNvSpPr>
            <a:spLocks noChangeArrowheads="1"/>
          </p:cNvSpPr>
          <p:nvPr/>
        </p:nvSpPr>
        <p:spPr>
          <a:xfrm>
            <a:off x="6113" y="3738981"/>
            <a:ext cx="4409772" cy="279400"/>
          </a:xfrm>
          <a:prstGeom prst="rect">
            <a:avLst/>
          </a:prstGeom>
          <a:solidFill>
            <a:schemeClr val="accent3"/>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18" name="AutoShape 3"/>
          <p:cNvSpPr>
            <a:spLocks noChangeAspect="1" noChangeArrowheads="1" noTextEdit="1"/>
          </p:cNvSpPr>
          <p:nvPr/>
        </p:nvSpPr>
        <p:spPr>
          <a:xfrm>
            <a:off x="-2351" y="1552464"/>
            <a:ext cx="5226554"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3" name="Freeform 9"/>
          <p:cNvSpPr>
            <a:spLocks noChangeArrowheads="1"/>
          </p:cNvSpPr>
          <p:nvPr/>
        </p:nvSpPr>
        <p:spPr>
          <a:xfrm>
            <a:off x="1881" y="2780131"/>
            <a:ext cx="4348407" cy="859367"/>
          </a:xfrm>
          <a:custGeom>
            <a:avLst/>
            <a:gdLst>
              <a:gd name="T0" fmla="*/ 986 w 996"/>
              <a:gd name="T1" fmla="*/ 0 h 197"/>
              <a:gd name="T2" fmla="*/ 515 w 996"/>
              <a:gd name="T3" fmla="*/ 114 h 197"/>
              <a:gd name="T4" fmla="*/ 113 w 996"/>
              <a:gd name="T5" fmla="*/ 133 h 197"/>
              <a:gd name="T6" fmla="*/ 1 w 996"/>
              <a:gd name="T7" fmla="*/ 132 h 197"/>
              <a:gd name="T8" fmla="*/ 0 w 996"/>
              <a:gd name="T9" fmla="*/ 196 h 197"/>
              <a:gd name="T10" fmla="*/ 114 w 996"/>
              <a:gd name="T11" fmla="*/ 197 h 197"/>
              <a:gd name="T12" fmla="*/ 518 w 996"/>
              <a:gd name="T13" fmla="*/ 178 h 197"/>
              <a:gd name="T14" fmla="*/ 996 w 996"/>
              <a:gd name="T15" fmla="*/ 63 h 197"/>
              <a:gd name="T16" fmla="*/ 986 w 996"/>
              <a:gd name="T17" fmla="*/ 0 h 1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6"/>
              <a:gd name="T28" fmla="*/ 0 h 197"/>
              <a:gd name="T29" fmla="*/ 996 w 996"/>
              <a:gd name="T30" fmla="*/ 197 h 1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6" h="197">
                <a:moveTo>
                  <a:pt x="986" y="0"/>
                </a:moveTo>
                <a:cubicBezTo>
                  <a:pt x="834" y="62"/>
                  <a:pt x="676" y="96"/>
                  <a:pt x="515" y="114"/>
                </a:cubicBezTo>
                <a:cubicBezTo>
                  <a:pt x="383" y="128"/>
                  <a:pt x="248" y="133"/>
                  <a:pt x="113" y="133"/>
                </a:cubicBezTo>
                <a:cubicBezTo>
                  <a:pt x="76" y="133"/>
                  <a:pt x="38" y="132"/>
                  <a:pt x="1" y="132"/>
                </a:cubicBezTo>
                <a:cubicBezTo>
                  <a:pt x="0" y="196"/>
                  <a:pt x="0" y="196"/>
                  <a:pt x="0" y="196"/>
                </a:cubicBezTo>
                <a:cubicBezTo>
                  <a:pt x="38" y="197"/>
                  <a:pt x="76" y="197"/>
                  <a:pt x="114" y="197"/>
                </a:cubicBezTo>
                <a:cubicBezTo>
                  <a:pt x="250" y="197"/>
                  <a:pt x="385" y="193"/>
                  <a:pt x="518" y="178"/>
                </a:cubicBezTo>
                <a:cubicBezTo>
                  <a:pt x="681" y="160"/>
                  <a:pt x="842" y="126"/>
                  <a:pt x="996" y="63"/>
                </a:cubicBezTo>
                <a:cubicBezTo>
                  <a:pt x="986" y="0"/>
                  <a:pt x="986" y="0"/>
                  <a:pt x="986" y="0"/>
                </a:cubicBezTo>
              </a:path>
            </a:pathLst>
          </a:custGeom>
          <a:solidFill>
            <a:schemeClr val="accent2"/>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4" name="Freeform 10"/>
          <p:cNvSpPr>
            <a:spLocks noChangeArrowheads="1"/>
          </p:cNvSpPr>
          <p:nvPr/>
        </p:nvSpPr>
        <p:spPr>
          <a:xfrm>
            <a:off x="1881" y="1950398"/>
            <a:ext cx="4121994" cy="1291167"/>
          </a:xfrm>
          <a:custGeom>
            <a:avLst/>
            <a:gdLst>
              <a:gd name="T0" fmla="*/ 927 w 944"/>
              <a:gd name="T1" fmla="*/ 0 h 296"/>
              <a:gd name="T2" fmla="*/ 519 w 944"/>
              <a:gd name="T3" fmla="*/ 176 h 296"/>
              <a:gd name="T4" fmla="*/ 33 w 944"/>
              <a:gd name="T5" fmla="*/ 231 h 296"/>
              <a:gd name="T6" fmla="*/ 1 w 944"/>
              <a:gd name="T7" fmla="*/ 231 h 296"/>
              <a:gd name="T8" fmla="*/ 0 w 944"/>
              <a:gd name="T9" fmla="*/ 295 h 296"/>
              <a:gd name="T10" fmla="*/ 34 w 944"/>
              <a:gd name="T11" fmla="*/ 296 h 296"/>
              <a:gd name="T12" fmla="*/ 526 w 944"/>
              <a:gd name="T13" fmla="*/ 240 h 296"/>
              <a:gd name="T14" fmla="*/ 944 w 944"/>
              <a:gd name="T15" fmla="*/ 59 h 296"/>
              <a:gd name="T16" fmla="*/ 927 w 944"/>
              <a:gd name="T17" fmla="*/ 0 h 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4"/>
              <a:gd name="T28" fmla="*/ 0 h 296"/>
              <a:gd name="T29" fmla="*/ 944 w 944"/>
              <a:gd name="T30" fmla="*/ 296 h 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4" h="296">
                <a:moveTo>
                  <a:pt x="927" y="0"/>
                </a:moveTo>
                <a:cubicBezTo>
                  <a:pt x="802" y="83"/>
                  <a:pt x="663" y="140"/>
                  <a:pt x="519" y="176"/>
                </a:cubicBezTo>
                <a:cubicBezTo>
                  <a:pt x="361" y="216"/>
                  <a:pt x="195" y="231"/>
                  <a:pt x="33" y="231"/>
                </a:cubicBezTo>
                <a:cubicBezTo>
                  <a:pt x="22" y="231"/>
                  <a:pt x="12" y="231"/>
                  <a:pt x="1" y="231"/>
                </a:cubicBezTo>
                <a:cubicBezTo>
                  <a:pt x="0" y="295"/>
                  <a:pt x="0" y="295"/>
                  <a:pt x="0" y="295"/>
                </a:cubicBezTo>
                <a:cubicBezTo>
                  <a:pt x="11" y="296"/>
                  <a:pt x="22" y="296"/>
                  <a:pt x="34" y="296"/>
                </a:cubicBezTo>
                <a:cubicBezTo>
                  <a:pt x="198" y="296"/>
                  <a:pt x="365" y="280"/>
                  <a:pt x="526" y="240"/>
                </a:cubicBezTo>
                <a:cubicBezTo>
                  <a:pt x="673" y="203"/>
                  <a:pt x="815" y="145"/>
                  <a:pt x="944" y="59"/>
                </a:cubicBezTo>
                <a:cubicBezTo>
                  <a:pt x="927" y="0"/>
                  <a:pt x="927" y="0"/>
                  <a:pt x="927" y="0"/>
                </a:cubicBezTo>
              </a:path>
            </a:pathLst>
          </a:custGeom>
          <a:solidFill>
            <a:schemeClr val="accent1"/>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5" name="Freeform 11"/>
          <p:cNvSpPr>
            <a:spLocks noChangeArrowheads="1"/>
          </p:cNvSpPr>
          <p:nvPr/>
        </p:nvSpPr>
        <p:spPr>
          <a:xfrm>
            <a:off x="10345" y="4124213"/>
            <a:ext cx="4348407" cy="859367"/>
          </a:xfrm>
          <a:custGeom>
            <a:avLst/>
            <a:gdLst>
              <a:gd name="T0" fmla="*/ 114 w 996"/>
              <a:gd name="T1" fmla="*/ 0 h 197"/>
              <a:gd name="T2" fmla="*/ 0 w 996"/>
              <a:gd name="T3" fmla="*/ 1 h 197"/>
              <a:gd name="T4" fmla="*/ 0 w 996"/>
              <a:gd name="T5" fmla="*/ 66 h 197"/>
              <a:gd name="T6" fmla="*/ 112 w 996"/>
              <a:gd name="T7" fmla="*/ 65 h 197"/>
              <a:gd name="T8" fmla="*/ 515 w 996"/>
              <a:gd name="T9" fmla="*/ 84 h 197"/>
              <a:gd name="T10" fmla="*/ 985 w 996"/>
              <a:gd name="T11" fmla="*/ 197 h 197"/>
              <a:gd name="T12" fmla="*/ 996 w 996"/>
              <a:gd name="T13" fmla="*/ 134 h 197"/>
              <a:gd name="T14" fmla="*/ 518 w 996"/>
              <a:gd name="T15" fmla="*/ 19 h 197"/>
              <a:gd name="T16" fmla="*/ 114 w 996"/>
              <a:gd name="T17" fmla="*/ 0 h 1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6"/>
              <a:gd name="T28" fmla="*/ 0 h 197"/>
              <a:gd name="T29" fmla="*/ 996 w 996"/>
              <a:gd name="T30" fmla="*/ 197 h 1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6" h="197">
                <a:moveTo>
                  <a:pt x="114" y="0"/>
                </a:moveTo>
                <a:cubicBezTo>
                  <a:pt x="76" y="0"/>
                  <a:pt x="38" y="1"/>
                  <a:pt x="0" y="1"/>
                </a:cubicBezTo>
                <a:cubicBezTo>
                  <a:pt x="0" y="66"/>
                  <a:pt x="0" y="66"/>
                  <a:pt x="0" y="66"/>
                </a:cubicBezTo>
                <a:cubicBezTo>
                  <a:pt x="37" y="65"/>
                  <a:pt x="75" y="65"/>
                  <a:pt x="112" y="65"/>
                </a:cubicBezTo>
                <a:cubicBezTo>
                  <a:pt x="247" y="65"/>
                  <a:pt x="382" y="69"/>
                  <a:pt x="515" y="84"/>
                </a:cubicBezTo>
                <a:cubicBezTo>
                  <a:pt x="676" y="101"/>
                  <a:pt x="833" y="135"/>
                  <a:pt x="985" y="197"/>
                </a:cubicBezTo>
                <a:cubicBezTo>
                  <a:pt x="996" y="134"/>
                  <a:pt x="996" y="134"/>
                  <a:pt x="996" y="134"/>
                </a:cubicBezTo>
                <a:cubicBezTo>
                  <a:pt x="841" y="72"/>
                  <a:pt x="681" y="37"/>
                  <a:pt x="518" y="19"/>
                </a:cubicBezTo>
                <a:cubicBezTo>
                  <a:pt x="385" y="4"/>
                  <a:pt x="250" y="0"/>
                  <a:pt x="114" y="0"/>
                </a:cubicBezTo>
              </a:path>
            </a:pathLst>
          </a:custGeom>
          <a:solidFill>
            <a:schemeClr val="accent2"/>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6" name="Freeform 12"/>
          <p:cNvSpPr>
            <a:spLocks noChangeArrowheads="1"/>
          </p:cNvSpPr>
          <p:nvPr/>
        </p:nvSpPr>
        <p:spPr>
          <a:xfrm>
            <a:off x="10347" y="4526380"/>
            <a:ext cx="4117762" cy="1286933"/>
          </a:xfrm>
          <a:custGeom>
            <a:avLst/>
            <a:gdLst>
              <a:gd name="T0" fmla="*/ 33 w 943"/>
              <a:gd name="T1" fmla="*/ 0 h 295"/>
              <a:gd name="T2" fmla="*/ 0 w 943"/>
              <a:gd name="T3" fmla="*/ 0 h 295"/>
              <a:gd name="T4" fmla="*/ 0 w 943"/>
              <a:gd name="T5" fmla="*/ 64 h 295"/>
              <a:gd name="T6" fmla="*/ 33 w 943"/>
              <a:gd name="T7" fmla="*/ 64 h 295"/>
              <a:gd name="T8" fmla="*/ 518 w 943"/>
              <a:gd name="T9" fmla="*/ 119 h 295"/>
              <a:gd name="T10" fmla="*/ 927 w 943"/>
              <a:gd name="T11" fmla="*/ 295 h 295"/>
              <a:gd name="T12" fmla="*/ 943 w 943"/>
              <a:gd name="T13" fmla="*/ 236 h 295"/>
              <a:gd name="T14" fmla="*/ 525 w 943"/>
              <a:gd name="T15" fmla="*/ 56 h 295"/>
              <a:gd name="T16" fmla="*/ 33 w 943"/>
              <a:gd name="T17" fmla="*/ 0 h 2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3"/>
              <a:gd name="T28" fmla="*/ 0 h 295"/>
              <a:gd name="T29" fmla="*/ 943 w 943"/>
              <a:gd name="T30" fmla="*/ 295 h 2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3" h="295">
                <a:moveTo>
                  <a:pt x="33" y="0"/>
                </a:moveTo>
                <a:cubicBezTo>
                  <a:pt x="22" y="0"/>
                  <a:pt x="11" y="0"/>
                  <a:pt x="0" y="0"/>
                </a:cubicBezTo>
                <a:cubicBezTo>
                  <a:pt x="0" y="64"/>
                  <a:pt x="0" y="64"/>
                  <a:pt x="0" y="64"/>
                </a:cubicBezTo>
                <a:cubicBezTo>
                  <a:pt x="11" y="64"/>
                  <a:pt x="22" y="64"/>
                  <a:pt x="33" y="64"/>
                </a:cubicBezTo>
                <a:cubicBezTo>
                  <a:pt x="195" y="64"/>
                  <a:pt x="360" y="80"/>
                  <a:pt x="518" y="119"/>
                </a:cubicBezTo>
                <a:cubicBezTo>
                  <a:pt x="662" y="155"/>
                  <a:pt x="801" y="212"/>
                  <a:pt x="927" y="295"/>
                </a:cubicBezTo>
                <a:cubicBezTo>
                  <a:pt x="943" y="236"/>
                  <a:pt x="943" y="236"/>
                  <a:pt x="943" y="236"/>
                </a:cubicBezTo>
                <a:cubicBezTo>
                  <a:pt x="814" y="150"/>
                  <a:pt x="672" y="93"/>
                  <a:pt x="525" y="56"/>
                </a:cubicBezTo>
                <a:cubicBezTo>
                  <a:pt x="364" y="15"/>
                  <a:pt x="197" y="0"/>
                  <a:pt x="33" y="0"/>
                </a:cubicBezTo>
              </a:path>
            </a:pathLst>
          </a:custGeom>
          <a:solidFill>
            <a:schemeClr val="accent1"/>
          </a:solidFill>
          <a:ln>
            <a:noFill/>
          </a:ln>
          <a:effectLst/>
          <a:scene3d>
            <a:camera prst="orthographicFront">
              <a:rot lat="0" lon="0" rev="0"/>
            </a:camera>
            <a:lightRig rig="contrasting" dir="t">
              <a:rot lat="0" lon="0" rev="1500000"/>
            </a:lightRig>
          </a:scene3d>
          <a:sp3d prstMaterial="metal">
            <a:bevelT w="0" h="0"/>
          </a:sp3d>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1218565"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2135"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2" name="矩形 61"/>
          <p:cNvSpPr>
            <a:spLocks noChangeArrowheads="1"/>
          </p:cNvSpPr>
          <p:nvPr/>
        </p:nvSpPr>
        <p:spPr>
          <a:xfrm>
            <a:off x="4904684" y="1529180"/>
            <a:ext cx="565610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3" name="矩形 62"/>
          <p:cNvSpPr>
            <a:spLocks noChangeArrowheads="1"/>
          </p:cNvSpPr>
          <p:nvPr/>
        </p:nvSpPr>
        <p:spPr>
          <a:xfrm>
            <a:off x="5289800" y="2496498"/>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4" name="矩形 63"/>
          <p:cNvSpPr>
            <a:spLocks noChangeArrowheads="1"/>
          </p:cNvSpPr>
          <p:nvPr/>
        </p:nvSpPr>
        <p:spPr>
          <a:xfrm>
            <a:off x="5289800" y="3506147"/>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5" name="矩形 64"/>
          <p:cNvSpPr>
            <a:spLocks noChangeArrowheads="1"/>
          </p:cNvSpPr>
          <p:nvPr/>
        </p:nvSpPr>
        <p:spPr>
          <a:xfrm>
            <a:off x="5289800" y="4550789"/>
            <a:ext cx="527099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66" name="矩形 65"/>
          <p:cNvSpPr>
            <a:spLocks noChangeArrowheads="1"/>
          </p:cNvSpPr>
          <p:nvPr/>
        </p:nvSpPr>
        <p:spPr>
          <a:xfrm>
            <a:off x="4944230" y="5510895"/>
            <a:ext cx="55249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just" defTabSz="1218565"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在这里输入内容文本在这里输入内容文本在这里输入内容文本在这里输入内容文本在这里输入内容文本</a:t>
            </a:r>
          </a:p>
        </p:txBody>
      </p:sp>
      <p:sp>
        <p:nvSpPr>
          <p:cNvPr id="2" name="椭圆 1"/>
          <p:cNvSpPr/>
          <p:nvPr/>
        </p:nvSpPr>
        <p:spPr>
          <a:xfrm>
            <a:off x="4257841" y="1795928"/>
            <a:ext cx="335896" cy="336000"/>
          </a:xfrm>
          <a:prstGeom prst="ellipse">
            <a:avLst/>
          </a:prstGeom>
          <a:solidFill>
            <a:schemeClr val="accent1"/>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7" name="椭圆 66"/>
          <p:cNvSpPr/>
          <p:nvPr/>
        </p:nvSpPr>
        <p:spPr>
          <a:xfrm>
            <a:off x="4492718" y="2673833"/>
            <a:ext cx="335896" cy="336000"/>
          </a:xfrm>
          <a:prstGeom prst="ellipse">
            <a:avLst/>
          </a:prstGeom>
          <a:solidFill>
            <a:schemeClr val="accent2"/>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8" name="椭圆 67"/>
          <p:cNvSpPr/>
          <p:nvPr/>
        </p:nvSpPr>
        <p:spPr>
          <a:xfrm>
            <a:off x="4608331" y="3683484"/>
            <a:ext cx="335896" cy="336000"/>
          </a:xfrm>
          <a:prstGeom prst="ellipse">
            <a:avLst/>
          </a:prstGeom>
          <a:solidFill>
            <a:schemeClr val="accent3"/>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3</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9" name="椭圆 68"/>
          <p:cNvSpPr/>
          <p:nvPr/>
        </p:nvSpPr>
        <p:spPr>
          <a:xfrm>
            <a:off x="4524881" y="4721714"/>
            <a:ext cx="335896" cy="336000"/>
          </a:xfrm>
          <a:prstGeom prst="ellipse">
            <a:avLst/>
          </a:prstGeom>
          <a:solidFill>
            <a:schemeClr val="accent4"/>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4</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0" name="椭圆 69"/>
          <p:cNvSpPr/>
          <p:nvPr/>
        </p:nvSpPr>
        <p:spPr>
          <a:xfrm>
            <a:off x="4292543" y="5540265"/>
            <a:ext cx="335896" cy="336000"/>
          </a:xfrm>
          <a:prstGeom prst="ellipse">
            <a:avLst/>
          </a:prstGeom>
          <a:solidFill>
            <a:schemeClr val="accent1"/>
          </a:solidFill>
          <a:ln>
            <a:noFill/>
          </a:ln>
          <a:effectLst/>
          <a:scene3d>
            <a:camera prst="orthographicFront">
              <a:rot lat="0" lon="0" rev="0"/>
            </a:camera>
            <a:lightRig rig="glow" dir="t">
              <a:rot lat="0" lon="0" rev="4800000"/>
            </a:lightRig>
          </a:scene3d>
          <a:sp3d prstMaterial="matte">
            <a:bevelT w="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5</a:t>
            </a: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 name="椭圆 2"/>
          <p:cNvSpPr/>
          <p:nvPr/>
        </p:nvSpPr>
        <p:spPr>
          <a:xfrm>
            <a:off x="12336649" y="-219406"/>
            <a:ext cx="191962" cy="192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4014" y="2815685"/>
            <a:ext cx="4603971" cy="1189726"/>
            <a:chOff x="4949782" y="2815685"/>
            <a:chExt cx="4603971" cy="1189726"/>
          </a:xfrm>
        </p:grpSpPr>
        <p:sp>
          <p:nvSpPr>
            <p:cNvPr id="3" name="MH_Other_1"/>
            <p:cNvSpPr/>
            <p:nvPr>
              <p:custDataLst>
                <p:tags r:id="rId1"/>
              </p:custDataLst>
            </p:nvPr>
          </p:nvSpPr>
          <p:spPr>
            <a:xfrm>
              <a:off x="4949782" y="2815685"/>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03</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431934" y="2979795"/>
              <a:ext cx="3121819" cy="368935"/>
            </a:xfrm>
            <a:prstGeom prst="rect">
              <a:avLst/>
            </a:prstGeom>
          </p:spPr>
          <p:txBody>
            <a:bodyPr wrap="square" lIns="0" tIns="0" rIns="0" bIns="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成功项目展示</a:t>
              </a:r>
              <a:endParaRPr kumimoji="0" lang="en-US" altLang="zh-CN"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sp>
          <p:nvSpPr>
            <p:cNvPr id="5" name="TextBox 11"/>
            <p:cNvSpPr txBox="1"/>
            <p:nvPr/>
          </p:nvSpPr>
          <p:spPr>
            <a:xfrm>
              <a:off x="6356502" y="3438774"/>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763222" y="3438774"/>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356502" y="37004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763222" y="3700427"/>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1"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a:xfrm>
            <a:off x="1553697" y="1390263"/>
            <a:ext cx="3370119" cy="3976239"/>
          </a:xfrm>
          <a:custGeom>
            <a:avLst/>
            <a:gdLst>
              <a:gd name="connsiteX0" fmla="*/ 0 w 3429024"/>
              <a:gd name="connsiteY0" fmla="*/ 1714512 h 3429024"/>
              <a:gd name="connsiteX1" fmla="*/ 502171 w 3429024"/>
              <a:gd name="connsiteY1" fmla="*/ 502169 h 3429024"/>
              <a:gd name="connsiteX2" fmla="*/ 1714515 w 3429024"/>
              <a:gd name="connsiteY2" fmla="*/ 2 h 3429024"/>
              <a:gd name="connsiteX3" fmla="*/ 2926858 w 3429024"/>
              <a:gd name="connsiteY3" fmla="*/ 502173 h 3429024"/>
              <a:gd name="connsiteX4" fmla="*/ 3429025 w 3429024"/>
              <a:gd name="connsiteY4" fmla="*/ 1714517 h 3429024"/>
              <a:gd name="connsiteX5" fmla="*/ 2926856 w 3429024"/>
              <a:gd name="connsiteY5" fmla="*/ 2926860 h 3429024"/>
              <a:gd name="connsiteX6" fmla="*/ 1714512 w 3429024"/>
              <a:gd name="connsiteY6" fmla="*/ 3429029 h 3429024"/>
              <a:gd name="connsiteX7" fmla="*/ 502169 w 3429024"/>
              <a:gd name="connsiteY7" fmla="*/ 2926859 h 3429024"/>
              <a:gd name="connsiteX8" fmla="*/ 1 w 3429024"/>
              <a:gd name="connsiteY8" fmla="*/ 1714515 h 3429024"/>
              <a:gd name="connsiteX9" fmla="*/ 0 w 3429024"/>
              <a:gd name="connsiteY9" fmla="*/ 1714512 h 3429024"/>
              <a:gd name="connsiteX0dup0" fmla="*/ 0 w 3429026"/>
              <a:gd name="connsiteY0dup0" fmla="*/ 1714511 h 4143384"/>
              <a:gd name="connsiteX1dup0" fmla="*/ 502171 w 3429026"/>
              <a:gd name="connsiteY1dup0" fmla="*/ 502168 h 4143384"/>
              <a:gd name="connsiteX2dup0" fmla="*/ 1714515 w 3429026"/>
              <a:gd name="connsiteY2dup0" fmla="*/ 1 h 4143384"/>
              <a:gd name="connsiteX3dup0" fmla="*/ 2926858 w 3429026"/>
              <a:gd name="connsiteY3dup0" fmla="*/ 502172 h 4143384"/>
              <a:gd name="connsiteX4dup0" fmla="*/ 3429025 w 3429026"/>
              <a:gd name="connsiteY4dup0" fmla="*/ 1714516 h 4143384"/>
              <a:gd name="connsiteX5dup0" fmla="*/ 2926856 w 3429026"/>
              <a:gd name="connsiteY5dup0" fmla="*/ 2926859 h 4143384"/>
              <a:gd name="connsiteX6dup0" fmla="*/ 1714512 w 3429026"/>
              <a:gd name="connsiteY6dup0" fmla="*/ 4143384 h 4143384"/>
              <a:gd name="connsiteX7dup0" fmla="*/ 502169 w 3429026"/>
              <a:gd name="connsiteY7dup0" fmla="*/ 2926858 h 4143384"/>
              <a:gd name="connsiteX8dup0" fmla="*/ 1 w 3429026"/>
              <a:gd name="connsiteY8dup0" fmla="*/ 1714514 h 4143384"/>
              <a:gd name="connsiteX9dup0" fmla="*/ 0 w 3429026"/>
              <a:gd name="connsiteY9dup0" fmla="*/ 1714511 h 4143384"/>
              <a:gd name="connsiteX0dup0dup1" fmla="*/ 0 w 3429026"/>
              <a:gd name="connsiteY0dup0dup1" fmla="*/ 1714511 h 4143384"/>
              <a:gd name="connsiteX1dup0dup1" fmla="*/ 502171 w 3429026"/>
              <a:gd name="connsiteY1dup0dup1" fmla="*/ 502168 h 4143384"/>
              <a:gd name="connsiteX2dup0dup1" fmla="*/ 1714515 w 3429026"/>
              <a:gd name="connsiteY2dup0dup1" fmla="*/ 1 h 4143384"/>
              <a:gd name="connsiteX3dup0dup1" fmla="*/ 2926858 w 3429026"/>
              <a:gd name="connsiteY3dup0dup1" fmla="*/ 502172 h 4143384"/>
              <a:gd name="connsiteX4dup0dup1" fmla="*/ 3429025 w 3429026"/>
              <a:gd name="connsiteY4dup0dup1" fmla="*/ 1714516 h 4143384"/>
              <a:gd name="connsiteX5dup0dup1" fmla="*/ 2926856 w 3429026"/>
              <a:gd name="connsiteY5dup0dup1" fmla="*/ 2926859 h 4143384"/>
              <a:gd name="connsiteX6dup0dup1" fmla="*/ 1714512 w 3429026"/>
              <a:gd name="connsiteY6dup0dup1" fmla="*/ 4143384 h 4143384"/>
              <a:gd name="connsiteX7dup0dup1" fmla="*/ 502169 w 3429026"/>
              <a:gd name="connsiteY7dup0dup1" fmla="*/ 2926858 h 4143384"/>
              <a:gd name="connsiteX8dup0dup1" fmla="*/ 1 w 3429026"/>
              <a:gd name="connsiteY8dup0dup1" fmla="*/ 1714514 h 4143384"/>
              <a:gd name="connsiteX9dup0dup1" fmla="*/ 0 w 3429026"/>
              <a:gd name="connsiteY9dup0dup1" fmla="*/ 1714511 h 4143384"/>
              <a:gd name="connsiteX0dup0dup1dup2" fmla="*/ 0 w 3429026"/>
              <a:gd name="connsiteY0dup0dup1dup2" fmla="*/ 1714511 h 4143384"/>
              <a:gd name="connsiteX1dup0dup1dup2" fmla="*/ 502171 w 3429026"/>
              <a:gd name="connsiteY1dup0dup1dup2" fmla="*/ 502168 h 4143384"/>
              <a:gd name="connsiteX2dup0dup1dup2" fmla="*/ 1714515 w 3429026"/>
              <a:gd name="connsiteY2dup0dup1dup2" fmla="*/ 1 h 4143384"/>
              <a:gd name="connsiteX3dup0dup1dup2" fmla="*/ 2926858 w 3429026"/>
              <a:gd name="connsiteY3dup0dup1dup2" fmla="*/ 502172 h 4143384"/>
              <a:gd name="connsiteX4dup0dup1dup2" fmla="*/ 3429025 w 3429026"/>
              <a:gd name="connsiteY4dup0dup1dup2" fmla="*/ 1714516 h 4143384"/>
              <a:gd name="connsiteX5dup0dup1dup2" fmla="*/ 2926856 w 3429026"/>
              <a:gd name="connsiteY5dup0dup1dup2" fmla="*/ 2926859 h 4143384"/>
              <a:gd name="connsiteX6dup0dup1dup2" fmla="*/ 1714512 w 3429026"/>
              <a:gd name="connsiteY6dup0dup1dup2" fmla="*/ 4143384 h 4143384"/>
              <a:gd name="connsiteX7dup0dup1dup2" fmla="*/ 502169 w 3429026"/>
              <a:gd name="connsiteY7dup0dup1dup2" fmla="*/ 2926858 h 4143384"/>
              <a:gd name="connsiteX8dup0dup1dup2" fmla="*/ 1 w 3429026"/>
              <a:gd name="connsiteY8dup0dup1dup2" fmla="*/ 1714514 h 4143384"/>
              <a:gd name="connsiteX9dup0dup1dup2" fmla="*/ 0 w 3429026"/>
              <a:gd name="connsiteY9dup0dup1dup2" fmla="*/ 1714511 h 4143384"/>
              <a:gd name="connsiteX0dup0dup1dup2dup3" fmla="*/ 0 w 3429026"/>
              <a:gd name="connsiteY0dup0dup1dup2dup3" fmla="*/ 1714511 h 4143384"/>
              <a:gd name="connsiteX1dup0dup1dup2dup3" fmla="*/ 502171 w 3429026"/>
              <a:gd name="connsiteY1dup0dup1dup2dup3" fmla="*/ 502168 h 4143384"/>
              <a:gd name="connsiteX2dup0dup1dup2dup3" fmla="*/ 1714515 w 3429026"/>
              <a:gd name="connsiteY2dup0dup1dup2dup3" fmla="*/ 1 h 4143384"/>
              <a:gd name="connsiteX3dup0dup1dup2dup3" fmla="*/ 2926858 w 3429026"/>
              <a:gd name="connsiteY3dup0dup1dup2dup3" fmla="*/ 502172 h 4143384"/>
              <a:gd name="connsiteX4dup0dup1dup2dup3" fmla="*/ 3429025 w 3429026"/>
              <a:gd name="connsiteY4dup0dup1dup2dup3" fmla="*/ 1714516 h 4143384"/>
              <a:gd name="connsiteX5dup0dup1dup2dup3" fmla="*/ 2926856 w 3429026"/>
              <a:gd name="connsiteY5dup0dup1dup2dup3" fmla="*/ 2926859 h 4143384"/>
              <a:gd name="connsiteX6dup0dup1dup2dup3" fmla="*/ 1714512 w 3429026"/>
              <a:gd name="connsiteY6dup0dup1dup2dup3" fmla="*/ 4143384 h 4143384"/>
              <a:gd name="connsiteX7dup0dup1dup2dup3" fmla="*/ 502169 w 3429026"/>
              <a:gd name="connsiteY7dup0dup1dup2dup3" fmla="*/ 2926858 h 4143384"/>
              <a:gd name="connsiteX8dup0dup1dup2dup3" fmla="*/ 1 w 3429026"/>
              <a:gd name="connsiteY8dup0dup1dup2dup3" fmla="*/ 1714514 h 4143384"/>
              <a:gd name="connsiteX9dup0dup1dup2dup3" fmla="*/ 0 w 3429026"/>
              <a:gd name="connsiteY9dup0dup1dup2dup3" fmla="*/ 1714511 h 4143384"/>
              <a:gd name="connsiteX0dup0dup1dup2dup3dup4" fmla="*/ 0 w 3429026"/>
              <a:gd name="connsiteY0dup0dup1dup2dup3dup4" fmla="*/ 1714511 h 4168108"/>
              <a:gd name="connsiteX1dup0dup1dup2dup3dup4" fmla="*/ 502171 w 3429026"/>
              <a:gd name="connsiteY1dup0dup1dup2dup3dup4" fmla="*/ 502168 h 4168108"/>
              <a:gd name="connsiteX2dup0dup1dup2dup3dup4" fmla="*/ 1714515 w 3429026"/>
              <a:gd name="connsiteY2dup0dup1dup2dup3dup4" fmla="*/ 1 h 4168108"/>
              <a:gd name="connsiteX3dup0dup1dup2dup3dup4" fmla="*/ 2926858 w 3429026"/>
              <a:gd name="connsiteY3dup0dup1dup2dup3dup4" fmla="*/ 502172 h 4168108"/>
              <a:gd name="connsiteX4dup0dup1dup2dup3dup4" fmla="*/ 3429025 w 3429026"/>
              <a:gd name="connsiteY4dup0dup1dup2dup3dup4" fmla="*/ 1714516 h 4168108"/>
              <a:gd name="connsiteX5dup0dup1dup2dup3dup4" fmla="*/ 2926856 w 3429026"/>
              <a:gd name="connsiteY5dup0dup1dup2dup3dup4" fmla="*/ 2926859 h 4168108"/>
              <a:gd name="connsiteX6dup0dup1dup2dup3dup4" fmla="*/ 1714512 w 3429026"/>
              <a:gd name="connsiteY6dup0dup1dup2dup3dup4" fmla="*/ 4143384 h 4168108"/>
              <a:gd name="connsiteX7dup0dup1dup2dup3dup4" fmla="*/ 502169 w 3429026"/>
              <a:gd name="connsiteY7dup0dup1dup2dup3dup4" fmla="*/ 2926858 h 4168108"/>
              <a:gd name="connsiteX8dup0dup1dup2dup3dup4" fmla="*/ 1 w 3429026"/>
              <a:gd name="connsiteY8dup0dup1dup2dup3dup4" fmla="*/ 1714514 h 4168108"/>
              <a:gd name="connsiteX9dup0dup1dup2dup3dup4" fmla="*/ 0 w 3429026"/>
              <a:gd name="connsiteY9dup0dup1dup2dup3dup4" fmla="*/ 1714511 h 4168108"/>
              <a:gd name="connsiteX0dup0dup1dup2dup3dup4dup5" fmla="*/ 0 w 3429026"/>
              <a:gd name="connsiteY0dup0dup1dup2dup3dup4dup5" fmla="*/ 1714511 h 4271910"/>
              <a:gd name="connsiteX1dup0dup1dup2dup3dup4dup5" fmla="*/ 502171 w 3429026"/>
              <a:gd name="connsiteY1dup0dup1dup2dup3dup4dup5" fmla="*/ 502168 h 4271910"/>
              <a:gd name="connsiteX2dup0dup1dup2dup3dup4dup5" fmla="*/ 1714515 w 3429026"/>
              <a:gd name="connsiteY2dup0dup1dup2dup3dup4dup5" fmla="*/ 1 h 4271910"/>
              <a:gd name="connsiteX3dup0dup1dup2dup3dup4dup5" fmla="*/ 2926858 w 3429026"/>
              <a:gd name="connsiteY3dup0dup1dup2dup3dup4dup5" fmla="*/ 502172 h 4271910"/>
              <a:gd name="connsiteX4dup0dup1dup2dup3dup4dup5" fmla="*/ 3429025 w 3429026"/>
              <a:gd name="connsiteY4dup0dup1dup2dup3dup4dup5" fmla="*/ 1714516 h 4271910"/>
              <a:gd name="connsiteX5dup0dup1dup2dup3dup4dup5" fmla="*/ 2926856 w 3429026"/>
              <a:gd name="connsiteY5dup0dup1dup2dup3dup4dup5" fmla="*/ 2926859 h 4271910"/>
              <a:gd name="connsiteX6dup0dup1dup2dup3dup4dup5" fmla="*/ 1714512 w 3429026"/>
              <a:gd name="connsiteY6dup0dup1dup2dup3dup4dup5" fmla="*/ 4143384 h 4271910"/>
              <a:gd name="connsiteX7dup0dup1dup2dup3dup4dup5" fmla="*/ 502169 w 3429026"/>
              <a:gd name="connsiteY7dup0dup1dup2dup3dup4dup5" fmla="*/ 2926858 h 4271910"/>
              <a:gd name="connsiteX8dup0dup1dup2dup3dup4dup5" fmla="*/ 1 w 3429026"/>
              <a:gd name="connsiteY8dup0dup1dup2dup3dup4dup5" fmla="*/ 1714514 h 4271910"/>
              <a:gd name="connsiteX9dup0dup1dup2dup3dup4dup5" fmla="*/ 0 w 3429026"/>
              <a:gd name="connsiteY9dup0dup1dup2dup3dup4dup5" fmla="*/ 1714511 h 4271910"/>
              <a:gd name="connsiteX0dup0dup1dup2dup3dup4dup5dup6" fmla="*/ 0 w 3429026"/>
              <a:gd name="connsiteY0dup0dup1dup2dup3dup4dup5dup6" fmla="*/ 1714511 h 4271910"/>
              <a:gd name="connsiteX1dup0dup1dup2dup3dup4dup5dup6" fmla="*/ 502171 w 3429026"/>
              <a:gd name="connsiteY1dup0dup1dup2dup3dup4dup5dup6" fmla="*/ 502168 h 4271910"/>
              <a:gd name="connsiteX2dup0dup1dup2dup3dup4dup5dup6" fmla="*/ 1714515 w 3429026"/>
              <a:gd name="connsiteY2dup0dup1dup2dup3dup4dup5dup6" fmla="*/ 1 h 4271910"/>
              <a:gd name="connsiteX3dup0dup1dup2dup3dup4dup5dup6" fmla="*/ 2926858 w 3429026"/>
              <a:gd name="connsiteY3dup0dup1dup2dup3dup4dup5dup6" fmla="*/ 502172 h 4271910"/>
              <a:gd name="connsiteX4dup0dup1dup2dup3dup4dup5dup6" fmla="*/ 3429025 w 3429026"/>
              <a:gd name="connsiteY4dup0dup1dup2dup3dup4dup5dup6" fmla="*/ 1714516 h 4271910"/>
              <a:gd name="connsiteX5dup0dup1dup2dup3dup4dup5dup6" fmla="*/ 2926856 w 3429026"/>
              <a:gd name="connsiteY5dup0dup1dup2dup3dup4dup5dup6" fmla="*/ 2926859 h 4271910"/>
              <a:gd name="connsiteX6dup0dup1dup2dup3dup4dup5dup6" fmla="*/ 1714512 w 3429026"/>
              <a:gd name="connsiteY6dup0dup1dup2dup3dup4dup5dup6" fmla="*/ 4143384 h 4271910"/>
              <a:gd name="connsiteX7dup0dup1dup2dup3dup4dup5dup6" fmla="*/ 502169 w 3429026"/>
              <a:gd name="connsiteY7dup0dup1dup2dup3dup4dup5dup6" fmla="*/ 2926858 h 4271910"/>
              <a:gd name="connsiteX8dup0dup1dup2dup3dup4dup5dup6" fmla="*/ 1 w 3429026"/>
              <a:gd name="connsiteY8dup0dup1dup2dup3dup4dup5dup6" fmla="*/ 1714514 h 4271910"/>
              <a:gd name="connsiteX9dup0dup1dup2dup3dup4dup5dup6" fmla="*/ 0 w 3429026"/>
              <a:gd name="connsiteY9dup0dup1dup2dup3dup4dup5dup6" fmla="*/ 1714511 h 4271910"/>
              <a:gd name="connsiteX0dup0dup1dup2dup3dup4dup5dup6dup7" fmla="*/ 0 w 3429026"/>
              <a:gd name="connsiteY0dup0dup1dup2dup3dup4dup5dup6dup7" fmla="*/ 1714511 h 4271910"/>
              <a:gd name="connsiteX1dup0dup1dup2dup3dup4dup5dup6dup7" fmla="*/ 502171 w 3429026"/>
              <a:gd name="connsiteY1dup0dup1dup2dup3dup4dup5dup6dup7" fmla="*/ 502168 h 4271910"/>
              <a:gd name="connsiteX2dup0dup1dup2dup3dup4dup5dup6dup7" fmla="*/ 1714515 w 3429026"/>
              <a:gd name="connsiteY2dup0dup1dup2dup3dup4dup5dup6dup7" fmla="*/ 1 h 4271910"/>
              <a:gd name="connsiteX3dup0dup1dup2dup3dup4dup5dup6dup7" fmla="*/ 2926858 w 3429026"/>
              <a:gd name="connsiteY3dup0dup1dup2dup3dup4dup5dup6dup7" fmla="*/ 502172 h 4271910"/>
              <a:gd name="connsiteX4dup0dup1dup2dup3dup4dup5dup6dup7" fmla="*/ 3429025 w 3429026"/>
              <a:gd name="connsiteY4dup0dup1dup2dup3dup4dup5dup6dup7" fmla="*/ 1714516 h 4271910"/>
              <a:gd name="connsiteX5dup0dup1dup2dup3dup4dup5dup6dup7" fmla="*/ 2926856 w 3429026"/>
              <a:gd name="connsiteY5dup0dup1dup2dup3dup4dup5dup6dup7" fmla="*/ 2926859 h 4271910"/>
              <a:gd name="connsiteX6dup0dup1dup2dup3dup4dup5dup6dup7" fmla="*/ 1714512 w 3429026"/>
              <a:gd name="connsiteY6dup0dup1dup2dup3dup4dup5dup6dup7" fmla="*/ 4143384 h 4271910"/>
              <a:gd name="connsiteX7dup0dup1dup2dup3dup4dup5dup6dup7" fmla="*/ 716451 w 3429026"/>
              <a:gd name="connsiteY7dup0dup1dup2dup3dup4dup5dup6dup7" fmla="*/ 2926858 h 4271910"/>
              <a:gd name="connsiteX8dup0dup1dup2dup3dup4dup5dup6dup7" fmla="*/ 1 w 3429026"/>
              <a:gd name="connsiteY8dup0dup1dup2dup3dup4dup5dup6dup7" fmla="*/ 1714514 h 4271910"/>
              <a:gd name="connsiteX9dup0dup1dup2dup3dup4dup5dup6dup7" fmla="*/ 0 w 3429026"/>
              <a:gd name="connsiteY9dup0dup1dup2dup3dup4dup5dup6dup7" fmla="*/ 1714511 h 4271910"/>
              <a:gd name="connsiteX0dup0dup1dup2dup3dup4dup5dup6dup7dup8" fmla="*/ 0 w 3429026"/>
              <a:gd name="connsiteY0dup0dup1dup2dup3dup4dup5dup6dup7dup8" fmla="*/ 1714511 h 4271910"/>
              <a:gd name="connsiteX1dup0dup1dup2dup3dup4dup5dup6dup7dup8" fmla="*/ 502171 w 3429026"/>
              <a:gd name="connsiteY1dup0dup1dup2dup3dup4dup5dup6dup7dup8" fmla="*/ 502168 h 4271910"/>
              <a:gd name="connsiteX2dup0dup1dup2dup3dup4dup5dup6dup7dup8" fmla="*/ 1714515 w 3429026"/>
              <a:gd name="connsiteY2dup0dup1dup2dup3dup4dup5dup6dup7dup8" fmla="*/ 1 h 4271910"/>
              <a:gd name="connsiteX3dup0dup1dup2dup3dup4dup5dup6dup7dup8" fmla="*/ 2926858 w 3429026"/>
              <a:gd name="connsiteY3dup0dup1dup2dup3dup4dup5dup6dup7dup8" fmla="*/ 502172 h 4271910"/>
              <a:gd name="connsiteX4dup0dup1dup2dup3dup4dup5dup6dup7dup8" fmla="*/ 3429025 w 3429026"/>
              <a:gd name="connsiteY4dup0dup1dup2dup3dup4dup5dup6dup7dup8" fmla="*/ 1714516 h 4271910"/>
              <a:gd name="connsiteX5dup0dup1dup2dup3dup4dup5dup6dup7dup8" fmla="*/ 2712510 w 3429026"/>
              <a:gd name="connsiteY5dup0dup1dup2dup3dup4dup5dup6dup7dup8" fmla="*/ 2926859 h 4271910"/>
              <a:gd name="connsiteX6dup0dup1dup2dup3dup4dup5dup6dup7dup8" fmla="*/ 1714512 w 3429026"/>
              <a:gd name="connsiteY6dup0dup1dup2dup3dup4dup5dup6dup7dup8" fmla="*/ 4143384 h 4271910"/>
              <a:gd name="connsiteX7dup0dup1dup2dup3dup4dup5dup6dup7dup8" fmla="*/ 716451 w 3429026"/>
              <a:gd name="connsiteY7dup0dup1dup2dup3dup4dup5dup6dup7dup8" fmla="*/ 2926858 h 4271910"/>
              <a:gd name="connsiteX8dup0dup1dup2dup3dup4dup5dup6dup7dup8" fmla="*/ 1 w 3429026"/>
              <a:gd name="connsiteY8dup0dup1dup2dup3dup4dup5dup6dup7dup8" fmla="*/ 1714514 h 4271910"/>
              <a:gd name="connsiteX9dup0dup1dup2dup3dup4dup5dup6dup7dup8" fmla="*/ 0 w 3429026"/>
              <a:gd name="connsiteY9dup0dup1dup2dup3dup4dup5dup6dup7dup8" fmla="*/ 1714511 h 4271910"/>
              <a:gd name="connsiteX0dup0dup1dup2dup3dup4dup5dup6dup7dup8dup9" fmla="*/ 0 w 3429026"/>
              <a:gd name="connsiteY0dup0dup1dup2dup3dup4dup5dup6dup7dup8dup9" fmla="*/ 1714511 h 4271910"/>
              <a:gd name="connsiteX1dup0dup1dup2dup3dup4dup5dup6dup7dup8dup9" fmla="*/ 502171 w 3429026"/>
              <a:gd name="connsiteY1dup0dup1dup2dup3dup4dup5dup6dup7dup8dup9" fmla="*/ 502168 h 4271910"/>
              <a:gd name="connsiteX2dup0dup1dup2dup3dup4dup5dup6dup7dup8dup9" fmla="*/ 1714515 w 3429026"/>
              <a:gd name="connsiteY2dup0dup1dup2dup3dup4dup5dup6dup7dup8dup9" fmla="*/ 1 h 4271910"/>
              <a:gd name="connsiteX3dup0dup1dup2dup3dup4dup5dup6dup7dup8dup9" fmla="*/ 2926858 w 3429026"/>
              <a:gd name="connsiteY3dup0dup1dup2dup3dup4dup5dup6dup7dup8dup9" fmla="*/ 502172 h 4271910"/>
              <a:gd name="connsiteX4dup0dup1dup2dup3dup4dup5dup6dup7dup8dup9" fmla="*/ 3429025 w 3429026"/>
              <a:gd name="connsiteY4dup0dup1dup2dup3dup4dup5dup6dup7dup8dup9" fmla="*/ 1714516 h 4271910"/>
              <a:gd name="connsiteX5dup0dup1dup2dup3dup4dup5dup6dup7dup8dup9" fmla="*/ 2712510 w 3429026"/>
              <a:gd name="connsiteY5dup0dup1dup2dup3dup4dup5dup6dup7dup8dup9" fmla="*/ 2926859 h 4271910"/>
              <a:gd name="connsiteX6dup0dup1dup2dup3dup4dup5dup6dup7dup8dup9" fmla="*/ 1714512 w 3429026"/>
              <a:gd name="connsiteY6dup0dup1dup2dup3dup4dup5dup6dup7dup8dup9" fmla="*/ 4143384 h 4271910"/>
              <a:gd name="connsiteX7dup0dup1dup2dup3dup4dup5dup6dup7dup8dup9" fmla="*/ 716451 w 3429026"/>
              <a:gd name="connsiteY7dup0dup1dup2dup3dup4dup5dup6dup7dup8dup9" fmla="*/ 2926858 h 4271910"/>
              <a:gd name="connsiteX8dup0dup1dup2dup3dup4dup5dup6dup7dup8dup9" fmla="*/ 1 w 3429026"/>
              <a:gd name="connsiteY8dup0dup1dup2dup3dup4dup5dup6dup7dup8dup9" fmla="*/ 1714514 h 4271910"/>
              <a:gd name="connsiteX9dup0dup1dup2dup3dup4dup5dup6dup7dup8dup9" fmla="*/ 0 w 3429026"/>
              <a:gd name="connsiteY9dup0dup1dup2dup3dup4dup5dup6dup7dup8dup9" fmla="*/ 1714511 h 4271910"/>
              <a:gd name="connsiteX0dup0dup1dup2dup3dup4dup5dup6dup7dup8dup9dup10" fmla="*/ 0 w 3429026"/>
              <a:gd name="connsiteY0dup0dup1dup2dup3dup4dup5dup6dup7dup8dup9dup10" fmla="*/ 1714511 h 4271910"/>
              <a:gd name="connsiteX1dup0dup1dup2dup3dup4dup5dup6dup7dup8dup9dup10" fmla="*/ 502171 w 3429026"/>
              <a:gd name="connsiteY1dup0dup1dup2dup3dup4dup5dup6dup7dup8dup9dup10" fmla="*/ 502168 h 4271910"/>
              <a:gd name="connsiteX2dup0dup1dup2dup3dup4dup5dup6dup7dup8dup9dup10" fmla="*/ 1714515 w 3429026"/>
              <a:gd name="connsiteY2dup0dup1dup2dup3dup4dup5dup6dup7dup8dup9dup10" fmla="*/ 1 h 4271910"/>
              <a:gd name="connsiteX3dup0dup1dup2dup3dup4dup5dup6dup7dup8dup9dup10" fmla="*/ 2926858 w 3429026"/>
              <a:gd name="connsiteY3dup0dup1dup2dup3dup4dup5dup6dup7dup8dup9dup10" fmla="*/ 502172 h 4271910"/>
              <a:gd name="connsiteX4dup0dup1dup2dup3dup4dup5dup6dup7dup8dup9dup10" fmla="*/ 3429025 w 3429026"/>
              <a:gd name="connsiteY4dup0dup1dup2dup3dup4dup5dup6dup7dup8dup9dup10" fmla="*/ 1714516 h 4271910"/>
              <a:gd name="connsiteX5dup0dup1dup2dup3dup4dup5dup6dup7dup8dup9dup10" fmla="*/ 2712510 w 3429026"/>
              <a:gd name="connsiteY5dup0dup1dup2dup3dup4dup5dup6dup7dup8dup9dup10" fmla="*/ 2926859 h 4271910"/>
              <a:gd name="connsiteX6dup0dup1dup2dup3dup4dup5dup6dup7dup8dup9dup10" fmla="*/ 1714512 w 3429026"/>
              <a:gd name="connsiteY6dup0dup1dup2dup3dup4dup5dup6dup7dup8dup9dup10" fmla="*/ 4143384 h 4271910"/>
              <a:gd name="connsiteX7dup0dup1dup2dup3dup4dup5dup6dup7dup8dup9dup10" fmla="*/ 716451 w 3429026"/>
              <a:gd name="connsiteY7dup0dup1dup2dup3dup4dup5dup6dup7dup8dup9dup10" fmla="*/ 2926858 h 4271910"/>
              <a:gd name="connsiteX8dup0dup1dup2dup3dup4dup5dup6dup7dup8dup9dup10" fmla="*/ 1 w 3429026"/>
              <a:gd name="connsiteY8dup0dup1dup2dup3dup4dup5dup6dup7dup8dup9dup10" fmla="*/ 1714514 h 4271910"/>
              <a:gd name="connsiteX9dup0dup1dup2dup3dup4dup5dup6dup7dup8dup9dup10" fmla="*/ 0 w 3429026"/>
              <a:gd name="connsiteY9dup0dup1dup2dup3dup4dup5dup6dup7dup8dup9dup10" fmla="*/ 1714511 h 4271910"/>
              <a:gd name="connsiteX0dup0dup1dup2dup3dup4dup5dup6dup7dup8dup9dup10dup11" fmla="*/ 0 w 3429026"/>
              <a:gd name="connsiteY0dup0dup1dup2dup3dup4dup5dup6dup7dup8dup9dup10dup11" fmla="*/ 1714511 h 4271910"/>
              <a:gd name="connsiteX1dup0dup1dup2dup3dup4dup5dup6dup7dup8dup9dup10dup11" fmla="*/ 502171 w 3429026"/>
              <a:gd name="connsiteY1dup0dup1dup2dup3dup4dup5dup6dup7dup8dup9dup10dup11" fmla="*/ 502168 h 4271910"/>
              <a:gd name="connsiteX2dup0dup1dup2dup3dup4dup5dup6dup7dup8dup9dup10dup11" fmla="*/ 1714515 w 3429026"/>
              <a:gd name="connsiteY2dup0dup1dup2dup3dup4dup5dup6dup7dup8dup9dup10dup11" fmla="*/ 1 h 4271910"/>
              <a:gd name="connsiteX3dup0dup1dup2dup3dup4dup5dup6dup7dup8dup9dup10dup11" fmla="*/ 2926858 w 3429026"/>
              <a:gd name="connsiteY3dup0dup1dup2dup3dup4dup5dup6dup7dup8dup9dup10dup11" fmla="*/ 502172 h 4271910"/>
              <a:gd name="connsiteX4dup0dup1dup2dup3dup4dup5dup6dup7dup8dup9dup10dup11" fmla="*/ 3429025 w 3429026"/>
              <a:gd name="connsiteY4dup0dup1dup2dup3dup4dup5dup6dup7dup8dup9dup10dup11" fmla="*/ 1714516 h 4271910"/>
              <a:gd name="connsiteX5dup0dup1dup2dup3dup4dup5dup6dup7dup8dup9dup10dup11" fmla="*/ 2712510 w 3429026"/>
              <a:gd name="connsiteY5dup0dup1dup2dup3dup4dup5dup6dup7dup8dup9dup10dup11" fmla="*/ 2926859 h 4271910"/>
              <a:gd name="connsiteX6dup0dup1dup2dup3dup4dup5dup6dup7dup8dup9dup10dup11" fmla="*/ 1714512 w 3429026"/>
              <a:gd name="connsiteY6dup0dup1dup2dup3dup4dup5dup6dup7dup8dup9dup10dup11" fmla="*/ 4143384 h 4271910"/>
              <a:gd name="connsiteX7dup0dup1dup2dup3dup4dup5dup6dup7dup8dup9dup10dup11" fmla="*/ 594531 w 3429026"/>
              <a:gd name="connsiteY7dup0dup1dup2dup3dup4dup5dup6dup7dup8dup9dup10dup11" fmla="*/ 2957338 h 4271910"/>
              <a:gd name="connsiteX8dup0dup1dup2dup3dup4dup5dup6dup7dup8dup9dup10dup11" fmla="*/ 1 w 3429026"/>
              <a:gd name="connsiteY8dup0dup1dup2dup3dup4dup5dup6dup7dup8dup9dup10dup11" fmla="*/ 1714514 h 4271910"/>
              <a:gd name="connsiteX9dup0dup1dup2dup3dup4dup5dup6dup7dup8dup9dup10dup11" fmla="*/ 0 w 3429026"/>
              <a:gd name="connsiteY9dup0dup1dup2dup3dup4dup5dup6dup7dup8dup9dup10dup11" fmla="*/ 1714511 h 4271910"/>
              <a:gd name="connsiteX0dup0dup1dup2dup3dup4dup5dup6dup7dup8dup9dup10dup11dup12" fmla="*/ 0 w 3429026"/>
              <a:gd name="connsiteY0dup0dup1dup2dup3dup4dup5dup6dup7dup8dup9dup10dup11dup12" fmla="*/ 1714511 h 4271910"/>
              <a:gd name="connsiteX1dup0dup1dup2dup3dup4dup5dup6dup7dup8dup9dup10dup11dup12" fmla="*/ 502171 w 3429026"/>
              <a:gd name="connsiteY1dup0dup1dup2dup3dup4dup5dup6dup7dup8dup9dup10dup11dup12" fmla="*/ 502168 h 4271910"/>
              <a:gd name="connsiteX2dup0dup1dup2dup3dup4dup5dup6dup7dup8dup9dup10dup11dup12" fmla="*/ 1714515 w 3429026"/>
              <a:gd name="connsiteY2dup0dup1dup2dup3dup4dup5dup6dup7dup8dup9dup10dup11dup12" fmla="*/ 1 h 4271910"/>
              <a:gd name="connsiteX3dup0dup1dup2dup3dup4dup5dup6dup7dup8dup9dup10dup11dup12" fmla="*/ 2926858 w 3429026"/>
              <a:gd name="connsiteY3dup0dup1dup2dup3dup4dup5dup6dup7dup8dup9dup10dup11dup12" fmla="*/ 502172 h 4271910"/>
              <a:gd name="connsiteX4dup0dup1dup2dup3dup4dup5dup6dup7dup8dup9dup10dup11dup12" fmla="*/ 3429025 w 3429026"/>
              <a:gd name="connsiteY4dup0dup1dup2dup3dup4dup5dup6dup7dup8dup9dup10dup11dup12" fmla="*/ 1714516 h 4271910"/>
              <a:gd name="connsiteX5dup0dup1dup2dup3dup4dup5dup6dup7dup8dup9dup10dup11dup12" fmla="*/ 2774416 w 3429026"/>
              <a:gd name="connsiteY5dup0dup1dup2dup3dup4dup5dup6dup7dup8dup9dup10dup11dup12" fmla="*/ 2983049 h 4271910"/>
              <a:gd name="connsiteX6dup0dup1dup2dup3dup4dup5dup6dup7dup8dup9dup10dup11dup12" fmla="*/ 1714512 w 3429026"/>
              <a:gd name="connsiteY6dup0dup1dup2dup3dup4dup5dup6dup7dup8dup9dup10dup11dup12" fmla="*/ 4143384 h 4271910"/>
              <a:gd name="connsiteX7dup0dup1dup2dup3dup4dup5dup6dup7dup8dup9dup10dup11dup12" fmla="*/ 594531 w 3429026"/>
              <a:gd name="connsiteY7dup0dup1dup2dup3dup4dup5dup6dup7dup8dup9dup10dup11dup12" fmla="*/ 2957338 h 4271910"/>
              <a:gd name="connsiteX8dup0dup1dup2dup3dup4dup5dup6dup7dup8dup9dup10dup11dup12" fmla="*/ 1 w 3429026"/>
              <a:gd name="connsiteY8dup0dup1dup2dup3dup4dup5dup6dup7dup8dup9dup10dup11dup12" fmla="*/ 1714514 h 4271910"/>
              <a:gd name="connsiteX9dup0dup1dup2dup3dup4dup5dup6dup7dup8dup9dup10dup11dup12" fmla="*/ 0 w 3429026"/>
              <a:gd name="connsiteY9dup0dup1dup2dup3dup4dup5dup6dup7dup8dup9dup10dup11dup12" fmla="*/ 1714511 h 4271910"/>
              <a:gd name="connsiteX0dup0dup1dup2dup3dup4dup5dup6dup7dup8dup9dup10dup11dup12dup13" fmla="*/ 0 w 3429026"/>
              <a:gd name="connsiteY0dup0dup1dup2dup3dup4dup5dup6dup7dup8dup9dup10dup11dup12dup13" fmla="*/ 1714511 h 4261432"/>
              <a:gd name="connsiteX1dup0dup1dup2dup3dup4dup5dup6dup7dup8dup9dup10dup11dup12dup13" fmla="*/ 502171 w 3429026"/>
              <a:gd name="connsiteY1dup0dup1dup2dup3dup4dup5dup6dup7dup8dup9dup10dup11dup12dup13" fmla="*/ 502168 h 4261432"/>
              <a:gd name="connsiteX2dup0dup1dup2dup3dup4dup5dup6dup7dup8dup9dup10dup11dup12dup13" fmla="*/ 1714515 w 3429026"/>
              <a:gd name="connsiteY2dup0dup1dup2dup3dup4dup5dup6dup7dup8dup9dup10dup11dup12dup13" fmla="*/ 1 h 4261432"/>
              <a:gd name="connsiteX3dup0dup1dup2dup3dup4dup5dup6dup7dup8dup9dup10dup11dup12dup13" fmla="*/ 2926858 w 3429026"/>
              <a:gd name="connsiteY3dup0dup1dup2dup3dup4dup5dup6dup7dup8dup9dup10dup11dup12dup13" fmla="*/ 502172 h 4261432"/>
              <a:gd name="connsiteX4dup0dup1dup2dup3dup4dup5dup6dup7dup8dup9dup10dup11dup12dup13" fmla="*/ 3429025 w 3429026"/>
              <a:gd name="connsiteY4dup0dup1dup2dup3dup4dup5dup6dup7dup8dup9dup10dup11dup12dup13" fmla="*/ 1714516 h 4261432"/>
              <a:gd name="connsiteX5dup0dup1dup2dup3dup4dup5dup6dup7dup8dup9dup10dup11dup12dup13" fmla="*/ 2774416 w 3429026"/>
              <a:gd name="connsiteY5dup0dup1dup2dup3dup4dup5dup6dup7dup8dup9dup10dup11dup12dup13" fmla="*/ 2983049 h 4261432"/>
              <a:gd name="connsiteX6dup0dup1dup2dup3dup4dup5dup6dup7dup8dup9dup10dup11dup12dup13" fmla="*/ 1714512 w 3429026"/>
              <a:gd name="connsiteY6dup0dup1dup2dup3dup4dup5dup6dup7dup8dup9dup10dup11dup12dup13" fmla="*/ 4143384 h 4261432"/>
              <a:gd name="connsiteX7dup0dup1dup2dup3dup4dup5dup6dup7dup8dup9dup10dup11dup12dup13" fmla="*/ 594531 w 3429026"/>
              <a:gd name="connsiteY7dup0dup1dup2dup3dup4dup5dup6dup7dup8dup9dup10dup11dup12dup13" fmla="*/ 2957338 h 4261432"/>
              <a:gd name="connsiteX8dup0dup1dup2dup3dup4dup5dup6dup7dup8dup9dup10dup11dup12dup13" fmla="*/ 1 w 3429026"/>
              <a:gd name="connsiteY8dup0dup1dup2dup3dup4dup5dup6dup7dup8dup9dup10dup11dup12dup13" fmla="*/ 1714514 h 4261432"/>
              <a:gd name="connsiteX9dup0dup1dup2dup3dup4dup5dup6dup7dup8dup9dup10dup11dup12dup13" fmla="*/ 0 w 3429026"/>
              <a:gd name="connsiteY9dup0dup1dup2dup3dup4dup5dup6dup7dup8dup9dup10dup11dup12dup13" fmla="*/ 1714511 h 4261432"/>
              <a:gd name="connsiteX0dup0dup1dup2dup3dup4dup5dup6dup7dup8dup9dup10dup11dup12dup13dup14" fmla="*/ 0 w 3429026"/>
              <a:gd name="connsiteY0dup0dup1dup2dup3dup4dup5dup6dup7dup8dup9dup10dup11dup12dup13dup14" fmla="*/ 1714511 h 4194740"/>
              <a:gd name="connsiteX1dup0dup1dup2dup3dup4dup5dup6dup7dup8dup9dup10dup11dup12dup13dup14" fmla="*/ 502171 w 3429026"/>
              <a:gd name="connsiteY1dup0dup1dup2dup3dup4dup5dup6dup7dup8dup9dup10dup11dup12dup13dup14" fmla="*/ 502168 h 4194740"/>
              <a:gd name="connsiteX2dup0dup1dup2dup3dup4dup5dup6dup7dup8dup9dup10dup11dup12dup13dup14" fmla="*/ 1714515 w 3429026"/>
              <a:gd name="connsiteY2dup0dup1dup2dup3dup4dup5dup6dup7dup8dup9dup10dup11dup12dup13dup14" fmla="*/ 1 h 4194740"/>
              <a:gd name="connsiteX3dup0dup1dup2dup3dup4dup5dup6dup7dup8dup9dup10dup11dup12dup13dup14" fmla="*/ 2926858 w 3429026"/>
              <a:gd name="connsiteY3dup0dup1dup2dup3dup4dup5dup6dup7dup8dup9dup10dup11dup12dup13dup14" fmla="*/ 502172 h 4194740"/>
              <a:gd name="connsiteX4dup0dup1dup2dup3dup4dup5dup6dup7dup8dup9dup10dup11dup12dup13dup14" fmla="*/ 3429025 w 3429026"/>
              <a:gd name="connsiteY4dup0dup1dup2dup3dup4dup5dup6dup7dup8dup9dup10dup11dup12dup13dup14" fmla="*/ 1714516 h 4194740"/>
              <a:gd name="connsiteX5dup0dup1dup2dup3dup4dup5dup6dup7dup8dup9dup10dup11dup12dup13dup14" fmla="*/ 2774416 w 3429026"/>
              <a:gd name="connsiteY5dup0dup1dup2dup3dup4dup5dup6dup7dup8dup9dup10dup11dup12dup13dup14" fmla="*/ 2983049 h 4194740"/>
              <a:gd name="connsiteX6dup0dup1dup2dup3dup4dup5dup6dup7dup8dup9dup10dup11dup12dup13dup14" fmla="*/ 1714512 w 3429026"/>
              <a:gd name="connsiteY6dup0dup1dup2dup3dup4dup5dup6dup7dup8dup9dup10dup11dup12dup13dup14" fmla="*/ 4143384 h 4194740"/>
              <a:gd name="connsiteX7dup0dup1dup2dup3dup4dup5dup6dup7dup8dup9dup10dup11dup12dup13dup14" fmla="*/ 594531 w 3429026"/>
              <a:gd name="connsiteY7dup0dup1dup2dup3dup4dup5dup6dup7dup8dup9dup10dup11dup12dup13dup14" fmla="*/ 2957338 h 4194740"/>
              <a:gd name="connsiteX8dup0dup1dup2dup3dup4dup5dup6dup7dup8dup9dup10dup11dup12dup13dup14" fmla="*/ 1 w 3429026"/>
              <a:gd name="connsiteY8dup0dup1dup2dup3dup4dup5dup6dup7dup8dup9dup10dup11dup12dup13dup14" fmla="*/ 1714514 h 4194740"/>
              <a:gd name="connsiteX9dup0dup1dup2dup3dup4dup5dup6dup7dup8dup9dup10dup11dup12dup13dup14" fmla="*/ 0 w 3429026"/>
              <a:gd name="connsiteY9dup0dup1dup2dup3dup4dup5dup6dup7dup8dup9dup10dup11dup12dup13dup14" fmla="*/ 1714511 h 4194740"/>
              <a:gd name="connsiteX0dup0dup1dup2dup3dup4dup5dup6dup7dup8dup9dup10dup11dup12dup13dup14dup15" fmla="*/ 0 w 3429026"/>
              <a:gd name="connsiteY0dup0dup1dup2dup3dup4dup5dup6dup7dup8dup9dup10dup11dup12dup13dup14dup15" fmla="*/ 1714511 h 4194740"/>
              <a:gd name="connsiteX1dup0dup1dup2dup3dup4dup5dup6dup7dup8dup9dup10dup11dup12dup13dup14dup15" fmla="*/ 502171 w 3429026"/>
              <a:gd name="connsiteY1dup0dup1dup2dup3dup4dup5dup6dup7dup8dup9dup10dup11dup12dup13dup14dup15" fmla="*/ 502168 h 4194740"/>
              <a:gd name="connsiteX2dup0dup1dup2dup3dup4dup5dup6dup7dup8dup9dup10dup11dup12dup13dup14dup15" fmla="*/ 1714515 w 3429026"/>
              <a:gd name="connsiteY2dup0dup1dup2dup3dup4dup5dup6dup7dup8dup9dup10dup11dup12dup13dup14dup15" fmla="*/ 1 h 4194740"/>
              <a:gd name="connsiteX3dup0dup1dup2dup3dup4dup5dup6dup7dup8dup9dup10dup11dup12dup13dup14dup15" fmla="*/ 2926858 w 3429026"/>
              <a:gd name="connsiteY3dup0dup1dup2dup3dup4dup5dup6dup7dup8dup9dup10dup11dup12dup13dup14dup15" fmla="*/ 502172 h 4194740"/>
              <a:gd name="connsiteX4dup0dup1dup2dup3dup4dup5dup6dup7dup8dup9dup10dup11dup12dup13dup14dup15" fmla="*/ 3429025 w 3429026"/>
              <a:gd name="connsiteY4dup0dup1dup2dup3dup4dup5dup6dup7dup8dup9dup10dup11dup12dup13dup14dup15" fmla="*/ 1714516 h 4194740"/>
              <a:gd name="connsiteX5dup0dup1dup2dup3dup4dup5dup6dup7dup8dup9dup10dup11dup12dup13dup14dup15" fmla="*/ 2774416 w 3429026"/>
              <a:gd name="connsiteY5dup0dup1dup2dup3dup4dup5dup6dup7dup8dup9dup10dup11dup12dup13dup14dup15" fmla="*/ 2983049 h 4194740"/>
              <a:gd name="connsiteX6dup0dup1dup2dup3dup4dup5dup6dup7dup8dup9dup10dup11dup12dup13dup14dup15" fmla="*/ 1714512 w 3429026"/>
              <a:gd name="connsiteY6dup0dup1dup2dup3dup4dup5dup6dup7dup8dup9dup10dup11dup12dup13dup14dup15" fmla="*/ 4143384 h 4194740"/>
              <a:gd name="connsiteX7dup0dup1dup2dup3dup4dup5dup6dup7dup8dup9dup10dup11dup12dup13dup14dup15" fmla="*/ 594531 w 3429026"/>
              <a:gd name="connsiteY7dup0dup1dup2dup3dup4dup5dup6dup7dup8dup9dup10dup11dup12dup13dup14dup15" fmla="*/ 2957338 h 4194740"/>
              <a:gd name="connsiteX8dup0dup1dup2dup3dup4dup5dup6dup7dup8dup9dup10dup11dup12dup13dup14dup15" fmla="*/ 1 w 3429026"/>
              <a:gd name="connsiteY8dup0dup1dup2dup3dup4dup5dup6dup7dup8dup9dup10dup11dup12dup13dup14dup15" fmla="*/ 1714514 h 4194740"/>
              <a:gd name="connsiteX9dup0dup1dup2dup3dup4dup5dup6dup7dup8dup9dup10dup11dup12dup13dup14dup15" fmla="*/ 0 w 3429026"/>
              <a:gd name="connsiteY9dup0dup1dup2dup3dup4dup5dup6dup7dup8dup9dup10dup11dup12dup13dup14dup15" fmla="*/ 1714511 h 4194740"/>
              <a:gd name="connsiteX0dup0dup1dup2dup3dup4dup5dup6dup7dup8dup9dup10dup11dup12dup13dup14dup15dup16" fmla="*/ 0 w 3429026"/>
              <a:gd name="connsiteY0dup0dup1dup2dup3dup4dup5dup6dup7dup8dup9dup10dup11dup12dup13dup14dup15dup16" fmla="*/ 1714511 h 4412846"/>
              <a:gd name="connsiteX1dup0dup1dup2dup3dup4dup5dup6dup7dup8dup9dup10dup11dup12dup13dup14dup15dup16" fmla="*/ 502171 w 3429026"/>
              <a:gd name="connsiteY1dup0dup1dup2dup3dup4dup5dup6dup7dup8dup9dup10dup11dup12dup13dup14dup15dup16" fmla="*/ 502168 h 4412846"/>
              <a:gd name="connsiteX2dup0dup1dup2dup3dup4dup5dup6dup7dup8dup9dup10dup11dup12dup13dup14dup15dup16" fmla="*/ 1714515 w 3429026"/>
              <a:gd name="connsiteY2dup0dup1dup2dup3dup4dup5dup6dup7dup8dup9dup10dup11dup12dup13dup14dup15dup16" fmla="*/ 1 h 4412846"/>
              <a:gd name="connsiteX3dup0dup1dup2dup3dup4dup5dup6dup7dup8dup9dup10dup11dup12dup13dup14dup15dup16" fmla="*/ 2926858 w 3429026"/>
              <a:gd name="connsiteY3dup0dup1dup2dup3dup4dup5dup6dup7dup8dup9dup10dup11dup12dup13dup14dup15dup16" fmla="*/ 502172 h 4412846"/>
              <a:gd name="connsiteX4dup0dup1dup2dup3dup4dup5dup6dup7dup8dup9dup10dup11dup12dup13dup14dup15dup16" fmla="*/ 3429025 w 3429026"/>
              <a:gd name="connsiteY4dup0dup1dup2dup3dup4dup5dup6dup7dup8dup9dup10dup11dup12dup13dup14dup15dup16" fmla="*/ 1714516 h 4412846"/>
              <a:gd name="connsiteX5dup0dup1dup2dup3dup4dup5dup6dup7dup8dup9dup10dup11dup12dup13dup14dup15dup16" fmla="*/ 2774416 w 3429026"/>
              <a:gd name="connsiteY5dup0dup1dup2dup3dup4dup5dup6dup7dup8dup9dup10dup11dup12dup13dup14dup15dup16" fmla="*/ 2983049 h 4412846"/>
              <a:gd name="connsiteX6dup0dup1dup2dup3dup4dup5dup6dup7dup8dup9dup10dup11dup12dup13dup14dup15dup16" fmla="*/ 1714512 w 3429026"/>
              <a:gd name="connsiteY6dup0dup1dup2dup3dup4dup5dup6dup7dup8dup9dup10dup11dup12dup13dup14dup15dup16" fmla="*/ 4143384 h 4412846"/>
              <a:gd name="connsiteX7dup0dup1dup2dup3dup4dup5dup6dup7dup8dup9dup10dup11dup12dup13dup14dup15dup16" fmla="*/ 594531 w 3429026"/>
              <a:gd name="connsiteY7dup0dup1dup2dup3dup4dup5dup6dup7dup8dup9dup10dup11dup12dup13dup14dup15dup16" fmla="*/ 2957338 h 4412846"/>
              <a:gd name="connsiteX8dup0dup1dup2dup3dup4dup5dup6dup7dup8dup9dup10dup11dup12dup13dup14dup15dup16" fmla="*/ 1 w 3429026"/>
              <a:gd name="connsiteY8dup0dup1dup2dup3dup4dup5dup6dup7dup8dup9dup10dup11dup12dup13dup14dup15dup16" fmla="*/ 1714514 h 4412846"/>
              <a:gd name="connsiteX9dup0dup1dup2dup3dup4dup5dup6dup7dup8dup9dup10dup11dup12dup13dup14dup15dup16" fmla="*/ 0 w 3429026"/>
              <a:gd name="connsiteY9dup0dup1dup2dup3dup4dup5dup6dup7dup8dup9dup10dup11dup12dup13dup14dup15dup16" fmla="*/ 1714511 h 4412846"/>
              <a:gd name="connsiteX0dup0dup1dup2dup3dup4dup5dup6dup7dup8dup9dup10dup11dup12dup13dup14dup15dup16dup17" fmla="*/ 0 w 3429026"/>
              <a:gd name="connsiteY0dup0dup1dup2dup3dup4dup5dup6dup7dup8dup9dup10dup11dup12dup13dup14dup15dup16dup17" fmla="*/ 1714511 h 4208040"/>
              <a:gd name="connsiteX1dup0dup1dup2dup3dup4dup5dup6dup7dup8dup9dup10dup11dup12dup13dup14dup15dup16dup17" fmla="*/ 502171 w 3429026"/>
              <a:gd name="connsiteY1dup0dup1dup2dup3dup4dup5dup6dup7dup8dup9dup10dup11dup12dup13dup14dup15dup16dup17" fmla="*/ 502168 h 4208040"/>
              <a:gd name="connsiteX2dup0dup1dup2dup3dup4dup5dup6dup7dup8dup9dup10dup11dup12dup13dup14dup15dup16dup17" fmla="*/ 1714515 w 3429026"/>
              <a:gd name="connsiteY2dup0dup1dup2dup3dup4dup5dup6dup7dup8dup9dup10dup11dup12dup13dup14dup15dup16dup17" fmla="*/ 1 h 4208040"/>
              <a:gd name="connsiteX3dup0dup1dup2dup3dup4dup5dup6dup7dup8dup9dup10dup11dup12dup13dup14dup15dup16dup17" fmla="*/ 2926858 w 3429026"/>
              <a:gd name="connsiteY3dup0dup1dup2dup3dup4dup5dup6dup7dup8dup9dup10dup11dup12dup13dup14dup15dup16dup17" fmla="*/ 502172 h 4208040"/>
              <a:gd name="connsiteX4dup0dup1dup2dup3dup4dup5dup6dup7dup8dup9dup10dup11dup12dup13dup14dup15dup16dup17" fmla="*/ 3429025 w 3429026"/>
              <a:gd name="connsiteY4dup0dup1dup2dup3dup4dup5dup6dup7dup8dup9dup10dup11dup12dup13dup14dup15dup16dup17" fmla="*/ 1714516 h 4208040"/>
              <a:gd name="connsiteX5dup0dup1dup2dup3dup4dup5dup6dup7dup8dup9dup10dup11dup12dup13dup14dup15dup16dup17" fmla="*/ 2774416 w 3429026"/>
              <a:gd name="connsiteY5dup0dup1dup2dup3dup4dup5dup6dup7dup8dup9dup10dup11dup12dup13dup14dup15dup16dup17" fmla="*/ 2983049 h 4208040"/>
              <a:gd name="connsiteX6dup0dup1dup2dup3dup4dup5dup6dup7dup8dup9dup10dup11dup12dup13dup14dup15dup16dup17" fmla="*/ 1714512 w 3429026"/>
              <a:gd name="connsiteY6dup0dup1dup2dup3dup4dup5dup6dup7dup8dup9dup10dup11dup12dup13dup14dup15dup16dup17" fmla="*/ 4143384 h 4208040"/>
              <a:gd name="connsiteX7dup0dup1dup2dup3dup4dup5dup6dup7dup8dup9dup10dup11dup12dup13dup14dup15dup16dup17" fmla="*/ 594531 w 3429026"/>
              <a:gd name="connsiteY7dup0dup1dup2dup3dup4dup5dup6dup7dup8dup9dup10dup11dup12dup13dup14dup15dup16dup17" fmla="*/ 2957338 h 4208040"/>
              <a:gd name="connsiteX8dup0dup1dup2dup3dup4dup5dup6dup7dup8dup9dup10dup11dup12dup13dup14dup15dup16dup17" fmla="*/ 1 w 3429026"/>
              <a:gd name="connsiteY8dup0dup1dup2dup3dup4dup5dup6dup7dup8dup9dup10dup11dup12dup13dup14dup15dup16dup17" fmla="*/ 1714514 h 4208040"/>
              <a:gd name="connsiteX9dup0dup1dup2dup3dup4dup5dup6dup7dup8dup9dup10dup11dup12dup13dup14dup15dup16dup17" fmla="*/ 0 w 3429026"/>
              <a:gd name="connsiteY9dup0dup1dup2dup3dup4dup5dup6dup7dup8dup9dup10dup11dup12dup13dup14dup15dup16dup17" fmla="*/ 1714511 h 4208040"/>
              <a:gd name="connsiteX0dup0dup1dup2dup3dup4dup5dup6dup7dup8dup9dup10dup11dup12dup13dup14dup15dup16dup17dup18" fmla="*/ 0 w 3429026"/>
              <a:gd name="connsiteY0dup0dup1dup2dup3dup4dup5dup6dup7dup8dup9dup10dup11dup12dup13dup14dup15dup16dup17dup18" fmla="*/ 1714511 h 4273746"/>
              <a:gd name="connsiteX1dup0dup1dup2dup3dup4dup5dup6dup7dup8dup9dup10dup11dup12dup13dup14dup15dup16dup17dup18" fmla="*/ 502171 w 3429026"/>
              <a:gd name="connsiteY1dup0dup1dup2dup3dup4dup5dup6dup7dup8dup9dup10dup11dup12dup13dup14dup15dup16dup17dup18" fmla="*/ 502168 h 4273746"/>
              <a:gd name="connsiteX2dup0dup1dup2dup3dup4dup5dup6dup7dup8dup9dup10dup11dup12dup13dup14dup15dup16dup17dup18" fmla="*/ 1714515 w 3429026"/>
              <a:gd name="connsiteY2dup0dup1dup2dup3dup4dup5dup6dup7dup8dup9dup10dup11dup12dup13dup14dup15dup16dup17dup18" fmla="*/ 1 h 4273746"/>
              <a:gd name="connsiteX3dup0dup1dup2dup3dup4dup5dup6dup7dup8dup9dup10dup11dup12dup13dup14dup15dup16dup17dup18" fmla="*/ 2926858 w 3429026"/>
              <a:gd name="connsiteY3dup0dup1dup2dup3dup4dup5dup6dup7dup8dup9dup10dup11dup12dup13dup14dup15dup16dup17dup18" fmla="*/ 502172 h 4273746"/>
              <a:gd name="connsiteX4dup0dup1dup2dup3dup4dup5dup6dup7dup8dup9dup10dup11dup12dup13dup14dup15dup16dup17dup18" fmla="*/ 3429025 w 3429026"/>
              <a:gd name="connsiteY4dup0dup1dup2dup3dup4dup5dup6dup7dup8dup9dup10dup11dup12dup13dup14dup15dup16dup17dup18" fmla="*/ 1714516 h 4273746"/>
              <a:gd name="connsiteX5dup0dup1dup2dup3dup4dup5dup6dup7dup8dup9dup10dup11dup12dup13dup14dup15dup16dup17dup18" fmla="*/ 2774416 w 3429026"/>
              <a:gd name="connsiteY5dup0dup1dup2dup3dup4dup5dup6dup7dup8dup9dup10dup11dup12dup13dup14dup15dup16dup17dup18" fmla="*/ 2983049 h 4273746"/>
              <a:gd name="connsiteX6dup0dup1dup2dup3dup4dup5dup6dup7dup8dup9dup10dup11dup12dup13dup14dup15dup16dup17dup18" fmla="*/ 1714512 w 3429026"/>
              <a:gd name="connsiteY6dup0dup1dup2dup3dup4dup5dup6dup7dup8dup9dup10dup11dup12dup13dup14dup15dup16dup17dup18" fmla="*/ 4143384 h 4273746"/>
              <a:gd name="connsiteX7dup0dup1dup2dup3dup4dup5dup6dup7dup8dup9dup10dup11dup12dup13dup14dup15dup16dup17dup18" fmla="*/ 594531 w 3429026"/>
              <a:gd name="connsiteY7dup0dup1dup2dup3dup4dup5dup6dup7dup8dup9dup10dup11dup12dup13dup14dup15dup16dup17dup18" fmla="*/ 2957338 h 4273746"/>
              <a:gd name="connsiteX8dup0dup1dup2dup3dup4dup5dup6dup7dup8dup9dup10dup11dup12dup13dup14dup15dup16dup17dup18" fmla="*/ 1 w 3429026"/>
              <a:gd name="connsiteY8dup0dup1dup2dup3dup4dup5dup6dup7dup8dup9dup10dup11dup12dup13dup14dup15dup16dup17dup18" fmla="*/ 1714514 h 4273746"/>
              <a:gd name="connsiteX9dup0dup1dup2dup3dup4dup5dup6dup7dup8dup9dup10dup11dup12dup13dup14dup15dup16dup17dup18" fmla="*/ 0 w 3429026"/>
              <a:gd name="connsiteY9dup0dup1dup2dup3dup4dup5dup6dup7dup8dup9dup10dup11dup12dup13dup14dup15dup16dup17dup18" fmla="*/ 1714511 h 4273746"/>
              <a:gd name="connsiteX0dup0dup1dup2dup3dup4dup5dup6dup7dup8dup9dup10dup11dup12dup13dup14dup15dup16dup17dup18dup19" fmla="*/ 0 w 3429026"/>
              <a:gd name="connsiteY0dup0dup1dup2dup3dup4dup5dup6dup7dup8dup9dup10dup11dup12dup13dup14dup15dup16dup17dup18dup19" fmla="*/ 1714511 h 4290910"/>
              <a:gd name="connsiteX1dup0dup1dup2dup3dup4dup5dup6dup7dup8dup9dup10dup11dup12dup13dup14dup15dup16dup17dup18dup19" fmla="*/ 502171 w 3429026"/>
              <a:gd name="connsiteY1dup0dup1dup2dup3dup4dup5dup6dup7dup8dup9dup10dup11dup12dup13dup14dup15dup16dup17dup18dup19" fmla="*/ 502168 h 4290910"/>
              <a:gd name="connsiteX2dup0dup1dup2dup3dup4dup5dup6dup7dup8dup9dup10dup11dup12dup13dup14dup15dup16dup17dup18dup19" fmla="*/ 1714515 w 3429026"/>
              <a:gd name="connsiteY2dup0dup1dup2dup3dup4dup5dup6dup7dup8dup9dup10dup11dup12dup13dup14dup15dup16dup17dup18dup19" fmla="*/ 1 h 4290910"/>
              <a:gd name="connsiteX3dup0dup1dup2dup3dup4dup5dup6dup7dup8dup9dup10dup11dup12dup13dup14dup15dup16dup17dup18dup19" fmla="*/ 2926858 w 3429026"/>
              <a:gd name="connsiteY3dup0dup1dup2dup3dup4dup5dup6dup7dup8dup9dup10dup11dup12dup13dup14dup15dup16dup17dup18dup19" fmla="*/ 502172 h 4290910"/>
              <a:gd name="connsiteX4dup0dup1dup2dup3dup4dup5dup6dup7dup8dup9dup10dup11dup12dup13dup14dup15dup16dup17dup18dup19" fmla="*/ 3429025 w 3429026"/>
              <a:gd name="connsiteY4dup0dup1dup2dup3dup4dup5dup6dup7dup8dup9dup10dup11dup12dup13dup14dup15dup16dup17dup18dup19" fmla="*/ 1714516 h 4290910"/>
              <a:gd name="connsiteX5dup0dup1dup2dup3dup4dup5dup6dup7dup8dup9dup10dup11dup12dup13dup14dup15dup16dup17dup18dup19" fmla="*/ 2774416 w 3429026"/>
              <a:gd name="connsiteY5dup0dup1dup2dup3dup4dup5dup6dup7dup8dup9dup10dup11dup12dup13dup14dup15dup16dup17dup18dup19" fmla="*/ 2983049 h 4290910"/>
              <a:gd name="connsiteX6dup0dup1dup2dup3dup4dup5dup6dup7dup8dup9dup10dup11dup12dup13dup14dup15dup16dup17dup18dup19" fmla="*/ 1714512 w 3429026"/>
              <a:gd name="connsiteY6dup0dup1dup2dup3dup4dup5dup6dup7dup8dup9dup10dup11dup12dup13dup14dup15dup16dup17dup18dup19" fmla="*/ 4143384 h 4290910"/>
              <a:gd name="connsiteX7dup0dup1dup2dup3dup4dup5dup6dup7dup8dup9dup10dup11dup12dup13dup14dup15dup16dup17dup18dup19" fmla="*/ 594531 w 3429026"/>
              <a:gd name="connsiteY7dup0dup1dup2dup3dup4dup5dup6dup7dup8dup9dup10dup11dup12dup13dup14dup15dup16dup17dup18dup19" fmla="*/ 2957338 h 4290910"/>
              <a:gd name="connsiteX8dup0dup1dup2dup3dup4dup5dup6dup7dup8dup9dup10dup11dup12dup13dup14dup15dup16dup17dup18dup19" fmla="*/ 1 w 3429026"/>
              <a:gd name="connsiteY8dup0dup1dup2dup3dup4dup5dup6dup7dup8dup9dup10dup11dup12dup13dup14dup15dup16dup17dup18dup19" fmla="*/ 1714514 h 4290910"/>
              <a:gd name="connsiteX9dup0dup1dup2dup3dup4dup5dup6dup7dup8dup9dup10dup11dup12dup13dup14dup15dup16dup17dup18dup19" fmla="*/ 0 w 3429026"/>
              <a:gd name="connsiteY9dup0dup1dup2dup3dup4dup5dup6dup7dup8dup9dup10dup11dup12dup13dup14dup15dup16dup17dup18dup19" fmla="*/ 1714511 h 4290910"/>
              <a:gd name="connsiteX0dup0dup1dup2dup3dup4dup5dup6dup7dup8dup9dup10dup11dup12dup13dup14dup15dup16dup17dup18dup19dup20" fmla="*/ 0 w 3429026"/>
              <a:gd name="connsiteY0dup0dup1dup2dup3dup4dup5dup6dup7dup8dup9dup10dup11dup12dup13dup14dup15dup16dup17dup18dup19dup20" fmla="*/ 1714511 h 4290910"/>
              <a:gd name="connsiteX1dup0dup1dup2dup3dup4dup5dup6dup7dup8dup9dup10dup11dup12dup13dup14dup15dup16dup17dup18dup19dup20" fmla="*/ 502171 w 3429026"/>
              <a:gd name="connsiteY1dup0dup1dup2dup3dup4dup5dup6dup7dup8dup9dup10dup11dup12dup13dup14dup15dup16dup17dup18dup19dup20" fmla="*/ 502168 h 4290910"/>
              <a:gd name="connsiteX2dup0dup1dup2dup3dup4dup5dup6dup7dup8dup9dup10dup11dup12dup13dup14dup15dup16dup17dup18dup19dup20" fmla="*/ 1714515 w 3429026"/>
              <a:gd name="connsiteY2dup0dup1dup2dup3dup4dup5dup6dup7dup8dup9dup10dup11dup12dup13dup14dup15dup16dup17dup18dup19dup20" fmla="*/ 1 h 4290910"/>
              <a:gd name="connsiteX3dup0dup1dup2dup3dup4dup5dup6dup7dup8dup9dup10dup11dup12dup13dup14dup15dup16dup17dup18dup19dup20" fmla="*/ 2926858 w 3429026"/>
              <a:gd name="connsiteY3dup0dup1dup2dup3dup4dup5dup6dup7dup8dup9dup10dup11dup12dup13dup14dup15dup16dup17dup18dup19dup20" fmla="*/ 502172 h 4290910"/>
              <a:gd name="connsiteX4dup0dup1dup2dup3dup4dup5dup6dup7dup8dup9dup10dup11dup12dup13dup14dup15dup16dup17dup18dup19dup20" fmla="*/ 3429025 w 3429026"/>
              <a:gd name="connsiteY4dup0dup1dup2dup3dup4dup5dup6dup7dup8dup9dup10dup11dup12dup13dup14dup15dup16dup17dup18dup19dup20" fmla="*/ 1714516 h 4290910"/>
              <a:gd name="connsiteX5dup0dup1dup2dup3dup4dup5dup6dup7dup8dup9dup10dup11dup12dup13dup14dup15dup16dup17dup18dup19dup20" fmla="*/ 2774416 w 3429026"/>
              <a:gd name="connsiteY5dup0dup1dup2dup3dup4dup5dup6dup7dup8dup9dup10dup11dup12dup13dup14dup15dup16dup17dup18dup19dup20" fmla="*/ 2983049 h 4290910"/>
              <a:gd name="connsiteX6dup0dup1dup2dup3dup4dup5dup6dup7dup8dup9dup10dup11dup12dup13dup14dup15dup16dup17dup18dup19dup20" fmla="*/ 1714512 w 3429026"/>
              <a:gd name="connsiteY6dup0dup1dup2dup3dup4dup5dup6dup7dup8dup9dup10dup11dup12dup13dup14dup15dup16dup17dup18dup19dup20" fmla="*/ 4143384 h 4290910"/>
              <a:gd name="connsiteX7dup0dup1dup2dup3dup4dup5dup6dup7dup8dup9dup10dup11dup12dup13dup14dup15dup16dup17dup18dup19dup20" fmla="*/ 594531 w 3429026"/>
              <a:gd name="connsiteY7dup0dup1dup2dup3dup4dup5dup6dup7dup8dup9dup10dup11dup12dup13dup14dup15dup16dup17dup18dup19dup20" fmla="*/ 2957338 h 4290910"/>
              <a:gd name="connsiteX8dup0dup1dup2dup3dup4dup5dup6dup7dup8dup9dup10dup11dup12dup13dup14dup15dup16dup17dup18dup19dup20" fmla="*/ 1 w 3429026"/>
              <a:gd name="connsiteY8dup0dup1dup2dup3dup4dup5dup6dup7dup8dup9dup10dup11dup12dup13dup14dup15dup16dup17dup18dup19dup20" fmla="*/ 1714514 h 4290910"/>
              <a:gd name="connsiteX9dup0dup1dup2dup3dup4dup5dup6dup7dup8dup9dup10dup11dup12dup13dup14dup15dup16dup17dup18dup19dup20" fmla="*/ 0 w 3429026"/>
              <a:gd name="connsiteY9dup0dup1dup2dup3dup4dup5dup6dup7dup8dup9dup10dup11dup12dup13dup14dup15dup16dup17dup18dup19dup20" fmla="*/ 1714511 h 4290910"/>
              <a:gd name="connsiteX0dup0dup1dup2dup3dup4dup5dup6dup7dup8dup9dup10dup11dup12dup13dup14dup15dup16dup17dup18dup19dup20dup21" fmla="*/ 0 w 3429026"/>
              <a:gd name="connsiteY0dup0dup1dup2dup3dup4dup5dup6dup7dup8dup9dup10dup11dup12dup13dup14dup15dup16dup17dup18dup19dup20dup21" fmla="*/ 1714511 h 4290910"/>
              <a:gd name="connsiteX1dup0dup1dup2dup3dup4dup5dup6dup7dup8dup9dup10dup11dup12dup13dup14dup15dup16dup17dup18dup19dup20dup21" fmla="*/ 502171 w 3429026"/>
              <a:gd name="connsiteY1dup0dup1dup2dup3dup4dup5dup6dup7dup8dup9dup10dup11dup12dup13dup14dup15dup16dup17dup18dup19dup20dup21" fmla="*/ 502168 h 4290910"/>
              <a:gd name="connsiteX2dup0dup1dup2dup3dup4dup5dup6dup7dup8dup9dup10dup11dup12dup13dup14dup15dup16dup17dup18dup19dup20dup21" fmla="*/ 1714515 w 3429026"/>
              <a:gd name="connsiteY2dup0dup1dup2dup3dup4dup5dup6dup7dup8dup9dup10dup11dup12dup13dup14dup15dup16dup17dup18dup19dup20dup21" fmla="*/ 1 h 4290910"/>
              <a:gd name="connsiteX3dup0dup1dup2dup3dup4dup5dup6dup7dup8dup9dup10dup11dup12dup13dup14dup15dup16dup17dup18dup19dup20dup21" fmla="*/ 2926858 w 3429026"/>
              <a:gd name="connsiteY3dup0dup1dup2dup3dup4dup5dup6dup7dup8dup9dup10dup11dup12dup13dup14dup15dup16dup17dup18dup19dup20dup21" fmla="*/ 502172 h 4290910"/>
              <a:gd name="connsiteX4dup0dup1dup2dup3dup4dup5dup6dup7dup8dup9dup10dup11dup12dup13dup14dup15dup16dup17dup18dup19dup20dup21" fmla="*/ 3429025 w 3429026"/>
              <a:gd name="connsiteY4dup0dup1dup2dup3dup4dup5dup6dup7dup8dup9dup10dup11dup12dup13dup14dup15dup16dup17dup18dup19dup20dup21" fmla="*/ 1714516 h 4290910"/>
              <a:gd name="connsiteX5dup0dup1dup2dup3dup4dup5dup6dup7dup8dup9dup10dup11dup12dup13dup14dup15dup16dup17dup18dup19dup20dup21" fmla="*/ 2774416 w 3429026"/>
              <a:gd name="connsiteY5dup0dup1dup2dup3dup4dup5dup6dup7dup8dup9dup10dup11dup12dup13dup14dup15dup16dup17dup18dup19dup20dup21" fmla="*/ 2983049 h 4290910"/>
              <a:gd name="connsiteX6dup0dup1dup2dup3dup4dup5dup6dup7dup8dup9dup10dup11dup12dup13dup14dup15dup16dup17dup18dup19dup20dup21" fmla="*/ 1714512 w 3429026"/>
              <a:gd name="connsiteY6dup0dup1dup2dup3dup4dup5dup6dup7dup8dup9dup10dup11dup12dup13dup14dup15dup16dup17dup18dup19dup20dup21" fmla="*/ 4143384 h 4290910"/>
              <a:gd name="connsiteX7dup0dup1dup2dup3dup4dup5dup6dup7dup8dup9dup10dup11dup12dup13dup14dup15dup16dup17dup18dup19dup20dup21" fmla="*/ 594531 w 3429026"/>
              <a:gd name="connsiteY7dup0dup1dup2dup3dup4dup5dup6dup7dup8dup9dup10dup11dup12dup13dup14dup15dup16dup17dup18dup19dup20dup21" fmla="*/ 2957338 h 4290910"/>
              <a:gd name="connsiteX8dup0dup1dup2dup3dup4dup5dup6dup7dup8dup9dup10dup11dup12dup13dup14dup15dup16dup17dup18dup19dup20dup21" fmla="*/ 1 w 3429026"/>
              <a:gd name="connsiteY8dup0dup1dup2dup3dup4dup5dup6dup7dup8dup9dup10dup11dup12dup13dup14dup15dup16dup17dup18dup19dup20dup21" fmla="*/ 1714514 h 4290910"/>
              <a:gd name="connsiteX9dup0dup1dup2dup3dup4dup5dup6dup7dup8dup9dup10dup11dup12dup13dup14dup15dup16dup17dup18dup19dup20dup21" fmla="*/ 0 w 3429026"/>
              <a:gd name="connsiteY9dup0dup1dup2dup3dup4dup5dup6dup7dup8dup9dup10dup11dup12dup13dup14dup15dup16dup17dup18dup19dup20dup21" fmla="*/ 1714511 h 4290910"/>
              <a:gd name="connsiteX0dup0dup1dup2dup3dup4dup5dup6dup7dup8dup9dup10dup11dup12dup13dup14dup15dup16dup17dup18dup19dup20dup21dup22" fmla="*/ 0 w 3429026"/>
              <a:gd name="connsiteY0dup0dup1dup2dup3dup4dup5dup6dup7dup8dup9dup10dup11dup12dup13dup14dup15dup16dup17dup18dup19dup20dup21dup22" fmla="*/ 1714511 h 4351870"/>
              <a:gd name="connsiteX1dup0dup1dup2dup3dup4dup5dup6dup7dup8dup9dup10dup11dup12dup13dup14dup15dup16dup17dup18dup19dup20dup21dup22" fmla="*/ 502171 w 3429026"/>
              <a:gd name="connsiteY1dup0dup1dup2dup3dup4dup5dup6dup7dup8dup9dup10dup11dup12dup13dup14dup15dup16dup17dup18dup19dup20dup21dup22" fmla="*/ 502168 h 4351870"/>
              <a:gd name="connsiteX2dup0dup1dup2dup3dup4dup5dup6dup7dup8dup9dup10dup11dup12dup13dup14dup15dup16dup17dup18dup19dup20dup21dup22" fmla="*/ 1714515 w 3429026"/>
              <a:gd name="connsiteY2dup0dup1dup2dup3dup4dup5dup6dup7dup8dup9dup10dup11dup12dup13dup14dup15dup16dup17dup18dup19dup20dup21dup22" fmla="*/ 1 h 4351870"/>
              <a:gd name="connsiteX3dup0dup1dup2dup3dup4dup5dup6dup7dup8dup9dup10dup11dup12dup13dup14dup15dup16dup17dup18dup19dup20dup21dup22" fmla="*/ 2926858 w 3429026"/>
              <a:gd name="connsiteY3dup0dup1dup2dup3dup4dup5dup6dup7dup8dup9dup10dup11dup12dup13dup14dup15dup16dup17dup18dup19dup20dup21dup22" fmla="*/ 502172 h 4351870"/>
              <a:gd name="connsiteX4dup0dup1dup2dup3dup4dup5dup6dup7dup8dup9dup10dup11dup12dup13dup14dup15dup16dup17dup18dup19dup20dup21dup22" fmla="*/ 3429025 w 3429026"/>
              <a:gd name="connsiteY4dup0dup1dup2dup3dup4dup5dup6dup7dup8dup9dup10dup11dup12dup13dup14dup15dup16dup17dup18dup19dup20dup21dup22" fmla="*/ 1714516 h 4351870"/>
              <a:gd name="connsiteX5dup0dup1dup2dup3dup4dup5dup6dup7dup8dup9dup10dup11dup12dup13dup14dup15dup16dup17dup18dup19dup20dup21dup22" fmla="*/ 2774416 w 3429026"/>
              <a:gd name="connsiteY5dup0dup1dup2dup3dup4dup5dup6dup7dup8dup9dup10dup11dup12dup13dup14dup15dup16dup17dup18dup19dup20dup21dup22" fmla="*/ 2983049 h 4351870"/>
              <a:gd name="connsiteX6dup0dup1dup2dup3dup4dup5dup6dup7dup8dup9dup10dup11dup12dup13dup14dup15dup16dup17dup18dup19dup20dup21dup22" fmla="*/ 1729752 w 3429026"/>
              <a:gd name="connsiteY6dup0dup1dup2dup3dup4dup5dup6dup7dup8dup9dup10dup11dup12dup13dup14dup15dup16dup17dup18dup19dup20dup21dup22" fmla="*/ 4204344 h 4351870"/>
              <a:gd name="connsiteX7dup0dup1dup2dup3dup4dup5dup6dup7dup8dup9dup10dup11dup12dup13dup14dup15dup16dup17dup18dup19dup20dup21dup22" fmla="*/ 594531 w 3429026"/>
              <a:gd name="connsiteY7dup0dup1dup2dup3dup4dup5dup6dup7dup8dup9dup10dup11dup12dup13dup14dup15dup16dup17dup18dup19dup20dup21dup22" fmla="*/ 2957338 h 4351870"/>
              <a:gd name="connsiteX8dup0dup1dup2dup3dup4dup5dup6dup7dup8dup9dup10dup11dup12dup13dup14dup15dup16dup17dup18dup19dup20dup21dup22" fmla="*/ 1 w 3429026"/>
              <a:gd name="connsiteY8dup0dup1dup2dup3dup4dup5dup6dup7dup8dup9dup10dup11dup12dup13dup14dup15dup16dup17dup18dup19dup20dup21dup22" fmla="*/ 1714514 h 4351870"/>
              <a:gd name="connsiteX9dup0dup1dup2dup3dup4dup5dup6dup7dup8dup9dup10dup11dup12dup13dup14dup15dup16dup17dup18dup19dup20dup21dup22" fmla="*/ 0 w 3429026"/>
              <a:gd name="connsiteY9dup0dup1dup2dup3dup4dup5dup6dup7dup8dup9dup10dup11dup12dup13dup14dup15dup16dup17dup18dup19dup20dup21dup22" fmla="*/ 1714511 h 4351870"/>
              <a:gd name="connsiteX0dup0dup1dup2dup3dup4dup5dup6dup7dup8dup9dup10dup11dup12dup13dup14dup15dup16dup17dup18dup19dup20dup21dup22dup23" fmla="*/ 0 w 3429026"/>
              <a:gd name="connsiteY0dup0dup1dup2dup3dup4dup5dup6dup7dup8dup9dup10dup11dup12dup13dup14dup15dup16dup17dup18dup19dup20dup21dup22dup23" fmla="*/ 1714511 h 4334706"/>
              <a:gd name="connsiteX1dup0dup1dup2dup3dup4dup5dup6dup7dup8dup9dup10dup11dup12dup13dup14dup15dup16dup17dup18dup19dup20dup21dup22dup23" fmla="*/ 502171 w 3429026"/>
              <a:gd name="connsiteY1dup0dup1dup2dup3dup4dup5dup6dup7dup8dup9dup10dup11dup12dup13dup14dup15dup16dup17dup18dup19dup20dup21dup22dup23" fmla="*/ 502168 h 4334706"/>
              <a:gd name="connsiteX2dup0dup1dup2dup3dup4dup5dup6dup7dup8dup9dup10dup11dup12dup13dup14dup15dup16dup17dup18dup19dup20dup21dup22dup23" fmla="*/ 1714515 w 3429026"/>
              <a:gd name="connsiteY2dup0dup1dup2dup3dup4dup5dup6dup7dup8dup9dup10dup11dup12dup13dup14dup15dup16dup17dup18dup19dup20dup21dup22dup23" fmla="*/ 1 h 4334706"/>
              <a:gd name="connsiteX3dup0dup1dup2dup3dup4dup5dup6dup7dup8dup9dup10dup11dup12dup13dup14dup15dup16dup17dup18dup19dup20dup21dup22dup23" fmla="*/ 2926858 w 3429026"/>
              <a:gd name="connsiteY3dup0dup1dup2dup3dup4dup5dup6dup7dup8dup9dup10dup11dup12dup13dup14dup15dup16dup17dup18dup19dup20dup21dup22dup23" fmla="*/ 502172 h 4334706"/>
              <a:gd name="connsiteX4dup0dup1dup2dup3dup4dup5dup6dup7dup8dup9dup10dup11dup12dup13dup14dup15dup16dup17dup18dup19dup20dup21dup22dup23" fmla="*/ 3429025 w 3429026"/>
              <a:gd name="connsiteY4dup0dup1dup2dup3dup4dup5dup6dup7dup8dup9dup10dup11dup12dup13dup14dup15dup16dup17dup18dup19dup20dup21dup22dup23" fmla="*/ 1714516 h 4334706"/>
              <a:gd name="connsiteX5dup0dup1dup2dup3dup4dup5dup6dup7dup8dup9dup10dup11dup12dup13dup14dup15dup16dup17dup18dup19dup20dup21dup22dup23" fmla="*/ 2774416 w 3429026"/>
              <a:gd name="connsiteY5dup0dup1dup2dup3dup4dup5dup6dup7dup8dup9dup10dup11dup12dup13dup14dup15dup16dup17dup18dup19dup20dup21dup22dup23" fmla="*/ 2983049 h 4334706"/>
              <a:gd name="connsiteX6dup0dup1dup2dup3dup4dup5dup6dup7dup8dup9dup10dup11dup12dup13dup14dup15dup16dup17dup18dup19dup20dup21dup22dup23" fmla="*/ 1729752 w 3429026"/>
              <a:gd name="connsiteY6dup0dup1dup2dup3dup4dup5dup6dup7dup8dup9dup10dup11dup12dup13dup14dup15dup16dup17dup18dup19dup20dup21dup22dup23" fmla="*/ 4204344 h 4334706"/>
              <a:gd name="connsiteX7dup0dup1dup2dup3dup4dup5dup6dup7dup8dup9dup10dup11dup12dup13dup14dup15dup16dup17dup18dup19dup20dup21dup22dup23" fmla="*/ 594531 w 3429026"/>
              <a:gd name="connsiteY7dup0dup1dup2dup3dup4dup5dup6dup7dup8dup9dup10dup11dup12dup13dup14dup15dup16dup17dup18dup19dup20dup21dup22dup23" fmla="*/ 2957338 h 4334706"/>
              <a:gd name="connsiteX8dup0dup1dup2dup3dup4dup5dup6dup7dup8dup9dup10dup11dup12dup13dup14dup15dup16dup17dup18dup19dup20dup21dup22dup23" fmla="*/ 1 w 3429026"/>
              <a:gd name="connsiteY8dup0dup1dup2dup3dup4dup5dup6dup7dup8dup9dup10dup11dup12dup13dup14dup15dup16dup17dup18dup19dup20dup21dup22dup23" fmla="*/ 1714514 h 4334706"/>
              <a:gd name="connsiteX9dup0dup1dup2dup3dup4dup5dup6dup7dup8dup9dup10dup11dup12dup13dup14dup15dup16dup17dup18dup19dup20dup21dup22dup23" fmla="*/ 0 w 3429026"/>
              <a:gd name="connsiteY9dup0dup1dup2dup3dup4dup5dup6dup7dup8dup9dup10dup11dup12dup13dup14dup15dup16dup17dup18dup19dup20dup21dup22dup23" fmla="*/ 1714511 h 4334706"/>
              <a:gd name="connsiteX0dup0dup1dup2dup3dup4dup5dup6dup7dup8dup9dup10dup11dup12dup13dup14dup15dup16dup17dup18dup19dup20dup21dup22dup23dup24" fmla="*/ 0 w 3429026"/>
              <a:gd name="connsiteY0dup0dup1dup2dup3dup4dup5dup6dup7dup8dup9dup10dup11dup12dup13dup14dup15dup16dup17dup18dup19dup20dup21dup22dup23dup24" fmla="*/ 1714511 h 4334706"/>
              <a:gd name="connsiteX1dup0dup1dup2dup3dup4dup5dup6dup7dup8dup9dup10dup11dup12dup13dup14dup15dup16dup17dup18dup19dup20dup21dup22dup23dup24" fmla="*/ 502171 w 3429026"/>
              <a:gd name="connsiteY1dup0dup1dup2dup3dup4dup5dup6dup7dup8dup9dup10dup11dup12dup13dup14dup15dup16dup17dup18dup19dup20dup21dup22dup23dup24" fmla="*/ 502168 h 4334706"/>
              <a:gd name="connsiteX2dup0dup1dup2dup3dup4dup5dup6dup7dup8dup9dup10dup11dup12dup13dup14dup15dup16dup17dup18dup19dup20dup21dup22dup23dup24" fmla="*/ 1714515 w 3429026"/>
              <a:gd name="connsiteY2dup0dup1dup2dup3dup4dup5dup6dup7dup8dup9dup10dup11dup12dup13dup14dup15dup16dup17dup18dup19dup20dup21dup22dup23dup24" fmla="*/ 1 h 4334706"/>
              <a:gd name="connsiteX3dup0dup1dup2dup3dup4dup5dup6dup7dup8dup9dup10dup11dup12dup13dup14dup15dup16dup17dup18dup19dup20dup21dup22dup23dup24" fmla="*/ 2926858 w 3429026"/>
              <a:gd name="connsiteY3dup0dup1dup2dup3dup4dup5dup6dup7dup8dup9dup10dup11dup12dup13dup14dup15dup16dup17dup18dup19dup20dup21dup22dup23dup24" fmla="*/ 502172 h 4334706"/>
              <a:gd name="connsiteX4dup0dup1dup2dup3dup4dup5dup6dup7dup8dup9dup10dup11dup12dup13dup14dup15dup16dup17dup18dup19dup20dup21dup22dup23dup24" fmla="*/ 3429025 w 3429026"/>
              <a:gd name="connsiteY4dup0dup1dup2dup3dup4dup5dup6dup7dup8dup9dup10dup11dup12dup13dup14dup15dup16dup17dup18dup19dup20dup21dup22dup23dup24" fmla="*/ 1714516 h 4334706"/>
              <a:gd name="connsiteX5dup0dup1dup2dup3dup4dup5dup6dup7dup8dup9dup10dup11dup12dup13dup14dup15dup16dup17dup18dup19dup20dup21dup22dup23dup24" fmla="*/ 2774416 w 3429026"/>
              <a:gd name="connsiteY5dup0dup1dup2dup3dup4dup5dup6dup7dup8dup9dup10dup11dup12dup13dup14dup15dup16dup17dup18dup19dup20dup21dup22dup23dup24" fmla="*/ 2983049 h 4334706"/>
              <a:gd name="connsiteX6dup0dup1dup2dup3dup4dup5dup6dup7dup8dup9dup10dup11dup12dup13dup14dup15dup16dup17dup18dup19dup20dup21dup22dup23dup24" fmla="*/ 1729752 w 3429026"/>
              <a:gd name="connsiteY6dup0dup1dup2dup3dup4dup5dup6dup7dup8dup9dup10dup11dup12dup13dup14dup15dup16dup17dup18dup19dup20dup21dup22dup23dup24" fmla="*/ 4204344 h 4334706"/>
              <a:gd name="connsiteX7dup0dup1dup2dup3dup4dup5dup6dup7dup8dup9dup10dup11dup12dup13dup14dup15dup16dup17dup18dup19dup20dup21dup22dup23dup24" fmla="*/ 594531 w 3429026"/>
              <a:gd name="connsiteY7dup0dup1dup2dup3dup4dup5dup6dup7dup8dup9dup10dup11dup12dup13dup14dup15dup16dup17dup18dup19dup20dup21dup22dup23dup24" fmla="*/ 2957338 h 4334706"/>
              <a:gd name="connsiteX8dup0dup1dup2dup3dup4dup5dup6dup7dup8dup9dup10dup11dup12dup13dup14dup15dup16dup17dup18dup19dup20dup21dup22dup23dup24" fmla="*/ 1 w 3429026"/>
              <a:gd name="connsiteY8dup0dup1dup2dup3dup4dup5dup6dup7dup8dup9dup10dup11dup12dup13dup14dup15dup16dup17dup18dup19dup20dup21dup22dup23dup24" fmla="*/ 1714514 h 4334706"/>
              <a:gd name="connsiteX9dup0dup1dup2dup3dup4dup5dup6dup7dup8dup9dup10dup11dup12dup13dup14dup15dup16dup17dup18dup19dup20dup21dup22dup23dup24" fmla="*/ 0 w 3429026"/>
              <a:gd name="connsiteY9dup0dup1dup2dup3dup4dup5dup6dup7dup8dup9dup10dup11dup12dup13dup14dup15dup16dup17dup18dup19dup20dup21dup22dup23dup24" fmla="*/ 1714511 h 4334706"/>
              <a:gd name="connsiteX0dup0dup1dup2dup3dup4dup5dup6dup7dup8dup9dup10dup11dup12dup13dup14dup15dup16dup17dup18dup19dup20dup21dup22dup23dup24dup25" fmla="*/ 0 w 3429026"/>
              <a:gd name="connsiteY0dup0dup1dup2dup3dup4dup5dup6dup7dup8dup9dup10dup11dup12dup13dup14dup15dup16dup17dup18dup19dup20dup21dup22dup23dup24dup25" fmla="*/ 1714511 h 4334706"/>
              <a:gd name="connsiteX1dup0dup1dup2dup3dup4dup5dup6dup7dup8dup9dup10dup11dup12dup13dup14dup15dup16dup17dup18dup19dup20dup21dup22dup23dup24dup25" fmla="*/ 502171 w 3429026"/>
              <a:gd name="connsiteY1dup0dup1dup2dup3dup4dup5dup6dup7dup8dup9dup10dup11dup12dup13dup14dup15dup16dup17dup18dup19dup20dup21dup22dup23dup24dup25" fmla="*/ 502168 h 4334706"/>
              <a:gd name="connsiteX2dup0dup1dup2dup3dup4dup5dup6dup7dup8dup9dup10dup11dup12dup13dup14dup15dup16dup17dup18dup19dup20dup21dup22dup23dup24dup25" fmla="*/ 1714515 w 3429026"/>
              <a:gd name="connsiteY2dup0dup1dup2dup3dup4dup5dup6dup7dup8dup9dup10dup11dup12dup13dup14dup15dup16dup17dup18dup19dup20dup21dup22dup23dup24dup25" fmla="*/ 1 h 4334706"/>
              <a:gd name="connsiteX3dup0dup1dup2dup3dup4dup5dup6dup7dup8dup9dup10dup11dup12dup13dup14dup15dup16dup17dup18dup19dup20dup21dup22dup23dup24dup25" fmla="*/ 2926858 w 3429026"/>
              <a:gd name="connsiteY3dup0dup1dup2dup3dup4dup5dup6dup7dup8dup9dup10dup11dup12dup13dup14dup15dup16dup17dup18dup19dup20dup21dup22dup23dup24dup25" fmla="*/ 502172 h 4334706"/>
              <a:gd name="connsiteX4dup0dup1dup2dup3dup4dup5dup6dup7dup8dup9dup10dup11dup12dup13dup14dup15dup16dup17dup18dup19dup20dup21dup22dup23dup24dup25" fmla="*/ 3429025 w 3429026"/>
              <a:gd name="connsiteY4dup0dup1dup2dup3dup4dup5dup6dup7dup8dup9dup10dup11dup12dup13dup14dup15dup16dup17dup18dup19dup20dup21dup22dup23dup24dup25" fmla="*/ 1714516 h 4334706"/>
              <a:gd name="connsiteX5dup0dup1dup2dup3dup4dup5dup6dup7dup8dup9dup10dup11dup12dup13dup14dup15dup16dup17dup18dup19dup20dup21dup22dup23dup24dup25" fmla="*/ 2774416 w 3429026"/>
              <a:gd name="connsiteY5dup0dup1dup2dup3dup4dup5dup6dup7dup8dup9dup10dup11dup12dup13dup14dup15dup16dup17dup18dup19dup20dup21dup22dup23dup24dup25" fmla="*/ 2983049 h 4334706"/>
              <a:gd name="connsiteX6dup0dup1dup2dup3dup4dup5dup6dup7dup8dup9dup10dup11dup12dup13dup14dup15dup16dup17dup18dup19dup20dup21dup22dup23dup24dup25" fmla="*/ 1729752 w 3429026"/>
              <a:gd name="connsiteY6dup0dup1dup2dup3dup4dup5dup6dup7dup8dup9dup10dup11dup12dup13dup14dup15dup16dup17dup18dup19dup20dup21dup22dup23dup24dup25" fmla="*/ 4204344 h 4334706"/>
              <a:gd name="connsiteX7dup0dup1dup2dup3dup4dup5dup6dup7dup8dup9dup10dup11dup12dup13dup14dup15dup16dup17dup18dup19dup20dup21dup22dup23dup24dup25" fmla="*/ 594531 w 3429026"/>
              <a:gd name="connsiteY7dup0dup1dup2dup3dup4dup5dup6dup7dup8dup9dup10dup11dup12dup13dup14dup15dup16dup17dup18dup19dup20dup21dup22dup23dup24dup25" fmla="*/ 2957338 h 4334706"/>
              <a:gd name="connsiteX8dup0dup1dup2dup3dup4dup5dup6dup7dup8dup9dup10dup11dup12dup13dup14dup15dup16dup17dup18dup19dup20dup21dup22dup23dup24dup25" fmla="*/ 1 w 3429026"/>
              <a:gd name="connsiteY8dup0dup1dup2dup3dup4dup5dup6dup7dup8dup9dup10dup11dup12dup13dup14dup15dup16dup17dup18dup19dup20dup21dup22dup23dup24dup25" fmla="*/ 1714514 h 4334706"/>
              <a:gd name="connsiteX9dup0dup1dup2dup3dup4dup5dup6dup7dup8dup9dup10dup11dup12dup13dup14dup15dup16dup17dup18dup19dup20dup21dup22dup23dup24dup25" fmla="*/ 0 w 3429026"/>
              <a:gd name="connsiteY9dup0dup1dup2dup3dup4dup5dup6dup7dup8dup9dup10dup11dup12dup13dup14dup15dup16dup17dup18dup19dup20dup21dup22dup23dup24dup25" fmla="*/ 1714511 h 4334706"/>
            </a:gdLst>
            <a:ahLst/>
            <a:cxnLst>
              <a:cxn ang="0">
                <a:pos x="connsiteX0dup0dup1dup2dup3dup4dup5dup6dup7dup8dup9dup10dup11dup12dup13dup14dup15dup16dup17dup18dup19dup20dup21dup22dup23dup24dup25" y="connsiteY0dup0dup1dup2dup3dup4dup5dup6dup7dup8dup9dup10dup11dup12dup13dup14dup15dup16dup17dup18dup19dup20dup21dup22dup23dup24dup25"/>
              </a:cxn>
              <a:cxn ang="0">
                <a:pos x="connsiteX1dup0dup1dup2dup3dup4dup5dup6dup7dup8dup9dup10dup11dup12dup13dup14dup15dup16dup17dup18dup19dup20dup21dup22dup23dup24dup25" y="connsiteY1dup0dup1dup2dup3dup4dup5dup6dup7dup8dup9dup10dup11dup12dup13dup14dup15dup16dup17dup18dup19dup20dup21dup22dup23dup24dup25"/>
              </a:cxn>
              <a:cxn ang="0">
                <a:pos x="connsiteX2dup0dup1dup2dup3dup4dup5dup6dup7dup8dup9dup10dup11dup12dup13dup14dup15dup16dup17dup18dup19dup20dup21dup22dup23dup24dup25" y="connsiteY2dup0dup1dup2dup3dup4dup5dup6dup7dup8dup9dup10dup11dup12dup13dup14dup15dup16dup17dup18dup19dup20dup21dup22dup23dup24dup25"/>
              </a:cxn>
              <a:cxn ang="0">
                <a:pos x="connsiteX3dup0dup1dup2dup3dup4dup5dup6dup7dup8dup9dup10dup11dup12dup13dup14dup15dup16dup17dup18dup19dup20dup21dup22dup23dup24dup25" y="connsiteY3dup0dup1dup2dup3dup4dup5dup6dup7dup8dup9dup10dup11dup12dup13dup14dup15dup16dup17dup18dup19dup20dup21dup22dup23dup24dup25"/>
              </a:cxn>
              <a:cxn ang="0">
                <a:pos x="connsiteX4dup0dup1dup2dup3dup4dup5dup6dup7dup8dup9dup10dup11dup12dup13dup14dup15dup16dup17dup18dup19dup20dup21dup22dup23dup24dup25" y="connsiteY4dup0dup1dup2dup3dup4dup5dup6dup7dup8dup9dup10dup11dup12dup13dup14dup15dup16dup17dup18dup19dup20dup21dup22dup23dup24dup25"/>
              </a:cxn>
              <a:cxn ang="0">
                <a:pos x="connsiteX5dup0dup1dup2dup3dup4dup5dup6dup7dup8dup9dup10dup11dup12dup13dup14dup15dup16dup17dup18dup19dup20dup21dup22dup23dup24dup25" y="connsiteY5dup0dup1dup2dup3dup4dup5dup6dup7dup8dup9dup10dup11dup12dup13dup14dup15dup16dup17dup18dup19dup20dup21dup22dup23dup24dup25"/>
              </a:cxn>
              <a:cxn ang="0">
                <a:pos x="connsiteX6dup0dup1dup2dup3dup4dup5dup6dup7dup8dup9dup10dup11dup12dup13dup14dup15dup16dup17dup18dup19dup20dup21dup22dup23dup24dup25" y="connsiteY6dup0dup1dup2dup3dup4dup5dup6dup7dup8dup9dup10dup11dup12dup13dup14dup15dup16dup17dup18dup19dup20dup21dup22dup23dup24dup25"/>
              </a:cxn>
              <a:cxn ang="0">
                <a:pos x="connsiteX7dup0dup1dup2dup3dup4dup5dup6dup7dup8dup9dup10dup11dup12dup13dup14dup15dup16dup17dup18dup19dup20dup21dup22dup23dup24dup25" y="connsiteY7dup0dup1dup2dup3dup4dup5dup6dup7dup8dup9dup10dup11dup12dup13dup14dup15dup16dup17dup18dup19dup20dup21dup22dup23dup24dup25"/>
              </a:cxn>
              <a:cxn ang="0">
                <a:pos x="connsiteX8dup0dup1dup2dup3dup4dup5dup6dup7dup8dup9dup10dup11dup12dup13dup14dup15dup16dup17dup18dup19dup20dup21dup22dup23dup24dup25" y="connsiteY8dup0dup1dup2dup3dup4dup5dup6dup7dup8dup9dup10dup11dup12dup13dup14dup15dup16dup17dup18dup19dup20dup21dup22dup23dup24dup25"/>
              </a:cxn>
              <a:cxn ang="0">
                <a:pos x="connsiteX9dup0dup1dup2dup3dup4dup5dup6dup7dup8dup9dup10dup11dup12dup13dup14dup15dup16dup17dup18dup19dup20dup21dup22dup23dup24dup25" y="connsiteY9dup0dup1dup2dup3dup4dup5dup6dup7dup8dup9dup10dup11dup12dup13dup14dup15dup16dup17dup18dup19dup20dup21dup22dup23dup24dup25"/>
              </a:cxn>
            </a:cxnLst>
            <a:rect l="l" t="t" r="r" b="b"/>
            <a:pathLst>
              <a:path w="3429026" h="4334706">
                <a:moveTo>
                  <a:pt x="0" y="1714511"/>
                </a:moveTo>
                <a:cubicBezTo>
                  <a:pt x="1" y="1259794"/>
                  <a:pt x="180637" y="823701"/>
                  <a:pt x="502171" y="502168"/>
                </a:cubicBezTo>
                <a:cubicBezTo>
                  <a:pt x="823705" y="180635"/>
                  <a:pt x="1259798" y="0"/>
                  <a:pt x="1714515" y="1"/>
                </a:cubicBezTo>
                <a:cubicBezTo>
                  <a:pt x="2169232" y="2"/>
                  <a:pt x="2605325" y="180638"/>
                  <a:pt x="2926858" y="502172"/>
                </a:cubicBezTo>
                <a:cubicBezTo>
                  <a:pt x="3248391" y="823706"/>
                  <a:pt x="3429026" y="1259799"/>
                  <a:pt x="3429025" y="1714516"/>
                </a:cubicBezTo>
                <a:cubicBezTo>
                  <a:pt x="3429025" y="2169233"/>
                  <a:pt x="3126785" y="2616140"/>
                  <a:pt x="2774416" y="2983049"/>
                </a:cubicBezTo>
                <a:cubicBezTo>
                  <a:pt x="2491204" y="3398020"/>
                  <a:pt x="2607357" y="4334706"/>
                  <a:pt x="1729752" y="4204344"/>
                </a:cubicBezTo>
                <a:cubicBezTo>
                  <a:pt x="662645" y="4320420"/>
                  <a:pt x="882823" y="3372310"/>
                  <a:pt x="594531" y="2957338"/>
                </a:cubicBezTo>
                <a:cubicBezTo>
                  <a:pt x="306239" y="2542366"/>
                  <a:pt x="1" y="2169231"/>
                  <a:pt x="1" y="1714514"/>
                </a:cubicBezTo>
                <a:cubicBezTo>
                  <a:pt x="1" y="1714513"/>
                  <a:pt x="0" y="1714512"/>
                  <a:pt x="0" y="1714511"/>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2665"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rPr>
              <a:t>单击输入标题</a:t>
            </a:r>
            <a:endParaRPr kumimoji="0" lang="en-US" altLang="zh-CN" sz="2665" b="0" i="0" u="none" strike="noStrike" kern="1200" cap="none" normalizeH="0" noProof="0">
              <a:ln>
                <a:noFill/>
              </a:ln>
              <a:solidFill>
                <a:prstClr val="white">
                  <a:lumMod val="95000"/>
                </a:prstClr>
              </a:solidFill>
              <a:effectLst/>
              <a:uLnTx/>
              <a:uFillTx/>
              <a:latin typeface="思源黑体 CN Medium"/>
              <a:ea typeface="思源黑体 CN Medium"/>
              <a:cs typeface="思源黑体 CN Medium"/>
              <a:sym typeface="思源黑体 CN Medium"/>
            </a:endParaRPr>
          </a:p>
          <a:p>
            <a:pPr marL="0" marR="0" lvl="0" indent="0" algn="ctr" defTabSz="1218565" rtl="0" eaLnBrk="1" fontAlgn="auto" latinLnBrk="0" hangingPunct="1">
              <a:lnSpc>
                <a:spcPct val="100000"/>
              </a:lnSpc>
              <a:spcBef>
                <a:spcPct val="0"/>
              </a:spcBef>
              <a:spcAft>
                <a:spcPct val="0"/>
              </a:spcAft>
              <a:buClrTx/>
              <a:buSzTx/>
              <a:buFontTx/>
              <a:buNone/>
              <a:defRPr/>
            </a:pPr>
            <a:endParaRPr kumimoji="0" lang="en-US" altLang="zh-CN" sz="36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 name="圆角矩形 2"/>
          <p:cNvSpPr/>
          <p:nvPr/>
        </p:nvSpPr>
        <p:spPr>
          <a:xfrm>
            <a:off x="2598153" y="5148764"/>
            <a:ext cx="1209787" cy="25932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 name="圆角矩形 3"/>
          <p:cNvSpPr/>
          <p:nvPr/>
        </p:nvSpPr>
        <p:spPr>
          <a:xfrm>
            <a:off x="2453922" y="5463544"/>
            <a:ext cx="1524131" cy="25932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 name="圆角矩形 4"/>
          <p:cNvSpPr/>
          <p:nvPr/>
        </p:nvSpPr>
        <p:spPr>
          <a:xfrm>
            <a:off x="2598153" y="5763811"/>
            <a:ext cx="1209787" cy="25932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 name="圆角矩形 5"/>
          <p:cNvSpPr/>
          <p:nvPr/>
        </p:nvSpPr>
        <p:spPr>
          <a:xfrm>
            <a:off x="2804538" y="6064076"/>
            <a:ext cx="827385" cy="25932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7" name="矩形 6"/>
          <p:cNvSpPr/>
          <p:nvPr/>
        </p:nvSpPr>
        <p:spPr>
          <a:xfrm>
            <a:off x="7748499" y="2953898"/>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grpSp>
        <p:nvGrpSpPr>
          <p:cNvPr id="8" name="组合 7"/>
          <p:cNvGrpSpPr/>
          <p:nvPr/>
        </p:nvGrpSpPr>
        <p:grpSpPr>
          <a:xfrm>
            <a:off x="3807941" y="3564249"/>
            <a:ext cx="2542351" cy="2329222"/>
            <a:chOff x="3586634" y="3315690"/>
            <a:chExt cx="1559925" cy="1924977"/>
          </a:xfrm>
        </p:grpSpPr>
        <p:cxnSp>
          <p:nvCxnSpPr>
            <p:cNvPr id="9" name="直接连接符 8"/>
            <p:cNvCxnSpPr/>
            <p:nvPr/>
          </p:nvCxnSpPr>
          <p:spPr>
            <a:xfrm flipV="1">
              <a:off x="4582235" y="3315690"/>
              <a:ext cx="564324" cy="2076"/>
            </a:xfrm>
            <a:prstGeom prst="line">
              <a:avLst/>
            </a:prstGeom>
            <a:ln>
              <a:solidFill>
                <a:schemeClr val="accent3"/>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5" idx="3"/>
            </p:cNvCxnSpPr>
            <p:nvPr/>
          </p:nvCxnSpPr>
          <p:spPr>
            <a:xfrm>
              <a:off x="3586634" y="5240667"/>
              <a:ext cx="100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85150" y="3318085"/>
              <a:ext cx="6071" cy="191484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631924" y="5041146"/>
            <a:ext cx="2717167" cy="1169463"/>
            <a:chOff x="3769383" y="2922787"/>
            <a:chExt cx="1518606" cy="2317880"/>
          </a:xfrm>
        </p:grpSpPr>
        <p:cxnSp>
          <p:nvCxnSpPr>
            <p:cNvPr id="13" name="直接连接符 12"/>
            <p:cNvCxnSpPr/>
            <p:nvPr/>
          </p:nvCxnSpPr>
          <p:spPr>
            <a:xfrm flipV="1">
              <a:off x="4857752" y="2922787"/>
              <a:ext cx="430237" cy="6146"/>
            </a:xfrm>
            <a:prstGeom prst="line">
              <a:avLst/>
            </a:prstGeom>
            <a:ln>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3"/>
            </p:cNvCxnSpPr>
            <p:nvPr/>
          </p:nvCxnSpPr>
          <p:spPr>
            <a:xfrm>
              <a:off x="3769383" y="5207229"/>
              <a:ext cx="1096799" cy="334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a:off x="3706546" y="4080139"/>
              <a:ext cx="2304000" cy="158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6" name="组合 19"/>
          <p:cNvGrpSpPr/>
          <p:nvPr/>
        </p:nvGrpSpPr>
        <p:grpSpPr>
          <a:xfrm>
            <a:off x="3550580" y="2116580"/>
            <a:ext cx="2798512" cy="3493394"/>
            <a:chOff x="3586634" y="2353565"/>
            <a:chExt cx="1717100" cy="2887102"/>
          </a:xfrm>
        </p:grpSpPr>
        <p:cxnSp>
          <p:nvCxnSpPr>
            <p:cNvPr id="21" name="直接连接符 20"/>
            <p:cNvCxnSpPr/>
            <p:nvPr/>
          </p:nvCxnSpPr>
          <p:spPr>
            <a:xfrm>
              <a:off x="4582318" y="2353565"/>
              <a:ext cx="721416" cy="1588"/>
            </a:xfrm>
            <a:prstGeom prst="line">
              <a:avLst/>
            </a:prstGeom>
            <a:ln>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86634" y="5240667"/>
              <a:ext cx="100112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581057" y="2355640"/>
              <a:ext cx="10164" cy="287729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7" name="组合 29"/>
          <p:cNvGrpSpPr/>
          <p:nvPr/>
        </p:nvGrpSpPr>
        <p:grpSpPr>
          <a:xfrm>
            <a:off x="6506901" y="3029079"/>
            <a:ext cx="1084988" cy="1101431"/>
            <a:chOff x="4116145" y="4187787"/>
            <a:chExt cx="1085322" cy="1101430"/>
          </a:xfrm>
        </p:grpSpPr>
        <p:sp>
          <p:nvSpPr>
            <p:cNvPr id="31" name="Freeform 15"/>
            <p:cNvSpPr>
              <a:spLocks noEditPoints="1"/>
            </p:cNvSpPr>
            <p:nvPr/>
          </p:nvSpPr>
          <p:spPr>
            <a:xfrm>
              <a:off x="4116145" y="4187787"/>
              <a:ext cx="1085322" cy="1101430"/>
            </a:xfrm>
            <a:custGeom>
              <a:avLst/>
              <a:gdLst>
                <a:gd name="T0" fmla="*/ 151 w 228"/>
                <a:gd name="T1" fmla="*/ 16 h 231"/>
                <a:gd name="T2" fmla="*/ 219 w 228"/>
                <a:gd name="T3" fmla="*/ 135 h 231"/>
                <a:gd name="T4" fmla="*/ 95 w 228"/>
                <a:gd name="T5" fmla="*/ 220 h 231"/>
                <a:gd name="T6" fmla="*/ 78 w 228"/>
                <a:gd name="T7" fmla="*/ 216 h 231"/>
                <a:gd name="T8" fmla="*/ 9 w 228"/>
                <a:gd name="T9" fmla="*/ 97 h 231"/>
                <a:gd name="T10" fmla="*/ 133 w 228"/>
                <a:gd name="T11" fmla="*/ 11 h 231"/>
                <a:gd name="T12" fmla="*/ 151 w 228"/>
                <a:gd name="T13" fmla="*/ 16 h 231"/>
                <a:gd name="T14" fmla="*/ 78 w 228"/>
                <a:gd name="T15" fmla="*/ 214 h 231"/>
                <a:gd name="T16" fmla="*/ 95 w 228"/>
                <a:gd name="T17" fmla="*/ 218 h 231"/>
                <a:gd name="T18" fmla="*/ 217 w 228"/>
                <a:gd name="T19" fmla="*/ 134 h 231"/>
                <a:gd name="T20" fmla="*/ 150 w 228"/>
                <a:gd name="T21" fmla="*/ 18 h 231"/>
                <a:gd name="T22" fmla="*/ 133 w 228"/>
                <a:gd name="T23" fmla="*/ 13 h 231"/>
                <a:gd name="T24" fmla="*/ 12 w 228"/>
                <a:gd name="T25" fmla="*/ 97 h 231"/>
                <a:gd name="T26" fmla="*/ 78 w 228"/>
                <a:gd name="T27" fmla="*/ 214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1">
                  <a:moveTo>
                    <a:pt x="151" y="16"/>
                  </a:moveTo>
                  <a:cubicBezTo>
                    <a:pt x="200" y="33"/>
                    <a:pt x="228" y="84"/>
                    <a:pt x="219" y="135"/>
                  </a:cubicBezTo>
                  <a:cubicBezTo>
                    <a:pt x="208" y="193"/>
                    <a:pt x="153" y="231"/>
                    <a:pt x="95" y="220"/>
                  </a:cubicBezTo>
                  <a:cubicBezTo>
                    <a:pt x="89" y="219"/>
                    <a:pt x="83" y="218"/>
                    <a:pt x="78" y="216"/>
                  </a:cubicBezTo>
                  <a:cubicBezTo>
                    <a:pt x="29" y="198"/>
                    <a:pt x="0" y="148"/>
                    <a:pt x="9" y="97"/>
                  </a:cubicBezTo>
                  <a:cubicBezTo>
                    <a:pt x="20" y="39"/>
                    <a:pt x="76" y="0"/>
                    <a:pt x="133" y="11"/>
                  </a:cubicBezTo>
                  <a:cubicBezTo>
                    <a:pt x="139" y="12"/>
                    <a:pt x="145" y="14"/>
                    <a:pt x="151" y="16"/>
                  </a:cubicBezTo>
                  <a:close/>
                  <a:moveTo>
                    <a:pt x="78" y="214"/>
                  </a:moveTo>
                  <a:cubicBezTo>
                    <a:pt x="84" y="216"/>
                    <a:pt x="90" y="217"/>
                    <a:pt x="95" y="218"/>
                  </a:cubicBezTo>
                  <a:cubicBezTo>
                    <a:pt x="152" y="229"/>
                    <a:pt x="206" y="191"/>
                    <a:pt x="217" y="134"/>
                  </a:cubicBezTo>
                  <a:cubicBezTo>
                    <a:pt x="226" y="84"/>
                    <a:pt x="198" y="35"/>
                    <a:pt x="150" y="18"/>
                  </a:cubicBezTo>
                  <a:cubicBezTo>
                    <a:pt x="144" y="16"/>
                    <a:pt x="139" y="14"/>
                    <a:pt x="133" y="13"/>
                  </a:cubicBezTo>
                  <a:cubicBezTo>
                    <a:pt x="76" y="3"/>
                    <a:pt x="22" y="40"/>
                    <a:pt x="12" y="97"/>
                  </a:cubicBezTo>
                  <a:cubicBezTo>
                    <a:pt x="3" y="147"/>
                    <a:pt x="31" y="196"/>
                    <a:pt x="78" y="214"/>
                  </a:cubicBezTo>
                  <a:close/>
                </a:path>
              </a:pathLst>
            </a:custGeom>
            <a:solidFill>
              <a:srgbClr val="FFC000"/>
            </a:solidFill>
            <a:ln w="3175">
              <a:solidFill>
                <a:schemeClr val="accent3"/>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2" name="Freeform 16"/>
            <p:cNvSpPr/>
            <p:nvPr/>
          </p:nvSpPr>
          <p:spPr>
            <a:xfrm>
              <a:off x="4162457" y="4254654"/>
              <a:ext cx="996724" cy="996724"/>
            </a:xfrm>
            <a:custGeom>
              <a:avLst/>
              <a:gdLst>
                <a:gd name="T0" fmla="*/ 9 w 209"/>
                <a:gd name="T1" fmla="*/ 87 h 209"/>
                <a:gd name="T2" fmla="*/ 122 w 209"/>
                <a:gd name="T3" fmla="*/ 10 h 209"/>
                <a:gd name="T4" fmla="*/ 199 w 209"/>
                <a:gd name="T5" fmla="*/ 122 h 209"/>
                <a:gd name="T6" fmla="*/ 87 w 209"/>
                <a:gd name="T7" fmla="*/ 200 h 209"/>
                <a:gd name="T8" fmla="*/ 9 w 209"/>
                <a:gd name="T9" fmla="*/ 87 h 209"/>
              </a:gdLst>
              <a:ahLst/>
              <a:cxnLst>
                <a:cxn ang="0">
                  <a:pos x="T0" y="T1"/>
                </a:cxn>
                <a:cxn ang="0">
                  <a:pos x="T2" y="T3"/>
                </a:cxn>
                <a:cxn ang="0">
                  <a:pos x="T4" y="T5"/>
                </a:cxn>
                <a:cxn ang="0">
                  <a:pos x="T6" y="T7"/>
                </a:cxn>
                <a:cxn ang="0">
                  <a:pos x="T8" y="T9"/>
                </a:cxn>
              </a:cxnLst>
              <a:rect l="0" t="0" r="r" b="b"/>
              <a:pathLst>
                <a:path w="209" h="209">
                  <a:moveTo>
                    <a:pt x="9" y="87"/>
                  </a:moveTo>
                  <a:cubicBezTo>
                    <a:pt x="19" y="35"/>
                    <a:pt x="69" y="0"/>
                    <a:pt x="122" y="10"/>
                  </a:cubicBezTo>
                  <a:cubicBezTo>
                    <a:pt x="174" y="19"/>
                    <a:pt x="209" y="70"/>
                    <a:pt x="199" y="122"/>
                  </a:cubicBezTo>
                  <a:cubicBezTo>
                    <a:pt x="190" y="175"/>
                    <a:pt x="139" y="209"/>
                    <a:pt x="87" y="200"/>
                  </a:cubicBezTo>
                  <a:cubicBezTo>
                    <a:pt x="34" y="190"/>
                    <a:pt x="0" y="140"/>
                    <a:pt x="9" y="87"/>
                  </a:cubicBezTo>
                  <a:close/>
                </a:path>
              </a:pathLst>
            </a:custGeom>
            <a:solidFill>
              <a:schemeClr val="accent3"/>
            </a:solidFill>
            <a:ln>
              <a:solidFill>
                <a:schemeClr val="accent3"/>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3" name="Freeform 51"/>
            <p:cNvSpPr>
              <a:spLocks noEditPoints="1"/>
            </p:cNvSpPr>
            <p:nvPr/>
          </p:nvSpPr>
          <p:spPr>
            <a:xfrm>
              <a:off x="4410128" y="4488230"/>
              <a:ext cx="497355" cy="515477"/>
            </a:xfrm>
            <a:custGeom>
              <a:avLst/>
              <a:gdLst>
                <a:gd name="T0" fmla="*/ 82 w 104"/>
                <a:gd name="T1" fmla="*/ 27 h 108"/>
                <a:gd name="T2" fmla="*/ 67 w 104"/>
                <a:gd name="T3" fmla="*/ 37 h 108"/>
                <a:gd name="T4" fmla="*/ 65 w 104"/>
                <a:gd name="T5" fmla="*/ 38 h 108"/>
                <a:gd name="T6" fmla="*/ 62 w 104"/>
                <a:gd name="T7" fmla="*/ 33 h 108"/>
                <a:gd name="T8" fmla="*/ 51 w 104"/>
                <a:gd name="T9" fmla="*/ 13 h 108"/>
                <a:gd name="T10" fmla="*/ 65 w 104"/>
                <a:gd name="T11" fmla="*/ 2 h 108"/>
                <a:gd name="T12" fmla="*/ 79 w 104"/>
                <a:gd name="T13" fmla="*/ 21 h 108"/>
                <a:gd name="T14" fmla="*/ 83 w 104"/>
                <a:gd name="T15" fmla="*/ 26 h 108"/>
                <a:gd name="T16" fmla="*/ 61 w 104"/>
                <a:gd name="T17" fmla="*/ 0 h 108"/>
                <a:gd name="T18" fmla="*/ 34 w 104"/>
                <a:gd name="T19" fmla="*/ 2 h 108"/>
                <a:gd name="T20" fmla="*/ 20 w 104"/>
                <a:gd name="T21" fmla="*/ 27 h 108"/>
                <a:gd name="T22" fmla="*/ 39 w 104"/>
                <a:gd name="T23" fmla="*/ 31 h 108"/>
                <a:gd name="T24" fmla="*/ 50 w 104"/>
                <a:gd name="T25" fmla="*/ 12 h 108"/>
                <a:gd name="T26" fmla="*/ 50 w 104"/>
                <a:gd name="T27" fmla="*/ 11 h 108"/>
                <a:gd name="T28" fmla="*/ 66 w 104"/>
                <a:gd name="T29" fmla="*/ 108 h 108"/>
                <a:gd name="T30" fmla="*/ 81 w 104"/>
                <a:gd name="T31" fmla="*/ 97 h 108"/>
                <a:gd name="T32" fmla="*/ 88 w 104"/>
                <a:gd name="T33" fmla="*/ 81 h 108"/>
                <a:gd name="T34" fmla="*/ 82 w 104"/>
                <a:gd name="T35" fmla="*/ 76 h 108"/>
                <a:gd name="T36" fmla="*/ 62 w 104"/>
                <a:gd name="T37" fmla="*/ 64 h 108"/>
                <a:gd name="T38" fmla="*/ 57 w 104"/>
                <a:gd name="T39" fmla="*/ 76 h 108"/>
                <a:gd name="T40" fmla="*/ 53 w 104"/>
                <a:gd name="T41" fmla="*/ 87 h 108"/>
                <a:gd name="T42" fmla="*/ 59 w 104"/>
                <a:gd name="T43" fmla="*/ 97 h 108"/>
                <a:gd name="T44" fmla="*/ 90 w 104"/>
                <a:gd name="T45" fmla="*/ 80 h 108"/>
                <a:gd name="T46" fmla="*/ 104 w 104"/>
                <a:gd name="T47" fmla="*/ 69 h 108"/>
                <a:gd name="T48" fmla="*/ 104 w 104"/>
                <a:gd name="T49" fmla="*/ 66 h 108"/>
                <a:gd name="T50" fmla="*/ 73 w 104"/>
                <a:gd name="T51" fmla="*/ 50 h 108"/>
                <a:gd name="T52" fmla="*/ 86 w 104"/>
                <a:gd name="T53" fmla="*/ 72 h 108"/>
                <a:gd name="T54" fmla="*/ 88 w 104"/>
                <a:gd name="T55" fmla="*/ 75 h 108"/>
                <a:gd name="T56" fmla="*/ 90 w 104"/>
                <a:gd name="T57" fmla="*/ 80 h 108"/>
                <a:gd name="T58" fmla="*/ 10 w 104"/>
                <a:gd name="T59" fmla="*/ 48 h 108"/>
                <a:gd name="T60" fmla="*/ 1 w 104"/>
                <a:gd name="T61" fmla="*/ 70 h 108"/>
                <a:gd name="T62" fmla="*/ 17 w 104"/>
                <a:gd name="T63" fmla="*/ 77 h 108"/>
                <a:gd name="T64" fmla="*/ 29 w 104"/>
                <a:gd name="T65" fmla="*/ 57 h 108"/>
                <a:gd name="T66" fmla="*/ 32 w 104"/>
                <a:gd name="T67" fmla="*/ 52 h 108"/>
                <a:gd name="T68" fmla="*/ 31 w 104"/>
                <a:gd name="T69" fmla="*/ 51 h 108"/>
                <a:gd name="T70" fmla="*/ 14 w 104"/>
                <a:gd name="T71" fmla="*/ 43 h 108"/>
                <a:gd name="T72" fmla="*/ 0 w 104"/>
                <a:gd name="T73" fmla="*/ 44 h 108"/>
                <a:gd name="T74" fmla="*/ 2 w 104"/>
                <a:gd name="T75" fmla="*/ 74 h 108"/>
                <a:gd name="T76" fmla="*/ 17 w 104"/>
                <a:gd name="T77" fmla="*/ 97 h 108"/>
                <a:gd name="T78" fmla="*/ 46 w 104"/>
                <a:gd name="T79" fmla="*/ 97 h 108"/>
                <a:gd name="T80" fmla="*/ 39 w 104"/>
                <a:gd name="T81" fmla="*/ 78 h 108"/>
                <a:gd name="T82" fmla="*/ 18 w 104"/>
                <a:gd name="T83" fmla="*/ 79 h 108"/>
                <a:gd name="T84" fmla="*/ 17 w 104"/>
                <a:gd name="T85" fmla="*/ 7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108">
                  <a:moveTo>
                    <a:pt x="83" y="26"/>
                  </a:moveTo>
                  <a:cubicBezTo>
                    <a:pt x="82" y="27"/>
                    <a:pt x="82" y="27"/>
                    <a:pt x="82" y="27"/>
                  </a:cubicBezTo>
                  <a:cubicBezTo>
                    <a:pt x="78" y="36"/>
                    <a:pt x="78" y="36"/>
                    <a:pt x="78" y="36"/>
                  </a:cubicBezTo>
                  <a:cubicBezTo>
                    <a:pt x="67" y="37"/>
                    <a:pt x="67" y="37"/>
                    <a:pt x="67" y="37"/>
                  </a:cubicBezTo>
                  <a:cubicBezTo>
                    <a:pt x="66" y="38"/>
                    <a:pt x="66" y="38"/>
                    <a:pt x="66" y="38"/>
                  </a:cubicBezTo>
                  <a:cubicBezTo>
                    <a:pt x="65" y="38"/>
                    <a:pt x="65" y="38"/>
                    <a:pt x="65" y="38"/>
                  </a:cubicBezTo>
                  <a:cubicBezTo>
                    <a:pt x="53" y="39"/>
                    <a:pt x="53" y="39"/>
                    <a:pt x="53" y="39"/>
                  </a:cubicBezTo>
                  <a:cubicBezTo>
                    <a:pt x="62" y="33"/>
                    <a:pt x="62" y="33"/>
                    <a:pt x="62" y="33"/>
                  </a:cubicBezTo>
                  <a:cubicBezTo>
                    <a:pt x="59" y="26"/>
                    <a:pt x="55" y="21"/>
                    <a:pt x="53" y="16"/>
                  </a:cubicBezTo>
                  <a:cubicBezTo>
                    <a:pt x="52" y="15"/>
                    <a:pt x="52" y="14"/>
                    <a:pt x="51" y="13"/>
                  </a:cubicBezTo>
                  <a:cubicBezTo>
                    <a:pt x="52" y="11"/>
                    <a:pt x="53" y="10"/>
                    <a:pt x="54" y="9"/>
                  </a:cubicBezTo>
                  <a:cubicBezTo>
                    <a:pt x="57" y="5"/>
                    <a:pt x="61" y="2"/>
                    <a:pt x="65" y="2"/>
                  </a:cubicBezTo>
                  <a:cubicBezTo>
                    <a:pt x="67" y="2"/>
                    <a:pt x="69" y="3"/>
                    <a:pt x="71" y="7"/>
                  </a:cubicBezTo>
                  <a:cubicBezTo>
                    <a:pt x="79" y="21"/>
                    <a:pt x="79" y="21"/>
                    <a:pt x="79" y="21"/>
                  </a:cubicBezTo>
                  <a:cubicBezTo>
                    <a:pt x="89" y="14"/>
                    <a:pt x="89" y="14"/>
                    <a:pt x="89" y="14"/>
                  </a:cubicBezTo>
                  <a:lnTo>
                    <a:pt x="83" y="26"/>
                  </a:lnTo>
                  <a:close/>
                  <a:moveTo>
                    <a:pt x="53" y="7"/>
                  </a:moveTo>
                  <a:cubicBezTo>
                    <a:pt x="55" y="4"/>
                    <a:pt x="58" y="2"/>
                    <a:pt x="61" y="0"/>
                  </a:cubicBezTo>
                  <a:cubicBezTo>
                    <a:pt x="36" y="0"/>
                    <a:pt x="36" y="0"/>
                    <a:pt x="36" y="0"/>
                  </a:cubicBezTo>
                  <a:cubicBezTo>
                    <a:pt x="35" y="1"/>
                    <a:pt x="34" y="2"/>
                    <a:pt x="34" y="2"/>
                  </a:cubicBezTo>
                  <a:cubicBezTo>
                    <a:pt x="34" y="2"/>
                    <a:pt x="34" y="2"/>
                    <a:pt x="34" y="2"/>
                  </a:cubicBezTo>
                  <a:cubicBezTo>
                    <a:pt x="20" y="27"/>
                    <a:pt x="20" y="27"/>
                    <a:pt x="20" y="27"/>
                  </a:cubicBezTo>
                  <a:cubicBezTo>
                    <a:pt x="35" y="37"/>
                    <a:pt x="35" y="37"/>
                    <a:pt x="35" y="37"/>
                  </a:cubicBezTo>
                  <a:cubicBezTo>
                    <a:pt x="36" y="35"/>
                    <a:pt x="38" y="33"/>
                    <a:pt x="39" y="31"/>
                  </a:cubicBezTo>
                  <a:cubicBezTo>
                    <a:pt x="48" y="15"/>
                    <a:pt x="48" y="15"/>
                    <a:pt x="48" y="15"/>
                  </a:cubicBezTo>
                  <a:cubicBezTo>
                    <a:pt x="48" y="15"/>
                    <a:pt x="49" y="13"/>
                    <a:pt x="50" y="12"/>
                  </a:cubicBezTo>
                  <a:cubicBezTo>
                    <a:pt x="50" y="12"/>
                    <a:pt x="50" y="12"/>
                    <a:pt x="50" y="12"/>
                  </a:cubicBezTo>
                  <a:cubicBezTo>
                    <a:pt x="50" y="11"/>
                    <a:pt x="50" y="11"/>
                    <a:pt x="50" y="11"/>
                  </a:cubicBezTo>
                  <a:cubicBezTo>
                    <a:pt x="51" y="10"/>
                    <a:pt x="52" y="9"/>
                    <a:pt x="53" y="7"/>
                  </a:cubicBezTo>
                  <a:close/>
                  <a:moveTo>
                    <a:pt x="66" y="108"/>
                  </a:moveTo>
                  <a:cubicBezTo>
                    <a:pt x="65" y="97"/>
                    <a:pt x="65" y="97"/>
                    <a:pt x="65" y="97"/>
                  </a:cubicBezTo>
                  <a:cubicBezTo>
                    <a:pt x="81" y="97"/>
                    <a:pt x="81" y="97"/>
                    <a:pt x="81" y="97"/>
                  </a:cubicBezTo>
                  <a:cubicBezTo>
                    <a:pt x="85" y="96"/>
                    <a:pt x="87" y="95"/>
                    <a:pt x="89" y="93"/>
                  </a:cubicBezTo>
                  <a:cubicBezTo>
                    <a:pt x="91" y="90"/>
                    <a:pt x="90" y="85"/>
                    <a:pt x="88" y="81"/>
                  </a:cubicBezTo>
                  <a:cubicBezTo>
                    <a:pt x="88" y="79"/>
                    <a:pt x="87" y="77"/>
                    <a:pt x="86" y="76"/>
                  </a:cubicBezTo>
                  <a:cubicBezTo>
                    <a:pt x="85" y="76"/>
                    <a:pt x="84" y="76"/>
                    <a:pt x="82" y="76"/>
                  </a:cubicBezTo>
                  <a:cubicBezTo>
                    <a:pt x="77" y="76"/>
                    <a:pt x="71" y="76"/>
                    <a:pt x="63" y="75"/>
                  </a:cubicBezTo>
                  <a:cubicBezTo>
                    <a:pt x="62" y="64"/>
                    <a:pt x="62" y="64"/>
                    <a:pt x="62" y="64"/>
                  </a:cubicBezTo>
                  <a:cubicBezTo>
                    <a:pt x="58" y="75"/>
                    <a:pt x="58" y="75"/>
                    <a:pt x="58" y="75"/>
                  </a:cubicBezTo>
                  <a:cubicBezTo>
                    <a:pt x="57" y="76"/>
                    <a:pt x="57" y="76"/>
                    <a:pt x="57" y="76"/>
                  </a:cubicBezTo>
                  <a:cubicBezTo>
                    <a:pt x="57" y="77"/>
                    <a:pt x="57" y="77"/>
                    <a:pt x="57" y="77"/>
                  </a:cubicBezTo>
                  <a:cubicBezTo>
                    <a:pt x="53" y="87"/>
                    <a:pt x="53" y="87"/>
                    <a:pt x="53" y="87"/>
                  </a:cubicBezTo>
                  <a:cubicBezTo>
                    <a:pt x="58" y="96"/>
                    <a:pt x="58" y="96"/>
                    <a:pt x="58" y="96"/>
                  </a:cubicBezTo>
                  <a:cubicBezTo>
                    <a:pt x="59" y="97"/>
                    <a:pt x="59" y="97"/>
                    <a:pt x="59" y="97"/>
                  </a:cubicBezTo>
                  <a:lnTo>
                    <a:pt x="66" y="108"/>
                  </a:lnTo>
                  <a:close/>
                  <a:moveTo>
                    <a:pt x="90" y="80"/>
                  </a:moveTo>
                  <a:cubicBezTo>
                    <a:pt x="91" y="83"/>
                    <a:pt x="92" y="87"/>
                    <a:pt x="92" y="91"/>
                  </a:cubicBezTo>
                  <a:cubicBezTo>
                    <a:pt x="104" y="69"/>
                    <a:pt x="104" y="69"/>
                    <a:pt x="104" y="69"/>
                  </a:cubicBezTo>
                  <a:cubicBezTo>
                    <a:pt x="104" y="67"/>
                    <a:pt x="104" y="67"/>
                    <a:pt x="104" y="66"/>
                  </a:cubicBezTo>
                  <a:cubicBezTo>
                    <a:pt x="104" y="66"/>
                    <a:pt x="104" y="66"/>
                    <a:pt x="104" y="66"/>
                  </a:cubicBezTo>
                  <a:cubicBezTo>
                    <a:pt x="90" y="42"/>
                    <a:pt x="90" y="42"/>
                    <a:pt x="90" y="42"/>
                  </a:cubicBezTo>
                  <a:cubicBezTo>
                    <a:pt x="73" y="50"/>
                    <a:pt x="73" y="50"/>
                    <a:pt x="73" y="50"/>
                  </a:cubicBezTo>
                  <a:cubicBezTo>
                    <a:pt x="74" y="52"/>
                    <a:pt x="76" y="54"/>
                    <a:pt x="77" y="56"/>
                  </a:cubicBezTo>
                  <a:cubicBezTo>
                    <a:pt x="86" y="72"/>
                    <a:pt x="86" y="72"/>
                    <a:pt x="86" y="72"/>
                  </a:cubicBezTo>
                  <a:cubicBezTo>
                    <a:pt x="86" y="72"/>
                    <a:pt x="87" y="73"/>
                    <a:pt x="88" y="75"/>
                  </a:cubicBezTo>
                  <a:cubicBezTo>
                    <a:pt x="88" y="75"/>
                    <a:pt x="88" y="75"/>
                    <a:pt x="88" y="75"/>
                  </a:cubicBezTo>
                  <a:cubicBezTo>
                    <a:pt x="88" y="76"/>
                    <a:pt x="88" y="76"/>
                    <a:pt x="88" y="76"/>
                  </a:cubicBezTo>
                  <a:cubicBezTo>
                    <a:pt x="89" y="77"/>
                    <a:pt x="89" y="78"/>
                    <a:pt x="90" y="80"/>
                  </a:cubicBezTo>
                  <a:close/>
                  <a:moveTo>
                    <a:pt x="0" y="44"/>
                  </a:moveTo>
                  <a:cubicBezTo>
                    <a:pt x="10" y="48"/>
                    <a:pt x="10" y="48"/>
                    <a:pt x="10" y="48"/>
                  </a:cubicBezTo>
                  <a:cubicBezTo>
                    <a:pt x="2" y="62"/>
                    <a:pt x="2" y="62"/>
                    <a:pt x="2" y="62"/>
                  </a:cubicBezTo>
                  <a:cubicBezTo>
                    <a:pt x="0" y="66"/>
                    <a:pt x="0" y="68"/>
                    <a:pt x="1" y="70"/>
                  </a:cubicBezTo>
                  <a:cubicBezTo>
                    <a:pt x="3" y="74"/>
                    <a:pt x="8" y="75"/>
                    <a:pt x="12" y="76"/>
                  </a:cubicBezTo>
                  <a:cubicBezTo>
                    <a:pt x="14" y="76"/>
                    <a:pt x="16" y="77"/>
                    <a:pt x="17" y="77"/>
                  </a:cubicBezTo>
                  <a:cubicBezTo>
                    <a:pt x="18" y="76"/>
                    <a:pt x="19" y="75"/>
                    <a:pt x="20" y="73"/>
                  </a:cubicBezTo>
                  <a:cubicBezTo>
                    <a:pt x="22" y="69"/>
                    <a:pt x="26" y="63"/>
                    <a:pt x="29" y="57"/>
                  </a:cubicBezTo>
                  <a:cubicBezTo>
                    <a:pt x="39" y="62"/>
                    <a:pt x="39" y="62"/>
                    <a:pt x="39" y="62"/>
                  </a:cubicBezTo>
                  <a:cubicBezTo>
                    <a:pt x="32" y="52"/>
                    <a:pt x="32" y="52"/>
                    <a:pt x="32" y="52"/>
                  </a:cubicBezTo>
                  <a:cubicBezTo>
                    <a:pt x="32" y="52"/>
                    <a:pt x="32" y="52"/>
                    <a:pt x="32" y="52"/>
                  </a:cubicBezTo>
                  <a:cubicBezTo>
                    <a:pt x="31" y="51"/>
                    <a:pt x="31" y="51"/>
                    <a:pt x="31" y="51"/>
                  </a:cubicBezTo>
                  <a:cubicBezTo>
                    <a:pt x="25" y="42"/>
                    <a:pt x="25" y="42"/>
                    <a:pt x="25" y="42"/>
                  </a:cubicBezTo>
                  <a:cubicBezTo>
                    <a:pt x="14" y="43"/>
                    <a:pt x="14" y="43"/>
                    <a:pt x="14" y="43"/>
                  </a:cubicBezTo>
                  <a:cubicBezTo>
                    <a:pt x="13" y="43"/>
                    <a:pt x="13" y="43"/>
                    <a:pt x="13" y="43"/>
                  </a:cubicBezTo>
                  <a:lnTo>
                    <a:pt x="0" y="44"/>
                  </a:lnTo>
                  <a:close/>
                  <a:moveTo>
                    <a:pt x="12" y="78"/>
                  </a:moveTo>
                  <a:cubicBezTo>
                    <a:pt x="8" y="78"/>
                    <a:pt x="5" y="77"/>
                    <a:pt x="2" y="74"/>
                  </a:cubicBezTo>
                  <a:cubicBezTo>
                    <a:pt x="15" y="96"/>
                    <a:pt x="15" y="96"/>
                    <a:pt x="15" y="96"/>
                  </a:cubicBezTo>
                  <a:cubicBezTo>
                    <a:pt x="16" y="97"/>
                    <a:pt x="17" y="97"/>
                    <a:pt x="17" y="97"/>
                  </a:cubicBezTo>
                  <a:cubicBezTo>
                    <a:pt x="17" y="97"/>
                    <a:pt x="17" y="97"/>
                    <a:pt x="17" y="97"/>
                  </a:cubicBezTo>
                  <a:cubicBezTo>
                    <a:pt x="46" y="97"/>
                    <a:pt x="46" y="97"/>
                    <a:pt x="46" y="97"/>
                  </a:cubicBezTo>
                  <a:cubicBezTo>
                    <a:pt x="46" y="78"/>
                    <a:pt x="46" y="78"/>
                    <a:pt x="46" y="78"/>
                  </a:cubicBezTo>
                  <a:cubicBezTo>
                    <a:pt x="44" y="79"/>
                    <a:pt x="42" y="78"/>
                    <a:pt x="39" y="78"/>
                  </a:cubicBezTo>
                  <a:cubicBezTo>
                    <a:pt x="21" y="78"/>
                    <a:pt x="21" y="78"/>
                    <a:pt x="21" y="78"/>
                  </a:cubicBezTo>
                  <a:cubicBezTo>
                    <a:pt x="21" y="79"/>
                    <a:pt x="19" y="79"/>
                    <a:pt x="18" y="79"/>
                  </a:cubicBezTo>
                  <a:cubicBezTo>
                    <a:pt x="18" y="79"/>
                    <a:pt x="18" y="79"/>
                    <a:pt x="18" y="79"/>
                  </a:cubicBezTo>
                  <a:cubicBezTo>
                    <a:pt x="17" y="79"/>
                    <a:pt x="17" y="79"/>
                    <a:pt x="17" y="79"/>
                  </a:cubicBezTo>
                  <a:cubicBezTo>
                    <a:pt x="16" y="79"/>
                    <a:pt x="14" y="78"/>
                    <a:pt x="12" y="78"/>
                  </a:cubicBezTo>
                  <a:close/>
                </a:path>
              </a:pathLst>
            </a:custGeom>
            <a:solidFill>
              <a:srgbClr val="FFFFFF"/>
            </a:solidFill>
            <a:ln>
              <a:solidFill>
                <a:schemeClr val="accent3"/>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8" name="组合 33"/>
          <p:cNvGrpSpPr/>
          <p:nvPr/>
        </p:nvGrpSpPr>
        <p:grpSpPr>
          <a:xfrm>
            <a:off x="6504265" y="1612353"/>
            <a:ext cx="1086999" cy="1097403"/>
            <a:chOff x="813868" y="4236532"/>
            <a:chExt cx="1087335" cy="1097403"/>
          </a:xfrm>
        </p:grpSpPr>
        <p:sp>
          <p:nvSpPr>
            <p:cNvPr id="35" name="Freeform 7"/>
            <p:cNvSpPr>
              <a:spLocks noEditPoints="1"/>
            </p:cNvSpPr>
            <p:nvPr/>
          </p:nvSpPr>
          <p:spPr>
            <a:xfrm>
              <a:off x="813868" y="4236532"/>
              <a:ext cx="1087335" cy="1097403"/>
            </a:xfrm>
            <a:custGeom>
              <a:avLst/>
              <a:gdLst>
                <a:gd name="T0" fmla="*/ 151 w 228"/>
                <a:gd name="T1" fmla="*/ 15 h 230"/>
                <a:gd name="T2" fmla="*/ 219 w 228"/>
                <a:gd name="T3" fmla="*/ 134 h 230"/>
                <a:gd name="T4" fmla="*/ 95 w 228"/>
                <a:gd name="T5" fmla="*/ 220 h 230"/>
                <a:gd name="T6" fmla="*/ 78 w 228"/>
                <a:gd name="T7" fmla="*/ 215 h 230"/>
                <a:gd name="T8" fmla="*/ 9 w 228"/>
                <a:gd name="T9" fmla="*/ 96 h 230"/>
                <a:gd name="T10" fmla="*/ 133 w 228"/>
                <a:gd name="T11" fmla="*/ 10 h 230"/>
                <a:gd name="T12" fmla="*/ 151 w 228"/>
                <a:gd name="T13" fmla="*/ 15 h 230"/>
                <a:gd name="T14" fmla="*/ 78 w 228"/>
                <a:gd name="T15" fmla="*/ 213 h 230"/>
                <a:gd name="T16" fmla="*/ 95 w 228"/>
                <a:gd name="T17" fmla="*/ 218 h 230"/>
                <a:gd name="T18" fmla="*/ 217 w 228"/>
                <a:gd name="T19" fmla="*/ 134 h 230"/>
                <a:gd name="T20" fmla="*/ 150 w 228"/>
                <a:gd name="T21" fmla="*/ 17 h 230"/>
                <a:gd name="T22" fmla="*/ 133 w 228"/>
                <a:gd name="T23" fmla="*/ 13 h 230"/>
                <a:gd name="T24" fmla="*/ 12 w 228"/>
                <a:gd name="T25" fmla="*/ 96 h 230"/>
                <a:gd name="T26" fmla="*/ 78 w 228"/>
                <a:gd name="T27" fmla="*/ 21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0">
                  <a:moveTo>
                    <a:pt x="151" y="15"/>
                  </a:moveTo>
                  <a:cubicBezTo>
                    <a:pt x="200" y="33"/>
                    <a:pt x="228" y="83"/>
                    <a:pt x="219" y="134"/>
                  </a:cubicBezTo>
                  <a:cubicBezTo>
                    <a:pt x="208" y="192"/>
                    <a:pt x="153" y="230"/>
                    <a:pt x="95" y="220"/>
                  </a:cubicBezTo>
                  <a:cubicBezTo>
                    <a:pt x="89" y="219"/>
                    <a:pt x="83" y="217"/>
                    <a:pt x="78" y="215"/>
                  </a:cubicBezTo>
                  <a:cubicBezTo>
                    <a:pt x="29" y="197"/>
                    <a:pt x="0" y="147"/>
                    <a:pt x="9" y="96"/>
                  </a:cubicBezTo>
                  <a:cubicBezTo>
                    <a:pt x="20" y="38"/>
                    <a:pt x="75" y="0"/>
                    <a:pt x="133" y="10"/>
                  </a:cubicBezTo>
                  <a:cubicBezTo>
                    <a:pt x="139" y="11"/>
                    <a:pt x="145" y="13"/>
                    <a:pt x="151" y="15"/>
                  </a:cubicBezTo>
                  <a:close/>
                  <a:moveTo>
                    <a:pt x="78" y="213"/>
                  </a:moveTo>
                  <a:cubicBezTo>
                    <a:pt x="84" y="215"/>
                    <a:pt x="90" y="216"/>
                    <a:pt x="95" y="218"/>
                  </a:cubicBezTo>
                  <a:cubicBezTo>
                    <a:pt x="152" y="228"/>
                    <a:pt x="206" y="190"/>
                    <a:pt x="217" y="134"/>
                  </a:cubicBezTo>
                  <a:cubicBezTo>
                    <a:pt x="226" y="84"/>
                    <a:pt x="198" y="35"/>
                    <a:pt x="150" y="17"/>
                  </a:cubicBezTo>
                  <a:cubicBezTo>
                    <a:pt x="144" y="15"/>
                    <a:pt x="139" y="14"/>
                    <a:pt x="133" y="13"/>
                  </a:cubicBezTo>
                  <a:cubicBezTo>
                    <a:pt x="76" y="2"/>
                    <a:pt x="22" y="40"/>
                    <a:pt x="12" y="96"/>
                  </a:cubicBezTo>
                  <a:cubicBezTo>
                    <a:pt x="2" y="147"/>
                    <a:pt x="30" y="196"/>
                    <a:pt x="78" y="213"/>
                  </a:cubicBezTo>
                  <a:close/>
                </a:path>
              </a:pathLst>
            </a:custGeom>
            <a:solidFill>
              <a:srgbClr val="00B0F0"/>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6" name="Freeform 8"/>
            <p:cNvSpPr/>
            <p:nvPr/>
          </p:nvSpPr>
          <p:spPr>
            <a:xfrm>
              <a:off x="858167" y="4282844"/>
              <a:ext cx="998737" cy="1002765"/>
            </a:xfrm>
            <a:custGeom>
              <a:avLst/>
              <a:gdLst>
                <a:gd name="T0" fmla="*/ 10 w 210"/>
                <a:gd name="T1" fmla="*/ 88 h 210"/>
                <a:gd name="T2" fmla="*/ 122 w 210"/>
                <a:gd name="T3" fmla="*/ 10 h 210"/>
                <a:gd name="T4" fmla="*/ 200 w 210"/>
                <a:gd name="T5" fmla="*/ 122 h 210"/>
                <a:gd name="T6" fmla="*/ 88 w 210"/>
                <a:gd name="T7" fmla="*/ 200 h 210"/>
                <a:gd name="T8" fmla="*/ 10 w 210"/>
                <a:gd name="T9" fmla="*/ 88 h 210"/>
              </a:gdLst>
              <a:ahLst/>
              <a:cxnLst>
                <a:cxn ang="0">
                  <a:pos x="T0" y="T1"/>
                </a:cxn>
                <a:cxn ang="0">
                  <a:pos x="T2" y="T3"/>
                </a:cxn>
                <a:cxn ang="0">
                  <a:pos x="T4" y="T5"/>
                </a:cxn>
                <a:cxn ang="0">
                  <a:pos x="T6" y="T7"/>
                </a:cxn>
                <a:cxn ang="0">
                  <a:pos x="T8" y="T9"/>
                </a:cxn>
              </a:cxnLst>
              <a:rect l="0" t="0" r="r" b="b"/>
              <a:pathLst>
                <a:path w="210" h="210">
                  <a:moveTo>
                    <a:pt x="10" y="88"/>
                  </a:moveTo>
                  <a:cubicBezTo>
                    <a:pt x="20" y="35"/>
                    <a:pt x="70" y="0"/>
                    <a:pt x="122" y="10"/>
                  </a:cubicBezTo>
                  <a:cubicBezTo>
                    <a:pt x="175" y="20"/>
                    <a:pt x="210" y="70"/>
                    <a:pt x="200" y="122"/>
                  </a:cubicBezTo>
                  <a:cubicBezTo>
                    <a:pt x="191" y="175"/>
                    <a:pt x="140" y="210"/>
                    <a:pt x="88" y="200"/>
                  </a:cubicBezTo>
                  <a:cubicBezTo>
                    <a:pt x="35" y="191"/>
                    <a:pt x="0" y="140"/>
                    <a:pt x="10" y="88"/>
                  </a:cubicBezTo>
                  <a:close/>
                </a:path>
              </a:pathLst>
            </a:custGeom>
            <a:solidFill>
              <a:schemeClr val="accent2"/>
            </a:solidFill>
            <a:ln>
              <a:solidFill>
                <a:schemeClr val="accent2"/>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7" name="Freeform 29"/>
            <p:cNvSpPr/>
            <p:nvPr/>
          </p:nvSpPr>
          <p:spPr>
            <a:xfrm>
              <a:off x="1266924" y="4460040"/>
              <a:ext cx="62421" cy="138937"/>
            </a:xfrm>
            <a:custGeom>
              <a:avLst/>
              <a:gdLst>
                <a:gd name="T0" fmla="*/ 13 w 13"/>
                <a:gd name="T1" fmla="*/ 23 h 29"/>
                <a:gd name="T2" fmla="*/ 6 w 13"/>
                <a:gd name="T3" fmla="*/ 29 h 29"/>
                <a:gd name="T4" fmla="*/ 6 w 13"/>
                <a:gd name="T5" fmla="*/ 29 h 29"/>
                <a:gd name="T6" fmla="*/ 0 w 13"/>
                <a:gd name="T7" fmla="*/ 23 h 29"/>
                <a:gd name="T8" fmla="*/ 0 w 13"/>
                <a:gd name="T9" fmla="*/ 7 h 29"/>
                <a:gd name="T10" fmla="*/ 6 w 13"/>
                <a:gd name="T11" fmla="*/ 0 h 29"/>
                <a:gd name="T12" fmla="*/ 6 w 13"/>
                <a:gd name="T13" fmla="*/ 0 h 29"/>
                <a:gd name="T14" fmla="*/ 13 w 13"/>
                <a:gd name="T15" fmla="*/ 7 h 29"/>
                <a:gd name="T16" fmla="*/ 13 w 13"/>
                <a:gd name="T1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13" y="23"/>
                  </a:moveTo>
                  <a:cubicBezTo>
                    <a:pt x="13" y="26"/>
                    <a:pt x="10" y="29"/>
                    <a:pt x="6" y="29"/>
                  </a:cubicBezTo>
                  <a:cubicBezTo>
                    <a:pt x="6" y="29"/>
                    <a:pt x="6" y="29"/>
                    <a:pt x="6" y="29"/>
                  </a:cubicBezTo>
                  <a:cubicBezTo>
                    <a:pt x="3" y="29"/>
                    <a:pt x="0" y="26"/>
                    <a:pt x="0" y="23"/>
                  </a:cubicBezTo>
                  <a:cubicBezTo>
                    <a:pt x="0" y="7"/>
                    <a:pt x="0" y="7"/>
                    <a:pt x="0" y="7"/>
                  </a:cubicBezTo>
                  <a:cubicBezTo>
                    <a:pt x="0" y="3"/>
                    <a:pt x="3" y="0"/>
                    <a:pt x="6" y="0"/>
                  </a:cubicBezTo>
                  <a:cubicBezTo>
                    <a:pt x="6" y="0"/>
                    <a:pt x="6" y="0"/>
                    <a:pt x="6" y="0"/>
                  </a:cubicBezTo>
                  <a:cubicBezTo>
                    <a:pt x="10" y="0"/>
                    <a:pt x="13" y="3"/>
                    <a:pt x="13" y="7"/>
                  </a:cubicBezTo>
                  <a:lnTo>
                    <a:pt x="13" y="23"/>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8" name="Freeform 30"/>
            <p:cNvSpPr/>
            <p:nvPr/>
          </p:nvSpPr>
          <p:spPr>
            <a:xfrm>
              <a:off x="1409889" y="4460040"/>
              <a:ext cx="62421" cy="138937"/>
            </a:xfrm>
            <a:custGeom>
              <a:avLst/>
              <a:gdLst>
                <a:gd name="T0" fmla="*/ 13 w 13"/>
                <a:gd name="T1" fmla="*/ 23 h 29"/>
                <a:gd name="T2" fmla="*/ 6 w 13"/>
                <a:gd name="T3" fmla="*/ 29 h 29"/>
                <a:gd name="T4" fmla="*/ 6 w 13"/>
                <a:gd name="T5" fmla="*/ 29 h 29"/>
                <a:gd name="T6" fmla="*/ 0 w 13"/>
                <a:gd name="T7" fmla="*/ 23 h 29"/>
                <a:gd name="T8" fmla="*/ 0 w 13"/>
                <a:gd name="T9" fmla="*/ 7 h 29"/>
                <a:gd name="T10" fmla="*/ 6 w 13"/>
                <a:gd name="T11" fmla="*/ 0 h 29"/>
                <a:gd name="T12" fmla="*/ 6 w 13"/>
                <a:gd name="T13" fmla="*/ 0 h 29"/>
                <a:gd name="T14" fmla="*/ 13 w 13"/>
                <a:gd name="T15" fmla="*/ 7 h 29"/>
                <a:gd name="T16" fmla="*/ 13 w 13"/>
                <a:gd name="T17"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13" y="23"/>
                  </a:moveTo>
                  <a:cubicBezTo>
                    <a:pt x="13" y="26"/>
                    <a:pt x="10" y="29"/>
                    <a:pt x="6" y="29"/>
                  </a:cubicBezTo>
                  <a:cubicBezTo>
                    <a:pt x="6" y="29"/>
                    <a:pt x="6" y="29"/>
                    <a:pt x="6" y="29"/>
                  </a:cubicBezTo>
                  <a:cubicBezTo>
                    <a:pt x="3" y="29"/>
                    <a:pt x="0" y="26"/>
                    <a:pt x="0" y="23"/>
                  </a:cubicBezTo>
                  <a:cubicBezTo>
                    <a:pt x="0" y="7"/>
                    <a:pt x="0" y="7"/>
                    <a:pt x="0" y="7"/>
                  </a:cubicBezTo>
                  <a:cubicBezTo>
                    <a:pt x="0" y="3"/>
                    <a:pt x="3" y="0"/>
                    <a:pt x="6" y="0"/>
                  </a:cubicBezTo>
                  <a:cubicBezTo>
                    <a:pt x="6" y="0"/>
                    <a:pt x="6" y="0"/>
                    <a:pt x="6" y="0"/>
                  </a:cubicBezTo>
                  <a:cubicBezTo>
                    <a:pt x="10" y="0"/>
                    <a:pt x="13" y="3"/>
                    <a:pt x="13" y="7"/>
                  </a:cubicBezTo>
                  <a:lnTo>
                    <a:pt x="13" y="23"/>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39" name="Freeform 31"/>
            <p:cNvSpPr/>
            <p:nvPr/>
          </p:nvSpPr>
          <p:spPr>
            <a:xfrm>
              <a:off x="1224639" y="4623140"/>
              <a:ext cx="289956" cy="261766"/>
            </a:xfrm>
            <a:custGeom>
              <a:avLst/>
              <a:gdLst>
                <a:gd name="T0" fmla="*/ 54 w 61"/>
                <a:gd name="T1" fmla="*/ 0 h 55"/>
                <a:gd name="T2" fmla="*/ 8 w 61"/>
                <a:gd name="T3" fmla="*/ 0 h 55"/>
                <a:gd name="T4" fmla="*/ 0 w 61"/>
                <a:gd name="T5" fmla="*/ 0 h 55"/>
                <a:gd name="T6" fmla="*/ 0 w 61"/>
                <a:gd name="T7" fmla="*/ 8 h 55"/>
                <a:gd name="T8" fmla="*/ 0 w 61"/>
                <a:gd name="T9" fmla="*/ 17 h 55"/>
                <a:gd name="T10" fmla="*/ 0 w 61"/>
                <a:gd name="T11" fmla="*/ 42 h 55"/>
                <a:gd name="T12" fmla="*/ 8 w 61"/>
                <a:gd name="T13" fmla="*/ 50 h 55"/>
                <a:gd name="T14" fmla="*/ 18 w 61"/>
                <a:gd name="T15" fmla="*/ 50 h 55"/>
                <a:gd name="T16" fmla="*/ 25 w 61"/>
                <a:gd name="T17" fmla="*/ 55 h 55"/>
                <a:gd name="T18" fmla="*/ 38 w 61"/>
                <a:gd name="T19" fmla="*/ 55 h 55"/>
                <a:gd name="T20" fmla="*/ 45 w 61"/>
                <a:gd name="T21" fmla="*/ 50 h 55"/>
                <a:gd name="T22" fmla="*/ 54 w 61"/>
                <a:gd name="T23" fmla="*/ 50 h 55"/>
                <a:gd name="T24" fmla="*/ 61 w 61"/>
                <a:gd name="T25" fmla="*/ 42 h 55"/>
                <a:gd name="T26" fmla="*/ 61 w 61"/>
                <a:gd name="T27" fmla="*/ 17 h 55"/>
                <a:gd name="T28" fmla="*/ 61 w 61"/>
                <a:gd name="T29" fmla="*/ 8 h 55"/>
                <a:gd name="T30" fmla="*/ 61 w 61"/>
                <a:gd name="T31" fmla="*/ 0 h 55"/>
                <a:gd name="T32" fmla="*/ 54 w 61"/>
                <a:gd name="T3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1" h="55">
                  <a:moveTo>
                    <a:pt x="54" y="0"/>
                  </a:moveTo>
                  <a:cubicBezTo>
                    <a:pt x="8" y="0"/>
                    <a:pt x="8" y="0"/>
                    <a:pt x="8" y="0"/>
                  </a:cubicBezTo>
                  <a:cubicBezTo>
                    <a:pt x="0" y="0"/>
                    <a:pt x="0" y="0"/>
                    <a:pt x="0" y="0"/>
                  </a:cubicBezTo>
                  <a:cubicBezTo>
                    <a:pt x="0" y="8"/>
                    <a:pt x="0" y="8"/>
                    <a:pt x="0" y="8"/>
                  </a:cubicBezTo>
                  <a:cubicBezTo>
                    <a:pt x="0" y="17"/>
                    <a:pt x="0" y="17"/>
                    <a:pt x="0" y="17"/>
                  </a:cubicBezTo>
                  <a:cubicBezTo>
                    <a:pt x="0" y="42"/>
                    <a:pt x="0" y="42"/>
                    <a:pt x="0" y="42"/>
                  </a:cubicBezTo>
                  <a:cubicBezTo>
                    <a:pt x="0" y="46"/>
                    <a:pt x="4" y="50"/>
                    <a:pt x="8" y="50"/>
                  </a:cubicBezTo>
                  <a:cubicBezTo>
                    <a:pt x="18" y="50"/>
                    <a:pt x="18" y="50"/>
                    <a:pt x="18" y="50"/>
                  </a:cubicBezTo>
                  <a:cubicBezTo>
                    <a:pt x="19" y="53"/>
                    <a:pt x="21" y="55"/>
                    <a:pt x="25" y="55"/>
                  </a:cubicBezTo>
                  <a:cubicBezTo>
                    <a:pt x="38" y="55"/>
                    <a:pt x="38" y="55"/>
                    <a:pt x="38" y="55"/>
                  </a:cubicBezTo>
                  <a:cubicBezTo>
                    <a:pt x="41" y="55"/>
                    <a:pt x="44" y="53"/>
                    <a:pt x="45" y="50"/>
                  </a:cubicBezTo>
                  <a:cubicBezTo>
                    <a:pt x="54" y="50"/>
                    <a:pt x="54" y="50"/>
                    <a:pt x="54" y="50"/>
                  </a:cubicBezTo>
                  <a:cubicBezTo>
                    <a:pt x="58" y="50"/>
                    <a:pt x="61" y="46"/>
                    <a:pt x="61" y="42"/>
                  </a:cubicBezTo>
                  <a:cubicBezTo>
                    <a:pt x="61" y="17"/>
                    <a:pt x="61" y="17"/>
                    <a:pt x="61" y="17"/>
                  </a:cubicBezTo>
                  <a:cubicBezTo>
                    <a:pt x="61" y="8"/>
                    <a:pt x="61" y="8"/>
                    <a:pt x="61" y="8"/>
                  </a:cubicBezTo>
                  <a:cubicBezTo>
                    <a:pt x="61" y="0"/>
                    <a:pt x="61" y="0"/>
                    <a:pt x="61" y="0"/>
                  </a:cubicBezTo>
                  <a:lnTo>
                    <a:pt x="54" y="0"/>
                  </a:ln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0" name="Freeform 32"/>
            <p:cNvSpPr/>
            <p:nvPr/>
          </p:nvSpPr>
          <p:spPr>
            <a:xfrm>
              <a:off x="1039389" y="4874838"/>
              <a:ext cx="356404" cy="201358"/>
            </a:xfrm>
            <a:custGeom>
              <a:avLst/>
              <a:gdLst>
                <a:gd name="T0" fmla="*/ 70 w 75"/>
                <a:gd name="T1" fmla="*/ 4 h 42"/>
                <a:gd name="T2" fmla="*/ 66 w 75"/>
                <a:gd name="T3" fmla="*/ 8 h 42"/>
                <a:gd name="T4" fmla="*/ 66 w 75"/>
                <a:gd name="T5" fmla="*/ 21 h 42"/>
                <a:gd name="T6" fmla="*/ 54 w 75"/>
                <a:gd name="T7" fmla="*/ 33 h 42"/>
                <a:gd name="T8" fmla="*/ 42 w 75"/>
                <a:gd name="T9" fmla="*/ 21 h 42"/>
                <a:gd name="T10" fmla="*/ 21 w 75"/>
                <a:gd name="T11" fmla="*/ 0 h 42"/>
                <a:gd name="T12" fmla="*/ 0 w 75"/>
                <a:gd name="T13" fmla="*/ 21 h 42"/>
                <a:gd name="T14" fmla="*/ 4 w 75"/>
                <a:gd name="T15" fmla="*/ 25 h 42"/>
                <a:gd name="T16" fmla="*/ 9 w 75"/>
                <a:gd name="T17" fmla="*/ 21 h 42"/>
                <a:gd name="T18" fmla="*/ 21 w 75"/>
                <a:gd name="T19" fmla="*/ 9 h 42"/>
                <a:gd name="T20" fmla="*/ 33 w 75"/>
                <a:gd name="T21" fmla="*/ 21 h 42"/>
                <a:gd name="T22" fmla="*/ 54 w 75"/>
                <a:gd name="T23" fmla="*/ 42 h 42"/>
                <a:gd name="T24" fmla="*/ 75 w 75"/>
                <a:gd name="T25" fmla="*/ 21 h 42"/>
                <a:gd name="T26" fmla="*/ 75 w 75"/>
                <a:gd name="T27" fmla="*/ 8 h 42"/>
                <a:gd name="T28" fmla="*/ 70 w 75"/>
                <a:gd name="T2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42">
                  <a:moveTo>
                    <a:pt x="70" y="4"/>
                  </a:moveTo>
                  <a:cubicBezTo>
                    <a:pt x="68" y="4"/>
                    <a:pt x="66" y="6"/>
                    <a:pt x="66" y="8"/>
                  </a:cubicBezTo>
                  <a:cubicBezTo>
                    <a:pt x="66" y="21"/>
                    <a:pt x="66" y="21"/>
                    <a:pt x="66" y="21"/>
                  </a:cubicBezTo>
                  <a:cubicBezTo>
                    <a:pt x="66" y="28"/>
                    <a:pt x="61" y="33"/>
                    <a:pt x="54" y="33"/>
                  </a:cubicBezTo>
                  <a:cubicBezTo>
                    <a:pt x="47" y="33"/>
                    <a:pt x="42" y="28"/>
                    <a:pt x="42" y="21"/>
                  </a:cubicBezTo>
                  <a:cubicBezTo>
                    <a:pt x="42" y="9"/>
                    <a:pt x="33" y="0"/>
                    <a:pt x="21" y="0"/>
                  </a:cubicBezTo>
                  <a:cubicBezTo>
                    <a:pt x="9" y="0"/>
                    <a:pt x="0" y="9"/>
                    <a:pt x="0" y="21"/>
                  </a:cubicBezTo>
                  <a:cubicBezTo>
                    <a:pt x="0" y="23"/>
                    <a:pt x="2" y="25"/>
                    <a:pt x="4" y="25"/>
                  </a:cubicBezTo>
                  <a:cubicBezTo>
                    <a:pt x="7" y="25"/>
                    <a:pt x="9" y="23"/>
                    <a:pt x="9" y="21"/>
                  </a:cubicBezTo>
                  <a:cubicBezTo>
                    <a:pt x="9" y="14"/>
                    <a:pt x="14" y="9"/>
                    <a:pt x="21" y="9"/>
                  </a:cubicBezTo>
                  <a:cubicBezTo>
                    <a:pt x="28" y="9"/>
                    <a:pt x="33" y="14"/>
                    <a:pt x="33" y="21"/>
                  </a:cubicBezTo>
                  <a:cubicBezTo>
                    <a:pt x="33" y="33"/>
                    <a:pt x="42" y="42"/>
                    <a:pt x="54" y="42"/>
                  </a:cubicBezTo>
                  <a:cubicBezTo>
                    <a:pt x="66" y="42"/>
                    <a:pt x="75" y="33"/>
                    <a:pt x="75" y="21"/>
                  </a:cubicBezTo>
                  <a:cubicBezTo>
                    <a:pt x="75" y="8"/>
                    <a:pt x="75" y="8"/>
                    <a:pt x="75" y="8"/>
                  </a:cubicBezTo>
                  <a:cubicBezTo>
                    <a:pt x="75" y="6"/>
                    <a:pt x="73" y="4"/>
                    <a:pt x="70" y="4"/>
                  </a:cubicBezTo>
                  <a:close/>
                </a:path>
              </a:pathLst>
            </a:custGeom>
            <a:solidFill>
              <a:srgbClr val="FFFFFF"/>
            </a:solidFill>
            <a:ln>
              <a:solidFill>
                <a:schemeClr val="accent2"/>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grpSp>
        <p:nvGrpSpPr>
          <p:cNvPr id="19" name="组合 41"/>
          <p:cNvGrpSpPr/>
          <p:nvPr/>
        </p:nvGrpSpPr>
        <p:grpSpPr>
          <a:xfrm>
            <a:off x="6506901" y="4583536"/>
            <a:ext cx="1084988" cy="1101431"/>
            <a:chOff x="7813085" y="2675586"/>
            <a:chExt cx="1085322" cy="1101430"/>
          </a:xfrm>
        </p:grpSpPr>
        <p:sp>
          <p:nvSpPr>
            <p:cNvPr id="43" name="Freeform 19"/>
            <p:cNvSpPr>
              <a:spLocks noEditPoints="1"/>
            </p:cNvSpPr>
            <p:nvPr/>
          </p:nvSpPr>
          <p:spPr>
            <a:xfrm>
              <a:off x="7813085" y="2675586"/>
              <a:ext cx="1085322" cy="1101430"/>
            </a:xfrm>
            <a:custGeom>
              <a:avLst/>
              <a:gdLst>
                <a:gd name="T0" fmla="*/ 151 w 228"/>
                <a:gd name="T1" fmla="*/ 15 h 231"/>
                <a:gd name="T2" fmla="*/ 219 w 228"/>
                <a:gd name="T3" fmla="*/ 134 h 231"/>
                <a:gd name="T4" fmla="*/ 95 w 228"/>
                <a:gd name="T5" fmla="*/ 220 h 231"/>
                <a:gd name="T6" fmla="*/ 78 w 228"/>
                <a:gd name="T7" fmla="*/ 215 h 231"/>
                <a:gd name="T8" fmla="*/ 9 w 228"/>
                <a:gd name="T9" fmla="*/ 96 h 231"/>
                <a:gd name="T10" fmla="*/ 133 w 228"/>
                <a:gd name="T11" fmla="*/ 10 h 231"/>
                <a:gd name="T12" fmla="*/ 151 w 228"/>
                <a:gd name="T13" fmla="*/ 15 h 231"/>
                <a:gd name="T14" fmla="*/ 79 w 228"/>
                <a:gd name="T15" fmla="*/ 213 h 231"/>
                <a:gd name="T16" fmla="*/ 95 w 228"/>
                <a:gd name="T17" fmla="*/ 218 h 231"/>
                <a:gd name="T18" fmla="*/ 217 w 228"/>
                <a:gd name="T19" fmla="*/ 134 h 231"/>
                <a:gd name="T20" fmla="*/ 150 w 228"/>
                <a:gd name="T21" fmla="*/ 17 h 231"/>
                <a:gd name="T22" fmla="*/ 133 w 228"/>
                <a:gd name="T23" fmla="*/ 13 h 231"/>
                <a:gd name="T24" fmla="*/ 12 w 228"/>
                <a:gd name="T25" fmla="*/ 96 h 231"/>
                <a:gd name="T26" fmla="*/ 79 w 228"/>
                <a:gd name="T27" fmla="*/ 21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8" h="231">
                  <a:moveTo>
                    <a:pt x="151" y="15"/>
                  </a:moveTo>
                  <a:cubicBezTo>
                    <a:pt x="200" y="33"/>
                    <a:pt x="228" y="83"/>
                    <a:pt x="219" y="134"/>
                  </a:cubicBezTo>
                  <a:cubicBezTo>
                    <a:pt x="208" y="192"/>
                    <a:pt x="153" y="231"/>
                    <a:pt x="95" y="220"/>
                  </a:cubicBezTo>
                  <a:cubicBezTo>
                    <a:pt x="89" y="219"/>
                    <a:pt x="83" y="217"/>
                    <a:pt x="78" y="215"/>
                  </a:cubicBezTo>
                  <a:cubicBezTo>
                    <a:pt x="29" y="197"/>
                    <a:pt x="0" y="147"/>
                    <a:pt x="9" y="96"/>
                  </a:cubicBezTo>
                  <a:cubicBezTo>
                    <a:pt x="20" y="38"/>
                    <a:pt x="76" y="0"/>
                    <a:pt x="133" y="10"/>
                  </a:cubicBezTo>
                  <a:cubicBezTo>
                    <a:pt x="139" y="12"/>
                    <a:pt x="145" y="13"/>
                    <a:pt x="151" y="15"/>
                  </a:cubicBezTo>
                  <a:close/>
                  <a:moveTo>
                    <a:pt x="79" y="213"/>
                  </a:moveTo>
                  <a:cubicBezTo>
                    <a:pt x="84" y="215"/>
                    <a:pt x="90" y="217"/>
                    <a:pt x="95" y="218"/>
                  </a:cubicBezTo>
                  <a:cubicBezTo>
                    <a:pt x="152" y="228"/>
                    <a:pt x="206" y="190"/>
                    <a:pt x="217" y="134"/>
                  </a:cubicBezTo>
                  <a:cubicBezTo>
                    <a:pt x="226" y="84"/>
                    <a:pt x="198" y="35"/>
                    <a:pt x="150" y="17"/>
                  </a:cubicBezTo>
                  <a:cubicBezTo>
                    <a:pt x="145" y="15"/>
                    <a:pt x="139" y="14"/>
                    <a:pt x="133" y="13"/>
                  </a:cubicBezTo>
                  <a:cubicBezTo>
                    <a:pt x="77" y="2"/>
                    <a:pt x="22" y="40"/>
                    <a:pt x="12" y="96"/>
                  </a:cubicBezTo>
                  <a:cubicBezTo>
                    <a:pt x="3" y="147"/>
                    <a:pt x="31" y="196"/>
                    <a:pt x="79" y="213"/>
                  </a:cubicBezTo>
                  <a:close/>
                </a:path>
              </a:pathLst>
            </a:custGeom>
            <a:solidFill>
              <a:srgbClr val="EAE05E"/>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4" name="Freeform 20"/>
            <p:cNvSpPr/>
            <p:nvPr/>
          </p:nvSpPr>
          <p:spPr>
            <a:xfrm>
              <a:off x="7859397" y="2742453"/>
              <a:ext cx="996724" cy="996724"/>
            </a:xfrm>
            <a:custGeom>
              <a:avLst/>
              <a:gdLst>
                <a:gd name="T0" fmla="*/ 9 w 209"/>
                <a:gd name="T1" fmla="*/ 87 h 209"/>
                <a:gd name="T2" fmla="*/ 122 w 209"/>
                <a:gd name="T3" fmla="*/ 9 h 209"/>
                <a:gd name="T4" fmla="*/ 199 w 209"/>
                <a:gd name="T5" fmla="*/ 122 h 209"/>
                <a:gd name="T6" fmla="*/ 87 w 209"/>
                <a:gd name="T7" fmla="*/ 199 h 209"/>
                <a:gd name="T8" fmla="*/ 9 w 209"/>
                <a:gd name="T9" fmla="*/ 87 h 209"/>
              </a:gdLst>
              <a:ahLst/>
              <a:cxnLst>
                <a:cxn ang="0">
                  <a:pos x="T0" y="T1"/>
                </a:cxn>
                <a:cxn ang="0">
                  <a:pos x="T2" y="T3"/>
                </a:cxn>
                <a:cxn ang="0">
                  <a:pos x="T4" y="T5"/>
                </a:cxn>
                <a:cxn ang="0">
                  <a:pos x="T6" y="T7"/>
                </a:cxn>
                <a:cxn ang="0">
                  <a:pos x="T8" y="T9"/>
                </a:cxn>
              </a:cxnLst>
              <a:rect l="0" t="0" r="r" b="b"/>
              <a:pathLst>
                <a:path w="209" h="209">
                  <a:moveTo>
                    <a:pt x="9" y="87"/>
                  </a:moveTo>
                  <a:cubicBezTo>
                    <a:pt x="19" y="34"/>
                    <a:pt x="69" y="0"/>
                    <a:pt x="122" y="9"/>
                  </a:cubicBezTo>
                  <a:cubicBezTo>
                    <a:pt x="174" y="19"/>
                    <a:pt x="209" y="69"/>
                    <a:pt x="199" y="122"/>
                  </a:cubicBezTo>
                  <a:cubicBezTo>
                    <a:pt x="190" y="174"/>
                    <a:pt x="139" y="209"/>
                    <a:pt x="87" y="199"/>
                  </a:cubicBezTo>
                  <a:cubicBezTo>
                    <a:pt x="34" y="190"/>
                    <a:pt x="0" y="139"/>
                    <a:pt x="9" y="87"/>
                  </a:cubicBezTo>
                  <a:close/>
                </a:path>
              </a:pathLst>
            </a:custGeom>
            <a:solidFill>
              <a:schemeClr val="accent4"/>
            </a:solidFill>
            <a:ln>
              <a:solidFill>
                <a:schemeClr val="accent4"/>
              </a:solidFill>
            </a:ln>
            <a:effectLst/>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5" name="Rectangle 47"/>
            <p:cNvSpPr>
              <a:spLocks noChangeArrowheads="1"/>
            </p:cNvSpPr>
            <p:nvPr/>
          </p:nvSpPr>
          <p:spPr>
            <a:xfrm>
              <a:off x="8107068" y="3471370"/>
              <a:ext cx="400703" cy="38258"/>
            </a:xfrm>
            <a:prstGeom prst="rect">
              <a:avLst/>
            </a:pr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6" name="Freeform 48"/>
            <p:cNvSpPr/>
            <p:nvPr/>
          </p:nvSpPr>
          <p:spPr>
            <a:xfrm>
              <a:off x="8503744" y="2969988"/>
              <a:ext cx="104706" cy="167127"/>
            </a:xfrm>
            <a:custGeom>
              <a:avLst/>
              <a:gdLst>
                <a:gd name="T0" fmla="*/ 21 w 22"/>
                <a:gd name="T1" fmla="*/ 15 h 35"/>
                <a:gd name="T2" fmla="*/ 20 w 22"/>
                <a:gd name="T3" fmla="*/ 12 h 35"/>
                <a:gd name="T4" fmla="*/ 8 w 22"/>
                <a:gd name="T5" fmla="*/ 2 h 35"/>
                <a:gd name="T6" fmla="*/ 2 w 22"/>
                <a:gd name="T7" fmla="*/ 2 h 35"/>
                <a:gd name="T8" fmla="*/ 2 w 22"/>
                <a:gd name="T9" fmla="*/ 9 h 35"/>
                <a:gd name="T10" fmla="*/ 12 w 22"/>
                <a:gd name="T11" fmla="*/ 18 h 35"/>
                <a:gd name="T12" fmla="*/ 13 w 22"/>
                <a:gd name="T13" fmla="*/ 31 h 35"/>
                <a:gd name="T14" fmla="*/ 17 w 22"/>
                <a:gd name="T15" fmla="*/ 35 h 35"/>
                <a:gd name="T16" fmla="*/ 22 w 22"/>
                <a:gd name="T17" fmla="*/ 30 h 35"/>
                <a:gd name="T18" fmla="*/ 21 w 22"/>
                <a:gd name="T19" fmla="*/ 15 h 35"/>
                <a:gd name="T20" fmla="*/ 21 w 22"/>
                <a:gd name="T21" fmla="*/ 1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35">
                  <a:moveTo>
                    <a:pt x="21" y="15"/>
                  </a:moveTo>
                  <a:cubicBezTo>
                    <a:pt x="21" y="14"/>
                    <a:pt x="20" y="13"/>
                    <a:pt x="20" y="12"/>
                  </a:cubicBezTo>
                  <a:cubicBezTo>
                    <a:pt x="8" y="2"/>
                    <a:pt x="8" y="2"/>
                    <a:pt x="8" y="2"/>
                  </a:cubicBezTo>
                  <a:cubicBezTo>
                    <a:pt x="6" y="0"/>
                    <a:pt x="4" y="0"/>
                    <a:pt x="2" y="2"/>
                  </a:cubicBezTo>
                  <a:cubicBezTo>
                    <a:pt x="0" y="4"/>
                    <a:pt x="0" y="7"/>
                    <a:pt x="2" y="9"/>
                  </a:cubicBezTo>
                  <a:cubicBezTo>
                    <a:pt x="12" y="18"/>
                    <a:pt x="12" y="18"/>
                    <a:pt x="12" y="18"/>
                  </a:cubicBezTo>
                  <a:cubicBezTo>
                    <a:pt x="13" y="31"/>
                    <a:pt x="13" y="31"/>
                    <a:pt x="13" y="31"/>
                  </a:cubicBezTo>
                  <a:cubicBezTo>
                    <a:pt x="13" y="33"/>
                    <a:pt x="15" y="35"/>
                    <a:pt x="17" y="35"/>
                  </a:cubicBezTo>
                  <a:cubicBezTo>
                    <a:pt x="20" y="35"/>
                    <a:pt x="22" y="33"/>
                    <a:pt x="22" y="30"/>
                  </a:cubicBezTo>
                  <a:cubicBezTo>
                    <a:pt x="21" y="15"/>
                    <a:pt x="21" y="15"/>
                    <a:pt x="21" y="15"/>
                  </a:cubicBezTo>
                  <a:cubicBezTo>
                    <a:pt x="21" y="15"/>
                    <a:pt x="21" y="15"/>
                    <a:pt x="21" y="15"/>
                  </a:cubicBez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7" name="Freeform 49"/>
            <p:cNvSpPr/>
            <p:nvPr/>
          </p:nvSpPr>
          <p:spPr>
            <a:xfrm>
              <a:off x="8507771" y="3167319"/>
              <a:ext cx="100679" cy="285929"/>
            </a:xfrm>
            <a:custGeom>
              <a:avLst/>
              <a:gdLst>
                <a:gd name="T0" fmla="*/ 15 w 21"/>
                <a:gd name="T1" fmla="*/ 0 h 60"/>
                <a:gd name="T2" fmla="*/ 15 w 21"/>
                <a:gd name="T3" fmla="*/ 50 h 60"/>
                <a:gd name="T4" fmla="*/ 10 w 21"/>
                <a:gd name="T5" fmla="*/ 55 h 60"/>
                <a:gd name="T6" fmla="*/ 5 w 21"/>
                <a:gd name="T7" fmla="*/ 50 h 60"/>
                <a:gd name="T8" fmla="*/ 5 w 21"/>
                <a:gd name="T9" fmla="*/ 13 h 60"/>
                <a:gd name="T10" fmla="*/ 0 w 21"/>
                <a:gd name="T11" fmla="*/ 13 h 60"/>
                <a:gd name="T12" fmla="*/ 0 w 21"/>
                <a:gd name="T13" fmla="*/ 50 h 60"/>
                <a:gd name="T14" fmla="*/ 10 w 21"/>
                <a:gd name="T15" fmla="*/ 60 h 60"/>
                <a:gd name="T16" fmla="*/ 21 w 21"/>
                <a:gd name="T17" fmla="*/ 50 h 60"/>
                <a:gd name="T18" fmla="*/ 21 w 21"/>
                <a:gd name="T19" fmla="*/ 0 h 60"/>
                <a:gd name="T20" fmla="*/ 15 w 21"/>
                <a:gd name="T21"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60">
                  <a:moveTo>
                    <a:pt x="15" y="0"/>
                  </a:moveTo>
                  <a:cubicBezTo>
                    <a:pt x="15" y="50"/>
                    <a:pt x="15" y="50"/>
                    <a:pt x="15" y="50"/>
                  </a:cubicBezTo>
                  <a:cubicBezTo>
                    <a:pt x="15" y="53"/>
                    <a:pt x="13" y="55"/>
                    <a:pt x="10" y="55"/>
                  </a:cubicBezTo>
                  <a:cubicBezTo>
                    <a:pt x="7" y="55"/>
                    <a:pt x="5" y="53"/>
                    <a:pt x="5" y="50"/>
                  </a:cubicBezTo>
                  <a:cubicBezTo>
                    <a:pt x="5" y="13"/>
                    <a:pt x="5" y="13"/>
                    <a:pt x="5" y="13"/>
                  </a:cubicBezTo>
                  <a:cubicBezTo>
                    <a:pt x="0" y="13"/>
                    <a:pt x="0" y="13"/>
                    <a:pt x="0" y="13"/>
                  </a:cubicBezTo>
                  <a:cubicBezTo>
                    <a:pt x="0" y="50"/>
                    <a:pt x="0" y="50"/>
                    <a:pt x="0" y="50"/>
                  </a:cubicBezTo>
                  <a:cubicBezTo>
                    <a:pt x="0" y="56"/>
                    <a:pt x="4" y="60"/>
                    <a:pt x="10" y="60"/>
                  </a:cubicBezTo>
                  <a:cubicBezTo>
                    <a:pt x="16" y="60"/>
                    <a:pt x="21" y="56"/>
                    <a:pt x="21" y="50"/>
                  </a:cubicBezTo>
                  <a:cubicBezTo>
                    <a:pt x="21" y="0"/>
                    <a:pt x="21" y="0"/>
                    <a:pt x="21" y="0"/>
                  </a:cubicBezTo>
                  <a:lnTo>
                    <a:pt x="15" y="0"/>
                  </a:ln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48" name="Freeform 50"/>
            <p:cNvSpPr>
              <a:spLocks noEditPoints="1"/>
            </p:cNvSpPr>
            <p:nvPr/>
          </p:nvSpPr>
          <p:spPr>
            <a:xfrm>
              <a:off x="8151367" y="2931730"/>
              <a:ext cx="328214" cy="511450"/>
            </a:xfrm>
            <a:custGeom>
              <a:avLst/>
              <a:gdLst>
                <a:gd name="T0" fmla="*/ 60 w 69"/>
                <a:gd name="T1" fmla="*/ 0 h 107"/>
                <a:gd name="T2" fmla="*/ 9 w 69"/>
                <a:gd name="T3" fmla="*/ 0 h 107"/>
                <a:gd name="T4" fmla="*/ 0 w 69"/>
                <a:gd name="T5" fmla="*/ 9 h 107"/>
                <a:gd name="T6" fmla="*/ 0 w 69"/>
                <a:gd name="T7" fmla="*/ 76 h 107"/>
                <a:gd name="T8" fmla="*/ 0 w 69"/>
                <a:gd name="T9" fmla="*/ 90 h 107"/>
                <a:gd name="T10" fmla="*/ 0 w 69"/>
                <a:gd name="T11" fmla="*/ 107 h 107"/>
                <a:gd name="T12" fmla="*/ 69 w 69"/>
                <a:gd name="T13" fmla="*/ 107 h 107"/>
                <a:gd name="T14" fmla="*/ 69 w 69"/>
                <a:gd name="T15" fmla="*/ 90 h 107"/>
                <a:gd name="T16" fmla="*/ 69 w 69"/>
                <a:gd name="T17" fmla="*/ 76 h 107"/>
                <a:gd name="T18" fmla="*/ 69 w 69"/>
                <a:gd name="T19" fmla="*/ 9 h 107"/>
                <a:gd name="T20" fmla="*/ 60 w 69"/>
                <a:gd name="T21" fmla="*/ 0 h 107"/>
                <a:gd name="T22" fmla="*/ 10 w 69"/>
                <a:gd name="T23" fmla="*/ 22 h 107"/>
                <a:gd name="T24" fmla="*/ 19 w 69"/>
                <a:gd name="T25" fmla="*/ 13 h 107"/>
                <a:gd name="T26" fmla="*/ 47 w 69"/>
                <a:gd name="T27" fmla="*/ 13 h 107"/>
                <a:gd name="T28" fmla="*/ 56 w 69"/>
                <a:gd name="T29" fmla="*/ 22 h 107"/>
                <a:gd name="T30" fmla="*/ 56 w 69"/>
                <a:gd name="T31" fmla="*/ 27 h 107"/>
                <a:gd name="T32" fmla="*/ 47 w 69"/>
                <a:gd name="T33" fmla="*/ 36 h 107"/>
                <a:gd name="T34" fmla="*/ 19 w 69"/>
                <a:gd name="T35" fmla="*/ 36 h 107"/>
                <a:gd name="T36" fmla="*/ 10 w 69"/>
                <a:gd name="T37" fmla="*/ 27 h 107"/>
                <a:gd name="T38" fmla="*/ 10 w 69"/>
                <a:gd name="T39" fmla="*/ 2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 h="107">
                  <a:moveTo>
                    <a:pt x="60" y="0"/>
                  </a:moveTo>
                  <a:cubicBezTo>
                    <a:pt x="9" y="0"/>
                    <a:pt x="9" y="0"/>
                    <a:pt x="9" y="0"/>
                  </a:cubicBezTo>
                  <a:cubicBezTo>
                    <a:pt x="4" y="0"/>
                    <a:pt x="0" y="4"/>
                    <a:pt x="0" y="9"/>
                  </a:cubicBezTo>
                  <a:cubicBezTo>
                    <a:pt x="0" y="76"/>
                    <a:pt x="0" y="76"/>
                    <a:pt x="0" y="76"/>
                  </a:cubicBezTo>
                  <a:cubicBezTo>
                    <a:pt x="0" y="90"/>
                    <a:pt x="0" y="90"/>
                    <a:pt x="0" y="90"/>
                  </a:cubicBezTo>
                  <a:cubicBezTo>
                    <a:pt x="0" y="107"/>
                    <a:pt x="0" y="107"/>
                    <a:pt x="0" y="107"/>
                  </a:cubicBezTo>
                  <a:cubicBezTo>
                    <a:pt x="69" y="107"/>
                    <a:pt x="69" y="107"/>
                    <a:pt x="69" y="107"/>
                  </a:cubicBezTo>
                  <a:cubicBezTo>
                    <a:pt x="69" y="90"/>
                    <a:pt x="69" y="90"/>
                    <a:pt x="69" y="90"/>
                  </a:cubicBezTo>
                  <a:cubicBezTo>
                    <a:pt x="69" y="76"/>
                    <a:pt x="69" y="76"/>
                    <a:pt x="69" y="76"/>
                  </a:cubicBezTo>
                  <a:cubicBezTo>
                    <a:pt x="69" y="9"/>
                    <a:pt x="69" y="9"/>
                    <a:pt x="69" y="9"/>
                  </a:cubicBezTo>
                  <a:cubicBezTo>
                    <a:pt x="69" y="4"/>
                    <a:pt x="65" y="0"/>
                    <a:pt x="60" y="0"/>
                  </a:cubicBezTo>
                  <a:close/>
                  <a:moveTo>
                    <a:pt x="10" y="22"/>
                  </a:moveTo>
                  <a:cubicBezTo>
                    <a:pt x="10" y="17"/>
                    <a:pt x="14" y="13"/>
                    <a:pt x="19" y="13"/>
                  </a:cubicBezTo>
                  <a:cubicBezTo>
                    <a:pt x="47" y="13"/>
                    <a:pt x="47" y="13"/>
                    <a:pt x="47" y="13"/>
                  </a:cubicBezTo>
                  <a:cubicBezTo>
                    <a:pt x="52" y="13"/>
                    <a:pt x="56" y="17"/>
                    <a:pt x="56" y="22"/>
                  </a:cubicBezTo>
                  <a:cubicBezTo>
                    <a:pt x="56" y="27"/>
                    <a:pt x="56" y="27"/>
                    <a:pt x="56" y="27"/>
                  </a:cubicBezTo>
                  <a:cubicBezTo>
                    <a:pt x="56" y="32"/>
                    <a:pt x="52" y="36"/>
                    <a:pt x="47" y="36"/>
                  </a:cubicBezTo>
                  <a:cubicBezTo>
                    <a:pt x="19" y="36"/>
                    <a:pt x="19" y="36"/>
                    <a:pt x="19" y="36"/>
                  </a:cubicBezTo>
                  <a:cubicBezTo>
                    <a:pt x="14" y="36"/>
                    <a:pt x="10" y="32"/>
                    <a:pt x="10" y="27"/>
                  </a:cubicBezTo>
                  <a:lnTo>
                    <a:pt x="10" y="22"/>
                  </a:lnTo>
                  <a:close/>
                </a:path>
              </a:pathLst>
            </a:custGeom>
            <a:solidFill>
              <a:srgbClr val="FFFFFF"/>
            </a:solidFill>
            <a:ln>
              <a:solidFill>
                <a:schemeClr val="accent4"/>
              </a:solidFill>
            </a:ln>
          </p:spPr>
          <p:txBody>
            <a:bodyPr vert="horz" wrap="square" lIns="121882" tIns="60941" rIns="121882" bIns="60941" numCol="1" anchor="t" anchorCtr="0" compatLnSpc="1"/>
            <a:lstStyle/>
            <a:p>
              <a:pPr marL="0" marR="0" lvl="0" indent="0" algn="l"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50" name="矩形 49"/>
          <p:cNvSpPr/>
          <p:nvPr/>
        </p:nvSpPr>
        <p:spPr>
          <a:xfrm>
            <a:off x="7748499" y="1612353"/>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1" name="矩形 50"/>
          <p:cNvSpPr/>
          <p:nvPr/>
        </p:nvSpPr>
        <p:spPr>
          <a:xfrm>
            <a:off x="7797212" y="4508354"/>
            <a:ext cx="2973758" cy="1552575"/>
          </a:xfrm>
          <a:prstGeom prst="rect">
            <a:avLst/>
          </a:prstGeom>
        </p:spPr>
        <p:txBody>
          <a:bodyPr wrap="square" lIns="91412" tIns="45706" rIns="91412" bIns="45706">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单击输入标题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r>
              <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a:t>
            </a: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请在此处输入您的文本，或者复制您的文本粘贴</a:t>
            </a: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a:p>
            <a:pPr marL="0" marR="0" lvl="0" indent="0" algn="l" defTabSz="1218565" rtl="0" eaLnBrk="1" fontAlgn="auto" latinLnBrk="0" hangingPunct="1">
              <a:lnSpc>
                <a:spcPct val="100000"/>
              </a:lnSpc>
              <a:spcBef>
                <a:spcPts val="1115"/>
              </a:spcBef>
              <a:spcAft>
                <a:spcPts val="1115"/>
              </a:spcAft>
              <a:buClrTx/>
              <a:buSzTx/>
              <a:buFontTx/>
              <a:buNone/>
              <a:defRPr/>
            </a:pPr>
            <a:endParaRPr kumimoji="0" lang="en-US" altLang="zh-CN"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3"/>
          <p:cNvGrpSpPr/>
          <p:nvPr/>
        </p:nvGrpSpPr>
        <p:grpSpPr>
          <a:xfrm>
            <a:off x="3061594" y="1829896"/>
            <a:ext cx="1871142" cy="1872209"/>
            <a:chOff x="1677608" y="2996952"/>
            <a:chExt cx="1395643" cy="1395643"/>
          </a:xfrm>
        </p:grpSpPr>
        <p:sp>
          <p:nvSpPr>
            <p:cNvPr id="45" name="Oval 60"/>
            <p:cNvSpPr>
              <a:spLocks noChangeAspect="1"/>
            </p:cNvSpPr>
            <p:nvPr/>
          </p:nvSpPr>
          <p:spPr>
            <a:xfrm>
              <a:off x="1677608" y="2996952"/>
              <a:ext cx="1395643" cy="1395643"/>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en-US" sz="13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6" name="Oval 29"/>
            <p:cNvSpPr/>
            <p:nvPr/>
          </p:nvSpPr>
          <p:spPr>
            <a:xfrm>
              <a:off x="1763402" y="3083095"/>
              <a:ext cx="1224055" cy="1223357"/>
            </a:xfrm>
            <a:prstGeom prst="ellipse">
              <a:avLst/>
            </a:prstGeom>
            <a:blipFill>
              <a:blip r:embed="rId3"/>
              <a:srcRect/>
              <a:stretch>
                <a:fillRect l="-101980" t="-13479" r="-127524" b="-120759"/>
              </a:stretch>
            </a:blipFill>
            <a:ln w="1206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sz="2800" b="0" i="0" u="none" strike="noStrike" kern="1200" cap="none" normalizeH="0" noProof="0">
                  <a:ln>
                    <a:noFill/>
                  </a:ln>
                  <a:solidFill>
                    <a:prstClr val="white"/>
                  </a:solidFill>
                  <a:effectLst>
                    <a:outerShdw blurRad="38100" dist="38100" dir="2700000" algn="tl">
                      <a:srgbClr val="000000">
                        <a:alpha val="43137"/>
                      </a:srgbClr>
                    </a:outerShdw>
                  </a:effectLst>
                  <a:uLnTx/>
                  <a:uFillTx/>
                  <a:latin typeface="思源黑体 CN Medium"/>
                  <a:ea typeface="思源黑体 CN Medium"/>
                  <a:cs typeface="思源黑体 CN Medium"/>
                  <a:sym typeface="思源黑体 CN Medium"/>
                </a:rPr>
                <a:t></a:t>
              </a:r>
            </a:p>
          </p:txBody>
        </p:sp>
      </p:grpSp>
      <p:sp>
        <p:nvSpPr>
          <p:cNvPr id="47" name="圆角矩形 46"/>
          <p:cNvSpPr/>
          <p:nvPr/>
        </p:nvSpPr>
        <p:spPr>
          <a:xfrm>
            <a:off x="3433219" y="3852800"/>
            <a:ext cx="1079507" cy="368288"/>
          </a:xfrm>
          <a:prstGeom prst="roundRect">
            <a:avLst>
              <a:gd name="adj" fmla="val 50000"/>
            </a:avLst>
          </a:prstGeom>
          <a:solidFill>
            <a:schemeClr val="accent1"/>
          </a:solidFill>
          <a:ln>
            <a:noFill/>
          </a:ln>
          <a:effectLst/>
          <a:scene3d>
            <a:camera prst="orthographicFront">
              <a:rot lat="0" lon="0" rev="0"/>
            </a:camera>
            <a:lightRig rig="contrasting" dir="t">
              <a:rot lat="0" lon="0" rev="1500000"/>
            </a:lightRig>
          </a:scene3d>
          <a:sp3d prstMaterial="metal">
            <a:bevelT w="0" h="0"/>
          </a:sp3d>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srgbClr val="2684E2"/>
              </a:solidFill>
              <a:effectLst/>
              <a:uLnTx/>
              <a:uFillTx/>
              <a:latin typeface="思源黑体 CN Medium"/>
              <a:ea typeface="思源黑体 CN Medium"/>
              <a:cs typeface="思源黑体 CN Medium"/>
              <a:sym typeface="思源黑体 CN Medium"/>
            </a:endParaRPr>
          </a:p>
        </p:txBody>
      </p:sp>
      <p:sp>
        <p:nvSpPr>
          <p:cNvPr id="48" name="文本框 9"/>
          <p:cNvSpPr txBox="1"/>
          <p:nvPr/>
        </p:nvSpPr>
        <p:spPr>
          <a:xfrm>
            <a:off x="3470936" y="3881484"/>
            <a:ext cx="1041790"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0" name="Rectangle 60"/>
          <p:cNvSpPr/>
          <p:nvPr/>
        </p:nvSpPr>
        <p:spPr>
          <a:xfrm>
            <a:off x="3073386" y="4580773"/>
            <a:ext cx="1849388" cy="459105"/>
          </a:xfrm>
          <a:prstGeom prst="rect">
            <a:avLst/>
          </a:prstGeom>
        </p:spPr>
        <p:txBody>
          <a:bodyPr wrap="square" lIns="91400" tIns="45699" rIns="91400" bIns="45699">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请在此输入详细日常工作简介信息</a:t>
            </a:r>
            <a:endParaRPr kumimoji="0" 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cxnSp>
        <p:nvCxnSpPr>
          <p:cNvPr id="51" name="Straight Connector 2"/>
          <p:cNvCxnSpPr/>
          <p:nvPr/>
        </p:nvCxnSpPr>
        <p:spPr>
          <a:xfrm>
            <a:off x="3126545" y="4484791"/>
            <a:ext cx="1743067" cy="0"/>
          </a:xfrm>
          <a:prstGeom prst="line">
            <a:avLst/>
          </a:prstGeom>
          <a:ln w="19050">
            <a:solidFill>
              <a:srgbClr val="BFBFB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圆角矩形 51"/>
          <p:cNvSpPr/>
          <p:nvPr/>
        </p:nvSpPr>
        <p:spPr>
          <a:xfrm>
            <a:off x="5304362" y="2276872"/>
            <a:ext cx="3958188" cy="144016"/>
          </a:xfrm>
          <a:prstGeom prst="roundRect">
            <a:avLst>
              <a:gd name="adj" fmla="val 50000"/>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3" name="圆角矩形 52"/>
          <p:cNvSpPr/>
          <p:nvPr/>
        </p:nvSpPr>
        <p:spPr>
          <a:xfrm>
            <a:off x="5304362" y="2276872"/>
            <a:ext cx="2441740" cy="144016"/>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54" name="文本框 9"/>
          <p:cNvSpPr txBox="1"/>
          <p:nvPr/>
        </p:nvSpPr>
        <p:spPr>
          <a:xfrm>
            <a:off x="5304362" y="2420888"/>
            <a:ext cx="1367374"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5" name="组合 54"/>
          <p:cNvGrpSpPr/>
          <p:nvPr/>
        </p:nvGrpSpPr>
        <p:grpSpPr>
          <a:xfrm>
            <a:off x="7598884" y="1966335"/>
            <a:ext cx="359836" cy="254000"/>
            <a:chOff x="4909455" y="1331912"/>
            <a:chExt cx="360040" cy="254001"/>
          </a:xfrm>
          <a:effectLst/>
        </p:grpSpPr>
        <p:sp>
          <p:nvSpPr>
            <p:cNvPr id="56" name="矩形标注 55"/>
            <p:cNvSpPr/>
            <p:nvPr/>
          </p:nvSpPr>
          <p:spPr>
            <a:xfrm>
              <a:off x="4945459" y="1331913"/>
              <a:ext cx="288032" cy="216024"/>
            </a:xfrm>
            <a:prstGeom prst="wedgeRectCallou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7" name="文本框 9"/>
            <p:cNvSpPr txBox="1"/>
            <p:nvPr/>
          </p:nvSpPr>
          <p:spPr>
            <a:xfrm>
              <a:off x="4909455" y="1331912"/>
              <a:ext cx="360040" cy="254001"/>
            </a:xfrm>
            <a:prstGeom prst="rect">
              <a:avLst/>
            </a:prstGeom>
            <a:solidFill>
              <a:schemeClr val="accent1"/>
            </a:solidFill>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65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58" name="圆角矩形 57"/>
          <p:cNvSpPr/>
          <p:nvPr/>
        </p:nvSpPr>
        <p:spPr>
          <a:xfrm>
            <a:off x="5304362" y="2837547"/>
            <a:ext cx="3958188" cy="144016"/>
          </a:xfrm>
          <a:prstGeom prst="roundRect">
            <a:avLst>
              <a:gd name="adj" fmla="val 50000"/>
            </a:avLst>
          </a:prstGeom>
          <a:solidFill>
            <a:schemeClr val="accent2">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9" name="圆角矩形 58"/>
          <p:cNvSpPr/>
          <p:nvPr/>
        </p:nvSpPr>
        <p:spPr>
          <a:xfrm>
            <a:off x="5304362" y="2837547"/>
            <a:ext cx="3212815" cy="144016"/>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0" name="文本框 9"/>
          <p:cNvSpPr txBox="1"/>
          <p:nvPr/>
        </p:nvSpPr>
        <p:spPr>
          <a:xfrm>
            <a:off x="5304362" y="2981564"/>
            <a:ext cx="1367374" cy="313055"/>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600"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6" name="组合 60"/>
          <p:cNvGrpSpPr/>
          <p:nvPr/>
        </p:nvGrpSpPr>
        <p:grpSpPr>
          <a:xfrm>
            <a:off x="8375643" y="2548722"/>
            <a:ext cx="359836" cy="254000"/>
            <a:chOff x="4886153" y="1291762"/>
            <a:chExt cx="360041" cy="254001"/>
          </a:xfrm>
          <a:effectLst/>
        </p:grpSpPr>
        <p:sp>
          <p:nvSpPr>
            <p:cNvPr id="62" name="矩形标注 61"/>
            <p:cNvSpPr/>
            <p:nvPr/>
          </p:nvSpPr>
          <p:spPr>
            <a:xfrm>
              <a:off x="4945459" y="1308214"/>
              <a:ext cx="288032" cy="216024"/>
            </a:xfrm>
            <a:prstGeom prst="wedgeRectCallou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3" name="文本框 9"/>
            <p:cNvSpPr txBox="1"/>
            <p:nvPr/>
          </p:nvSpPr>
          <p:spPr>
            <a:xfrm>
              <a:off x="4886153" y="1291762"/>
              <a:ext cx="360041" cy="254001"/>
            </a:xfrm>
            <a:prstGeom prst="rect">
              <a:avLst/>
            </a:prstGeom>
            <a:solidFill>
              <a:schemeClr val="accent1"/>
            </a:solidFill>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X5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64" name="圆角矩形 63"/>
          <p:cNvSpPr/>
          <p:nvPr/>
        </p:nvSpPr>
        <p:spPr>
          <a:xfrm>
            <a:off x="5304362" y="3391108"/>
            <a:ext cx="3958188" cy="144016"/>
          </a:xfrm>
          <a:prstGeom prst="roundRect">
            <a:avLst>
              <a:gd name="adj" fmla="val 50000"/>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5" name="圆角矩形 64"/>
          <p:cNvSpPr/>
          <p:nvPr/>
        </p:nvSpPr>
        <p:spPr>
          <a:xfrm>
            <a:off x="5304362" y="3391108"/>
            <a:ext cx="3598352" cy="144016"/>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00" tIns="45699" rIns="91400" bIns="45699"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6" name="文本框 9"/>
          <p:cNvSpPr txBox="1"/>
          <p:nvPr/>
        </p:nvSpPr>
        <p:spPr>
          <a:xfrm>
            <a:off x="5304362" y="3535124"/>
            <a:ext cx="1367374" cy="273050"/>
          </a:xfrm>
          <a:prstGeom prst="rect">
            <a:avLst/>
          </a:prstGeom>
          <a:noFill/>
        </p:spPr>
        <p:txBody>
          <a:bodyPr wrap="square" lIns="68550" tIns="34275" rIns="68550" bIns="34275" rtlCol="0">
            <a:spAutoFit/>
          </a:bodyP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335"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添加标题</a:t>
            </a:r>
            <a:endParaRPr kumimoji="0" lang="en-US" altLang="zh-CN" sz="1335" b="0"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p:txBody>
      </p:sp>
      <p:grpSp>
        <p:nvGrpSpPr>
          <p:cNvPr id="7" name="组合 66"/>
          <p:cNvGrpSpPr/>
          <p:nvPr/>
        </p:nvGrpSpPr>
        <p:grpSpPr>
          <a:xfrm>
            <a:off x="8758779" y="3107219"/>
            <a:ext cx="359836" cy="263001"/>
            <a:chOff x="4919214" y="1331913"/>
            <a:chExt cx="360040" cy="263000"/>
          </a:xfrm>
          <a:effectLst/>
        </p:grpSpPr>
        <p:sp>
          <p:nvSpPr>
            <p:cNvPr id="68" name="矩形标注 67"/>
            <p:cNvSpPr/>
            <p:nvPr/>
          </p:nvSpPr>
          <p:spPr>
            <a:xfrm>
              <a:off x="4945459" y="1331913"/>
              <a:ext cx="288032" cy="216024"/>
            </a:xfrm>
            <a:prstGeom prst="wedgeRectCallout">
              <a:avLst/>
            </a:prstGeom>
            <a:solidFill>
              <a:srgbClr val="268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9" name="文本框 9"/>
            <p:cNvSpPr txBox="1"/>
            <p:nvPr/>
          </p:nvSpPr>
          <p:spPr>
            <a:xfrm>
              <a:off x="4919214" y="1340914"/>
              <a:ext cx="360040" cy="253999"/>
            </a:xfrm>
            <a:prstGeom prst="rect">
              <a:avLst/>
            </a:prstGeom>
            <a:solidFill>
              <a:schemeClr val="accent3"/>
            </a:solidFill>
            <a:effectLst/>
          </p:spPr>
          <p:txBody>
            <a:bodyPr wrap="square" lIns="91412" tIns="45706" rIns="91412" bIns="45706" rtlCol="0">
              <a:spAutoFit/>
            </a:bodyPr>
            <a:lstStyle/>
            <a:p>
              <a:pPr marL="0" marR="0" lvl="1" indent="0" algn="ctr" defTabSz="1218565" rtl="0" eaLnBrk="1" fontAlgn="auto" latinLnBrk="0" hangingPunct="1">
                <a:lnSpc>
                  <a:spcPct val="100000"/>
                </a:lnSpc>
                <a:spcBef>
                  <a:spcPct val="0"/>
                </a:spcBef>
                <a:spcAft>
                  <a:spcPct val="0"/>
                </a:spcAft>
                <a:buClrTx/>
                <a:buSzTx/>
                <a:buFontTx/>
                <a:buNone/>
                <a:defRPr/>
              </a:pPr>
              <a:r>
                <a:rPr kumimoji="0" lang="en-US" altLang="zh-CN"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95</a:t>
              </a:r>
              <a:endParaRPr kumimoji="0" lang="zh-CN" altLang="en-US" sz="106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70" name="TextBox 7"/>
          <p:cNvSpPr>
            <a:spLocks noChangeArrowheads="1"/>
          </p:cNvSpPr>
          <p:nvPr/>
        </p:nvSpPr>
        <p:spPr>
          <a:xfrm>
            <a:off x="5304362" y="4223409"/>
            <a:ext cx="4389989" cy="7385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在此输入章节详细文字介绍，表达主题的含义合图表的意义，在此输入章节详细文字介绍，表达主题的含义合图表的意义。在此输入章节详细文字介绍，表达主题的含义合图表的意义在此输入章节详细。</a:t>
            </a:r>
          </a:p>
        </p:txBody>
      </p:sp>
    </p:spTree>
  </p:cSld>
  <p:clrMapOvr>
    <a:masterClrMapping/>
  </p:clrMapOvr>
  <p:transition spd="slow">
    <p:comb/>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val 4"/>
          <p:cNvSpPr>
            <a:spLocks noChangeArrowheads="1"/>
          </p:cNvSpPr>
          <p:nvPr/>
        </p:nvSpPr>
        <p:spPr>
          <a:xfrm>
            <a:off x="446670" y="2417647"/>
            <a:ext cx="2306455" cy="2309995"/>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3" name="Oval 6"/>
          <p:cNvSpPr>
            <a:spLocks noChangeArrowheads="1"/>
          </p:cNvSpPr>
          <p:nvPr/>
        </p:nvSpPr>
        <p:spPr>
          <a:xfrm>
            <a:off x="4934311" y="2559841"/>
            <a:ext cx="2306455" cy="2309995"/>
          </a:xfrm>
          <a:prstGeom prst="ellipse">
            <a:avLst/>
          </a:prstGeom>
          <a:noFill/>
          <a:ln w="952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4" name="Oval 7"/>
          <p:cNvSpPr>
            <a:spLocks noChangeArrowheads="1"/>
          </p:cNvSpPr>
          <p:nvPr/>
        </p:nvSpPr>
        <p:spPr>
          <a:xfrm>
            <a:off x="9358895" y="2559841"/>
            <a:ext cx="2306455" cy="2309995"/>
          </a:xfrm>
          <a:prstGeom prst="ellipse">
            <a:avLst/>
          </a:prstGeom>
          <a:no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5" name="Oval 8"/>
          <p:cNvSpPr>
            <a:spLocks noChangeArrowheads="1"/>
          </p:cNvSpPr>
          <p:nvPr/>
        </p:nvSpPr>
        <p:spPr>
          <a:xfrm>
            <a:off x="2723076" y="1456718"/>
            <a:ext cx="2306455" cy="2307878"/>
          </a:xfrm>
          <a:prstGeom prst="ellipse">
            <a:avLst/>
          </a:prstGeom>
          <a:no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36" name="Oval 9"/>
          <p:cNvSpPr>
            <a:spLocks noChangeArrowheads="1"/>
          </p:cNvSpPr>
          <p:nvPr/>
        </p:nvSpPr>
        <p:spPr>
          <a:xfrm>
            <a:off x="7145545" y="1467305"/>
            <a:ext cx="2306455" cy="2307878"/>
          </a:xfrm>
          <a:prstGeom prst="ellipse">
            <a:avLst/>
          </a:prstGeom>
          <a:noFill/>
          <a:ln w="952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nvGrpSpPr>
          <p:cNvPr id="2" name="组合 7"/>
          <p:cNvGrpSpPr/>
          <p:nvPr/>
        </p:nvGrpSpPr>
        <p:grpSpPr>
          <a:xfrm>
            <a:off x="1734471" y="4264716"/>
            <a:ext cx="1101175" cy="2909855"/>
            <a:chOff x="1299844" y="3197550"/>
            <a:chExt cx="826136" cy="2181718"/>
          </a:xfrm>
          <a:solidFill>
            <a:schemeClr val="accent1"/>
          </a:solidFill>
        </p:grpSpPr>
        <p:cxnSp>
          <p:nvCxnSpPr>
            <p:cNvPr id="3" name="直接连接符 2"/>
            <p:cNvCxnSpPr>
              <a:stCxn id="58" idx="4"/>
            </p:cNvCxnSpPr>
            <p:nvPr/>
          </p:nvCxnSpPr>
          <p:spPr>
            <a:xfrm>
              <a:off x="1712912" y="4025574"/>
              <a:ext cx="0" cy="1353694"/>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32" name="Oval 5"/>
            <p:cNvSpPr>
              <a:spLocks noChangeArrowheads="1"/>
            </p:cNvSpPr>
            <p:nvPr/>
          </p:nvSpPr>
          <p:spPr>
            <a:xfrm>
              <a:off x="1370330" y="3263900"/>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8" name="Oval 5"/>
            <p:cNvSpPr>
              <a:spLocks noChangeArrowheads="1"/>
            </p:cNvSpPr>
            <p:nvPr/>
          </p:nvSpPr>
          <p:spPr>
            <a:xfrm>
              <a:off x="1299844" y="3197550"/>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 name="组合 8"/>
          <p:cNvGrpSpPr/>
          <p:nvPr/>
        </p:nvGrpSpPr>
        <p:grpSpPr>
          <a:xfrm>
            <a:off x="3634653" y="3357446"/>
            <a:ext cx="1101175" cy="3817126"/>
            <a:chOff x="2725420" y="2517307"/>
            <a:chExt cx="826136" cy="2861961"/>
          </a:xfrm>
          <a:solidFill>
            <a:schemeClr val="accent2"/>
          </a:solidFill>
        </p:grpSpPr>
        <p:cxnSp>
          <p:nvCxnSpPr>
            <p:cNvPr id="70" name="直接连接符 69"/>
            <p:cNvCxnSpPr>
              <a:stCxn id="61" idx="4"/>
            </p:cNvCxnSpPr>
            <p:nvPr/>
          </p:nvCxnSpPr>
          <p:spPr>
            <a:xfrm>
              <a:off x="3138488" y="3345331"/>
              <a:ext cx="0" cy="2033937"/>
            </a:xfrm>
            <a:prstGeom prst="line">
              <a:avLst/>
            </a:prstGeom>
            <a:grpFill/>
            <a:ln w="25400">
              <a:solidFill>
                <a:schemeClr val="accent2"/>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0" name="Oval 5"/>
            <p:cNvSpPr>
              <a:spLocks noChangeArrowheads="1"/>
            </p:cNvSpPr>
            <p:nvPr/>
          </p:nvSpPr>
          <p:spPr>
            <a:xfrm>
              <a:off x="2795906" y="2583657"/>
              <a:ext cx="693738" cy="695325"/>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1" name="Oval 5"/>
            <p:cNvSpPr>
              <a:spLocks noChangeArrowheads="1"/>
            </p:cNvSpPr>
            <p:nvPr/>
          </p:nvSpPr>
          <p:spPr>
            <a:xfrm>
              <a:off x="2725420" y="2517307"/>
              <a:ext cx="826136" cy="828024"/>
            </a:xfrm>
            <a:prstGeom prst="ellipse">
              <a:avLst/>
            </a:prstGeom>
            <a:grpFill/>
            <a:ln w="254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5" name="组合 9"/>
          <p:cNvGrpSpPr/>
          <p:nvPr/>
        </p:nvGrpSpPr>
        <p:grpSpPr>
          <a:xfrm>
            <a:off x="5524252" y="4375833"/>
            <a:ext cx="1101175" cy="2798739"/>
            <a:chOff x="4143057" y="3280862"/>
            <a:chExt cx="826136" cy="2098406"/>
          </a:xfrm>
          <a:solidFill>
            <a:schemeClr val="accent3"/>
          </a:solidFill>
        </p:grpSpPr>
        <p:cxnSp>
          <p:nvCxnSpPr>
            <p:cNvPr id="72" name="直接连接符 71"/>
            <p:cNvCxnSpPr>
              <a:stCxn id="63" idx="4"/>
            </p:cNvCxnSpPr>
            <p:nvPr/>
          </p:nvCxnSpPr>
          <p:spPr>
            <a:xfrm>
              <a:off x="4556125" y="4108886"/>
              <a:ext cx="11714" cy="1270382"/>
            </a:xfrm>
            <a:prstGeom prst="line">
              <a:avLst/>
            </a:prstGeom>
            <a:grpFill/>
            <a:ln w="25400">
              <a:solidFill>
                <a:schemeClr val="accent3"/>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2" name="Oval 5"/>
            <p:cNvSpPr>
              <a:spLocks noChangeArrowheads="1"/>
            </p:cNvSpPr>
            <p:nvPr/>
          </p:nvSpPr>
          <p:spPr>
            <a:xfrm>
              <a:off x="4213543" y="3347212"/>
              <a:ext cx="693738" cy="695325"/>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3" name="Oval 5"/>
            <p:cNvSpPr>
              <a:spLocks noChangeArrowheads="1"/>
            </p:cNvSpPr>
            <p:nvPr/>
          </p:nvSpPr>
          <p:spPr>
            <a:xfrm>
              <a:off x="4143057" y="3280862"/>
              <a:ext cx="826136" cy="828024"/>
            </a:xfrm>
            <a:prstGeom prst="ellipse">
              <a:avLst/>
            </a:prstGeom>
            <a:grpFill/>
            <a:ln w="254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6" name="组合 12"/>
          <p:cNvGrpSpPr/>
          <p:nvPr/>
        </p:nvGrpSpPr>
        <p:grpSpPr>
          <a:xfrm>
            <a:off x="7415969" y="3427942"/>
            <a:ext cx="1101175" cy="3746630"/>
            <a:chOff x="5562282" y="2570163"/>
            <a:chExt cx="826136" cy="2809105"/>
          </a:xfrm>
          <a:solidFill>
            <a:schemeClr val="accent4"/>
          </a:solidFill>
        </p:grpSpPr>
        <p:cxnSp>
          <p:nvCxnSpPr>
            <p:cNvPr id="74" name="直接连接符 73"/>
            <p:cNvCxnSpPr>
              <a:stCxn id="65" idx="4"/>
            </p:cNvCxnSpPr>
            <p:nvPr/>
          </p:nvCxnSpPr>
          <p:spPr>
            <a:xfrm>
              <a:off x="5975350" y="3398187"/>
              <a:ext cx="0" cy="1981081"/>
            </a:xfrm>
            <a:prstGeom prst="line">
              <a:avLst/>
            </a:prstGeom>
            <a:grpFill/>
            <a:ln w="25400">
              <a:solidFill>
                <a:schemeClr val="accent4"/>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4" name="Oval 5"/>
            <p:cNvSpPr>
              <a:spLocks noChangeArrowheads="1"/>
            </p:cNvSpPr>
            <p:nvPr/>
          </p:nvSpPr>
          <p:spPr>
            <a:xfrm>
              <a:off x="5632768" y="2636513"/>
              <a:ext cx="693738" cy="695325"/>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sp>
          <p:nvSpPr>
            <p:cNvPr id="65" name="Oval 5"/>
            <p:cNvSpPr>
              <a:spLocks noChangeArrowheads="1"/>
            </p:cNvSpPr>
            <p:nvPr/>
          </p:nvSpPr>
          <p:spPr>
            <a:xfrm>
              <a:off x="5562282" y="2570163"/>
              <a:ext cx="826136" cy="828024"/>
            </a:xfrm>
            <a:prstGeom prst="ellipse">
              <a:avLst/>
            </a:prstGeom>
            <a:grpFill/>
            <a:ln w="254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2400" b="0" i="0" u="none" strike="noStrike" kern="1200" cap="none" normalizeH="0" noProof="0">
                <a:ln>
                  <a:noFill/>
                </a:ln>
                <a:gradFill flip="none" rotWithShape="1">
                  <a:gsLst>
                    <a:gs pos="0">
                      <a:prstClr val="white">
                        <a:shade val="30000"/>
                        <a:satMod val="115000"/>
                      </a:prstClr>
                    </a:gs>
                    <a:gs pos="50000">
                      <a:prstClr val="white">
                        <a:shade val="67500"/>
                        <a:satMod val="115000"/>
                      </a:prstClr>
                    </a:gs>
                    <a:gs pos="100000">
                      <a:prstClr val="white">
                        <a:shade val="100000"/>
                        <a:satMod val="115000"/>
                      </a:prstClr>
                    </a:gs>
                  </a:gsLst>
                  <a:lin ang="2700000" scaled="1"/>
                  <a:tileRect/>
                </a:gradFill>
                <a:effectLst/>
                <a:uLnTx/>
                <a:uFillTx/>
                <a:latin typeface="思源黑体 CN Medium"/>
                <a:ea typeface="思源黑体 CN Medium"/>
                <a:cs typeface="思源黑体 CN Medium"/>
                <a:sym typeface="思源黑体 CN Medium"/>
              </a:endParaRPr>
            </a:p>
          </p:txBody>
        </p:sp>
      </p:grpSp>
      <p:grpSp>
        <p:nvGrpSpPr>
          <p:cNvPr id="7" name="组合 13"/>
          <p:cNvGrpSpPr/>
          <p:nvPr/>
        </p:nvGrpSpPr>
        <p:grpSpPr>
          <a:xfrm>
            <a:off x="9297105" y="4373327"/>
            <a:ext cx="1101175" cy="2801246"/>
            <a:chOff x="6973570" y="3278982"/>
            <a:chExt cx="826136" cy="2100286"/>
          </a:xfrm>
          <a:solidFill>
            <a:schemeClr val="accent1"/>
          </a:solidFill>
        </p:grpSpPr>
        <p:cxnSp>
          <p:nvCxnSpPr>
            <p:cNvPr id="76" name="直接连接符 75"/>
            <p:cNvCxnSpPr>
              <a:stCxn id="67" idx="4"/>
            </p:cNvCxnSpPr>
            <p:nvPr/>
          </p:nvCxnSpPr>
          <p:spPr>
            <a:xfrm>
              <a:off x="7386638" y="4107006"/>
              <a:ext cx="0" cy="1272262"/>
            </a:xfrm>
            <a:prstGeom prst="line">
              <a:avLst/>
            </a:prstGeom>
            <a:grpFill/>
            <a:ln w="25400">
              <a:solidFill>
                <a:schemeClr val="accent1"/>
              </a:solidFill>
            </a:ln>
            <a:effectLst>
              <a:outerShdw blurRad="254000" dist="190500" dir="3540000" sx="105000" sy="105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6" name="Oval 5"/>
            <p:cNvSpPr>
              <a:spLocks noChangeArrowheads="1"/>
            </p:cNvSpPr>
            <p:nvPr/>
          </p:nvSpPr>
          <p:spPr>
            <a:xfrm>
              <a:off x="7044056" y="3345332"/>
              <a:ext cx="693738" cy="695325"/>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67" name="Oval 5"/>
            <p:cNvSpPr>
              <a:spLocks noChangeArrowheads="1"/>
            </p:cNvSpPr>
            <p:nvPr/>
          </p:nvSpPr>
          <p:spPr>
            <a:xfrm>
              <a:off x="6973570" y="3278982"/>
              <a:ext cx="826136" cy="828024"/>
            </a:xfrm>
            <a:prstGeom prst="ellipse">
              <a:avLst/>
            </a:prstGeom>
            <a:grpFill/>
            <a:ln w="25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lang="zh-CN" altLang="en-US" sz="32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41" name="Rectangle 14"/>
          <p:cNvSpPr>
            <a:spLocks noChangeArrowheads="1"/>
          </p:cNvSpPr>
          <p:nvPr/>
        </p:nvSpPr>
        <p:spPr>
          <a:xfrm>
            <a:off x="645573" y="317259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2" name="Rectangle 15"/>
          <p:cNvSpPr>
            <a:spLocks noChangeArrowheads="1"/>
          </p:cNvSpPr>
          <p:nvPr/>
        </p:nvSpPr>
        <p:spPr>
          <a:xfrm>
            <a:off x="5139562" y="3175046"/>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3" name="Rectangle 16"/>
          <p:cNvSpPr>
            <a:spLocks noChangeArrowheads="1"/>
          </p:cNvSpPr>
          <p:nvPr/>
        </p:nvSpPr>
        <p:spPr>
          <a:xfrm>
            <a:off x="9559915" y="326397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4" name="Rectangle 17"/>
          <p:cNvSpPr>
            <a:spLocks noChangeArrowheads="1"/>
          </p:cNvSpPr>
          <p:nvPr/>
        </p:nvSpPr>
        <p:spPr>
          <a:xfrm>
            <a:off x="7323288" y="219684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5" name="Rectangle 18"/>
          <p:cNvSpPr>
            <a:spLocks noChangeArrowheads="1"/>
          </p:cNvSpPr>
          <p:nvPr/>
        </p:nvSpPr>
        <p:spPr>
          <a:xfrm>
            <a:off x="2907168" y="2196844"/>
            <a:ext cx="1904412" cy="836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输入你的标题</a:t>
            </a:r>
            <a:endParaRPr kumimoji="0" lang="en-US" altLang="zh-CN" sz="1600" b="0" i="0" u="none" strike="noStrike"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endParaRPr>
          </a:p>
          <a:p>
            <a:pPr marL="0" marR="0" lvl="0" indent="0" algn="ctr" defTabSz="913765" rtl="0" eaLnBrk="1" fontAlgn="auto" latinLnBrk="0" hangingPunct="1">
              <a:lnSpc>
                <a:spcPct val="100000"/>
              </a:lnSpc>
              <a:spcBef>
                <a:spcPct val="20000"/>
              </a:spcBef>
              <a:spcAft>
                <a:spcPct val="0"/>
              </a:spcAft>
              <a:buClrTx/>
              <a:buSzTx/>
              <a:buFontTx/>
              <a:buNone/>
              <a:defRPr/>
            </a:pPr>
            <a:r>
              <a:rPr kumimoji="0" lang="zh-CN" altLang="en-US"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这里输入简单的文字概述里输入简单文字概述输入简单的文字概述里输入</a:t>
            </a:r>
            <a:endParaRPr kumimoji="0" lang="en-US" altLang="zh-CN" sz="1200" b="0" i="0" u="none" strike="noStrike"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46" name="Text Box 19"/>
          <p:cNvSpPr txBox="1">
            <a:spLocks noChangeArrowheads="1"/>
          </p:cNvSpPr>
          <p:nvPr/>
        </p:nvSpPr>
        <p:spPr>
          <a:xfrm>
            <a:off x="1932422" y="4600513"/>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2013</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7" name="Text Box 20"/>
          <p:cNvSpPr txBox="1">
            <a:spLocks noChangeArrowheads="1"/>
          </p:cNvSpPr>
          <p:nvPr/>
        </p:nvSpPr>
        <p:spPr>
          <a:xfrm>
            <a:off x="3822024" y="3693453"/>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2014</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8" name="Text Box 21"/>
          <p:cNvSpPr txBox="1">
            <a:spLocks noChangeArrowheads="1"/>
          </p:cNvSpPr>
          <p:nvPr/>
        </p:nvSpPr>
        <p:spPr>
          <a:xfrm>
            <a:off x="5717338" y="4726328"/>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2015</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49" name="Text Box 22"/>
          <p:cNvSpPr txBox="1">
            <a:spLocks noChangeArrowheads="1"/>
          </p:cNvSpPr>
          <p:nvPr/>
        </p:nvSpPr>
        <p:spPr>
          <a:xfrm>
            <a:off x="7603339" y="3766490"/>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2016</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50" name="Text Box 23"/>
          <p:cNvSpPr txBox="1">
            <a:spLocks noChangeArrowheads="1"/>
          </p:cNvSpPr>
          <p:nvPr/>
        </p:nvSpPr>
        <p:spPr>
          <a:xfrm>
            <a:off x="9484475" y="4704218"/>
            <a:ext cx="726440" cy="42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2017</a:t>
            </a:r>
            <a:endParaRPr kumimoji="0" lang="zh-CN" altLang="zh-CN" sz="2135"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Tree>
  </p:cSld>
  <p:clrMapOvr>
    <a:masterClrMapping/>
  </p:clrMapOvr>
  <p:transition spd="slow">
    <p:comb/>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96780" y="1782830"/>
            <a:ext cx="5748722" cy="3281282"/>
            <a:chOff x="345504" y="1787852"/>
            <a:chExt cx="5750496" cy="3282295"/>
          </a:xfrm>
        </p:grpSpPr>
        <p:grpSp>
          <p:nvGrpSpPr>
            <p:cNvPr id="17" name="组合 16"/>
            <p:cNvGrpSpPr/>
            <p:nvPr/>
          </p:nvGrpSpPr>
          <p:grpSpPr>
            <a:xfrm>
              <a:off x="345504" y="1787852"/>
              <a:ext cx="5750496" cy="3282295"/>
              <a:chOff x="8540751" y="4843463"/>
              <a:chExt cx="8012112" cy="4562475"/>
            </a:xfrm>
            <a:effectLst/>
          </p:grpSpPr>
          <p:sp>
            <p:nvSpPr>
              <p:cNvPr id="19" name="任意多边形: 形状 18"/>
              <p:cNvSpPr/>
              <p:nvPr/>
            </p:nvSpPr>
            <p:spPr>
              <a:xfrm>
                <a:off x="9321800" y="4843463"/>
                <a:ext cx="6480176" cy="4421188"/>
              </a:xfrm>
              <a:custGeom>
                <a:avLst/>
                <a:gdLst>
                  <a:gd name="T0" fmla="*/ 17508 w 18000"/>
                  <a:gd name="T1" fmla="*/ 12280 h 12281"/>
                  <a:gd name="T2" fmla="*/ 491 w 18000"/>
                  <a:gd name="T3" fmla="*/ 12280 h 12281"/>
                  <a:gd name="T4" fmla="*/ 0 w 18000"/>
                  <a:gd name="T5" fmla="*/ 11792 h 12281"/>
                  <a:gd name="T6" fmla="*/ 0 w 18000"/>
                  <a:gd name="T7" fmla="*/ 488 h 12281"/>
                  <a:gd name="T8" fmla="*/ 491 w 18000"/>
                  <a:gd name="T9" fmla="*/ 0 h 12281"/>
                  <a:gd name="T10" fmla="*/ 17508 w 18000"/>
                  <a:gd name="T11" fmla="*/ 0 h 12281"/>
                  <a:gd name="T12" fmla="*/ 17999 w 18000"/>
                  <a:gd name="T13" fmla="*/ 488 h 12281"/>
                  <a:gd name="T14" fmla="*/ 17999 w 18000"/>
                  <a:gd name="T15" fmla="*/ 11792 h 12281"/>
                  <a:gd name="T16" fmla="*/ 17508 w 18000"/>
                  <a:gd name="T17" fmla="*/ 12280 h 12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000"/>
                  <a:gd name="T28" fmla="*/ 0 h 12281"/>
                  <a:gd name="T29" fmla="*/ 18000 w 18000"/>
                  <a:gd name="T30" fmla="*/ 12281 h 12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000" h="12281">
                    <a:moveTo>
                      <a:pt x="17508" y="12280"/>
                    </a:moveTo>
                    <a:lnTo>
                      <a:pt x="491" y="12280"/>
                    </a:lnTo>
                    <a:cubicBezTo>
                      <a:pt x="220" y="12280"/>
                      <a:pt x="0" y="12061"/>
                      <a:pt x="0" y="11792"/>
                    </a:cubicBezTo>
                    <a:lnTo>
                      <a:pt x="0" y="488"/>
                    </a:lnTo>
                    <a:cubicBezTo>
                      <a:pt x="0" y="219"/>
                      <a:pt x="220" y="0"/>
                      <a:pt x="491" y="0"/>
                    </a:cubicBezTo>
                    <a:lnTo>
                      <a:pt x="17508" y="0"/>
                    </a:lnTo>
                    <a:cubicBezTo>
                      <a:pt x="17779" y="0"/>
                      <a:pt x="17999" y="219"/>
                      <a:pt x="17999" y="488"/>
                    </a:cubicBezTo>
                    <a:lnTo>
                      <a:pt x="17999" y="11792"/>
                    </a:lnTo>
                    <a:cubicBezTo>
                      <a:pt x="17999" y="12061"/>
                      <a:pt x="17779" y="12280"/>
                      <a:pt x="17508" y="12280"/>
                    </a:cubicBez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0" name="任意多边形: 形状 19"/>
              <p:cNvSpPr/>
              <p:nvPr/>
            </p:nvSpPr>
            <p:spPr>
              <a:xfrm>
                <a:off x="8542336" y="9169402"/>
                <a:ext cx="8008936" cy="142874"/>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solidFill>
                <a:schemeClr val="bg1">
                  <a:lumMod val="95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1" name="任意多边形: 形状 20"/>
              <p:cNvSpPr/>
              <p:nvPr/>
            </p:nvSpPr>
            <p:spPr>
              <a:xfrm>
                <a:off x="8542339" y="9169399"/>
                <a:ext cx="8008939" cy="236539"/>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noFill/>
              <a:ln w="10080">
                <a:solidFill>
                  <a:schemeClr val="tx2"/>
                </a:solidFill>
                <a:miter lim="800000"/>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2" name="任意多边形: 形状 21"/>
              <p:cNvSpPr/>
              <p:nvPr/>
            </p:nvSpPr>
            <p:spPr>
              <a:xfrm>
                <a:off x="8540751" y="9312275"/>
                <a:ext cx="8012112" cy="93663"/>
              </a:xfrm>
              <a:custGeom>
                <a:avLst/>
                <a:gdLst>
                  <a:gd name="T0" fmla="*/ 0 w 22256"/>
                  <a:gd name="T1" fmla="*/ 0 h 262"/>
                  <a:gd name="T2" fmla="*/ 870 w 22256"/>
                  <a:gd name="T3" fmla="*/ 261 h 262"/>
                  <a:gd name="T4" fmla="*/ 21418 w 22256"/>
                  <a:gd name="T5" fmla="*/ 261 h 262"/>
                  <a:gd name="T6" fmla="*/ 22255 w 22256"/>
                  <a:gd name="T7" fmla="*/ 0 h 262"/>
                  <a:gd name="T8" fmla="*/ 0 w 22256"/>
                  <a:gd name="T9" fmla="*/ 0 h 262"/>
                  <a:gd name="T10" fmla="*/ 0 60000 65536"/>
                  <a:gd name="T11" fmla="*/ 0 60000 65536"/>
                  <a:gd name="T12" fmla="*/ 0 60000 65536"/>
                  <a:gd name="T13" fmla="*/ 0 60000 65536"/>
                  <a:gd name="T14" fmla="*/ 0 60000 65536"/>
                  <a:gd name="T15" fmla="*/ 0 w 22256"/>
                  <a:gd name="T16" fmla="*/ 0 h 262"/>
                  <a:gd name="T17" fmla="*/ 22256 w 22256"/>
                  <a:gd name="T18" fmla="*/ 262 h 262"/>
                </a:gdLst>
                <a:ahLst/>
                <a:cxnLst>
                  <a:cxn ang="T10">
                    <a:pos x="T0" y="T1"/>
                  </a:cxn>
                  <a:cxn ang="T11">
                    <a:pos x="T2" y="T3"/>
                  </a:cxn>
                  <a:cxn ang="T12">
                    <a:pos x="T4" y="T5"/>
                  </a:cxn>
                  <a:cxn ang="T13">
                    <a:pos x="T6" y="T7"/>
                  </a:cxn>
                  <a:cxn ang="T14">
                    <a:pos x="T8" y="T9"/>
                  </a:cxn>
                </a:cxnLst>
                <a:rect l="T15" t="T16" r="T17" b="T18"/>
                <a:pathLst>
                  <a:path w="22256" h="262">
                    <a:moveTo>
                      <a:pt x="0" y="0"/>
                    </a:moveTo>
                    <a:cubicBezTo>
                      <a:pt x="0" y="0"/>
                      <a:pt x="462" y="261"/>
                      <a:pt x="870" y="261"/>
                    </a:cubicBezTo>
                    <a:lnTo>
                      <a:pt x="21418" y="261"/>
                    </a:lnTo>
                    <a:cubicBezTo>
                      <a:pt x="21898" y="261"/>
                      <a:pt x="22255" y="0"/>
                      <a:pt x="22255" y="0"/>
                    </a:cubicBezTo>
                    <a:lnTo>
                      <a:pt x="0" y="0"/>
                    </a:ln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3" name="任意多边形: 形状 22"/>
              <p:cNvSpPr/>
              <p:nvPr/>
            </p:nvSpPr>
            <p:spPr>
              <a:xfrm>
                <a:off x="11979275" y="9167813"/>
                <a:ext cx="1141413" cy="88900"/>
              </a:xfrm>
              <a:custGeom>
                <a:avLst/>
                <a:gdLst>
                  <a:gd name="T0" fmla="*/ 0 w 3171"/>
                  <a:gd name="T1" fmla="*/ 0 h 249"/>
                  <a:gd name="T2" fmla="*/ 349 w 3171"/>
                  <a:gd name="T3" fmla="*/ 248 h 249"/>
                  <a:gd name="T4" fmla="*/ 2821 w 3171"/>
                  <a:gd name="T5" fmla="*/ 248 h 249"/>
                  <a:gd name="T6" fmla="*/ 3170 w 3171"/>
                  <a:gd name="T7" fmla="*/ 0 h 249"/>
                  <a:gd name="T8" fmla="*/ 0 w 3171"/>
                  <a:gd name="T9" fmla="*/ 0 h 249"/>
                  <a:gd name="T10" fmla="*/ 0 60000 65536"/>
                  <a:gd name="T11" fmla="*/ 0 60000 65536"/>
                  <a:gd name="T12" fmla="*/ 0 60000 65536"/>
                  <a:gd name="T13" fmla="*/ 0 60000 65536"/>
                  <a:gd name="T14" fmla="*/ 0 60000 65536"/>
                  <a:gd name="T15" fmla="*/ 0 w 3171"/>
                  <a:gd name="T16" fmla="*/ 0 h 249"/>
                  <a:gd name="T17" fmla="*/ 3171 w 3171"/>
                  <a:gd name="T18" fmla="*/ 249 h 249"/>
                </a:gdLst>
                <a:ahLst/>
                <a:cxnLst>
                  <a:cxn ang="T10">
                    <a:pos x="T0" y="T1"/>
                  </a:cxn>
                  <a:cxn ang="T11">
                    <a:pos x="T2" y="T3"/>
                  </a:cxn>
                  <a:cxn ang="T12">
                    <a:pos x="T4" y="T5"/>
                  </a:cxn>
                  <a:cxn ang="T13">
                    <a:pos x="T6" y="T7"/>
                  </a:cxn>
                  <a:cxn ang="T14">
                    <a:pos x="T8" y="T9"/>
                  </a:cxn>
                </a:cxnLst>
                <a:rect l="T15" t="T16" r="T17" b="T18"/>
                <a:pathLst>
                  <a:path w="3171" h="249">
                    <a:moveTo>
                      <a:pt x="0" y="0"/>
                    </a:moveTo>
                    <a:cubicBezTo>
                      <a:pt x="49" y="144"/>
                      <a:pt x="187" y="248"/>
                      <a:pt x="349" y="248"/>
                    </a:cubicBezTo>
                    <a:lnTo>
                      <a:pt x="2821" y="248"/>
                    </a:lnTo>
                    <a:cubicBezTo>
                      <a:pt x="2983" y="248"/>
                      <a:pt x="3120" y="144"/>
                      <a:pt x="3170" y="0"/>
                    </a:cubicBezTo>
                    <a:lnTo>
                      <a:pt x="0" y="0"/>
                    </a:lnTo>
                  </a:path>
                </a:pathLst>
              </a:custGeom>
              <a:solidFill>
                <a:schemeClr val="tx2">
                  <a:lumMod val="50000"/>
                </a:schemeClr>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24" name="任意多边形: 形状 23"/>
              <p:cNvSpPr/>
              <p:nvPr/>
            </p:nvSpPr>
            <p:spPr>
              <a:xfrm>
                <a:off x="12571413" y="4937125"/>
                <a:ext cx="38100" cy="36513"/>
              </a:xfrm>
              <a:custGeom>
                <a:avLst/>
                <a:gdLst>
                  <a:gd name="T0" fmla="*/ 51 w 104"/>
                  <a:gd name="T1" fmla="*/ 102 h 103"/>
                  <a:gd name="T2" fmla="*/ 0 w 104"/>
                  <a:gd name="T3" fmla="*/ 51 h 103"/>
                  <a:gd name="T4" fmla="*/ 51 w 104"/>
                  <a:gd name="T5" fmla="*/ 0 h 103"/>
                  <a:gd name="T6" fmla="*/ 103 w 104"/>
                  <a:gd name="T7" fmla="*/ 51 h 103"/>
                  <a:gd name="T8" fmla="*/ 51 w 104"/>
                  <a:gd name="T9" fmla="*/ 102 h 103"/>
                  <a:gd name="T10" fmla="*/ 0 60000 65536"/>
                  <a:gd name="T11" fmla="*/ 0 60000 65536"/>
                  <a:gd name="T12" fmla="*/ 0 60000 65536"/>
                  <a:gd name="T13" fmla="*/ 0 60000 65536"/>
                  <a:gd name="T14" fmla="*/ 0 60000 65536"/>
                  <a:gd name="T15" fmla="*/ 0 w 104"/>
                  <a:gd name="T16" fmla="*/ 0 h 103"/>
                  <a:gd name="T17" fmla="*/ 104 w 104"/>
                  <a:gd name="T18" fmla="*/ 103 h 103"/>
                </a:gdLst>
                <a:ahLst/>
                <a:cxnLst>
                  <a:cxn ang="T10">
                    <a:pos x="T0" y="T1"/>
                  </a:cxn>
                  <a:cxn ang="T11">
                    <a:pos x="T2" y="T3"/>
                  </a:cxn>
                  <a:cxn ang="T12">
                    <a:pos x="T4" y="T5"/>
                  </a:cxn>
                  <a:cxn ang="T13">
                    <a:pos x="T6" y="T7"/>
                  </a:cxn>
                  <a:cxn ang="T14">
                    <a:pos x="T8" y="T9"/>
                  </a:cxn>
                </a:cxnLst>
                <a:rect l="T15" t="T16" r="T17" b="T18"/>
                <a:pathLst>
                  <a:path w="104" h="103">
                    <a:moveTo>
                      <a:pt x="51" y="102"/>
                    </a:moveTo>
                    <a:cubicBezTo>
                      <a:pt x="23" y="102"/>
                      <a:pt x="0" y="79"/>
                      <a:pt x="0" y="51"/>
                    </a:cubicBezTo>
                    <a:cubicBezTo>
                      <a:pt x="0" y="22"/>
                      <a:pt x="23" y="0"/>
                      <a:pt x="51" y="0"/>
                    </a:cubicBezTo>
                    <a:cubicBezTo>
                      <a:pt x="80" y="0"/>
                      <a:pt x="103" y="22"/>
                      <a:pt x="103" y="51"/>
                    </a:cubicBezTo>
                    <a:cubicBezTo>
                      <a:pt x="103" y="79"/>
                      <a:pt x="80" y="102"/>
                      <a:pt x="51" y="102"/>
                    </a:cubicBezTo>
                  </a:path>
                </a:pathLst>
              </a:custGeom>
              <a:solidFill>
                <a:srgbClr val="FFFFFF"/>
              </a:solidFill>
              <a:ln>
                <a:noFill/>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sp>
          <p:nvSpPr>
            <p:cNvPr id="18" name="矩形 17"/>
            <p:cNvSpPr/>
            <p:nvPr/>
          </p:nvSpPr>
          <p:spPr>
            <a:xfrm>
              <a:off x="1085227" y="2041661"/>
              <a:ext cx="4271050" cy="2700705"/>
            </a:xfrm>
            <a:prstGeom prst="rect">
              <a:avLst/>
            </a:prstGeom>
            <a:blipFill dpi="0" rotWithShape="1">
              <a:blip r:embed="rId3"/>
              <a:srcRect/>
              <a:stretch>
                <a:fillRect/>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5" name="组合 24"/>
          <p:cNvGrpSpPr/>
          <p:nvPr/>
        </p:nvGrpSpPr>
        <p:grpSpPr>
          <a:xfrm>
            <a:off x="6112155" y="1782832"/>
            <a:ext cx="5783066" cy="1612074"/>
            <a:chOff x="4584120" y="1336741"/>
            <a:chExt cx="4338638" cy="1209429"/>
          </a:xfrm>
        </p:grpSpPr>
        <p:sp>
          <p:nvSpPr>
            <p:cNvPr id="5" name="矩形 4"/>
            <p:cNvSpPr/>
            <p:nvPr/>
          </p:nvSpPr>
          <p:spPr>
            <a:xfrm>
              <a:off x="4584120" y="1336741"/>
              <a:ext cx="4338638" cy="1209429"/>
            </a:xfrm>
            <a:prstGeom prst="rect">
              <a:avLst/>
            </a:prstGeom>
            <a:solidFill>
              <a:schemeClr val="accent1">
                <a:lumMod val="100000"/>
              </a:schemeClr>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7" name="椭圆 6"/>
            <p:cNvSpPr/>
            <p:nvPr/>
          </p:nvSpPr>
          <p:spPr>
            <a:xfrm>
              <a:off x="4750139" y="1603918"/>
              <a:ext cx="675075" cy="675075"/>
            </a:xfrm>
            <a:prstGeom prst="ellipse">
              <a:avLst/>
            </a:prstGeom>
            <a:solidFill>
              <a:schemeClr val="bg1"/>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9" name="任意多边形: 形状 8"/>
            <p:cNvSpPr/>
            <p:nvPr/>
          </p:nvSpPr>
          <p:spPr>
            <a:xfrm>
              <a:off x="4886301" y="1745753"/>
              <a:ext cx="402750" cy="391405"/>
            </a:xfrm>
            <a:custGeom>
              <a:avLst/>
              <a:gdLst>
                <a:gd name="connsiteX0" fmla="*/ 279778 w 338138"/>
                <a:gd name="connsiteY0" fmla="*/ 231775 h 328613"/>
                <a:gd name="connsiteX1" fmla="*/ 289126 w 338138"/>
                <a:gd name="connsiteY1" fmla="*/ 271719 h 328613"/>
                <a:gd name="connsiteX2" fmla="*/ 283784 w 338138"/>
                <a:gd name="connsiteY2" fmla="*/ 279708 h 328613"/>
                <a:gd name="connsiteX3" fmla="*/ 282449 w 338138"/>
                <a:gd name="connsiteY3" fmla="*/ 279708 h 328613"/>
                <a:gd name="connsiteX4" fmla="*/ 275771 w 338138"/>
                <a:gd name="connsiteY4" fmla="*/ 274382 h 328613"/>
                <a:gd name="connsiteX5" fmla="*/ 265087 w 338138"/>
                <a:gd name="connsiteY5" fmla="*/ 234438 h 328613"/>
                <a:gd name="connsiteX6" fmla="*/ 239712 w 338138"/>
                <a:gd name="connsiteY6" fmla="*/ 273050 h 328613"/>
                <a:gd name="connsiteX7" fmla="*/ 282449 w 338138"/>
                <a:gd name="connsiteY7" fmla="*/ 314325 h 328613"/>
                <a:gd name="connsiteX8" fmla="*/ 323850 w 338138"/>
                <a:gd name="connsiteY8" fmla="*/ 273050 h 328613"/>
                <a:gd name="connsiteX9" fmla="*/ 282449 w 338138"/>
                <a:gd name="connsiteY9" fmla="*/ 231775 h 328613"/>
                <a:gd name="connsiteX10" fmla="*/ 279778 w 338138"/>
                <a:gd name="connsiteY10" fmla="*/ 231775 h 328613"/>
                <a:gd name="connsiteX11" fmla="*/ 55688 w 338138"/>
                <a:gd name="connsiteY11" fmla="*/ 231775 h 328613"/>
                <a:gd name="connsiteX12" fmla="*/ 14287 w 338138"/>
                <a:gd name="connsiteY12" fmla="*/ 273050 h 328613"/>
                <a:gd name="connsiteX13" fmla="*/ 55688 w 338138"/>
                <a:gd name="connsiteY13" fmla="*/ 314325 h 328613"/>
                <a:gd name="connsiteX14" fmla="*/ 98425 w 338138"/>
                <a:gd name="connsiteY14" fmla="*/ 273050 h 328613"/>
                <a:gd name="connsiteX15" fmla="*/ 97089 w 338138"/>
                <a:gd name="connsiteY15" fmla="*/ 265062 h 328613"/>
                <a:gd name="connsiteX16" fmla="*/ 58359 w 338138"/>
                <a:gd name="connsiteY16" fmla="*/ 279708 h 328613"/>
                <a:gd name="connsiteX17" fmla="*/ 55688 w 338138"/>
                <a:gd name="connsiteY17" fmla="*/ 279708 h 328613"/>
                <a:gd name="connsiteX18" fmla="*/ 49011 w 338138"/>
                <a:gd name="connsiteY18" fmla="*/ 275713 h 328613"/>
                <a:gd name="connsiteX19" fmla="*/ 53017 w 338138"/>
                <a:gd name="connsiteY19" fmla="*/ 266393 h 328613"/>
                <a:gd name="connsiteX20" fmla="*/ 91747 w 338138"/>
                <a:gd name="connsiteY20" fmla="*/ 251747 h 328613"/>
                <a:gd name="connsiteX21" fmla="*/ 55688 w 338138"/>
                <a:gd name="connsiteY21" fmla="*/ 231775 h 328613"/>
                <a:gd name="connsiteX22" fmla="*/ 39613 w 338138"/>
                <a:gd name="connsiteY22" fmla="*/ 195263 h 328613"/>
                <a:gd name="connsiteX23" fmla="*/ 92431 w 338138"/>
                <a:gd name="connsiteY23" fmla="*/ 195263 h 328613"/>
                <a:gd name="connsiteX24" fmla="*/ 97713 w 338138"/>
                <a:gd name="connsiteY24" fmla="*/ 196583 h 328613"/>
                <a:gd name="connsiteX25" fmla="*/ 138647 w 338138"/>
                <a:gd name="connsiteY25" fmla="*/ 237513 h 328613"/>
                <a:gd name="connsiteX26" fmla="*/ 139967 w 338138"/>
                <a:gd name="connsiteY26" fmla="*/ 244114 h 328613"/>
                <a:gd name="connsiteX27" fmla="*/ 136006 w 338138"/>
                <a:gd name="connsiteY27" fmla="*/ 249395 h 328613"/>
                <a:gd name="connsiteX28" fmla="*/ 109597 w 338138"/>
                <a:gd name="connsiteY28" fmla="*/ 259958 h 328613"/>
                <a:gd name="connsiteX29" fmla="*/ 110918 w 338138"/>
                <a:gd name="connsiteY29" fmla="*/ 273161 h 328613"/>
                <a:gd name="connsiteX30" fmla="*/ 55459 w 338138"/>
                <a:gd name="connsiteY30" fmla="*/ 328613 h 328613"/>
                <a:gd name="connsiteX31" fmla="*/ 0 w 338138"/>
                <a:gd name="connsiteY31" fmla="*/ 273161 h 328613"/>
                <a:gd name="connsiteX32" fmla="*/ 55459 w 338138"/>
                <a:gd name="connsiteY32" fmla="*/ 217708 h 328613"/>
                <a:gd name="connsiteX33" fmla="*/ 104315 w 338138"/>
                <a:gd name="connsiteY33" fmla="*/ 246755 h 328613"/>
                <a:gd name="connsiteX34" fmla="*/ 121481 w 338138"/>
                <a:gd name="connsiteY34" fmla="*/ 240153 h 328613"/>
                <a:gd name="connsiteX35" fmla="*/ 89790 w 338138"/>
                <a:gd name="connsiteY35" fmla="*/ 208466 h 328613"/>
                <a:gd name="connsiteX36" fmla="*/ 39613 w 338138"/>
                <a:gd name="connsiteY36" fmla="*/ 208466 h 328613"/>
                <a:gd name="connsiteX37" fmla="*/ 33011 w 338138"/>
                <a:gd name="connsiteY37" fmla="*/ 201864 h 328613"/>
                <a:gd name="connsiteX38" fmla="*/ 39613 w 338138"/>
                <a:gd name="connsiteY38" fmla="*/ 195263 h 328613"/>
                <a:gd name="connsiteX39" fmla="*/ 155575 w 338138"/>
                <a:gd name="connsiteY39" fmla="*/ 0 h 328613"/>
                <a:gd name="connsiteX40" fmla="*/ 191294 w 338138"/>
                <a:gd name="connsiteY40" fmla="*/ 35490 h 328613"/>
                <a:gd name="connsiteX41" fmla="*/ 156898 w 338138"/>
                <a:gd name="connsiteY41" fmla="*/ 70980 h 328613"/>
                <a:gd name="connsiteX42" fmla="*/ 167481 w 338138"/>
                <a:gd name="connsiteY42" fmla="*/ 80181 h 328613"/>
                <a:gd name="connsiteX43" fmla="*/ 168804 w 338138"/>
                <a:gd name="connsiteY43" fmla="*/ 81496 h 328613"/>
                <a:gd name="connsiteX44" fmla="*/ 196586 w 338138"/>
                <a:gd name="connsiteY44" fmla="*/ 126187 h 328613"/>
                <a:gd name="connsiteX45" fmla="*/ 225690 w 338138"/>
                <a:gd name="connsiteY45" fmla="*/ 130131 h 328613"/>
                <a:gd name="connsiteX46" fmla="*/ 234950 w 338138"/>
                <a:gd name="connsiteY46" fmla="*/ 138017 h 328613"/>
                <a:gd name="connsiteX47" fmla="*/ 257440 w 338138"/>
                <a:gd name="connsiteY47" fmla="*/ 149847 h 328613"/>
                <a:gd name="connsiteX48" fmla="*/ 260086 w 338138"/>
                <a:gd name="connsiteY48" fmla="*/ 155105 h 328613"/>
                <a:gd name="connsiteX49" fmla="*/ 270669 w 338138"/>
                <a:gd name="connsiteY49" fmla="*/ 197168 h 328613"/>
                <a:gd name="connsiteX50" fmla="*/ 278607 w 338138"/>
                <a:gd name="connsiteY50" fmla="*/ 197168 h 328613"/>
                <a:gd name="connsiteX51" fmla="*/ 315648 w 338138"/>
                <a:gd name="connsiteY51" fmla="*/ 205054 h 328613"/>
                <a:gd name="connsiteX52" fmla="*/ 319617 w 338138"/>
                <a:gd name="connsiteY52" fmla="*/ 214255 h 328613"/>
                <a:gd name="connsiteX53" fmla="*/ 310357 w 338138"/>
                <a:gd name="connsiteY53" fmla="*/ 216884 h 328613"/>
                <a:gd name="connsiteX54" fmla="*/ 278607 w 338138"/>
                <a:gd name="connsiteY54" fmla="*/ 210312 h 328613"/>
                <a:gd name="connsiteX55" fmla="*/ 274638 w 338138"/>
                <a:gd name="connsiteY55" fmla="*/ 211627 h 328613"/>
                <a:gd name="connsiteX56" fmla="*/ 275961 w 338138"/>
                <a:gd name="connsiteY56" fmla="*/ 218199 h 328613"/>
                <a:gd name="connsiteX57" fmla="*/ 282575 w 338138"/>
                <a:gd name="connsiteY57" fmla="*/ 218199 h 328613"/>
                <a:gd name="connsiteX58" fmla="*/ 338138 w 338138"/>
                <a:gd name="connsiteY58" fmla="*/ 273406 h 328613"/>
                <a:gd name="connsiteX59" fmla="*/ 282575 w 338138"/>
                <a:gd name="connsiteY59" fmla="*/ 328613 h 328613"/>
                <a:gd name="connsiteX60" fmla="*/ 229659 w 338138"/>
                <a:gd name="connsiteY60" fmla="*/ 289180 h 328613"/>
                <a:gd name="connsiteX61" fmla="*/ 183356 w 338138"/>
                <a:gd name="connsiteY61" fmla="*/ 289180 h 328613"/>
                <a:gd name="connsiteX62" fmla="*/ 175419 w 338138"/>
                <a:gd name="connsiteY62" fmla="*/ 282607 h 328613"/>
                <a:gd name="connsiteX63" fmla="*/ 183356 w 338138"/>
                <a:gd name="connsiteY63" fmla="*/ 276035 h 328613"/>
                <a:gd name="connsiteX64" fmla="*/ 227013 w 338138"/>
                <a:gd name="connsiteY64" fmla="*/ 276035 h 328613"/>
                <a:gd name="connsiteX65" fmla="*/ 227013 w 338138"/>
                <a:gd name="connsiteY65" fmla="*/ 273406 h 328613"/>
                <a:gd name="connsiteX66" fmla="*/ 262732 w 338138"/>
                <a:gd name="connsiteY66" fmla="*/ 222142 h 328613"/>
                <a:gd name="connsiteX67" fmla="*/ 261409 w 338138"/>
                <a:gd name="connsiteY67" fmla="*/ 214255 h 328613"/>
                <a:gd name="connsiteX68" fmla="*/ 230981 w 338138"/>
                <a:gd name="connsiteY68" fmla="*/ 239231 h 328613"/>
                <a:gd name="connsiteX69" fmla="*/ 224367 w 338138"/>
                <a:gd name="connsiteY69" fmla="*/ 243174 h 328613"/>
                <a:gd name="connsiteX70" fmla="*/ 221721 w 338138"/>
                <a:gd name="connsiteY70" fmla="*/ 241859 h 328613"/>
                <a:gd name="connsiteX71" fmla="*/ 219075 w 338138"/>
                <a:gd name="connsiteY71" fmla="*/ 232658 h 328613"/>
                <a:gd name="connsiteX72" fmla="*/ 257440 w 338138"/>
                <a:gd name="connsiteY72" fmla="*/ 201111 h 328613"/>
                <a:gd name="connsiteX73" fmla="*/ 248180 w 338138"/>
                <a:gd name="connsiteY73" fmla="*/ 160363 h 328613"/>
                <a:gd name="connsiteX74" fmla="*/ 228336 w 338138"/>
                <a:gd name="connsiteY74" fmla="*/ 151162 h 328613"/>
                <a:gd name="connsiteX75" fmla="*/ 227013 w 338138"/>
                <a:gd name="connsiteY75" fmla="*/ 149847 h 328613"/>
                <a:gd name="connsiteX76" fmla="*/ 224367 w 338138"/>
                <a:gd name="connsiteY76" fmla="*/ 149847 h 328613"/>
                <a:gd name="connsiteX77" fmla="*/ 188648 w 338138"/>
                <a:gd name="connsiteY77" fmla="*/ 149847 h 328613"/>
                <a:gd name="connsiteX78" fmla="*/ 179388 w 338138"/>
                <a:gd name="connsiteY78" fmla="*/ 145904 h 328613"/>
                <a:gd name="connsiteX79" fmla="*/ 178065 w 338138"/>
                <a:gd name="connsiteY79" fmla="*/ 144589 h 328613"/>
                <a:gd name="connsiteX80" fmla="*/ 170127 w 338138"/>
                <a:gd name="connsiteY80" fmla="*/ 134074 h 328613"/>
                <a:gd name="connsiteX81" fmla="*/ 168804 w 338138"/>
                <a:gd name="connsiteY81" fmla="*/ 140646 h 328613"/>
                <a:gd name="connsiteX82" fmla="*/ 167481 w 338138"/>
                <a:gd name="connsiteY82" fmla="*/ 148533 h 328613"/>
                <a:gd name="connsiteX83" fmla="*/ 166158 w 338138"/>
                <a:gd name="connsiteY83" fmla="*/ 152476 h 328613"/>
                <a:gd name="connsiteX84" fmla="*/ 166158 w 338138"/>
                <a:gd name="connsiteY84" fmla="*/ 156420 h 328613"/>
                <a:gd name="connsiteX85" fmla="*/ 163513 w 338138"/>
                <a:gd name="connsiteY85" fmla="*/ 164306 h 328613"/>
                <a:gd name="connsiteX86" fmla="*/ 162190 w 338138"/>
                <a:gd name="connsiteY86" fmla="*/ 170879 h 328613"/>
                <a:gd name="connsiteX87" fmla="*/ 160867 w 338138"/>
                <a:gd name="connsiteY87" fmla="*/ 173507 h 328613"/>
                <a:gd name="connsiteX88" fmla="*/ 200554 w 338138"/>
                <a:gd name="connsiteY88" fmla="*/ 182709 h 328613"/>
                <a:gd name="connsiteX89" fmla="*/ 201877 w 338138"/>
                <a:gd name="connsiteY89" fmla="*/ 182709 h 328613"/>
                <a:gd name="connsiteX90" fmla="*/ 215106 w 338138"/>
                <a:gd name="connsiteY90" fmla="*/ 205054 h 328613"/>
                <a:gd name="connsiteX91" fmla="*/ 212461 w 338138"/>
                <a:gd name="connsiteY91" fmla="*/ 210312 h 328613"/>
                <a:gd name="connsiteX92" fmla="*/ 163513 w 338138"/>
                <a:gd name="connsiteY92" fmla="*/ 289180 h 328613"/>
                <a:gd name="connsiteX93" fmla="*/ 144992 w 338138"/>
                <a:gd name="connsiteY93" fmla="*/ 293123 h 328613"/>
                <a:gd name="connsiteX94" fmla="*/ 139700 w 338138"/>
                <a:gd name="connsiteY94" fmla="*/ 276035 h 328613"/>
                <a:gd name="connsiteX95" fmla="*/ 168804 w 338138"/>
                <a:gd name="connsiteY95" fmla="*/ 214255 h 328613"/>
                <a:gd name="connsiteX96" fmla="*/ 125148 w 338138"/>
                <a:gd name="connsiteY96" fmla="*/ 206369 h 328613"/>
                <a:gd name="connsiteX97" fmla="*/ 103981 w 338138"/>
                <a:gd name="connsiteY97" fmla="*/ 195853 h 328613"/>
                <a:gd name="connsiteX98" fmla="*/ 97367 w 338138"/>
                <a:gd name="connsiteY98" fmla="*/ 164306 h 328613"/>
                <a:gd name="connsiteX99" fmla="*/ 121179 w 338138"/>
                <a:gd name="connsiteY99" fmla="*/ 95955 h 328613"/>
                <a:gd name="connsiteX100" fmla="*/ 121179 w 338138"/>
                <a:gd name="connsiteY100" fmla="*/ 90697 h 328613"/>
                <a:gd name="connsiteX101" fmla="*/ 143669 w 338138"/>
                <a:gd name="connsiteY101" fmla="*/ 68351 h 328613"/>
                <a:gd name="connsiteX102" fmla="*/ 119856 w 338138"/>
                <a:gd name="connsiteY102" fmla="*/ 35490 h 328613"/>
                <a:gd name="connsiteX103" fmla="*/ 155575 w 338138"/>
                <a:gd name="connsiteY103"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8138" h="328613">
                  <a:moveTo>
                    <a:pt x="279778" y="231775"/>
                  </a:moveTo>
                  <a:cubicBezTo>
                    <a:pt x="279778" y="231775"/>
                    <a:pt x="279778" y="231775"/>
                    <a:pt x="289126" y="271719"/>
                  </a:cubicBezTo>
                  <a:cubicBezTo>
                    <a:pt x="290462" y="275713"/>
                    <a:pt x="287791" y="278376"/>
                    <a:pt x="283784" y="279708"/>
                  </a:cubicBezTo>
                  <a:cubicBezTo>
                    <a:pt x="283784" y="279708"/>
                    <a:pt x="282449" y="279708"/>
                    <a:pt x="282449" y="279708"/>
                  </a:cubicBezTo>
                  <a:cubicBezTo>
                    <a:pt x="279778" y="279708"/>
                    <a:pt x="275771" y="278376"/>
                    <a:pt x="275771" y="274382"/>
                  </a:cubicBezTo>
                  <a:cubicBezTo>
                    <a:pt x="275771" y="274382"/>
                    <a:pt x="275771" y="274382"/>
                    <a:pt x="265087" y="234438"/>
                  </a:cubicBezTo>
                  <a:cubicBezTo>
                    <a:pt x="250396" y="241095"/>
                    <a:pt x="239712" y="255741"/>
                    <a:pt x="239712" y="273050"/>
                  </a:cubicBezTo>
                  <a:cubicBezTo>
                    <a:pt x="239712" y="295685"/>
                    <a:pt x="259745" y="314325"/>
                    <a:pt x="282449" y="314325"/>
                  </a:cubicBezTo>
                  <a:cubicBezTo>
                    <a:pt x="305153" y="314325"/>
                    <a:pt x="323850" y="295685"/>
                    <a:pt x="323850" y="273050"/>
                  </a:cubicBezTo>
                  <a:cubicBezTo>
                    <a:pt x="323850" y="250416"/>
                    <a:pt x="305153" y="231775"/>
                    <a:pt x="282449" y="231775"/>
                  </a:cubicBezTo>
                  <a:cubicBezTo>
                    <a:pt x="281113" y="231775"/>
                    <a:pt x="279778" y="231775"/>
                    <a:pt x="279778" y="231775"/>
                  </a:cubicBezTo>
                  <a:close/>
                  <a:moveTo>
                    <a:pt x="55688" y="231775"/>
                  </a:moveTo>
                  <a:cubicBezTo>
                    <a:pt x="32984" y="231775"/>
                    <a:pt x="14287" y="250416"/>
                    <a:pt x="14287" y="273050"/>
                  </a:cubicBezTo>
                  <a:cubicBezTo>
                    <a:pt x="14287" y="295685"/>
                    <a:pt x="32984" y="314325"/>
                    <a:pt x="55688" y="314325"/>
                  </a:cubicBezTo>
                  <a:cubicBezTo>
                    <a:pt x="78392" y="314325"/>
                    <a:pt x="98425" y="295685"/>
                    <a:pt x="98425" y="273050"/>
                  </a:cubicBezTo>
                  <a:cubicBezTo>
                    <a:pt x="98425" y="270387"/>
                    <a:pt x="97089" y="267724"/>
                    <a:pt x="97089" y="265062"/>
                  </a:cubicBezTo>
                  <a:cubicBezTo>
                    <a:pt x="97089" y="265062"/>
                    <a:pt x="97089" y="265062"/>
                    <a:pt x="58359" y="279708"/>
                  </a:cubicBezTo>
                  <a:cubicBezTo>
                    <a:pt x="57024" y="279708"/>
                    <a:pt x="57024" y="279708"/>
                    <a:pt x="55688" y="279708"/>
                  </a:cubicBezTo>
                  <a:cubicBezTo>
                    <a:pt x="53017" y="279708"/>
                    <a:pt x="50346" y="278376"/>
                    <a:pt x="49011" y="275713"/>
                  </a:cubicBezTo>
                  <a:cubicBezTo>
                    <a:pt x="47675" y="271719"/>
                    <a:pt x="49011" y="267724"/>
                    <a:pt x="53017" y="266393"/>
                  </a:cubicBezTo>
                  <a:cubicBezTo>
                    <a:pt x="53017" y="266393"/>
                    <a:pt x="53017" y="266393"/>
                    <a:pt x="91747" y="251747"/>
                  </a:cubicBezTo>
                  <a:cubicBezTo>
                    <a:pt x="83734" y="239764"/>
                    <a:pt x="70379" y="231775"/>
                    <a:pt x="55688" y="231775"/>
                  </a:cubicBezTo>
                  <a:close/>
                  <a:moveTo>
                    <a:pt x="39613" y="195263"/>
                  </a:moveTo>
                  <a:cubicBezTo>
                    <a:pt x="39613" y="195263"/>
                    <a:pt x="39613" y="195263"/>
                    <a:pt x="92431" y="195263"/>
                  </a:cubicBezTo>
                  <a:cubicBezTo>
                    <a:pt x="95072" y="195263"/>
                    <a:pt x="96393" y="195263"/>
                    <a:pt x="97713" y="196583"/>
                  </a:cubicBezTo>
                  <a:cubicBezTo>
                    <a:pt x="97713" y="196583"/>
                    <a:pt x="97713" y="196583"/>
                    <a:pt x="138647" y="237513"/>
                  </a:cubicBezTo>
                  <a:cubicBezTo>
                    <a:pt x="139967" y="238833"/>
                    <a:pt x="141288" y="241474"/>
                    <a:pt x="139967" y="244114"/>
                  </a:cubicBezTo>
                  <a:cubicBezTo>
                    <a:pt x="139967" y="246755"/>
                    <a:pt x="138647" y="248075"/>
                    <a:pt x="136006" y="249395"/>
                  </a:cubicBezTo>
                  <a:cubicBezTo>
                    <a:pt x="136006" y="249395"/>
                    <a:pt x="136006" y="249395"/>
                    <a:pt x="109597" y="259958"/>
                  </a:cubicBezTo>
                  <a:cubicBezTo>
                    <a:pt x="110918" y="263919"/>
                    <a:pt x="110918" y="267880"/>
                    <a:pt x="110918" y="273161"/>
                  </a:cubicBezTo>
                  <a:cubicBezTo>
                    <a:pt x="110918" y="303528"/>
                    <a:pt x="85829" y="328613"/>
                    <a:pt x="55459" y="328613"/>
                  </a:cubicBezTo>
                  <a:cubicBezTo>
                    <a:pt x="25088" y="328613"/>
                    <a:pt x="0" y="303528"/>
                    <a:pt x="0" y="273161"/>
                  </a:cubicBezTo>
                  <a:cubicBezTo>
                    <a:pt x="0" y="242794"/>
                    <a:pt x="25088" y="217708"/>
                    <a:pt x="55459" y="217708"/>
                  </a:cubicBezTo>
                  <a:cubicBezTo>
                    <a:pt x="76586" y="217708"/>
                    <a:pt x="95072" y="229590"/>
                    <a:pt x="104315" y="246755"/>
                  </a:cubicBezTo>
                  <a:cubicBezTo>
                    <a:pt x="104315" y="246755"/>
                    <a:pt x="104315" y="246755"/>
                    <a:pt x="121481" y="240153"/>
                  </a:cubicBezTo>
                  <a:cubicBezTo>
                    <a:pt x="121481" y="240153"/>
                    <a:pt x="121481" y="240153"/>
                    <a:pt x="89790" y="208466"/>
                  </a:cubicBezTo>
                  <a:cubicBezTo>
                    <a:pt x="89790" y="208466"/>
                    <a:pt x="89790" y="208466"/>
                    <a:pt x="39613" y="208466"/>
                  </a:cubicBezTo>
                  <a:cubicBezTo>
                    <a:pt x="35652" y="208466"/>
                    <a:pt x="33011" y="205825"/>
                    <a:pt x="33011" y="201864"/>
                  </a:cubicBezTo>
                  <a:cubicBezTo>
                    <a:pt x="33011" y="197903"/>
                    <a:pt x="35652" y="195263"/>
                    <a:pt x="39613" y="195263"/>
                  </a:cubicBezTo>
                  <a:close/>
                  <a:moveTo>
                    <a:pt x="155575" y="0"/>
                  </a:moveTo>
                  <a:cubicBezTo>
                    <a:pt x="175419" y="0"/>
                    <a:pt x="191294" y="15773"/>
                    <a:pt x="191294" y="35490"/>
                  </a:cubicBezTo>
                  <a:cubicBezTo>
                    <a:pt x="191294" y="53892"/>
                    <a:pt x="175419" y="69666"/>
                    <a:pt x="156898" y="70980"/>
                  </a:cubicBezTo>
                  <a:cubicBezTo>
                    <a:pt x="160867" y="72295"/>
                    <a:pt x="164835" y="76238"/>
                    <a:pt x="167481" y="80181"/>
                  </a:cubicBezTo>
                  <a:cubicBezTo>
                    <a:pt x="168804" y="80181"/>
                    <a:pt x="168804" y="80181"/>
                    <a:pt x="168804" y="81496"/>
                  </a:cubicBezTo>
                  <a:cubicBezTo>
                    <a:pt x="168804" y="81496"/>
                    <a:pt x="168804" y="81496"/>
                    <a:pt x="196586" y="126187"/>
                  </a:cubicBezTo>
                  <a:cubicBezTo>
                    <a:pt x="196586" y="126187"/>
                    <a:pt x="196586" y="126187"/>
                    <a:pt x="225690" y="130131"/>
                  </a:cubicBezTo>
                  <a:cubicBezTo>
                    <a:pt x="230981" y="130131"/>
                    <a:pt x="234950" y="134074"/>
                    <a:pt x="234950" y="138017"/>
                  </a:cubicBezTo>
                  <a:cubicBezTo>
                    <a:pt x="234950" y="138017"/>
                    <a:pt x="234950" y="138017"/>
                    <a:pt x="257440" y="149847"/>
                  </a:cubicBezTo>
                  <a:cubicBezTo>
                    <a:pt x="258763" y="151162"/>
                    <a:pt x="260086" y="152476"/>
                    <a:pt x="260086" y="155105"/>
                  </a:cubicBezTo>
                  <a:cubicBezTo>
                    <a:pt x="260086" y="155105"/>
                    <a:pt x="260086" y="155105"/>
                    <a:pt x="270669" y="197168"/>
                  </a:cubicBezTo>
                  <a:cubicBezTo>
                    <a:pt x="273315" y="197168"/>
                    <a:pt x="275961" y="197168"/>
                    <a:pt x="278607" y="197168"/>
                  </a:cubicBezTo>
                  <a:cubicBezTo>
                    <a:pt x="291836" y="195853"/>
                    <a:pt x="303742" y="198482"/>
                    <a:pt x="315648" y="205054"/>
                  </a:cubicBezTo>
                  <a:cubicBezTo>
                    <a:pt x="319617" y="206369"/>
                    <a:pt x="320940" y="210312"/>
                    <a:pt x="319617" y="214255"/>
                  </a:cubicBezTo>
                  <a:cubicBezTo>
                    <a:pt x="316971" y="216884"/>
                    <a:pt x="313003" y="219513"/>
                    <a:pt x="310357" y="216884"/>
                  </a:cubicBezTo>
                  <a:cubicBezTo>
                    <a:pt x="299773" y="211627"/>
                    <a:pt x="289190" y="210312"/>
                    <a:pt x="278607" y="210312"/>
                  </a:cubicBezTo>
                  <a:cubicBezTo>
                    <a:pt x="277284" y="210312"/>
                    <a:pt x="275961" y="210312"/>
                    <a:pt x="274638" y="211627"/>
                  </a:cubicBezTo>
                  <a:cubicBezTo>
                    <a:pt x="274638" y="211627"/>
                    <a:pt x="274638" y="211627"/>
                    <a:pt x="275961" y="218199"/>
                  </a:cubicBezTo>
                  <a:cubicBezTo>
                    <a:pt x="278607" y="218199"/>
                    <a:pt x="279930" y="218199"/>
                    <a:pt x="282575" y="218199"/>
                  </a:cubicBezTo>
                  <a:cubicBezTo>
                    <a:pt x="313003" y="218199"/>
                    <a:pt x="338138" y="243174"/>
                    <a:pt x="338138" y="273406"/>
                  </a:cubicBezTo>
                  <a:cubicBezTo>
                    <a:pt x="338138" y="303639"/>
                    <a:pt x="313003" y="328613"/>
                    <a:pt x="282575" y="328613"/>
                  </a:cubicBezTo>
                  <a:cubicBezTo>
                    <a:pt x="257440" y="328613"/>
                    <a:pt x="236273" y="312840"/>
                    <a:pt x="229659" y="289180"/>
                  </a:cubicBezTo>
                  <a:cubicBezTo>
                    <a:pt x="229659" y="289180"/>
                    <a:pt x="229659" y="289180"/>
                    <a:pt x="183356" y="289180"/>
                  </a:cubicBezTo>
                  <a:cubicBezTo>
                    <a:pt x="179388" y="289180"/>
                    <a:pt x="175419" y="286551"/>
                    <a:pt x="175419" y="282607"/>
                  </a:cubicBezTo>
                  <a:cubicBezTo>
                    <a:pt x="175419" y="278664"/>
                    <a:pt x="179388" y="276035"/>
                    <a:pt x="183356" y="276035"/>
                  </a:cubicBezTo>
                  <a:cubicBezTo>
                    <a:pt x="183356" y="276035"/>
                    <a:pt x="183356" y="276035"/>
                    <a:pt x="227013" y="276035"/>
                  </a:cubicBezTo>
                  <a:cubicBezTo>
                    <a:pt x="227013" y="274721"/>
                    <a:pt x="227013" y="274721"/>
                    <a:pt x="227013" y="273406"/>
                  </a:cubicBezTo>
                  <a:cubicBezTo>
                    <a:pt x="227013" y="249746"/>
                    <a:pt x="241565" y="230029"/>
                    <a:pt x="262732" y="222142"/>
                  </a:cubicBezTo>
                  <a:cubicBezTo>
                    <a:pt x="262732" y="222142"/>
                    <a:pt x="262732" y="222142"/>
                    <a:pt x="261409" y="214255"/>
                  </a:cubicBezTo>
                  <a:cubicBezTo>
                    <a:pt x="248180" y="219513"/>
                    <a:pt x="237596" y="228714"/>
                    <a:pt x="230981" y="239231"/>
                  </a:cubicBezTo>
                  <a:cubicBezTo>
                    <a:pt x="229659" y="241859"/>
                    <a:pt x="227013" y="243174"/>
                    <a:pt x="224367" y="243174"/>
                  </a:cubicBezTo>
                  <a:cubicBezTo>
                    <a:pt x="224367" y="243174"/>
                    <a:pt x="223044" y="243174"/>
                    <a:pt x="221721" y="241859"/>
                  </a:cubicBezTo>
                  <a:cubicBezTo>
                    <a:pt x="217752" y="240545"/>
                    <a:pt x="216429" y="235287"/>
                    <a:pt x="219075" y="232658"/>
                  </a:cubicBezTo>
                  <a:cubicBezTo>
                    <a:pt x="228336" y="218199"/>
                    <a:pt x="241565" y="206369"/>
                    <a:pt x="257440" y="201111"/>
                  </a:cubicBezTo>
                  <a:cubicBezTo>
                    <a:pt x="257440" y="201111"/>
                    <a:pt x="257440" y="201111"/>
                    <a:pt x="248180" y="160363"/>
                  </a:cubicBezTo>
                  <a:cubicBezTo>
                    <a:pt x="248180" y="160363"/>
                    <a:pt x="248180" y="160363"/>
                    <a:pt x="228336" y="151162"/>
                  </a:cubicBezTo>
                  <a:cubicBezTo>
                    <a:pt x="228336" y="151162"/>
                    <a:pt x="228336" y="149847"/>
                    <a:pt x="227013" y="149847"/>
                  </a:cubicBezTo>
                  <a:cubicBezTo>
                    <a:pt x="227013" y="149847"/>
                    <a:pt x="225690" y="149847"/>
                    <a:pt x="224367" y="149847"/>
                  </a:cubicBezTo>
                  <a:cubicBezTo>
                    <a:pt x="224367" y="149847"/>
                    <a:pt x="224367" y="149847"/>
                    <a:pt x="188648" y="149847"/>
                  </a:cubicBezTo>
                  <a:cubicBezTo>
                    <a:pt x="184679" y="149847"/>
                    <a:pt x="180711" y="148533"/>
                    <a:pt x="179388" y="145904"/>
                  </a:cubicBezTo>
                  <a:cubicBezTo>
                    <a:pt x="179388" y="145904"/>
                    <a:pt x="179388" y="145904"/>
                    <a:pt x="178065" y="144589"/>
                  </a:cubicBezTo>
                  <a:cubicBezTo>
                    <a:pt x="178065" y="144589"/>
                    <a:pt x="178065" y="144589"/>
                    <a:pt x="170127" y="134074"/>
                  </a:cubicBezTo>
                  <a:cubicBezTo>
                    <a:pt x="170127" y="136703"/>
                    <a:pt x="170127" y="138017"/>
                    <a:pt x="168804" y="140646"/>
                  </a:cubicBezTo>
                  <a:cubicBezTo>
                    <a:pt x="168804" y="143275"/>
                    <a:pt x="167481" y="145904"/>
                    <a:pt x="167481" y="148533"/>
                  </a:cubicBezTo>
                  <a:cubicBezTo>
                    <a:pt x="167481" y="149847"/>
                    <a:pt x="167481" y="151162"/>
                    <a:pt x="166158" y="152476"/>
                  </a:cubicBezTo>
                  <a:cubicBezTo>
                    <a:pt x="166158" y="153791"/>
                    <a:pt x="166158" y="155105"/>
                    <a:pt x="166158" y="156420"/>
                  </a:cubicBezTo>
                  <a:cubicBezTo>
                    <a:pt x="164835" y="159048"/>
                    <a:pt x="164835" y="161677"/>
                    <a:pt x="163513" y="164306"/>
                  </a:cubicBezTo>
                  <a:cubicBezTo>
                    <a:pt x="163513" y="166935"/>
                    <a:pt x="162190" y="168250"/>
                    <a:pt x="162190" y="170879"/>
                  </a:cubicBezTo>
                  <a:cubicBezTo>
                    <a:pt x="160867" y="172193"/>
                    <a:pt x="160867" y="172193"/>
                    <a:pt x="160867" y="173507"/>
                  </a:cubicBezTo>
                  <a:cubicBezTo>
                    <a:pt x="160867" y="173507"/>
                    <a:pt x="160867" y="173507"/>
                    <a:pt x="200554" y="182709"/>
                  </a:cubicBezTo>
                  <a:cubicBezTo>
                    <a:pt x="200554" y="182709"/>
                    <a:pt x="200554" y="182709"/>
                    <a:pt x="201877" y="182709"/>
                  </a:cubicBezTo>
                  <a:cubicBezTo>
                    <a:pt x="211138" y="185337"/>
                    <a:pt x="217752" y="195853"/>
                    <a:pt x="215106" y="205054"/>
                  </a:cubicBezTo>
                  <a:cubicBezTo>
                    <a:pt x="215106" y="206369"/>
                    <a:pt x="213784" y="208998"/>
                    <a:pt x="212461" y="210312"/>
                  </a:cubicBezTo>
                  <a:cubicBezTo>
                    <a:pt x="212461" y="210312"/>
                    <a:pt x="212461" y="210312"/>
                    <a:pt x="163513" y="289180"/>
                  </a:cubicBezTo>
                  <a:cubicBezTo>
                    <a:pt x="159544" y="294437"/>
                    <a:pt x="151606" y="297066"/>
                    <a:pt x="144992" y="293123"/>
                  </a:cubicBezTo>
                  <a:cubicBezTo>
                    <a:pt x="138377" y="289180"/>
                    <a:pt x="137054" y="281293"/>
                    <a:pt x="139700" y="276035"/>
                  </a:cubicBezTo>
                  <a:cubicBezTo>
                    <a:pt x="139700" y="276035"/>
                    <a:pt x="139700" y="276035"/>
                    <a:pt x="168804" y="214255"/>
                  </a:cubicBezTo>
                  <a:cubicBezTo>
                    <a:pt x="168804" y="214255"/>
                    <a:pt x="168804" y="214255"/>
                    <a:pt x="125148" y="206369"/>
                  </a:cubicBezTo>
                  <a:cubicBezTo>
                    <a:pt x="115887" y="203740"/>
                    <a:pt x="107950" y="201111"/>
                    <a:pt x="103981" y="195853"/>
                  </a:cubicBezTo>
                  <a:cubicBezTo>
                    <a:pt x="96044" y="186652"/>
                    <a:pt x="92075" y="176136"/>
                    <a:pt x="97367" y="164306"/>
                  </a:cubicBezTo>
                  <a:cubicBezTo>
                    <a:pt x="115887" y="124873"/>
                    <a:pt x="121179" y="95955"/>
                    <a:pt x="121179" y="95955"/>
                  </a:cubicBezTo>
                  <a:cubicBezTo>
                    <a:pt x="121179" y="95955"/>
                    <a:pt x="121179" y="95955"/>
                    <a:pt x="121179" y="90697"/>
                  </a:cubicBezTo>
                  <a:cubicBezTo>
                    <a:pt x="122502" y="78867"/>
                    <a:pt x="131763" y="69666"/>
                    <a:pt x="143669" y="68351"/>
                  </a:cubicBezTo>
                  <a:cubicBezTo>
                    <a:pt x="130440" y="63093"/>
                    <a:pt x="119856" y="49949"/>
                    <a:pt x="119856" y="35490"/>
                  </a:cubicBezTo>
                  <a:cubicBezTo>
                    <a:pt x="119856" y="15773"/>
                    <a:pt x="135731" y="0"/>
                    <a:pt x="155575" y="0"/>
                  </a:cubicBezTo>
                  <a:close/>
                </a:path>
              </a:pathLst>
            </a:custGeom>
            <a:solidFill>
              <a:schemeClr val="accent1">
                <a:lumMod val="100000"/>
              </a:schemeClr>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1" name="组合 10"/>
            <p:cNvGrpSpPr/>
            <p:nvPr/>
          </p:nvGrpSpPr>
          <p:grpSpPr>
            <a:xfrm>
              <a:off x="5591232" y="1569492"/>
              <a:ext cx="3155350" cy="743926"/>
              <a:chOff x="7505490" y="2041661"/>
              <a:chExt cx="4207134" cy="991902"/>
            </a:xfrm>
          </p:grpSpPr>
          <p:sp>
            <p:nvSpPr>
              <p:cNvPr id="15" name="文本框 20"/>
              <p:cNvSpPr txBox="1"/>
              <p:nvPr/>
            </p:nvSpPr>
            <p:spPr>
              <a:xfrm>
                <a:off x="7505490" y="2041661"/>
                <a:ext cx="4207134" cy="422405"/>
              </a:xfrm>
              <a:prstGeom prst="rect">
                <a:avLst/>
              </a:prstGeom>
              <a:noFill/>
            </p:spPr>
            <p:txBody>
              <a:bodyPr wrap="none" lIns="95970" tIns="95970" rIns="95970" bIns="95970" anchor="b" anchorCtr="0">
                <a:normAutofit fontScale="75000" lnSpcReduction="20000"/>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标题文本预设</a:t>
                </a:r>
              </a:p>
            </p:txBody>
          </p:sp>
          <p:sp>
            <p:nvSpPr>
              <p:cNvPr id="16" name="文本框 21"/>
              <p:cNvSpPr txBox="1"/>
              <p:nvPr/>
            </p:nvSpPr>
            <p:spPr>
              <a:xfrm>
                <a:off x="7505490" y="2464066"/>
                <a:ext cx="4207134" cy="569497"/>
              </a:xfrm>
              <a:prstGeom prst="rect">
                <a:avLst/>
              </a:prstGeom>
              <a:noFill/>
            </p:spPr>
            <p:txBody>
              <a:bodyPr wrap="square" lIns="95970" tIns="95970" rIns="95970" bIns="95970" anchor="t" anchorCtr="0">
                <a:normAutofit fontScale="77500" lnSpcReduction="20000"/>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此部分内容作为文字排版占位显示（建议使用主题字体）</a:t>
                </a:r>
                <a:b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b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如需更改请在（设置形状格式）菜单下（文本选项）中调整</a:t>
                </a:r>
              </a:p>
            </p:txBody>
          </p:sp>
        </p:grpSp>
      </p:grpSp>
      <p:grpSp>
        <p:nvGrpSpPr>
          <p:cNvPr id="26" name="组合 25"/>
          <p:cNvGrpSpPr/>
          <p:nvPr/>
        </p:nvGrpSpPr>
        <p:grpSpPr>
          <a:xfrm>
            <a:off x="6112155" y="3463098"/>
            <a:ext cx="5783066" cy="1612074"/>
            <a:chOff x="4584120" y="2597330"/>
            <a:chExt cx="4338638" cy="1209429"/>
          </a:xfrm>
        </p:grpSpPr>
        <p:sp>
          <p:nvSpPr>
            <p:cNvPr id="6" name="矩形 5"/>
            <p:cNvSpPr/>
            <p:nvPr/>
          </p:nvSpPr>
          <p:spPr>
            <a:xfrm>
              <a:off x="4584120" y="2597330"/>
              <a:ext cx="4338638" cy="1209429"/>
            </a:xfrm>
            <a:prstGeom prst="rect">
              <a:avLst/>
            </a:prstGeom>
            <a:solidFill>
              <a:schemeClr val="accent2"/>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8" name="椭圆 7"/>
            <p:cNvSpPr/>
            <p:nvPr/>
          </p:nvSpPr>
          <p:spPr>
            <a:xfrm>
              <a:off x="4750139" y="2864507"/>
              <a:ext cx="675075" cy="675075"/>
            </a:xfrm>
            <a:prstGeom prst="ellipse">
              <a:avLst/>
            </a:prstGeom>
            <a:solidFill>
              <a:schemeClr val="bg1"/>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sp>
          <p:nvSpPr>
            <p:cNvPr id="10" name="任意多边形: 形状 9"/>
            <p:cNvSpPr/>
            <p:nvPr/>
          </p:nvSpPr>
          <p:spPr>
            <a:xfrm>
              <a:off x="4886301" y="3037798"/>
              <a:ext cx="402750" cy="328492"/>
            </a:xfrm>
            <a:custGeom>
              <a:avLst/>
              <a:gdLst>
                <a:gd name="connsiteX0" fmla="*/ 39952 w 338667"/>
                <a:gd name="connsiteY0" fmla="*/ 252412 h 276225"/>
                <a:gd name="connsiteX1" fmla="*/ 297127 w 338667"/>
                <a:gd name="connsiteY1" fmla="*/ 252412 h 276225"/>
                <a:gd name="connsiteX2" fmla="*/ 297127 w 338667"/>
                <a:gd name="connsiteY2" fmla="*/ 276225 h 276225"/>
                <a:gd name="connsiteX3" fmla="*/ 39952 w 338667"/>
                <a:gd name="connsiteY3" fmla="*/ 276225 h 276225"/>
                <a:gd name="connsiteX4" fmla="*/ 169334 w 338667"/>
                <a:gd name="connsiteY4" fmla="*/ 98425 h 276225"/>
                <a:gd name="connsiteX5" fmla="*/ 225690 w 338667"/>
                <a:gd name="connsiteY5" fmla="*/ 154918 h 276225"/>
                <a:gd name="connsiteX6" fmla="*/ 221758 w 338667"/>
                <a:gd name="connsiteY6" fmla="*/ 177253 h 276225"/>
                <a:gd name="connsiteX7" fmla="*/ 206031 w 338667"/>
                <a:gd name="connsiteY7" fmla="*/ 169370 h 276225"/>
                <a:gd name="connsiteX8" fmla="*/ 206031 w 338667"/>
                <a:gd name="connsiteY8" fmla="*/ 168056 h 276225"/>
                <a:gd name="connsiteX9" fmla="*/ 208652 w 338667"/>
                <a:gd name="connsiteY9" fmla="*/ 154918 h 276225"/>
                <a:gd name="connsiteX10" fmla="*/ 169334 w 338667"/>
                <a:gd name="connsiteY10" fmla="*/ 116818 h 276225"/>
                <a:gd name="connsiteX11" fmla="*/ 130015 w 338667"/>
                <a:gd name="connsiteY11" fmla="*/ 154918 h 276225"/>
                <a:gd name="connsiteX12" fmla="*/ 169334 w 338667"/>
                <a:gd name="connsiteY12" fmla="*/ 194332 h 276225"/>
                <a:gd name="connsiteX13" fmla="*/ 198167 w 338667"/>
                <a:gd name="connsiteY13" fmla="*/ 181194 h 276225"/>
                <a:gd name="connsiteX14" fmla="*/ 199478 w 338667"/>
                <a:gd name="connsiteY14" fmla="*/ 181194 h 276225"/>
                <a:gd name="connsiteX15" fmla="*/ 213895 w 338667"/>
                <a:gd name="connsiteY15" fmla="*/ 190391 h 276225"/>
                <a:gd name="connsiteX16" fmla="*/ 169334 w 338667"/>
                <a:gd name="connsiteY16" fmla="*/ 212725 h 276225"/>
                <a:gd name="connsiteX17" fmla="*/ 112977 w 338667"/>
                <a:gd name="connsiteY17" fmla="*/ 156232 h 276225"/>
                <a:gd name="connsiteX18" fmla="*/ 169334 w 338667"/>
                <a:gd name="connsiteY18" fmla="*/ 98425 h 276225"/>
                <a:gd name="connsiteX19" fmla="*/ 169740 w 338667"/>
                <a:gd name="connsiteY19" fmla="*/ 84137 h 276225"/>
                <a:gd name="connsiteX20" fmla="*/ 98689 w 338667"/>
                <a:gd name="connsiteY20" fmla="*/ 157031 h 276225"/>
                <a:gd name="connsiteX21" fmla="*/ 169740 w 338667"/>
                <a:gd name="connsiteY21" fmla="*/ 228600 h 276225"/>
                <a:gd name="connsiteX22" fmla="*/ 227634 w 338667"/>
                <a:gd name="connsiteY22" fmla="*/ 198117 h 276225"/>
                <a:gd name="connsiteX23" fmla="*/ 236845 w 338667"/>
                <a:gd name="connsiteY23" fmla="*/ 203418 h 276225"/>
                <a:gd name="connsiteX24" fmla="*/ 242108 w 338667"/>
                <a:gd name="connsiteY24" fmla="*/ 199442 h 276225"/>
                <a:gd name="connsiteX25" fmla="*/ 239476 w 338667"/>
                <a:gd name="connsiteY25" fmla="*/ 190165 h 276225"/>
                <a:gd name="connsiteX26" fmla="*/ 234213 w 338667"/>
                <a:gd name="connsiteY26" fmla="*/ 186189 h 276225"/>
                <a:gd name="connsiteX27" fmla="*/ 240792 w 338667"/>
                <a:gd name="connsiteY27" fmla="*/ 157031 h 276225"/>
                <a:gd name="connsiteX28" fmla="*/ 169740 w 338667"/>
                <a:gd name="connsiteY28" fmla="*/ 84137 h 276225"/>
                <a:gd name="connsiteX29" fmla="*/ 280981 w 338667"/>
                <a:gd name="connsiteY29" fmla="*/ 82550 h 276225"/>
                <a:gd name="connsiteX30" fmla="*/ 333639 w 338667"/>
                <a:gd name="connsiteY30" fmla="*/ 82550 h 276225"/>
                <a:gd name="connsiteX31" fmla="*/ 331006 w 338667"/>
                <a:gd name="connsiteY31" fmla="*/ 92075 h 276225"/>
                <a:gd name="connsiteX32" fmla="*/ 279664 w 338667"/>
                <a:gd name="connsiteY32" fmla="*/ 92075 h 276225"/>
                <a:gd name="connsiteX33" fmla="*/ 280981 w 338667"/>
                <a:gd name="connsiteY33" fmla="*/ 82550 h 276225"/>
                <a:gd name="connsiteX34" fmla="*/ 5027 w 338667"/>
                <a:gd name="connsiteY34" fmla="*/ 82550 h 276225"/>
                <a:gd name="connsiteX35" fmla="*/ 57685 w 338667"/>
                <a:gd name="connsiteY35" fmla="*/ 82550 h 276225"/>
                <a:gd name="connsiteX36" fmla="*/ 59002 w 338667"/>
                <a:gd name="connsiteY36" fmla="*/ 92075 h 276225"/>
                <a:gd name="connsiteX37" fmla="*/ 7660 w 338667"/>
                <a:gd name="connsiteY37" fmla="*/ 92075 h 276225"/>
                <a:gd name="connsiteX38" fmla="*/ 5027 w 338667"/>
                <a:gd name="connsiteY38" fmla="*/ 82550 h 276225"/>
                <a:gd name="connsiteX39" fmla="*/ 106627 w 338667"/>
                <a:gd name="connsiteY39" fmla="*/ 47625 h 276225"/>
                <a:gd name="connsiteX40" fmla="*/ 128852 w 338667"/>
                <a:gd name="connsiteY40" fmla="*/ 47625 h 276225"/>
                <a:gd name="connsiteX41" fmla="*/ 128852 w 338667"/>
                <a:gd name="connsiteY41" fmla="*/ 66675 h 276225"/>
                <a:gd name="connsiteX42" fmla="*/ 209815 w 338667"/>
                <a:gd name="connsiteY42" fmla="*/ 66675 h 276225"/>
                <a:gd name="connsiteX43" fmla="*/ 209815 w 338667"/>
                <a:gd name="connsiteY43" fmla="*/ 47625 h 276225"/>
                <a:gd name="connsiteX44" fmla="*/ 232040 w 338667"/>
                <a:gd name="connsiteY44" fmla="*/ 47625 h 276225"/>
                <a:gd name="connsiteX45" fmla="*/ 232040 w 338667"/>
                <a:gd name="connsiteY45" fmla="*/ 66675 h 276225"/>
                <a:gd name="connsiteX46" fmla="*/ 254265 w 338667"/>
                <a:gd name="connsiteY46" fmla="*/ 66675 h 276225"/>
                <a:gd name="connsiteX47" fmla="*/ 295540 w 338667"/>
                <a:gd name="connsiteY47" fmla="*/ 238125 h 276225"/>
                <a:gd name="connsiteX48" fmla="*/ 43127 w 338667"/>
                <a:gd name="connsiteY48" fmla="*/ 238125 h 276225"/>
                <a:gd name="connsiteX49" fmla="*/ 84402 w 338667"/>
                <a:gd name="connsiteY49" fmla="*/ 66675 h 276225"/>
                <a:gd name="connsiteX50" fmla="*/ 106627 w 338667"/>
                <a:gd name="connsiteY50" fmla="*/ 66675 h 276225"/>
                <a:gd name="connsiteX51" fmla="*/ 169334 w 338667"/>
                <a:gd name="connsiteY51" fmla="*/ 0 h 276225"/>
                <a:gd name="connsiteX52" fmla="*/ 333376 w 338667"/>
                <a:gd name="connsiteY52" fmla="*/ 30193 h 276225"/>
                <a:gd name="connsiteX53" fmla="*/ 337344 w 338667"/>
                <a:gd name="connsiteY53" fmla="*/ 68263 h 276225"/>
                <a:gd name="connsiteX54" fmla="*/ 281782 w 338667"/>
                <a:gd name="connsiteY54" fmla="*/ 68263 h 276225"/>
                <a:gd name="connsiteX55" fmla="*/ 275167 w 338667"/>
                <a:gd name="connsiteY55" fmla="*/ 45946 h 276225"/>
                <a:gd name="connsiteX56" fmla="*/ 169334 w 338667"/>
                <a:gd name="connsiteY56" fmla="*/ 19691 h 276225"/>
                <a:gd name="connsiteX57" fmla="*/ 63500 w 338667"/>
                <a:gd name="connsiteY57" fmla="*/ 45946 h 276225"/>
                <a:gd name="connsiteX58" fmla="*/ 56885 w 338667"/>
                <a:gd name="connsiteY58" fmla="*/ 68263 h 276225"/>
                <a:gd name="connsiteX59" fmla="*/ 1323 w 338667"/>
                <a:gd name="connsiteY59" fmla="*/ 68263 h 276225"/>
                <a:gd name="connsiteX60" fmla="*/ 5291 w 338667"/>
                <a:gd name="connsiteY60" fmla="*/ 30193 h 276225"/>
                <a:gd name="connsiteX61" fmla="*/ 169334 w 338667"/>
                <a:gd name="connsiteY61"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667" h="276225">
                  <a:moveTo>
                    <a:pt x="39952" y="252412"/>
                  </a:moveTo>
                  <a:lnTo>
                    <a:pt x="297127" y="252412"/>
                  </a:lnTo>
                  <a:lnTo>
                    <a:pt x="297127" y="276225"/>
                  </a:lnTo>
                  <a:lnTo>
                    <a:pt x="39952" y="276225"/>
                  </a:lnTo>
                  <a:close/>
                  <a:moveTo>
                    <a:pt x="169334" y="98425"/>
                  </a:moveTo>
                  <a:cubicBezTo>
                    <a:pt x="200788" y="98425"/>
                    <a:pt x="225690" y="124701"/>
                    <a:pt x="225690" y="154918"/>
                  </a:cubicBezTo>
                  <a:cubicBezTo>
                    <a:pt x="225690" y="162801"/>
                    <a:pt x="224380" y="170684"/>
                    <a:pt x="221758" y="177253"/>
                  </a:cubicBezTo>
                  <a:cubicBezTo>
                    <a:pt x="221758" y="177253"/>
                    <a:pt x="221758" y="177253"/>
                    <a:pt x="206031" y="169370"/>
                  </a:cubicBezTo>
                  <a:cubicBezTo>
                    <a:pt x="206031" y="169370"/>
                    <a:pt x="206031" y="168056"/>
                    <a:pt x="206031" y="168056"/>
                  </a:cubicBezTo>
                  <a:cubicBezTo>
                    <a:pt x="207342" y="164115"/>
                    <a:pt x="208652" y="160173"/>
                    <a:pt x="208652" y="154918"/>
                  </a:cubicBezTo>
                  <a:cubicBezTo>
                    <a:pt x="208652" y="133897"/>
                    <a:pt x="190303" y="116818"/>
                    <a:pt x="169334" y="116818"/>
                  </a:cubicBezTo>
                  <a:cubicBezTo>
                    <a:pt x="148364" y="116818"/>
                    <a:pt x="130015" y="133897"/>
                    <a:pt x="130015" y="154918"/>
                  </a:cubicBezTo>
                  <a:cubicBezTo>
                    <a:pt x="130015" y="177253"/>
                    <a:pt x="148364" y="194332"/>
                    <a:pt x="169334" y="194332"/>
                  </a:cubicBezTo>
                  <a:cubicBezTo>
                    <a:pt x="181129" y="194332"/>
                    <a:pt x="191614" y="189077"/>
                    <a:pt x="198167" y="181194"/>
                  </a:cubicBezTo>
                  <a:cubicBezTo>
                    <a:pt x="199478" y="181194"/>
                    <a:pt x="199478" y="181194"/>
                    <a:pt x="199478" y="181194"/>
                  </a:cubicBezTo>
                  <a:cubicBezTo>
                    <a:pt x="199478" y="181194"/>
                    <a:pt x="199478" y="181194"/>
                    <a:pt x="213895" y="190391"/>
                  </a:cubicBezTo>
                  <a:cubicBezTo>
                    <a:pt x="203410" y="203528"/>
                    <a:pt x="187682" y="212725"/>
                    <a:pt x="169334" y="212725"/>
                  </a:cubicBezTo>
                  <a:cubicBezTo>
                    <a:pt x="137879" y="212725"/>
                    <a:pt x="112977" y="186449"/>
                    <a:pt x="112977" y="156232"/>
                  </a:cubicBezTo>
                  <a:cubicBezTo>
                    <a:pt x="112977" y="124701"/>
                    <a:pt x="137879" y="98425"/>
                    <a:pt x="169334" y="98425"/>
                  </a:cubicBezTo>
                  <a:close/>
                  <a:moveTo>
                    <a:pt x="169740" y="84137"/>
                  </a:moveTo>
                  <a:cubicBezTo>
                    <a:pt x="130268" y="84137"/>
                    <a:pt x="98689" y="117271"/>
                    <a:pt x="98689" y="157031"/>
                  </a:cubicBezTo>
                  <a:cubicBezTo>
                    <a:pt x="98689" y="195466"/>
                    <a:pt x="130268" y="228600"/>
                    <a:pt x="169740" y="228600"/>
                  </a:cubicBezTo>
                  <a:cubicBezTo>
                    <a:pt x="193424" y="228600"/>
                    <a:pt x="214477" y="216672"/>
                    <a:pt x="227634" y="198117"/>
                  </a:cubicBezTo>
                  <a:cubicBezTo>
                    <a:pt x="227634" y="198117"/>
                    <a:pt x="232897" y="203418"/>
                    <a:pt x="236845" y="203418"/>
                  </a:cubicBezTo>
                  <a:cubicBezTo>
                    <a:pt x="238160" y="203418"/>
                    <a:pt x="240792" y="200768"/>
                    <a:pt x="242108" y="199442"/>
                  </a:cubicBezTo>
                  <a:cubicBezTo>
                    <a:pt x="244739" y="195466"/>
                    <a:pt x="243423" y="191490"/>
                    <a:pt x="239476" y="190165"/>
                  </a:cubicBezTo>
                  <a:cubicBezTo>
                    <a:pt x="239476" y="190165"/>
                    <a:pt x="239476" y="190165"/>
                    <a:pt x="234213" y="186189"/>
                  </a:cubicBezTo>
                  <a:cubicBezTo>
                    <a:pt x="238160" y="176911"/>
                    <a:pt x="240792" y="167634"/>
                    <a:pt x="240792" y="157031"/>
                  </a:cubicBezTo>
                  <a:cubicBezTo>
                    <a:pt x="240792" y="117271"/>
                    <a:pt x="209213" y="84137"/>
                    <a:pt x="169740" y="84137"/>
                  </a:cubicBezTo>
                  <a:close/>
                  <a:moveTo>
                    <a:pt x="280981" y="82550"/>
                  </a:moveTo>
                  <a:cubicBezTo>
                    <a:pt x="333639" y="82550"/>
                    <a:pt x="333639" y="82550"/>
                    <a:pt x="333639" y="82550"/>
                  </a:cubicBezTo>
                  <a:cubicBezTo>
                    <a:pt x="332323" y="87313"/>
                    <a:pt x="332323" y="89694"/>
                    <a:pt x="331006" y="92075"/>
                  </a:cubicBezTo>
                  <a:cubicBezTo>
                    <a:pt x="279664" y="92075"/>
                    <a:pt x="279664" y="92075"/>
                    <a:pt x="279664" y="92075"/>
                  </a:cubicBezTo>
                  <a:cubicBezTo>
                    <a:pt x="279664" y="89694"/>
                    <a:pt x="279664" y="86122"/>
                    <a:pt x="280981" y="82550"/>
                  </a:cubicBezTo>
                  <a:close/>
                  <a:moveTo>
                    <a:pt x="5027" y="82550"/>
                  </a:moveTo>
                  <a:cubicBezTo>
                    <a:pt x="5027" y="82550"/>
                    <a:pt x="5027" y="82550"/>
                    <a:pt x="57685" y="82550"/>
                  </a:cubicBezTo>
                  <a:cubicBezTo>
                    <a:pt x="59002" y="86122"/>
                    <a:pt x="59002" y="89694"/>
                    <a:pt x="59002" y="92075"/>
                  </a:cubicBezTo>
                  <a:cubicBezTo>
                    <a:pt x="59002" y="92075"/>
                    <a:pt x="59002" y="92075"/>
                    <a:pt x="7660" y="92075"/>
                  </a:cubicBezTo>
                  <a:cubicBezTo>
                    <a:pt x="6343" y="89694"/>
                    <a:pt x="6343" y="87313"/>
                    <a:pt x="5027" y="82550"/>
                  </a:cubicBezTo>
                  <a:close/>
                  <a:moveTo>
                    <a:pt x="106627" y="47625"/>
                  </a:moveTo>
                  <a:lnTo>
                    <a:pt x="128852" y="47625"/>
                  </a:lnTo>
                  <a:lnTo>
                    <a:pt x="128852" y="66675"/>
                  </a:lnTo>
                  <a:lnTo>
                    <a:pt x="209815" y="66675"/>
                  </a:lnTo>
                  <a:lnTo>
                    <a:pt x="209815" y="47625"/>
                  </a:lnTo>
                  <a:lnTo>
                    <a:pt x="232040" y="47625"/>
                  </a:lnTo>
                  <a:lnTo>
                    <a:pt x="232040" y="66675"/>
                  </a:lnTo>
                  <a:lnTo>
                    <a:pt x="254265" y="66675"/>
                  </a:lnTo>
                  <a:lnTo>
                    <a:pt x="295540" y="238125"/>
                  </a:lnTo>
                  <a:lnTo>
                    <a:pt x="43127" y="238125"/>
                  </a:lnTo>
                  <a:lnTo>
                    <a:pt x="84402" y="66675"/>
                  </a:lnTo>
                  <a:lnTo>
                    <a:pt x="106627" y="66675"/>
                  </a:lnTo>
                  <a:close/>
                  <a:moveTo>
                    <a:pt x="169334" y="0"/>
                  </a:moveTo>
                  <a:cubicBezTo>
                    <a:pt x="244740" y="0"/>
                    <a:pt x="309563" y="11815"/>
                    <a:pt x="333376" y="30193"/>
                  </a:cubicBezTo>
                  <a:cubicBezTo>
                    <a:pt x="338667" y="34132"/>
                    <a:pt x="339990" y="48572"/>
                    <a:pt x="337344" y="68263"/>
                  </a:cubicBezTo>
                  <a:cubicBezTo>
                    <a:pt x="281782" y="68263"/>
                    <a:pt x="281782" y="68263"/>
                    <a:pt x="281782" y="68263"/>
                  </a:cubicBezTo>
                  <a:cubicBezTo>
                    <a:pt x="281782" y="57761"/>
                    <a:pt x="279136" y="49884"/>
                    <a:pt x="275167" y="45946"/>
                  </a:cubicBezTo>
                  <a:cubicBezTo>
                    <a:pt x="256646" y="26255"/>
                    <a:pt x="207698" y="19691"/>
                    <a:pt x="169334" y="19691"/>
                  </a:cubicBezTo>
                  <a:cubicBezTo>
                    <a:pt x="130969" y="19691"/>
                    <a:pt x="82021" y="26255"/>
                    <a:pt x="63500" y="45946"/>
                  </a:cubicBezTo>
                  <a:cubicBezTo>
                    <a:pt x="59531" y="49884"/>
                    <a:pt x="56885" y="57761"/>
                    <a:pt x="56885" y="68263"/>
                  </a:cubicBezTo>
                  <a:cubicBezTo>
                    <a:pt x="1323" y="68263"/>
                    <a:pt x="1323" y="68263"/>
                    <a:pt x="1323" y="68263"/>
                  </a:cubicBezTo>
                  <a:cubicBezTo>
                    <a:pt x="-1323" y="48572"/>
                    <a:pt x="0" y="35444"/>
                    <a:pt x="5291" y="30193"/>
                  </a:cubicBezTo>
                  <a:cubicBezTo>
                    <a:pt x="29104" y="11815"/>
                    <a:pt x="93927" y="0"/>
                    <a:pt x="169334" y="0"/>
                  </a:cubicBezTo>
                  <a:close/>
                </a:path>
              </a:pathLst>
            </a:custGeom>
            <a:solidFill>
              <a:schemeClr val="accent2"/>
            </a:solidFill>
            <a:ln w="19050">
              <a:noFill/>
              <a:round/>
            </a:ln>
          </p:spPr>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endParaRPr kumimoji="0" sz="2400" b="0" i="0" u="none" strike="noStrike" kern="1200" cap="none" normalizeH="0" noProof="0">
                <a:ln>
                  <a:noFill/>
                </a:ln>
                <a:solidFill>
                  <a:prstClr val="black"/>
                </a:solidFill>
                <a:effectLst/>
                <a:uLnTx/>
                <a:uFillTx/>
                <a:latin typeface="思源黑体 CN Medium"/>
                <a:ea typeface="思源黑体 CN Medium"/>
                <a:cs typeface="思源黑体 CN Medium"/>
                <a:sym typeface="思源黑体 CN Medium"/>
              </a:endParaRPr>
            </a:p>
          </p:txBody>
        </p:sp>
        <p:grpSp>
          <p:nvGrpSpPr>
            <p:cNvPr id="12" name="组合 11"/>
            <p:cNvGrpSpPr/>
            <p:nvPr/>
          </p:nvGrpSpPr>
          <p:grpSpPr>
            <a:xfrm>
              <a:off x="5591232" y="2832613"/>
              <a:ext cx="3155350" cy="743926"/>
              <a:chOff x="7505490" y="2041661"/>
              <a:chExt cx="4207134" cy="991902"/>
            </a:xfrm>
          </p:grpSpPr>
          <p:sp>
            <p:nvSpPr>
              <p:cNvPr id="13" name="文本框 25"/>
              <p:cNvSpPr txBox="1"/>
              <p:nvPr/>
            </p:nvSpPr>
            <p:spPr>
              <a:xfrm>
                <a:off x="7505490" y="2041661"/>
                <a:ext cx="4207134" cy="422405"/>
              </a:xfrm>
              <a:prstGeom prst="rect">
                <a:avLst/>
              </a:prstGeom>
              <a:noFill/>
            </p:spPr>
            <p:txBody>
              <a:bodyPr wrap="none" lIns="95970" tIns="95970" rIns="95970" bIns="95970" anchor="b" anchorCtr="0">
                <a:normAutofit fontScale="75000" lnSpcReduction="20000"/>
              </a:bodyPr>
              <a:lstStyle/>
              <a:p>
                <a:pPr marL="0" marR="0" lvl="0" indent="0" algn="l" defTabSz="1218565"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标题文本预设</a:t>
                </a:r>
              </a:p>
            </p:txBody>
          </p:sp>
          <p:sp>
            <p:nvSpPr>
              <p:cNvPr id="14" name="文本框 26"/>
              <p:cNvSpPr txBox="1"/>
              <p:nvPr/>
            </p:nvSpPr>
            <p:spPr>
              <a:xfrm>
                <a:off x="7505490" y="2464066"/>
                <a:ext cx="4207134" cy="569497"/>
              </a:xfrm>
              <a:prstGeom prst="rect">
                <a:avLst/>
              </a:prstGeom>
              <a:noFill/>
            </p:spPr>
            <p:txBody>
              <a:bodyPr wrap="square" lIns="95970" tIns="95970" rIns="95970" bIns="95970" anchor="t" anchorCtr="0">
                <a:normAutofit fontScale="77500" lnSpcReduction="20000"/>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此部分内容作为文字排版占位显示（建议使用主题字体）</a:t>
                </a:r>
                <a:b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br>
                <a:r>
                  <a:rPr kumimoji="0" lang="zh-CN" altLang="en-US" sz="160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如需更改请在（设置形状格式）菜单下（文本选项）中调整</a:t>
                </a:r>
              </a:p>
            </p:txBody>
          </p:sp>
        </p:grpSp>
      </p:grpSp>
      <p:pic>
        <p:nvPicPr>
          <p:cNvPr id="28" name="图片 27"/>
          <p:cNvPicPr>
            <a:picLocks noChangeAspect="1"/>
          </p:cNvPicPr>
          <p:nvPr/>
        </p:nvPicPr>
        <p:blipFill>
          <a:blip r:embed="rId4"/>
          <a:srcRect b="4469"/>
          <a:stretch>
            <a:fillRect/>
          </a:stretch>
        </p:blipFill>
        <p:spPr>
          <a:xfrm>
            <a:off x="1052955" y="2032017"/>
            <a:ext cx="4253051" cy="27100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9844" y="2719704"/>
            <a:ext cx="4632312" cy="1189726"/>
            <a:chOff x="5161394" y="2719704"/>
            <a:chExt cx="4632312" cy="1189726"/>
          </a:xfrm>
        </p:grpSpPr>
        <p:sp>
          <p:nvSpPr>
            <p:cNvPr id="3" name="MH_Other_1"/>
            <p:cNvSpPr/>
            <p:nvPr>
              <p:custDataLst>
                <p:tags r:id="rId1"/>
              </p:custDataLst>
            </p:nvPr>
          </p:nvSpPr>
          <p:spPr>
            <a:xfrm>
              <a:off x="5161394" y="2719704"/>
              <a:ext cx="1189723" cy="1189726"/>
            </a:xfrm>
            <a:custGeom>
              <a:avLst/>
              <a:gdLst>
                <a:gd name="connsiteX0" fmla="*/ 349985 w 663588"/>
                <a:gd name="connsiteY0" fmla="*/ 142900 h 663588"/>
                <a:gd name="connsiteX1" fmla="*/ 482976 w 663588"/>
                <a:gd name="connsiteY1" fmla="*/ 211390 h 663588"/>
                <a:gd name="connsiteX2" fmla="*/ 460097 w 663588"/>
                <a:gd name="connsiteY2" fmla="*/ 486849 h 663588"/>
                <a:gd name="connsiteX3" fmla="*/ 260810 w 663588"/>
                <a:gd name="connsiteY3" fmla="*/ 655570 h 663588"/>
                <a:gd name="connsiteX4" fmla="*/ 202645 w 663588"/>
                <a:gd name="connsiteY4" fmla="*/ 637514 h 663588"/>
                <a:gd name="connsiteX5" fmla="*/ 6741 w 663588"/>
                <a:gd name="connsiteY5" fmla="*/ 398662 h 663588"/>
                <a:gd name="connsiteX6" fmla="*/ 3010 w 663588"/>
                <a:gd name="connsiteY6" fmla="*/ 361650 h 663588"/>
                <a:gd name="connsiteX7" fmla="*/ 207517 w 663588"/>
                <a:gd name="connsiteY7" fmla="*/ 188510 h 663588"/>
                <a:gd name="connsiteX8" fmla="*/ 349985 w 663588"/>
                <a:gd name="connsiteY8" fmla="*/ 142900 h 663588"/>
                <a:gd name="connsiteX9" fmla="*/ 331794 w 663588"/>
                <a:gd name="connsiteY9" fmla="*/ 0 h 663588"/>
                <a:gd name="connsiteX10" fmla="*/ 663588 w 663588"/>
                <a:gd name="connsiteY10" fmla="*/ 331794 h 663588"/>
                <a:gd name="connsiteX11" fmla="*/ 331794 w 663588"/>
                <a:gd name="connsiteY11" fmla="*/ 663588 h 663588"/>
                <a:gd name="connsiteX12" fmla="*/ 278642 w 663588"/>
                <a:gd name="connsiteY12" fmla="*/ 658230 h 663588"/>
                <a:gd name="connsiteX13" fmla="*/ 471280 w 663588"/>
                <a:gd name="connsiteY13" fmla="*/ 495139 h 663588"/>
                <a:gd name="connsiteX14" fmla="*/ 495745 w 663588"/>
                <a:gd name="connsiteY14" fmla="*/ 200580 h 663588"/>
                <a:gd name="connsiteX15" fmla="*/ 495746 w 663588"/>
                <a:gd name="connsiteY15" fmla="*/ 200580 h 663588"/>
                <a:gd name="connsiteX16" fmla="*/ 201187 w 663588"/>
                <a:gd name="connsiteY16" fmla="*/ 176113 h 663588"/>
                <a:gd name="connsiteX17" fmla="*/ 1361 w 663588"/>
                <a:gd name="connsiteY17" fmla="*/ 345290 h 663588"/>
                <a:gd name="connsiteX18" fmla="*/ 0 w 663588"/>
                <a:gd name="connsiteY18" fmla="*/ 331794 h 663588"/>
                <a:gd name="connsiteX19" fmla="*/ 331794 w 663588"/>
                <a:gd name="connsiteY19" fmla="*/ 0 h 66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3588" h="663588">
                  <a:moveTo>
                    <a:pt x="349985" y="142900"/>
                  </a:moveTo>
                  <a:cubicBezTo>
                    <a:pt x="399833" y="147041"/>
                    <a:pt x="448102" y="170198"/>
                    <a:pt x="482976" y="211390"/>
                  </a:cubicBezTo>
                  <a:cubicBezTo>
                    <a:pt x="552725" y="293774"/>
                    <a:pt x="542481" y="417101"/>
                    <a:pt x="460097" y="486849"/>
                  </a:cubicBezTo>
                  <a:lnTo>
                    <a:pt x="260810" y="655570"/>
                  </a:lnTo>
                  <a:lnTo>
                    <a:pt x="202645" y="637514"/>
                  </a:lnTo>
                  <a:cubicBezTo>
                    <a:pt x="103407" y="595540"/>
                    <a:pt x="28840" y="506657"/>
                    <a:pt x="6741" y="398662"/>
                  </a:cubicBezTo>
                  <a:lnTo>
                    <a:pt x="3010" y="361650"/>
                  </a:lnTo>
                  <a:lnTo>
                    <a:pt x="207517" y="188510"/>
                  </a:lnTo>
                  <a:cubicBezTo>
                    <a:pt x="248709" y="153636"/>
                    <a:pt x="300137" y="138760"/>
                    <a:pt x="349985" y="142900"/>
                  </a:cubicBezTo>
                  <a:close/>
                  <a:moveTo>
                    <a:pt x="331794" y="0"/>
                  </a:moveTo>
                  <a:cubicBezTo>
                    <a:pt x="515039" y="0"/>
                    <a:pt x="663588" y="148549"/>
                    <a:pt x="663588" y="331794"/>
                  </a:cubicBezTo>
                  <a:cubicBezTo>
                    <a:pt x="663588" y="515039"/>
                    <a:pt x="515039" y="663588"/>
                    <a:pt x="331794" y="663588"/>
                  </a:cubicBezTo>
                  <a:lnTo>
                    <a:pt x="278642" y="658230"/>
                  </a:lnTo>
                  <a:lnTo>
                    <a:pt x="471280" y="495139"/>
                  </a:lnTo>
                  <a:cubicBezTo>
                    <a:pt x="559376" y="420555"/>
                    <a:pt x="570330" y="288677"/>
                    <a:pt x="495745" y="200580"/>
                  </a:cubicBezTo>
                  <a:lnTo>
                    <a:pt x="495746" y="200580"/>
                  </a:lnTo>
                  <a:cubicBezTo>
                    <a:pt x="421162" y="112483"/>
                    <a:pt x="289283" y="101529"/>
                    <a:pt x="201187" y="176113"/>
                  </a:cubicBezTo>
                  <a:lnTo>
                    <a:pt x="1361" y="345290"/>
                  </a:lnTo>
                  <a:lnTo>
                    <a:pt x="0" y="331794"/>
                  </a:lnTo>
                  <a:cubicBezTo>
                    <a:pt x="0" y="148549"/>
                    <a:pt x="148549" y="0"/>
                    <a:pt x="33179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en-US" altLang="zh-CN"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rPr>
                <a:t>04</a:t>
              </a:r>
              <a:endParaRPr kumimoji="0" lang="zh-CN" altLang="en-US" sz="3200" b="0" i="0" u="none" strike="noStrike" kern="1200" cap="none" normalizeH="0" noProof="0">
                <a:ln>
                  <a:noFill/>
                </a:ln>
                <a:solidFill>
                  <a:srgbClr val="FFFFFF"/>
                </a:solidFill>
                <a:effectLst/>
                <a:uLnTx/>
                <a:uFillTx/>
                <a:latin typeface="思源黑体 CN Medium"/>
                <a:ea typeface="思源黑体 CN Medium"/>
                <a:cs typeface="思源黑体 CN Medium"/>
                <a:sym typeface="思源黑体 CN Medium"/>
              </a:endParaRPr>
            </a:p>
          </p:txBody>
        </p:sp>
        <p:sp>
          <p:nvSpPr>
            <p:cNvPr id="4" name="矩形 3"/>
            <p:cNvSpPr/>
            <p:nvPr/>
          </p:nvSpPr>
          <p:spPr>
            <a:xfrm>
              <a:off x="6671887" y="2853114"/>
              <a:ext cx="3121819" cy="479425"/>
            </a:xfrm>
            <a:prstGeom prst="rect">
              <a:avLst/>
            </a:prstGeom>
          </p:spPr>
          <p:txBody>
            <a:bodyPr wrap="square" lIns="0" tIns="0" rIns="0" bIns="0">
              <a:spAutoFit/>
            </a:bodyPr>
            <a:lstStyle/>
            <a:p>
              <a:pPr marL="0" marR="0" lvl="0" indent="0" algn="l" defTabSz="1218565" rtl="0" eaLnBrk="1" fontAlgn="auto" latinLnBrk="0" hangingPunct="1">
                <a:lnSpc>
                  <a:spcPct val="130000"/>
                </a:lnSpc>
                <a:spcBef>
                  <a:spcPct val="0"/>
                </a:spcBef>
                <a:spcAft>
                  <a:spcPct val="0"/>
                </a:spcAft>
                <a:buClrTx/>
                <a:buSzTx/>
                <a:buFontTx/>
                <a:buNone/>
                <a:defRPr/>
              </a:pPr>
              <a:r>
                <a:rPr kumimoji="0" lang="zh-CN" altLang="en-US" sz="2400" b="1" i="0" u="none" strike="noStrike" kern="1200" cap="none" normalizeH="0" noProof="0">
                  <a:ln>
                    <a:noFill/>
                  </a:ln>
                  <a:solidFill>
                    <a:prstClr val="black">
                      <a:lumMod val="75000"/>
                      <a:lumOff val="25000"/>
                    </a:prstClr>
                  </a:solidFill>
                  <a:effectLst/>
                  <a:uLnTx/>
                  <a:uFillTx/>
                  <a:latin typeface="思源黑体 CN Medium"/>
                  <a:ea typeface="思源黑体 CN Medium"/>
                  <a:cs typeface="思源黑体 CN Medium"/>
                  <a:sym typeface="思源黑体 CN Medium"/>
                </a:rPr>
                <a:t>明年工作计划</a:t>
              </a:r>
            </a:p>
          </p:txBody>
        </p:sp>
        <p:sp>
          <p:nvSpPr>
            <p:cNvPr id="5" name="TextBox 11"/>
            <p:cNvSpPr txBox="1"/>
            <p:nvPr/>
          </p:nvSpPr>
          <p:spPr>
            <a:xfrm>
              <a:off x="6568114" y="3342793"/>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6" name="TextBox 24"/>
            <p:cNvSpPr txBox="1"/>
            <p:nvPr/>
          </p:nvSpPr>
          <p:spPr>
            <a:xfrm>
              <a:off x="7974834" y="3342793"/>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7" name="TextBox 11"/>
            <p:cNvSpPr txBox="1"/>
            <p:nvPr/>
          </p:nvSpPr>
          <p:spPr>
            <a:xfrm>
              <a:off x="6568114" y="3604446"/>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sp>
          <p:nvSpPr>
            <p:cNvPr id="8" name="TextBox 11"/>
            <p:cNvSpPr txBox="1"/>
            <p:nvPr/>
          </p:nvSpPr>
          <p:spPr>
            <a:xfrm>
              <a:off x="7974834" y="3604446"/>
              <a:ext cx="1758818" cy="218440"/>
            </a:xfrm>
            <a:prstGeom prst="rect">
              <a:avLst/>
            </a:prstGeom>
            <a:noFill/>
          </p:spPr>
          <p:txBody>
            <a:bodyPr wrap="square" lIns="64988" tIns="32494" rIns="64988" bIns="32494" rtlCol="0">
              <a:spAutoFit/>
            </a:bodyPr>
            <a:lstStyle/>
            <a:p>
              <a:pPr marL="121920" marR="0" lvl="1" indent="-121920" algn="l" defTabSz="1218565" rtl="0" eaLnBrk="1" fontAlgn="auto" latinLnBrk="0" hangingPunct="1">
                <a:lnSpc>
                  <a:spcPct val="100000"/>
                </a:lnSpc>
                <a:spcBef>
                  <a:spcPct val="0"/>
                </a:spcBef>
                <a:spcAft>
                  <a:spcPct val="0"/>
                </a:spcAft>
                <a:buClrTx/>
                <a:buSzTx/>
                <a:buFont typeface="Arial" panose="020B0604020202020204" pitchFamily="34" charset="0"/>
                <a:buChar char="•"/>
                <a:defRPr/>
              </a:pPr>
              <a:r>
                <a:rPr kumimoji="0" lang="zh-CN" altLang="en-US"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rPr>
                <a:t>添加相关标题文字</a:t>
              </a:r>
              <a:endParaRPr kumimoji="0" lang="en-US" altLang="zh-CN" sz="1000" b="0" i="0" u="none" strike="noStrike" kern="1200" cap="none" normalizeH="0" noProof="0">
                <a:ln>
                  <a:noFill/>
                </a:ln>
                <a:solidFill>
                  <a:prstClr val="black">
                    <a:lumMod val="65000"/>
                    <a:lumOff val="35000"/>
                  </a:prstClr>
                </a:solidFill>
                <a:effectLst/>
                <a:uLnTx/>
                <a:uFillTx/>
                <a:latin typeface="思源黑体 CN Medium"/>
                <a:ea typeface="思源黑体 CN Medium"/>
                <a:cs typeface="思源黑体 CN Medium"/>
                <a:sym typeface="思源黑体 CN Medium"/>
              </a:endParaRPr>
            </a:p>
          </p:txBody>
        </p:sp>
      </p:grpSp>
      <p:pic>
        <p:nvPicPr>
          <p:cNvPr id="13" name="Picture 2" descr="æ¤ç©åºçº¹èæ¯"/>
          <p:cNvPicPr>
            <a:picLocks noChangeAspect="1" noChangeArrowheads="1"/>
          </p:cNvPicPr>
          <p:nvPr/>
        </p:nvPicPr>
        <p:blipFill>
          <a:blip r:embed="rId4">
            <a:clrChange>
              <a:clrFrom>
                <a:srgbClr val="FFFFFF"/>
              </a:clrFrom>
              <a:clrTo>
                <a:srgbClr val="FFFFFF">
                  <a:alpha val="0"/>
                </a:srgbClr>
              </a:clrTo>
            </a:clrChange>
          </a:blip>
          <a:srcRect t="40798" b="50953"/>
          <a:stretch>
            <a:fillRect/>
          </a:stretch>
        </p:blipFill>
        <p:spPr>
          <a:xfrm>
            <a:off x="2593245" y="4537727"/>
            <a:ext cx="7005509" cy="2320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6"/>
          <p:cNvSpPr/>
          <p:nvPr/>
        </p:nvSpPr>
        <p:spPr>
          <a:xfrm>
            <a:off x="6083417" y="5322976"/>
            <a:ext cx="4284" cy="2118"/>
          </a:xfrm>
          <a:custGeom>
            <a:avLst/>
            <a:gdLst>
              <a:gd name="T0" fmla="*/ 2 w 4"/>
              <a:gd name="T1" fmla="*/ 0 h 4"/>
              <a:gd name="T2" fmla="*/ 4 w 4"/>
              <a:gd name="T3" fmla="*/ 4 h 4"/>
              <a:gd name="T4" fmla="*/ 0 w 4"/>
              <a:gd name="T5" fmla="*/ 4 h 4"/>
              <a:gd name="T6" fmla="*/ 2 w 4"/>
              <a:gd name="T7" fmla="*/ 0 h 4"/>
            </a:gdLst>
            <a:ahLst/>
            <a:cxnLst>
              <a:cxn ang="0">
                <a:pos x="T0" y="T1"/>
              </a:cxn>
              <a:cxn ang="0">
                <a:pos x="T2" y="T3"/>
              </a:cxn>
              <a:cxn ang="0">
                <a:pos x="T4" y="T5"/>
              </a:cxn>
              <a:cxn ang="0">
                <a:pos x="T6" y="T7"/>
              </a:cxn>
            </a:cxnLst>
            <a:rect l="0" t="0" r="r" b="b"/>
            <a:pathLst>
              <a:path w="4" h="4">
                <a:moveTo>
                  <a:pt x="2" y="0"/>
                </a:moveTo>
                <a:lnTo>
                  <a:pt x="4" y="4"/>
                </a:lnTo>
                <a:lnTo>
                  <a:pt x="0" y="4"/>
                </a:lnTo>
                <a:lnTo>
                  <a:pt x="2" y="0"/>
                </a:lnTo>
                <a:close/>
              </a:path>
            </a:pathLst>
          </a:custGeom>
          <a:solidFill>
            <a:srgbClr val="FFCA00"/>
          </a:solidFill>
          <a:ln w="0">
            <a:noFill/>
            <a:prstDash val="solid"/>
            <a:round/>
          </a:ln>
        </p:spPr>
        <p:txBody>
          <a:bodyPr vert="horz" wrap="square" lIns="130886" tIns="65442" rIns="130886" bIns="65442"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9" name="Freeform 46"/>
          <p:cNvSpPr/>
          <p:nvPr/>
        </p:nvSpPr>
        <p:spPr>
          <a:xfrm flipH="1">
            <a:off x="7500584" y="2097911"/>
            <a:ext cx="3546545"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0" name="Freeform 46"/>
          <p:cNvSpPr/>
          <p:nvPr/>
        </p:nvSpPr>
        <p:spPr>
          <a:xfrm flipH="1">
            <a:off x="7816566" y="3543047"/>
            <a:ext cx="3230563"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1" name="Freeform 46"/>
          <p:cNvSpPr/>
          <p:nvPr/>
        </p:nvSpPr>
        <p:spPr>
          <a:xfrm flipH="1">
            <a:off x="6953238" y="4606718"/>
            <a:ext cx="4093891"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2" name="Freeform 46"/>
          <p:cNvSpPr/>
          <p:nvPr/>
        </p:nvSpPr>
        <p:spPr>
          <a:xfrm>
            <a:off x="1259062" y="2582739"/>
            <a:ext cx="3641901"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3" name="Rectangle 37"/>
          <p:cNvSpPr/>
          <p:nvPr/>
        </p:nvSpPr>
        <p:spPr>
          <a:xfrm>
            <a:off x="1939258" y="2795082"/>
            <a:ext cx="2429281" cy="704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14" name="Freeform 46"/>
          <p:cNvSpPr/>
          <p:nvPr/>
        </p:nvSpPr>
        <p:spPr>
          <a:xfrm>
            <a:off x="1259062" y="3622799"/>
            <a:ext cx="4469875"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5" name="Rectangle 37"/>
          <p:cNvSpPr/>
          <p:nvPr/>
        </p:nvSpPr>
        <p:spPr>
          <a:xfrm>
            <a:off x="1939258" y="3835142"/>
            <a:ext cx="2429281"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16" name="Freeform 46"/>
          <p:cNvSpPr/>
          <p:nvPr/>
        </p:nvSpPr>
        <p:spPr>
          <a:xfrm flipV="1">
            <a:off x="1259058" y="5389226"/>
            <a:ext cx="3886848" cy="159507"/>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kern="1200" cap="none" normalizeH="0" noProof="0">
              <a:ln>
                <a:noFill/>
              </a:ln>
              <a:solidFill>
                <a:srgbClr val="323232"/>
              </a:solidFill>
              <a:effectLst/>
              <a:uLnTx/>
              <a:uFillTx/>
              <a:latin typeface="思源黑体 CN Medium"/>
              <a:ea typeface="思源黑体 CN Medium"/>
              <a:cs typeface="思源黑体 CN Medium"/>
              <a:sym typeface="思源黑体 CN Medium"/>
            </a:endParaRPr>
          </a:p>
        </p:txBody>
      </p:sp>
      <p:sp>
        <p:nvSpPr>
          <p:cNvPr id="17" name="Rectangle 37"/>
          <p:cNvSpPr/>
          <p:nvPr/>
        </p:nvSpPr>
        <p:spPr>
          <a:xfrm>
            <a:off x="1939258" y="4750168"/>
            <a:ext cx="2429281"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l"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此处添加详细文本描述，建议与标题相关并符合整体语言风格，语言描述</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grpSp>
        <p:nvGrpSpPr>
          <p:cNvPr id="2" name="Group 5"/>
          <p:cNvGrpSpPr/>
          <p:nvPr/>
        </p:nvGrpSpPr>
        <p:grpSpPr>
          <a:xfrm>
            <a:off x="1404437" y="2849216"/>
            <a:ext cx="403134" cy="352106"/>
            <a:chOff x="1079332" y="2203296"/>
            <a:chExt cx="298739" cy="264080"/>
          </a:xfrm>
        </p:grpSpPr>
        <p:sp>
          <p:nvSpPr>
            <p:cNvPr id="19" name="Oval 2"/>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0"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1</a:t>
              </a:r>
            </a:p>
          </p:txBody>
        </p:sp>
      </p:grpSp>
      <p:grpSp>
        <p:nvGrpSpPr>
          <p:cNvPr id="3" name="Group 235"/>
          <p:cNvGrpSpPr/>
          <p:nvPr/>
        </p:nvGrpSpPr>
        <p:grpSpPr>
          <a:xfrm>
            <a:off x="1404437" y="3858492"/>
            <a:ext cx="403134" cy="352106"/>
            <a:chOff x="1079332" y="2203296"/>
            <a:chExt cx="298739" cy="264080"/>
          </a:xfrm>
        </p:grpSpPr>
        <p:sp>
          <p:nvSpPr>
            <p:cNvPr id="22" name="Oval 236"/>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3"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2</a:t>
              </a:r>
            </a:p>
          </p:txBody>
        </p:sp>
      </p:grpSp>
      <p:grpSp>
        <p:nvGrpSpPr>
          <p:cNvPr id="4" name="Group 238"/>
          <p:cNvGrpSpPr/>
          <p:nvPr/>
        </p:nvGrpSpPr>
        <p:grpSpPr>
          <a:xfrm>
            <a:off x="1404437" y="4770353"/>
            <a:ext cx="403134" cy="352106"/>
            <a:chOff x="1079332" y="2203296"/>
            <a:chExt cx="298739" cy="264080"/>
          </a:xfrm>
        </p:grpSpPr>
        <p:sp>
          <p:nvSpPr>
            <p:cNvPr id="25" name="Oval 239"/>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26"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3</a:t>
              </a:r>
            </a:p>
          </p:txBody>
        </p:sp>
      </p:grpSp>
      <p:sp>
        <p:nvSpPr>
          <p:cNvPr id="27" name="Rectangle 37"/>
          <p:cNvSpPr/>
          <p:nvPr/>
        </p:nvSpPr>
        <p:spPr>
          <a:xfrm>
            <a:off x="8286234" y="2253382"/>
            <a:ext cx="2107446" cy="586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28" name="Rectangle 37"/>
          <p:cNvSpPr/>
          <p:nvPr/>
        </p:nvSpPr>
        <p:spPr>
          <a:xfrm>
            <a:off x="8286234" y="3733542"/>
            <a:ext cx="2107446"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sp>
        <p:nvSpPr>
          <p:cNvPr id="29" name="Rectangle 37"/>
          <p:cNvSpPr/>
          <p:nvPr/>
        </p:nvSpPr>
        <p:spPr>
          <a:xfrm>
            <a:off x="8286234" y="4839063"/>
            <a:ext cx="2107446"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r" defTabSz="1218565" rtl="0" eaLnBrk="1" fontAlgn="base" latinLnBrk="0" hangingPunct="1">
              <a:lnSpc>
                <a:spcPct val="125000"/>
              </a:lnSpc>
              <a:spcBef>
                <a:spcPct val="0"/>
              </a:spcBef>
              <a:spcAft>
                <a:spcPct val="0"/>
              </a:spcAft>
              <a:buClrTx/>
              <a:buSzTx/>
              <a:buFontTx/>
              <a:buNone/>
              <a:defRPr/>
            </a:pPr>
            <a:r>
              <a:rPr kumimoji="0" lang="zh-CN" alt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rPr>
              <a:t>此处添加详细文本描述，建议与标题相关并符合整体语言风格 </a:t>
            </a:r>
            <a:endParaRPr kumimoji="0" lang="en-US" sz="1200" b="0" i="0" u="none" strike="noStrike" kern="1200" cap="none" normalizeH="0" noProof="0">
              <a:ln>
                <a:noFill/>
              </a:ln>
              <a:solidFill>
                <a:srgbClr val="7F7F7F"/>
              </a:solidFill>
              <a:effectLst/>
              <a:uLnTx/>
              <a:uFillTx/>
              <a:latin typeface="思源黑体 CN Medium"/>
              <a:ea typeface="思源黑体 CN Medium"/>
              <a:cs typeface="思源黑体 CN Medium"/>
              <a:sym typeface="思源黑体 CN Medium"/>
            </a:endParaRPr>
          </a:p>
        </p:txBody>
      </p:sp>
      <p:grpSp>
        <p:nvGrpSpPr>
          <p:cNvPr id="5" name="Group 244"/>
          <p:cNvGrpSpPr/>
          <p:nvPr/>
        </p:nvGrpSpPr>
        <p:grpSpPr>
          <a:xfrm>
            <a:off x="10480502" y="2307515"/>
            <a:ext cx="403134" cy="352106"/>
            <a:chOff x="1079332" y="2203296"/>
            <a:chExt cx="298739" cy="264080"/>
          </a:xfrm>
        </p:grpSpPr>
        <p:sp>
          <p:nvSpPr>
            <p:cNvPr id="31" name="Oval 245"/>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2"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4</a:t>
              </a:r>
            </a:p>
          </p:txBody>
        </p:sp>
      </p:grpSp>
      <p:grpSp>
        <p:nvGrpSpPr>
          <p:cNvPr id="6" name="Group 247"/>
          <p:cNvGrpSpPr/>
          <p:nvPr/>
        </p:nvGrpSpPr>
        <p:grpSpPr>
          <a:xfrm>
            <a:off x="10480502" y="3756893"/>
            <a:ext cx="403134" cy="352106"/>
            <a:chOff x="1079332" y="2203296"/>
            <a:chExt cx="298739" cy="264080"/>
          </a:xfrm>
        </p:grpSpPr>
        <p:sp>
          <p:nvSpPr>
            <p:cNvPr id="34" name="Oval 248"/>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5"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5</a:t>
              </a:r>
            </a:p>
          </p:txBody>
        </p:sp>
      </p:grpSp>
      <p:grpSp>
        <p:nvGrpSpPr>
          <p:cNvPr id="7" name="Group 250"/>
          <p:cNvGrpSpPr/>
          <p:nvPr/>
        </p:nvGrpSpPr>
        <p:grpSpPr>
          <a:xfrm>
            <a:off x="10480502" y="4859249"/>
            <a:ext cx="403134" cy="352106"/>
            <a:chOff x="1079332" y="2203296"/>
            <a:chExt cx="298739" cy="264080"/>
          </a:xfrm>
        </p:grpSpPr>
        <p:sp>
          <p:nvSpPr>
            <p:cNvPr id="37" name="Oval 251"/>
            <p:cNvSpPr/>
            <p:nvPr/>
          </p:nvSpPr>
          <p:spPr>
            <a:xfrm>
              <a:off x="1103804" y="2203296"/>
              <a:ext cx="264080" cy="264080"/>
            </a:xfrm>
            <a:prstGeom prst="ellipse">
              <a:avLst/>
            </a:prstGeom>
            <a:solidFill>
              <a:schemeClr val="accent2"/>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marL="0" marR="0" lvl="0" indent="0" algn="ctr" defTabSz="1308735" rtl="0" eaLnBrk="1" fontAlgn="base" latinLnBrk="0" hangingPunct="1">
                <a:lnSpc>
                  <a:spcPct val="100000"/>
                </a:lnSpc>
                <a:spcBef>
                  <a:spcPct val="0"/>
                </a:spcBef>
                <a:spcAft>
                  <a:spcPct val="0"/>
                </a:spcAft>
                <a:buClrTx/>
                <a:buSzTx/>
                <a:buFontTx/>
                <a:buNone/>
                <a:defRPr/>
              </a:pPr>
              <a:endParaRPr kumimoji="0" lang="en-US" sz="7995"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38" name="Rectangle 22"/>
            <p:cNvSpPr/>
            <p:nvPr/>
          </p:nvSpPr>
          <p:spPr>
            <a:xfrm>
              <a:off x="1079332" y="224636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marL="0" marR="0" lvl="0" indent="0" algn="ctr" defTabSz="1218565" rtl="0" eaLnBrk="1" fontAlgn="base" latinLnBrk="0" hangingPunct="1">
                <a:lnSpc>
                  <a:spcPct val="100000"/>
                </a:lnSpc>
                <a:spcBef>
                  <a:spcPct val="0"/>
                </a:spcBef>
                <a:spcAft>
                  <a:spcPct val="0"/>
                </a:spcAft>
                <a:buClrTx/>
                <a:buSzTx/>
                <a:buFontTx/>
                <a:buNone/>
                <a:defRPr/>
              </a:pPr>
              <a:r>
                <a:rPr kumimoji="0" lang="en-US" sz="2135" b="0" i="0" u="none" strike="noStrike" cap="none" normalizeH="0" noProof="0">
                  <a:ln>
                    <a:noFill/>
                  </a:ln>
                  <a:solidFill>
                    <a:srgbClr val="FFFFFF"/>
                  </a:solidFill>
                  <a:effectLst/>
                  <a:uLnTx/>
                  <a:uFillTx/>
                  <a:latin typeface="思源黑体 CN Medium"/>
                  <a:ea typeface="思源黑体 CN Medium"/>
                  <a:cs typeface="思源黑体 CN Medium"/>
                  <a:sym typeface="思源黑体 CN Medium"/>
                </a:rPr>
                <a:t>6</a:t>
              </a:r>
            </a:p>
          </p:txBody>
        </p:sp>
      </p:grpSp>
      <p:grpSp>
        <p:nvGrpSpPr>
          <p:cNvPr id="18" name="Group 6"/>
          <p:cNvGrpSpPr/>
          <p:nvPr/>
        </p:nvGrpSpPr>
        <p:grpSpPr>
          <a:xfrm>
            <a:off x="5785825" y="2895609"/>
            <a:ext cx="1110937" cy="947678"/>
            <a:chOff x="4326126" y="2238091"/>
            <a:chExt cx="823252" cy="710758"/>
          </a:xfrm>
        </p:grpSpPr>
        <p:grpSp>
          <p:nvGrpSpPr>
            <p:cNvPr id="21" name="Group 214"/>
            <p:cNvGrpSpPr/>
            <p:nvPr/>
          </p:nvGrpSpPr>
          <p:grpSpPr>
            <a:xfrm>
              <a:off x="4326126" y="2238091"/>
              <a:ext cx="823252" cy="710758"/>
              <a:chOff x="3755667" y="1931353"/>
              <a:chExt cx="680374" cy="587404"/>
            </a:xfrm>
          </p:grpSpPr>
          <p:sp>
            <p:nvSpPr>
              <p:cNvPr id="4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2"/>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4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41" name="Freeform 6"/>
            <p:cNvSpPr>
              <a:spLocks noEditPoints="1"/>
            </p:cNvSpPr>
            <p:nvPr/>
          </p:nvSpPr>
          <p:spPr>
            <a:xfrm>
              <a:off x="4564534" y="2452577"/>
              <a:ext cx="325676" cy="291624"/>
            </a:xfrm>
            <a:custGeom>
              <a:avLst/>
              <a:gdLst>
                <a:gd name="T0" fmla="*/ 18 w 158"/>
                <a:gd name="T1" fmla="*/ 22 h 141"/>
                <a:gd name="T2" fmla="*/ 18 w 158"/>
                <a:gd name="T3" fmla="*/ 138 h 141"/>
                <a:gd name="T4" fmla="*/ 15 w 158"/>
                <a:gd name="T5" fmla="*/ 141 h 141"/>
                <a:gd name="T6" fmla="*/ 9 w 158"/>
                <a:gd name="T7" fmla="*/ 141 h 141"/>
                <a:gd name="T8" fmla="*/ 6 w 158"/>
                <a:gd name="T9" fmla="*/ 138 h 141"/>
                <a:gd name="T10" fmla="*/ 6 w 158"/>
                <a:gd name="T11" fmla="*/ 22 h 141"/>
                <a:gd name="T12" fmla="*/ 0 w 158"/>
                <a:gd name="T13" fmla="*/ 12 h 141"/>
                <a:gd name="T14" fmla="*/ 12 w 158"/>
                <a:gd name="T15" fmla="*/ 0 h 141"/>
                <a:gd name="T16" fmla="*/ 24 w 158"/>
                <a:gd name="T17" fmla="*/ 12 h 141"/>
                <a:gd name="T18" fmla="*/ 18 w 158"/>
                <a:gd name="T19" fmla="*/ 22 h 141"/>
                <a:gd name="T20" fmla="*/ 158 w 158"/>
                <a:gd name="T21" fmla="*/ 88 h 141"/>
                <a:gd name="T22" fmla="*/ 155 w 158"/>
                <a:gd name="T23" fmla="*/ 93 h 141"/>
                <a:gd name="T24" fmla="*/ 154 w 158"/>
                <a:gd name="T25" fmla="*/ 94 h 141"/>
                <a:gd name="T26" fmla="*/ 120 w 158"/>
                <a:gd name="T27" fmla="*/ 105 h 141"/>
                <a:gd name="T28" fmla="*/ 105 w 158"/>
                <a:gd name="T29" fmla="*/ 101 h 141"/>
                <a:gd name="T30" fmla="*/ 103 w 158"/>
                <a:gd name="T31" fmla="*/ 100 h 141"/>
                <a:gd name="T32" fmla="*/ 75 w 158"/>
                <a:gd name="T33" fmla="*/ 92 h 141"/>
                <a:gd name="T34" fmla="*/ 32 w 158"/>
                <a:gd name="T35" fmla="*/ 105 h 141"/>
                <a:gd name="T36" fmla="*/ 29 w 158"/>
                <a:gd name="T37" fmla="*/ 106 h 141"/>
                <a:gd name="T38" fmla="*/ 27 w 158"/>
                <a:gd name="T39" fmla="*/ 105 h 141"/>
                <a:gd name="T40" fmla="*/ 24 w 158"/>
                <a:gd name="T41" fmla="*/ 100 h 141"/>
                <a:gd name="T42" fmla="*/ 24 w 158"/>
                <a:gd name="T43" fmla="*/ 32 h 141"/>
                <a:gd name="T44" fmla="*/ 26 w 158"/>
                <a:gd name="T45" fmla="*/ 27 h 141"/>
                <a:gd name="T46" fmla="*/ 72 w 158"/>
                <a:gd name="T47" fmla="*/ 12 h 141"/>
                <a:gd name="T48" fmla="*/ 110 w 158"/>
                <a:gd name="T49" fmla="*/ 23 h 141"/>
                <a:gd name="T50" fmla="*/ 119 w 158"/>
                <a:gd name="T51" fmla="*/ 25 h 141"/>
                <a:gd name="T52" fmla="*/ 147 w 158"/>
                <a:gd name="T53" fmla="*/ 14 h 141"/>
                <a:gd name="T54" fmla="*/ 150 w 158"/>
                <a:gd name="T55" fmla="*/ 13 h 141"/>
                <a:gd name="T56" fmla="*/ 156 w 158"/>
                <a:gd name="T57" fmla="*/ 13 h 141"/>
                <a:gd name="T58" fmla="*/ 158 w 158"/>
                <a:gd name="T59" fmla="*/ 18 h 141"/>
                <a:gd name="T60" fmla="*/ 158 w 158"/>
                <a:gd name="T61" fmla="*/ 88 h 141"/>
                <a:gd name="T62" fmla="*/ 70 w 158"/>
                <a:gd name="T63" fmla="*/ 24 h 141"/>
                <a:gd name="T64" fmla="*/ 35 w 158"/>
                <a:gd name="T65" fmla="*/ 36 h 141"/>
                <a:gd name="T66" fmla="*/ 35 w 158"/>
                <a:gd name="T67" fmla="*/ 53 h 141"/>
                <a:gd name="T68" fmla="*/ 70 w 158"/>
                <a:gd name="T69" fmla="*/ 42 h 141"/>
                <a:gd name="T70" fmla="*/ 70 w 158"/>
                <a:gd name="T71" fmla="*/ 24 h 141"/>
                <a:gd name="T72" fmla="*/ 70 w 158"/>
                <a:gd name="T73" fmla="*/ 63 h 141"/>
                <a:gd name="T74" fmla="*/ 35 w 158"/>
                <a:gd name="T75" fmla="*/ 73 h 141"/>
                <a:gd name="T76" fmla="*/ 35 w 158"/>
                <a:gd name="T77" fmla="*/ 90 h 141"/>
                <a:gd name="T78" fmla="*/ 70 w 158"/>
                <a:gd name="T79" fmla="*/ 80 h 141"/>
                <a:gd name="T80" fmla="*/ 70 w 158"/>
                <a:gd name="T81" fmla="*/ 63 h 141"/>
                <a:gd name="T82" fmla="*/ 147 w 158"/>
                <a:gd name="T83" fmla="*/ 68 h 141"/>
                <a:gd name="T84" fmla="*/ 111 w 158"/>
                <a:gd name="T85" fmla="*/ 74 h 141"/>
                <a:gd name="T86" fmla="*/ 111 w 158"/>
                <a:gd name="T87" fmla="*/ 54 h 141"/>
                <a:gd name="T88" fmla="*/ 108 w 158"/>
                <a:gd name="T89" fmla="*/ 52 h 141"/>
                <a:gd name="T90" fmla="*/ 75 w 158"/>
                <a:gd name="T91" fmla="*/ 42 h 141"/>
                <a:gd name="T92" fmla="*/ 70 w 158"/>
                <a:gd name="T93" fmla="*/ 42 h 141"/>
                <a:gd name="T94" fmla="*/ 70 w 158"/>
                <a:gd name="T95" fmla="*/ 63 h 141"/>
                <a:gd name="T96" fmla="*/ 72 w 158"/>
                <a:gd name="T97" fmla="*/ 63 h 141"/>
                <a:gd name="T98" fmla="*/ 108 w 158"/>
                <a:gd name="T99" fmla="*/ 73 h 141"/>
                <a:gd name="T100" fmla="*/ 111 w 158"/>
                <a:gd name="T101" fmla="*/ 74 h 141"/>
                <a:gd name="T102" fmla="*/ 111 w 158"/>
                <a:gd name="T103" fmla="*/ 91 h 141"/>
                <a:gd name="T104" fmla="*/ 120 w 158"/>
                <a:gd name="T105" fmla="*/ 93 h 141"/>
                <a:gd name="T106" fmla="*/ 147 w 158"/>
                <a:gd name="T107" fmla="*/ 84 h 141"/>
                <a:gd name="T108" fmla="*/ 147 w 158"/>
                <a:gd name="T109" fmla="*/ 68 h 141"/>
                <a:gd name="T110" fmla="*/ 147 w 158"/>
                <a:gd name="T111" fmla="*/ 28 h 141"/>
                <a:gd name="T112" fmla="*/ 119 w 158"/>
                <a:gd name="T113" fmla="*/ 36 h 141"/>
                <a:gd name="T114" fmla="*/ 111 w 158"/>
                <a:gd name="T115" fmla="*/ 36 h 141"/>
                <a:gd name="T116" fmla="*/ 111 w 158"/>
                <a:gd name="T117" fmla="*/ 54 h 141"/>
                <a:gd name="T118" fmla="*/ 147 w 158"/>
                <a:gd name="T119" fmla="*/ 45 h 141"/>
                <a:gd name="T120" fmla="*/ 147 w 158"/>
                <a:gd name="T121" fmla="*/ 2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41">
                  <a:moveTo>
                    <a:pt x="18" y="22"/>
                  </a:moveTo>
                  <a:cubicBezTo>
                    <a:pt x="18" y="138"/>
                    <a:pt x="18" y="138"/>
                    <a:pt x="18" y="138"/>
                  </a:cubicBezTo>
                  <a:cubicBezTo>
                    <a:pt x="18" y="140"/>
                    <a:pt x="16" y="141"/>
                    <a:pt x="15" y="141"/>
                  </a:cubicBezTo>
                  <a:cubicBezTo>
                    <a:pt x="9" y="141"/>
                    <a:pt x="9" y="141"/>
                    <a:pt x="9" y="141"/>
                  </a:cubicBezTo>
                  <a:cubicBezTo>
                    <a:pt x="7" y="141"/>
                    <a:pt x="6" y="140"/>
                    <a:pt x="6" y="138"/>
                  </a:cubicBezTo>
                  <a:cubicBezTo>
                    <a:pt x="6" y="22"/>
                    <a:pt x="6" y="22"/>
                    <a:pt x="6" y="22"/>
                  </a:cubicBezTo>
                  <a:cubicBezTo>
                    <a:pt x="3" y="20"/>
                    <a:pt x="0" y="16"/>
                    <a:pt x="0" y="12"/>
                  </a:cubicBezTo>
                  <a:cubicBezTo>
                    <a:pt x="0" y="6"/>
                    <a:pt x="5" y="0"/>
                    <a:pt x="12" y="0"/>
                  </a:cubicBezTo>
                  <a:cubicBezTo>
                    <a:pt x="18" y="0"/>
                    <a:pt x="24" y="6"/>
                    <a:pt x="24" y="12"/>
                  </a:cubicBezTo>
                  <a:cubicBezTo>
                    <a:pt x="24" y="16"/>
                    <a:pt x="21" y="20"/>
                    <a:pt x="18" y="22"/>
                  </a:cubicBezTo>
                  <a:close/>
                  <a:moveTo>
                    <a:pt x="158" y="88"/>
                  </a:moveTo>
                  <a:cubicBezTo>
                    <a:pt x="158" y="90"/>
                    <a:pt x="157" y="92"/>
                    <a:pt x="155" y="93"/>
                  </a:cubicBezTo>
                  <a:cubicBezTo>
                    <a:pt x="155" y="93"/>
                    <a:pt x="154" y="94"/>
                    <a:pt x="154" y="94"/>
                  </a:cubicBezTo>
                  <a:cubicBezTo>
                    <a:pt x="148" y="97"/>
                    <a:pt x="134" y="105"/>
                    <a:pt x="120" y="105"/>
                  </a:cubicBezTo>
                  <a:cubicBezTo>
                    <a:pt x="114" y="105"/>
                    <a:pt x="110" y="103"/>
                    <a:pt x="105" y="101"/>
                  </a:cubicBezTo>
                  <a:cubicBezTo>
                    <a:pt x="103" y="100"/>
                    <a:pt x="103" y="100"/>
                    <a:pt x="103" y="100"/>
                  </a:cubicBezTo>
                  <a:cubicBezTo>
                    <a:pt x="94" y="95"/>
                    <a:pt x="86" y="92"/>
                    <a:pt x="75" y="92"/>
                  </a:cubicBezTo>
                  <a:cubicBezTo>
                    <a:pt x="62" y="92"/>
                    <a:pt x="43" y="99"/>
                    <a:pt x="32" y="105"/>
                  </a:cubicBezTo>
                  <a:cubicBezTo>
                    <a:pt x="32" y="106"/>
                    <a:pt x="30" y="106"/>
                    <a:pt x="29" y="106"/>
                  </a:cubicBezTo>
                  <a:cubicBezTo>
                    <a:pt x="28" y="106"/>
                    <a:pt x="27" y="106"/>
                    <a:pt x="27" y="105"/>
                  </a:cubicBezTo>
                  <a:cubicBezTo>
                    <a:pt x="25" y="104"/>
                    <a:pt x="24" y="102"/>
                    <a:pt x="24" y="100"/>
                  </a:cubicBezTo>
                  <a:cubicBezTo>
                    <a:pt x="24" y="32"/>
                    <a:pt x="24" y="32"/>
                    <a:pt x="24" y="32"/>
                  </a:cubicBezTo>
                  <a:cubicBezTo>
                    <a:pt x="24" y="30"/>
                    <a:pt x="25" y="28"/>
                    <a:pt x="26" y="27"/>
                  </a:cubicBezTo>
                  <a:cubicBezTo>
                    <a:pt x="32" y="24"/>
                    <a:pt x="53" y="12"/>
                    <a:pt x="72" y="12"/>
                  </a:cubicBezTo>
                  <a:cubicBezTo>
                    <a:pt x="87" y="12"/>
                    <a:pt x="100" y="18"/>
                    <a:pt x="110" y="23"/>
                  </a:cubicBezTo>
                  <a:cubicBezTo>
                    <a:pt x="113" y="24"/>
                    <a:pt x="116" y="25"/>
                    <a:pt x="119" y="25"/>
                  </a:cubicBezTo>
                  <a:cubicBezTo>
                    <a:pt x="129" y="25"/>
                    <a:pt x="141" y="18"/>
                    <a:pt x="147" y="14"/>
                  </a:cubicBezTo>
                  <a:cubicBezTo>
                    <a:pt x="148" y="14"/>
                    <a:pt x="149" y="13"/>
                    <a:pt x="150" y="13"/>
                  </a:cubicBezTo>
                  <a:cubicBezTo>
                    <a:pt x="152" y="12"/>
                    <a:pt x="154" y="12"/>
                    <a:pt x="156" y="13"/>
                  </a:cubicBezTo>
                  <a:cubicBezTo>
                    <a:pt x="157" y="14"/>
                    <a:pt x="158" y="16"/>
                    <a:pt x="158" y="18"/>
                  </a:cubicBezTo>
                  <a:lnTo>
                    <a:pt x="158" y="88"/>
                  </a:lnTo>
                  <a:close/>
                  <a:moveTo>
                    <a:pt x="70" y="24"/>
                  </a:moveTo>
                  <a:cubicBezTo>
                    <a:pt x="59" y="25"/>
                    <a:pt x="45" y="30"/>
                    <a:pt x="35" y="36"/>
                  </a:cubicBezTo>
                  <a:cubicBezTo>
                    <a:pt x="35" y="53"/>
                    <a:pt x="35" y="53"/>
                    <a:pt x="35" y="53"/>
                  </a:cubicBezTo>
                  <a:cubicBezTo>
                    <a:pt x="46" y="47"/>
                    <a:pt x="59" y="42"/>
                    <a:pt x="70" y="42"/>
                  </a:cubicBezTo>
                  <a:lnTo>
                    <a:pt x="70" y="24"/>
                  </a:lnTo>
                  <a:close/>
                  <a:moveTo>
                    <a:pt x="70" y="63"/>
                  </a:moveTo>
                  <a:cubicBezTo>
                    <a:pt x="59" y="64"/>
                    <a:pt x="46" y="68"/>
                    <a:pt x="35" y="73"/>
                  </a:cubicBezTo>
                  <a:cubicBezTo>
                    <a:pt x="35" y="90"/>
                    <a:pt x="35" y="90"/>
                    <a:pt x="35" y="90"/>
                  </a:cubicBezTo>
                  <a:cubicBezTo>
                    <a:pt x="46" y="85"/>
                    <a:pt x="59" y="81"/>
                    <a:pt x="70" y="80"/>
                  </a:cubicBezTo>
                  <a:lnTo>
                    <a:pt x="70" y="63"/>
                  </a:lnTo>
                  <a:close/>
                  <a:moveTo>
                    <a:pt x="147" y="68"/>
                  </a:moveTo>
                  <a:cubicBezTo>
                    <a:pt x="138" y="72"/>
                    <a:pt x="124" y="78"/>
                    <a:pt x="111" y="74"/>
                  </a:cubicBezTo>
                  <a:cubicBezTo>
                    <a:pt x="111" y="54"/>
                    <a:pt x="111" y="54"/>
                    <a:pt x="111" y="54"/>
                  </a:cubicBezTo>
                  <a:cubicBezTo>
                    <a:pt x="110" y="53"/>
                    <a:pt x="109" y="53"/>
                    <a:pt x="108" y="52"/>
                  </a:cubicBezTo>
                  <a:cubicBezTo>
                    <a:pt x="97" y="47"/>
                    <a:pt x="89" y="42"/>
                    <a:pt x="75" y="42"/>
                  </a:cubicBezTo>
                  <a:cubicBezTo>
                    <a:pt x="73" y="42"/>
                    <a:pt x="72" y="42"/>
                    <a:pt x="70" y="42"/>
                  </a:cubicBezTo>
                  <a:cubicBezTo>
                    <a:pt x="70" y="63"/>
                    <a:pt x="70" y="63"/>
                    <a:pt x="70" y="63"/>
                  </a:cubicBezTo>
                  <a:cubicBezTo>
                    <a:pt x="71" y="63"/>
                    <a:pt x="72" y="63"/>
                    <a:pt x="72" y="63"/>
                  </a:cubicBezTo>
                  <a:cubicBezTo>
                    <a:pt x="86" y="63"/>
                    <a:pt x="97" y="67"/>
                    <a:pt x="108" y="73"/>
                  </a:cubicBezTo>
                  <a:cubicBezTo>
                    <a:pt x="109" y="73"/>
                    <a:pt x="110" y="74"/>
                    <a:pt x="111" y="74"/>
                  </a:cubicBezTo>
                  <a:cubicBezTo>
                    <a:pt x="111" y="91"/>
                    <a:pt x="111" y="91"/>
                    <a:pt x="111" y="91"/>
                  </a:cubicBezTo>
                  <a:cubicBezTo>
                    <a:pt x="114" y="92"/>
                    <a:pt x="117" y="93"/>
                    <a:pt x="120" y="93"/>
                  </a:cubicBezTo>
                  <a:cubicBezTo>
                    <a:pt x="130" y="93"/>
                    <a:pt x="141" y="87"/>
                    <a:pt x="147" y="84"/>
                  </a:cubicBezTo>
                  <a:lnTo>
                    <a:pt x="147" y="68"/>
                  </a:lnTo>
                  <a:close/>
                  <a:moveTo>
                    <a:pt x="147" y="28"/>
                  </a:moveTo>
                  <a:cubicBezTo>
                    <a:pt x="139" y="32"/>
                    <a:pt x="129" y="36"/>
                    <a:pt x="119" y="36"/>
                  </a:cubicBezTo>
                  <a:cubicBezTo>
                    <a:pt x="116" y="36"/>
                    <a:pt x="114" y="36"/>
                    <a:pt x="111" y="36"/>
                  </a:cubicBezTo>
                  <a:cubicBezTo>
                    <a:pt x="111" y="54"/>
                    <a:pt x="111" y="54"/>
                    <a:pt x="111" y="54"/>
                  </a:cubicBezTo>
                  <a:cubicBezTo>
                    <a:pt x="124" y="57"/>
                    <a:pt x="138" y="50"/>
                    <a:pt x="147" y="45"/>
                  </a:cubicBezTo>
                  <a:lnTo>
                    <a:pt x="147" y="2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24" name="Group 13"/>
          <p:cNvGrpSpPr/>
          <p:nvPr/>
        </p:nvGrpSpPr>
        <p:grpSpPr>
          <a:xfrm>
            <a:off x="5782096" y="3872778"/>
            <a:ext cx="1110937" cy="947678"/>
            <a:chOff x="4323363" y="2970968"/>
            <a:chExt cx="823252" cy="710758"/>
          </a:xfrm>
        </p:grpSpPr>
        <p:grpSp>
          <p:nvGrpSpPr>
            <p:cNvPr id="30" name="Group 223"/>
            <p:cNvGrpSpPr/>
            <p:nvPr/>
          </p:nvGrpSpPr>
          <p:grpSpPr>
            <a:xfrm>
              <a:off x="4323363" y="2970968"/>
              <a:ext cx="823252" cy="710758"/>
              <a:chOff x="3755667" y="1931353"/>
              <a:chExt cx="680374" cy="587404"/>
            </a:xfrm>
          </p:grpSpPr>
          <p:sp>
            <p:nvSpPr>
              <p:cNvPr id="4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1"/>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4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46" name="Freeform 7"/>
            <p:cNvSpPr>
              <a:spLocks noEditPoints="1"/>
            </p:cNvSpPr>
            <p:nvPr/>
          </p:nvSpPr>
          <p:spPr>
            <a:xfrm>
              <a:off x="4580089" y="3139036"/>
              <a:ext cx="328025" cy="326055"/>
            </a:xfrm>
            <a:custGeom>
              <a:avLst/>
              <a:gdLst>
                <a:gd name="T0" fmla="*/ 124 w 141"/>
                <a:gd name="T1" fmla="*/ 140 h 140"/>
                <a:gd name="T2" fmla="*/ 18 w 141"/>
                <a:gd name="T3" fmla="*/ 140 h 140"/>
                <a:gd name="T4" fmla="*/ 7 w 141"/>
                <a:gd name="T5" fmla="*/ 121 h 140"/>
                <a:gd name="T6" fmla="*/ 53 w 141"/>
                <a:gd name="T7" fmla="*/ 48 h 140"/>
                <a:gd name="T8" fmla="*/ 53 w 141"/>
                <a:gd name="T9" fmla="*/ 11 h 140"/>
                <a:gd name="T10" fmla="*/ 48 w 141"/>
                <a:gd name="T11" fmla="*/ 11 h 140"/>
                <a:gd name="T12" fmla="*/ 42 w 141"/>
                <a:gd name="T13" fmla="*/ 6 h 140"/>
                <a:gd name="T14" fmla="*/ 48 w 141"/>
                <a:gd name="T15" fmla="*/ 0 h 140"/>
                <a:gd name="T16" fmla="*/ 94 w 141"/>
                <a:gd name="T17" fmla="*/ 0 h 140"/>
                <a:gd name="T18" fmla="*/ 100 w 141"/>
                <a:gd name="T19" fmla="*/ 6 h 140"/>
                <a:gd name="T20" fmla="*/ 94 w 141"/>
                <a:gd name="T21" fmla="*/ 11 h 140"/>
                <a:gd name="T22" fmla="*/ 89 w 141"/>
                <a:gd name="T23" fmla="*/ 11 h 140"/>
                <a:gd name="T24" fmla="*/ 89 w 141"/>
                <a:gd name="T25" fmla="*/ 48 h 140"/>
                <a:gd name="T26" fmla="*/ 135 w 141"/>
                <a:gd name="T27" fmla="*/ 121 h 140"/>
                <a:gd name="T28" fmla="*/ 124 w 141"/>
                <a:gd name="T29" fmla="*/ 140 h 140"/>
                <a:gd name="T30" fmla="*/ 38 w 141"/>
                <a:gd name="T31" fmla="*/ 93 h 140"/>
                <a:gd name="T32" fmla="*/ 104 w 141"/>
                <a:gd name="T33" fmla="*/ 93 h 140"/>
                <a:gd name="T34" fmla="*/ 79 w 141"/>
                <a:gd name="T35" fmla="*/ 54 h 140"/>
                <a:gd name="T36" fmla="*/ 77 w 141"/>
                <a:gd name="T37" fmla="*/ 51 h 140"/>
                <a:gd name="T38" fmla="*/ 77 w 141"/>
                <a:gd name="T39" fmla="*/ 48 h 140"/>
                <a:gd name="T40" fmla="*/ 77 w 141"/>
                <a:gd name="T41" fmla="*/ 11 h 140"/>
                <a:gd name="T42" fmla="*/ 65 w 141"/>
                <a:gd name="T43" fmla="*/ 11 h 140"/>
                <a:gd name="T44" fmla="*/ 65 w 141"/>
                <a:gd name="T45" fmla="*/ 48 h 140"/>
                <a:gd name="T46" fmla="*/ 65 w 141"/>
                <a:gd name="T47" fmla="*/ 51 h 140"/>
                <a:gd name="T48" fmla="*/ 63 w 141"/>
                <a:gd name="T49" fmla="*/ 54 h 140"/>
                <a:gd name="T50" fmla="*/ 38 w 141"/>
                <a:gd name="T51" fmla="*/ 9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1" h="140">
                  <a:moveTo>
                    <a:pt x="124" y="140"/>
                  </a:moveTo>
                  <a:cubicBezTo>
                    <a:pt x="18" y="140"/>
                    <a:pt x="18" y="140"/>
                    <a:pt x="18" y="140"/>
                  </a:cubicBezTo>
                  <a:cubicBezTo>
                    <a:pt x="5" y="140"/>
                    <a:pt x="0" y="131"/>
                    <a:pt x="7" y="121"/>
                  </a:cubicBezTo>
                  <a:cubicBezTo>
                    <a:pt x="53" y="48"/>
                    <a:pt x="53" y="48"/>
                    <a:pt x="53" y="48"/>
                  </a:cubicBezTo>
                  <a:cubicBezTo>
                    <a:pt x="53" y="11"/>
                    <a:pt x="53" y="11"/>
                    <a:pt x="53" y="11"/>
                  </a:cubicBezTo>
                  <a:cubicBezTo>
                    <a:pt x="48" y="11"/>
                    <a:pt x="48" y="11"/>
                    <a:pt x="48" y="11"/>
                  </a:cubicBezTo>
                  <a:cubicBezTo>
                    <a:pt x="44" y="11"/>
                    <a:pt x="42" y="9"/>
                    <a:pt x="42" y="6"/>
                  </a:cubicBezTo>
                  <a:cubicBezTo>
                    <a:pt x="42" y="2"/>
                    <a:pt x="44" y="0"/>
                    <a:pt x="48" y="0"/>
                  </a:cubicBezTo>
                  <a:cubicBezTo>
                    <a:pt x="94" y="0"/>
                    <a:pt x="94" y="0"/>
                    <a:pt x="94" y="0"/>
                  </a:cubicBezTo>
                  <a:cubicBezTo>
                    <a:pt x="98" y="0"/>
                    <a:pt x="100" y="2"/>
                    <a:pt x="100" y="6"/>
                  </a:cubicBezTo>
                  <a:cubicBezTo>
                    <a:pt x="100" y="9"/>
                    <a:pt x="98" y="11"/>
                    <a:pt x="94" y="11"/>
                  </a:cubicBezTo>
                  <a:cubicBezTo>
                    <a:pt x="89" y="11"/>
                    <a:pt x="89" y="11"/>
                    <a:pt x="89" y="11"/>
                  </a:cubicBezTo>
                  <a:cubicBezTo>
                    <a:pt x="89" y="48"/>
                    <a:pt x="89" y="48"/>
                    <a:pt x="89" y="48"/>
                  </a:cubicBezTo>
                  <a:cubicBezTo>
                    <a:pt x="135" y="121"/>
                    <a:pt x="135" y="121"/>
                    <a:pt x="135" y="121"/>
                  </a:cubicBezTo>
                  <a:cubicBezTo>
                    <a:pt x="141" y="131"/>
                    <a:pt x="137" y="140"/>
                    <a:pt x="124" y="140"/>
                  </a:cubicBezTo>
                  <a:close/>
                  <a:moveTo>
                    <a:pt x="38" y="93"/>
                  </a:moveTo>
                  <a:cubicBezTo>
                    <a:pt x="104" y="93"/>
                    <a:pt x="104" y="93"/>
                    <a:pt x="104" y="93"/>
                  </a:cubicBezTo>
                  <a:cubicBezTo>
                    <a:pt x="79" y="54"/>
                    <a:pt x="79" y="54"/>
                    <a:pt x="79" y="54"/>
                  </a:cubicBezTo>
                  <a:cubicBezTo>
                    <a:pt x="77" y="51"/>
                    <a:pt x="77" y="51"/>
                    <a:pt x="77" y="51"/>
                  </a:cubicBezTo>
                  <a:cubicBezTo>
                    <a:pt x="77" y="48"/>
                    <a:pt x="77" y="48"/>
                    <a:pt x="77" y="48"/>
                  </a:cubicBezTo>
                  <a:cubicBezTo>
                    <a:pt x="77" y="11"/>
                    <a:pt x="77" y="11"/>
                    <a:pt x="77" y="11"/>
                  </a:cubicBezTo>
                  <a:cubicBezTo>
                    <a:pt x="65" y="11"/>
                    <a:pt x="65" y="11"/>
                    <a:pt x="65" y="11"/>
                  </a:cubicBezTo>
                  <a:cubicBezTo>
                    <a:pt x="65" y="48"/>
                    <a:pt x="65" y="48"/>
                    <a:pt x="65" y="48"/>
                  </a:cubicBezTo>
                  <a:cubicBezTo>
                    <a:pt x="65" y="51"/>
                    <a:pt x="65" y="51"/>
                    <a:pt x="65" y="51"/>
                  </a:cubicBezTo>
                  <a:cubicBezTo>
                    <a:pt x="63" y="54"/>
                    <a:pt x="63" y="54"/>
                    <a:pt x="63" y="54"/>
                  </a:cubicBezTo>
                  <a:lnTo>
                    <a:pt x="38" y="93"/>
                  </a:lnTo>
                  <a:close/>
                </a:path>
              </a:pathLst>
            </a:custGeom>
            <a:solidFill>
              <a:schemeClr val="accent1"/>
            </a:solidFill>
            <a:ln>
              <a:noFill/>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33" name="Group 7"/>
          <p:cNvGrpSpPr/>
          <p:nvPr/>
        </p:nvGrpSpPr>
        <p:grpSpPr>
          <a:xfrm>
            <a:off x="6647167" y="3381459"/>
            <a:ext cx="1110937" cy="947678"/>
            <a:chOff x="4964418" y="2602479"/>
            <a:chExt cx="823252" cy="710758"/>
          </a:xfrm>
        </p:grpSpPr>
        <p:grpSp>
          <p:nvGrpSpPr>
            <p:cNvPr id="36" name="Group 220"/>
            <p:cNvGrpSpPr/>
            <p:nvPr/>
          </p:nvGrpSpPr>
          <p:grpSpPr>
            <a:xfrm>
              <a:off x="4964418" y="2602479"/>
              <a:ext cx="823252" cy="710758"/>
              <a:chOff x="3755667" y="1931353"/>
              <a:chExt cx="680374" cy="587404"/>
            </a:xfrm>
          </p:grpSpPr>
          <p:sp>
            <p:nvSpPr>
              <p:cNvPr id="5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4"/>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51" name="Freeform 8"/>
            <p:cNvSpPr>
              <a:spLocks noEditPoints="1"/>
            </p:cNvSpPr>
            <p:nvPr/>
          </p:nvSpPr>
          <p:spPr>
            <a:xfrm>
              <a:off x="5209647" y="2816545"/>
              <a:ext cx="320093" cy="266264"/>
            </a:xfrm>
            <a:custGeom>
              <a:avLst/>
              <a:gdLst>
                <a:gd name="T0" fmla="*/ 141 w 141"/>
                <a:gd name="T1" fmla="*/ 103 h 117"/>
                <a:gd name="T2" fmla="*/ 126 w 141"/>
                <a:gd name="T3" fmla="*/ 117 h 117"/>
                <a:gd name="T4" fmla="*/ 15 w 141"/>
                <a:gd name="T5" fmla="*/ 117 h 117"/>
                <a:gd name="T6" fmla="*/ 0 w 141"/>
                <a:gd name="T7" fmla="*/ 103 h 117"/>
                <a:gd name="T8" fmla="*/ 0 w 141"/>
                <a:gd name="T9" fmla="*/ 73 h 117"/>
                <a:gd name="T10" fmla="*/ 2 w 141"/>
                <a:gd name="T11" fmla="*/ 66 h 117"/>
                <a:gd name="T12" fmla="*/ 20 w 141"/>
                <a:gd name="T13" fmla="*/ 11 h 117"/>
                <a:gd name="T14" fmla="*/ 35 w 141"/>
                <a:gd name="T15" fmla="*/ 0 h 117"/>
                <a:gd name="T16" fmla="*/ 106 w 141"/>
                <a:gd name="T17" fmla="*/ 0 h 117"/>
                <a:gd name="T18" fmla="*/ 121 w 141"/>
                <a:gd name="T19" fmla="*/ 11 h 117"/>
                <a:gd name="T20" fmla="*/ 140 w 141"/>
                <a:gd name="T21" fmla="*/ 66 h 117"/>
                <a:gd name="T22" fmla="*/ 141 w 141"/>
                <a:gd name="T23" fmla="*/ 73 h 117"/>
                <a:gd name="T24" fmla="*/ 141 w 141"/>
                <a:gd name="T25" fmla="*/ 103 h 117"/>
                <a:gd name="T26" fmla="*/ 129 w 141"/>
                <a:gd name="T27" fmla="*/ 73 h 117"/>
                <a:gd name="T28" fmla="*/ 126 w 141"/>
                <a:gd name="T29" fmla="*/ 70 h 117"/>
                <a:gd name="T30" fmla="*/ 15 w 141"/>
                <a:gd name="T31" fmla="*/ 70 h 117"/>
                <a:gd name="T32" fmla="*/ 12 w 141"/>
                <a:gd name="T33" fmla="*/ 73 h 117"/>
                <a:gd name="T34" fmla="*/ 12 w 141"/>
                <a:gd name="T35" fmla="*/ 103 h 117"/>
                <a:gd name="T36" fmla="*/ 15 w 141"/>
                <a:gd name="T37" fmla="*/ 105 h 117"/>
                <a:gd name="T38" fmla="*/ 126 w 141"/>
                <a:gd name="T39" fmla="*/ 105 h 117"/>
                <a:gd name="T40" fmla="*/ 129 w 141"/>
                <a:gd name="T41" fmla="*/ 103 h 117"/>
                <a:gd name="T42" fmla="*/ 129 w 141"/>
                <a:gd name="T43" fmla="*/ 73 h 117"/>
                <a:gd name="T44" fmla="*/ 125 w 141"/>
                <a:gd name="T45" fmla="*/ 59 h 117"/>
                <a:gd name="T46" fmla="*/ 110 w 141"/>
                <a:gd name="T47" fmla="*/ 14 h 117"/>
                <a:gd name="T48" fmla="*/ 106 w 141"/>
                <a:gd name="T49" fmla="*/ 12 h 117"/>
                <a:gd name="T50" fmla="*/ 35 w 141"/>
                <a:gd name="T51" fmla="*/ 12 h 117"/>
                <a:gd name="T52" fmla="*/ 31 w 141"/>
                <a:gd name="T53" fmla="*/ 14 h 117"/>
                <a:gd name="T54" fmla="*/ 17 w 141"/>
                <a:gd name="T55" fmla="*/ 59 h 117"/>
                <a:gd name="T56" fmla="*/ 125 w 141"/>
                <a:gd name="T57" fmla="*/ 59 h 117"/>
                <a:gd name="T58" fmla="*/ 88 w 141"/>
                <a:gd name="T59" fmla="*/ 95 h 117"/>
                <a:gd name="T60" fmla="*/ 81 w 141"/>
                <a:gd name="T61" fmla="*/ 88 h 117"/>
                <a:gd name="T62" fmla="*/ 88 w 141"/>
                <a:gd name="T63" fmla="*/ 81 h 117"/>
                <a:gd name="T64" fmla="*/ 96 w 141"/>
                <a:gd name="T65" fmla="*/ 88 h 117"/>
                <a:gd name="T66" fmla="*/ 88 w 141"/>
                <a:gd name="T67" fmla="*/ 95 h 117"/>
                <a:gd name="T68" fmla="*/ 112 w 141"/>
                <a:gd name="T69" fmla="*/ 95 h 117"/>
                <a:gd name="T70" fmla="*/ 104 w 141"/>
                <a:gd name="T71" fmla="*/ 88 h 117"/>
                <a:gd name="T72" fmla="*/ 112 w 141"/>
                <a:gd name="T73" fmla="*/ 81 h 117"/>
                <a:gd name="T74" fmla="*/ 119 w 141"/>
                <a:gd name="T75" fmla="*/ 88 h 117"/>
                <a:gd name="T76" fmla="*/ 112 w 141"/>
                <a:gd name="T77" fmla="*/ 9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1" h="117">
                  <a:moveTo>
                    <a:pt x="141" y="103"/>
                  </a:moveTo>
                  <a:cubicBezTo>
                    <a:pt x="141" y="111"/>
                    <a:pt x="134" y="117"/>
                    <a:pt x="126" y="117"/>
                  </a:cubicBezTo>
                  <a:cubicBezTo>
                    <a:pt x="15" y="117"/>
                    <a:pt x="15" y="117"/>
                    <a:pt x="15" y="117"/>
                  </a:cubicBezTo>
                  <a:cubicBezTo>
                    <a:pt x="7" y="117"/>
                    <a:pt x="0" y="111"/>
                    <a:pt x="0" y="103"/>
                  </a:cubicBezTo>
                  <a:cubicBezTo>
                    <a:pt x="0" y="73"/>
                    <a:pt x="0" y="73"/>
                    <a:pt x="0" y="73"/>
                  </a:cubicBezTo>
                  <a:cubicBezTo>
                    <a:pt x="0" y="71"/>
                    <a:pt x="1" y="69"/>
                    <a:pt x="2" y="66"/>
                  </a:cubicBezTo>
                  <a:cubicBezTo>
                    <a:pt x="20" y="11"/>
                    <a:pt x="20" y="11"/>
                    <a:pt x="20" y="11"/>
                  </a:cubicBezTo>
                  <a:cubicBezTo>
                    <a:pt x="22" y="4"/>
                    <a:pt x="28" y="0"/>
                    <a:pt x="35" y="0"/>
                  </a:cubicBezTo>
                  <a:cubicBezTo>
                    <a:pt x="106" y="0"/>
                    <a:pt x="106" y="0"/>
                    <a:pt x="106" y="0"/>
                  </a:cubicBezTo>
                  <a:cubicBezTo>
                    <a:pt x="113" y="0"/>
                    <a:pt x="119" y="4"/>
                    <a:pt x="121" y="11"/>
                  </a:cubicBezTo>
                  <a:cubicBezTo>
                    <a:pt x="140" y="66"/>
                    <a:pt x="140" y="66"/>
                    <a:pt x="140" y="66"/>
                  </a:cubicBezTo>
                  <a:cubicBezTo>
                    <a:pt x="140" y="69"/>
                    <a:pt x="141" y="71"/>
                    <a:pt x="141" y="73"/>
                  </a:cubicBezTo>
                  <a:lnTo>
                    <a:pt x="141" y="103"/>
                  </a:lnTo>
                  <a:close/>
                  <a:moveTo>
                    <a:pt x="129" y="73"/>
                  </a:moveTo>
                  <a:cubicBezTo>
                    <a:pt x="129" y="72"/>
                    <a:pt x="128" y="70"/>
                    <a:pt x="126" y="70"/>
                  </a:cubicBezTo>
                  <a:cubicBezTo>
                    <a:pt x="15" y="70"/>
                    <a:pt x="15" y="70"/>
                    <a:pt x="15" y="70"/>
                  </a:cubicBezTo>
                  <a:cubicBezTo>
                    <a:pt x="13" y="70"/>
                    <a:pt x="12" y="72"/>
                    <a:pt x="12" y="73"/>
                  </a:cubicBezTo>
                  <a:cubicBezTo>
                    <a:pt x="12" y="103"/>
                    <a:pt x="12" y="103"/>
                    <a:pt x="12" y="103"/>
                  </a:cubicBezTo>
                  <a:cubicBezTo>
                    <a:pt x="12" y="104"/>
                    <a:pt x="13" y="105"/>
                    <a:pt x="15" y="105"/>
                  </a:cubicBezTo>
                  <a:cubicBezTo>
                    <a:pt x="126" y="105"/>
                    <a:pt x="126" y="105"/>
                    <a:pt x="126" y="105"/>
                  </a:cubicBezTo>
                  <a:cubicBezTo>
                    <a:pt x="128" y="105"/>
                    <a:pt x="129" y="104"/>
                    <a:pt x="129" y="103"/>
                  </a:cubicBezTo>
                  <a:lnTo>
                    <a:pt x="129" y="73"/>
                  </a:lnTo>
                  <a:close/>
                  <a:moveTo>
                    <a:pt x="125" y="59"/>
                  </a:moveTo>
                  <a:cubicBezTo>
                    <a:pt x="110" y="14"/>
                    <a:pt x="110" y="14"/>
                    <a:pt x="110" y="14"/>
                  </a:cubicBezTo>
                  <a:cubicBezTo>
                    <a:pt x="110" y="13"/>
                    <a:pt x="108" y="12"/>
                    <a:pt x="106" y="12"/>
                  </a:cubicBezTo>
                  <a:cubicBezTo>
                    <a:pt x="35" y="12"/>
                    <a:pt x="35" y="12"/>
                    <a:pt x="35" y="12"/>
                  </a:cubicBezTo>
                  <a:cubicBezTo>
                    <a:pt x="33" y="12"/>
                    <a:pt x="32" y="13"/>
                    <a:pt x="31" y="14"/>
                  </a:cubicBezTo>
                  <a:cubicBezTo>
                    <a:pt x="17" y="59"/>
                    <a:pt x="17" y="59"/>
                    <a:pt x="17" y="59"/>
                  </a:cubicBezTo>
                  <a:lnTo>
                    <a:pt x="125" y="59"/>
                  </a:lnTo>
                  <a:close/>
                  <a:moveTo>
                    <a:pt x="88" y="95"/>
                  </a:moveTo>
                  <a:cubicBezTo>
                    <a:pt x="84" y="95"/>
                    <a:pt x="81" y="92"/>
                    <a:pt x="81" y="88"/>
                  </a:cubicBezTo>
                  <a:cubicBezTo>
                    <a:pt x="81" y="84"/>
                    <a:pt x="84" y="81"/>
                    <a:pt x="88" y="81"/>
                  </a:cubicBezTo>
                  <a:cubicBezTo>
                    <a:pt x="92" y="81"/>
                    <a:pt x="96" y="84"/>
                    <a:pt x="96" y="88"/>
                  </a:cubicBezTo>
                  <a:cubicBezTo>
                    <a:pt x="96" y="92"/>
                    <a:pt x="92" y="95"/>
                    <a:pt x="88" y="95"/>
                  </a:cubicBezTo>
                  <a:close/>
                  <a:moveTo>
                    <a:pt x="112" y="95"/>
                  </a:moveTo>
                  <a:cubicBezTo>
                    <a:pt x="108" y="95"/>
                    <a:pt x="104" y="92"/>
                    <a:pt x="104" y="88"/>
                  </a:cubicBezTo>
                  <a:cubicBezTo>
                    <a:pt x="104" y="84"/>
                    <a:pt x="108" y="81"/>
                    <a:pt x="112" y="81"/>
                  </a:cubicBezTo>
                  <a:cubicBezTo>
                    <a:pt x="116" y="81"/>
                    <a:pt x="119" y="84"/>
                    <a:pt x="119" y="88"/>
                  </a:cubicBezTo>
                  <a:cubicBezTo>
                    <a:pt x="119" y="92"/>
                    <a:pt x="116" y="95"/>
                    <a:pt x="112" y="95"/>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39" name="Group 4"/>
          <p:cNvGrpSpPr/>
          <p:nvPr/>
        </p:nvGrpSpPr>
        <p:grpSpPr>
          <a:xfrm>
            <a:off x="6352182" y="1911411"/>
            <a:ext cx="1110937" cy="947678"/>
            <a:chOff x="4745821" y="1499943"/>
            <a:chExt cx="823252" cy="710758"/>
          </a:xfrm>
        </p:grpSpPr>
        <p:grpSp>
          <p:nvGrpSpPr>
            <p:cNvPr id="40" name="Group 217"/>
            <p:cNvGrpSpPr/>
            <p:nvPr/>
          </p:nvGrpSpPr>
          <p:grpSpPr>
            <a:xfrm>
              <a:off x="4745821" y="1499943"/>
              <a:ext cx="823252" cy="710758"/>
              <a:chOff x="3755667" y="1931353"/>
              <a:chExt cx="680374" cy="587404"/>
            </a:xfrm>
          </p:grpSpPr>
          <p:sp>
            <p:nvSpPr>
              <p:cNvPr id="5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1"/>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5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56" name="Freeform 9"/>
            <p:cNvSpPr>
              <a:spLocks noEditPoints="1"/>
            </p:cNvSpPr>
            <p:nvPr/>
          </p:nvSpPr>
          <p:spPr>
            <a:xfrm>
              <a:off x="4982104" y="1749116"/>
              <a:ext cx="367123" cy="246476"/>
            </a:xfrm>
            <a:custGeom>
              <a:avLst/>
              <a:gdLst>
                <a:gd name="T0" fmla="*/ 208 w 210"/>
                <a:gd name="T1" fmla="*/ 38 h 141"/>
                <a:gd name="T2" fmla="*/ 106 w 210"/>
                <a:gd name="T3" fmla="*/ 70 h 141"/>
                <a:gd name="T4" fmla="*/ 105 w 210"/>
                <a:gd name="T5" fmla="*/ 71 h 141"/>
                <a:gd name="T6" fmla="*/ 104 w 210"/>
                <a:gd name="T7" fmla="*/ 70 h 141"/>
                <a:gd name="T8" fmla="*/ 44 w 210"/>
                <a:gd name="T9" fmla="*/ 52 h 141"/>
                <a:gd name="T10" fmla="*/ 35 w 210"/>
                <a:gd name="T11" fmla="*/ 78 h 141"/>
                <a:gd name="T12" fmla="*/ 41 w 210"/>
                <a:gd name="T13" fmla="*/ 88 h 141"/>
                <a:gd name="T14" fmla="*/ 35 w 210"/>
                <a:gd name="T15" fmla="*/ 98 h 141"/>
                <a:gd name="T16" fmla="*/ 41 w 210"/>
                <a:gd name="T17" fmla="*/ 138 h 141"/>
                <a:gd name="T18" fmla="*/ 40 w 210"/>
                <a:gd name="T19" fmla="*/ 140 h 141"/>
                <a:gd name="T20" fmla="*/ 38 w 210"/>
                <a:gd name="T21" fmla="*/ 141 h 141"/>
                <a:gd name="T22" fmla="*/ 20 w 210"/>
                <a:gd name="T23" fmla="*/ 141 h 141"/>
                <a:gd name="T24" fmla="*/ 18 w 210"/>
                <a:gd name="T25" fmla="*/ 140 h 141"/>
                <a:gd name="T26" fmla="*/ 17 w 210"/>
                <a:gd name="T27" fmla="*/ 138 h 141"/>
                <a:gd name="T28" fmla="*/ 22 w 210"/>
                <a:gd name="T29" fmla="*/ 98 h 141"/>
                <a:gd name="T30" fmla="*/ 17 w 210"/>
                <a:gd name="T31" fmla="*/ 88 h 141"/>
                <a:gd name="T32" fmla="*/ 23 w 210"/>
                <a:gd name="T33" fmla="*/ 78 h 141"/>
                <a:gd name="T34" fmla="*/ 32 w 210"/>
                <a:gd name="T35" fmla="*/ 48 h 141"/>
                <a:gd name="T36" fmla="*/ 2 w 210"/>
                <a:gd name="T37" fmla="*/ 38 h 141"/>
                <a:gd name="T38" fmla="*/ 0 w 210"/>
                <a:gd name="T39" fmla="*/ 35 h 141"/>
                <a:gd name="T40" fmla="*/ 2 w 210"/>
                <a:gd name="T41" fmla="*/ 33 h 141"/>
                <a:gd name="T42" fmla="*/ 104 w 210"/>
                <a:gd name="T43" fmla="*/ 0 h 141"/>
                <a:gd name="T44" fmla="*/ 105 w 210"/>
                <a:gd name="T45" fmla="*/ 0 h 141"/>
                <a:gd name="T46" fmla="*/ 106 w 210"/>
                <a:gd name="T47" fmla="*/ 0 h 141"/>
                <a:gd name="T48" fmla="*/ 208 w 210"/>
                <a:gd name="T49" fmla="*/ 33 h 141"/>
                <a:gd name="T50" fmla="*/ 210 w 210"/>
                <a:gd name="T51" fmla="*/ 35 h 141"/>
                <a:gd name="T52" fmla="*/ 208 w 210"/>
                <a:gd name="T53" fmla="*/ 38 h 141"/>
                <a:gd name="T54" fmla="*/ 164 w 210"/>
                <a:gd name="T55" fmla="*/ 94 h 141"/>
                <a:gd name="T56" fmla="*/ 105 w 210"/>
                <a:gd name="T57" fmla="*/ 117 h 141"/>
                <a:gd name="T58" fmla="*/ 46 w 210"/>
                <a:gd name="T59" fmla="*/ 94 h 141"/>
                <a:gd name="T60" fmla="*/ 48 w 210"/>
                <a:gd name="T61" fmla="*/ 65 h 141"/>
                <a:gd name="T62" fmla="*/ 101 w 210"/>
                <a:gd name="T63" fmla="*/ 82 h 141"/>
                <a:gd name="T64" fmla="*/ 105 w 210"/>
                <a:gd name="T65" fmla="*/ 82 h 141"/>
                <a:gd name="T66" fmla="*/ 109 w 210"/>
                <a:gd name="T67" fmla="*/ 82 h 141"/>
                <a:gd name="T68" fmla="*/ 162 w 210"/>
                <a:gd name="T69" fmla="*/ 65 h 141"/>
                <a:gd name="T70" fmla="*/ 164 w 210"/>
                <a:gd name="T71" fmla="*/ 94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0" h="141">
                  <a:moveTo>
                    <a:pt x="208" y="38"/>
                  </a:moveTo>
                  <a:cubicBezTo>
                    <a:pt x="106" y="70"/>
                    <a:pt x="106" y="70"/>
                    <a:pt x="106" y="70"/>
                  </a:cubicBezTo>
                  <a:cubicBezTo>
                    <a:pt x="106" y="71"/>
                    <a:pt x="105" y="71"/>
                    <a:pt x="105" y="71"/>
                  </a:cubicBezTo>
                  <a:cubicBezTo>
                    <a:pt x="105" y="71"/>
                    <a:pt x="104" y="71"/>
                    <a:pt x="104" y="70"/>
                  </a:cubicBezTo>
                  <a:cubicBezTo>
                    <a:pt x="44" y="52"/>
                    <a:pt x="44" y="52"/>
                    <a:pt x="44" y="52"/>
                  </a:cubicBezTo>
                  <a:cubicBezTo>
                    <a:pt x="39" y="56"/>
                    <a:pt x="36" y="66"/>
                    <a:pt x="35" y="78"/>
                  </a:cubicBezTo>
                  <a:cubicBezTo>
                    <a:pt x="38" y="80"/>
                    <a:pt x="41" y="84"/>
                    <a:pt x="41" y="88"/>
                  </a:cubicBezTo>
                  <a:cubicBezTo>
                    <a:pt x="41" y="92"/>
                    <a:pt x="38" y="96"/>
                    <a:pt x="35" y="98"/>
                  </a:cubicBezTo>
                  <a:cubicBezTo>
                    <a:pt x="41" y="138"/>
                    <a:pt x="41" y="138"/>
                    <a:pt x="41" y="138"/>
                  </a:cubicBezTo>
                  <a:cubicBezTo>
                    <a:pt x="41" y="138"/>
                    <a:pt x="40" y="139"/>
                    <a:pt x="40" y="140"/>
                  </a:cubicBezTo>
                  <a:cubicBezTo>
                    <a:pt x="39" y="141"/>
                    <a:pt x="38" y="141"/>
                    <a:pt x="38" y="141"/>
                  </a:cubicBezTo>
                  <a:cubicBezTo>
                    <a:pt x="20" y="141"/>
                    <a:pt x="20" y="141"/>
                    <a:pt x="20" y="141"/>
                  </a:cubicBezTo>
                  <a:cubicBezTo>
                    <a:pt x="19" y="141"/>
                    <a:pt x="18" y="141"/>
                    <a:pt x="18" y="140"/>
                  </a:cubicBezTo>
                  <a:cubicBezTo>
                    <a:pt x="17" y="139"/>
                    <a:pt x="17" y="138"/>
                    <a:pt x="17" y="138"/>
                  </a:cubicBezTo>
                  <a:cubicBezTo>
                    <a:pt x="22" y="98"/>
                    <a:pt x="22" y="98"/>
                    <a:pt x="22" y="98"/>
                  </a:cubicBezTo>
                  <a:cubicBezTo>
                    <a:pt x="19" y="96"/>
                    <a:pt x="17" y="92"/>
                    <a:pt x="17" y="88"/>
                  </a:cubicBezTo>
                  <a:cubicBezTo>
                    <a:pt x="17" y="84"/>
                    <a:pt x="20" y="80"/>
                    <a:pt x="23" y="78"/>
                  </a:cubicBezTo>
                  <a:cubicBezTo>
                    <a:pt x="24" y="67"/>
                    <a:pt x="26" y="56"/>
                    <a:pt x="32" y="48"/>
                  </a:cubicBezTo>
                  <a:cubicBezTo>
                    <a:pt x="2" y="38"/>
                    <a:pt x="2" y="38"/>
                    <a:pt x="2" y="38"/>
                  </a:cubicBezTo>
                  <a:cubicBezTo>
                    <a:pt x="0" y="38"/>
                    <a:pt x="0" y="37"/>
                    <a:pt x="0" y="35"/>
                  </a:cubicBezTo>
                  <a:cubicBezTo>
                    <a:pt x="0" y="34"/>
                    <a:pt x="0" y="33"/>
                    <a:pt x="2" y="33"/>
                  </a:cubicBezTo>
                  <a:cubicBezTo>
                    <a:pt x="104" y="0"/>
                    <a:pt x="104" y="0"/>
                    <a:pt x="104" y="0"/>
                  </a:cubicBezTo>
                  <a:cubicBezTo>
                    <a:pt x="104" y="0"/>
                    <a:pt x="105" y="0"/>
                    <a:pt x="105" y="0"/>
                  </a:cubicBezTo>
                  <a:cubicBezTo>
                    <a:pt x="105" y="0"/>
                    <a:pt x="106" y="0"/>
                    <a:pt x="106" y="0"/>
                  </a:cubicBezTo>
                  <a:cubicBezTo>
                    <a:pt x="208" y="33"/>
                    <a:pt x="208" y="33"/>
                    <a:pt x="208" y="33"/>
                  </a:cubicBezTo>
                  <a:cubicBezTo>
                    <a:pt x="210" y="33"/>
                    <a:pt x="210" y="34"/>
                    <a:pt x="210" y="35"/>
                  </a:cubicBezTo>
                  <a:cubicBezTo>
                    <a:pt x="210" y="37"/>
                    <a:pt x="210" y="38"/>
                    <a:pt x="208" y="38"/>
                  </a:cubicBezTo>
                  <a:close/>
                  <a:moveTo>
                    <a:pt x="164" y="94"/>
                  </a:moveTo>
                  <a:cubicBezTo>
                    <a:pt x="164" y="107"/>
                    <a:pt x="137" y="117"/>
                    <a:pt x="105" y="117"/>
                  </a:cubicBezTo>
                  <a:cubicBezTo>
                    <a:pt x="73" y="117"/>
                    <a:pt x="46" y="107"/>
                    <a:pt x="46" y="94"/>
                  </a:cubicBezTo>
                  <a:cubicBezTo>
                    <a:pt x="48" y="65"/>
                    <a:pt x="48" y="65"/>
                    <a:pt x="48" y="65"/>
                  </a:cubicBezTo>
                  <a:cubicBezTo>
                    <a:pt x="101" y="82"/>
                    <a:pt x="101" y="82"/>
                    <a:pt x="101" y="82"/>
                  </a:cubicBezTo>
                  <a:cubicBezTo>
                    <a:pt x="102" y="82"/>
                    <a:pt x="104" y="82"/>
                    <a:pt x="105" y="82"/>
                  </a:cubicBezTo>
                  <a:cubicBezTo>
                    <a:pt x="106" y="82"/>
                    <a:pt x="108" y="82"/>
                    <a:pt x="109" y="82"/>
                  </a:cubicBezTo>
                  <a:cubicBezTo>
                    <a:pt x="162" y="65"/>
                    <a:pt x="162" y="65"/>
                    <a:pt x="162" y="65"/>
                  </a:cubicBezTo>
                  <a:lnTo>
                    <a:pt x="164" y="94"/>
                  </a:lnTo>
                  <a:close/>
                </a:path>
              </a:pathLst>
            </a:custGeom>
            <a:solidFill>
              <a:schemeClr val="accent1"/>
            </a:solidFill>
            <a:ln>
              <a:noFill/>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44" name="Group 14"/>
          <p:cNvGrpSpPr/>
          <p:nvPr/>
        </p:nvGrpSpPr>
        <p:grpSpPr>
          <a:xfrm>
            <a:off x="5207781" y="4843721"/>
            <a:ext cx="1110937" cy="947678"/>
            <a:chOff x="3897771" y="3699175"/>
            <a:chExt cx="823252" cy="710758"/>
          </a:xfrm>
        </p:grpSpPr>
        <p:grpSp>
          <p:nvGrpSpPr>
            <p:cNvPr id="45" name="Group 226"/>
            <p:cNvGrpSpPr/>
            <p:nvPr/>
          </p:nvGrpSpPr>
          <p:grpSpPr>
            <a:xfrm>
              <a:off x="3897771" y="3699175"/>
              <a:ext cx="823252" cy="710758"/>
              <a:chOff x="3755667" y="1931353"/>
              <a:chExt cx="680374" cy="587404"/>
            </a:xfrm>
          </p:grpSpPr>
          <p:sp>
            <p:nvSpPr>
              <p:cNvPr id="62"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2"/>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3"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61" name="Freeform 10"/>
            <p:cNvSpPr>
              <a:spLocks noEditPoints="1"/>
            </p:cNvSpPr>
            <p:nvPr/>
          </p:nvSpPr>
          <p:spPr>
            <a:xfrm>
              <a:off x="4160844" y="3911642"/>
              <a:ext cx="309068" cy="285823"/>
            </a:xfrm>
            <a:custGeom>
              <a:avLst/>
              <a:gdLst>
                <a:gd name="T0" fmla="*/ 152 w 152"/>
                <a:gd name="T1" fmla="*/ 114 h 140"/>
                <a:gd name="T2" fmla="*/ 149 w 152"/>
                <a:gd name="T3" fmla="*/ 117 h 140"/>
                <a:gd name="T4" fmla="*/ 129 w 152"/>
                <a:gd name="T5" fmla="*/ 117 h 140"/>
                <a:gd name="T6" fmla="*/ 129 w 152"/>
                <a:gd name="T7" fmla="*/ 131 h 140"/>
                <a:gd name="T8" fmla="*/ 120 w 152"/>
                <a:gd name="T9" fmla="*/ 140 h 140"/>
                <a:gd name="T10" fmla="*/ 32 w 152"/>
                <a:gd name="T11" fmla="*/ 140 h 140"/>
                <a:gd name="T12" fmla="*/ 23 w 152"/>
                <a:gd name="T13" fmla="*/ 131 h 140"/>
                <a:gd name="T14" fmla="*/ 23 w 152"/>
                <a:gd name="T15" fmla="*/ 117 h 140"/>
                <a:gd name="T16" fmla="*/ 3 w 152"/>
                <a:gd name="T17" fmla="*/ 117 h 140"/>
                <a:gd name="T18" fmla="*/ 0 w 152"/>
                <a:gd name="T19" fmla="*/ 114 h 140"/>
                <a:gd name="T20" fmla="*/ 0 w 152"/>
                <a:gd name="T21" fmla="*/ 76 h 140"/>
                <a:gd name="T22" fmla="*/ 17 w 152"/>
                <a:gd name="T23" fmla="*/ 58 h 140"/>
                <a:gd name="T24" fmla="*/ 23 w 152"/>
                <a:gd name="T25" fmla="*/ 58 h 140"/>
                <a:gd name="T26" fmla="*/ 23 w 152"/>
                <a:gd name="T27" fmla="*/ 8 h 140"/>
                <a:gd name="T28" fmla="*/ 32 w 152"/>
                <a:gd name="T29" fmla="*/ 0 h 140"/>
                <a:gd name="T30" fmla="*/ 94 w 152"/>
                <a:gd name="T31" fmla="*/ 0 h 140"/>
                <a:gd name="T32" fmla="*/ 109 w 152"/>
                <a:gd name="T33" fmla="*/ 6 h 140"/>
                <a:gd name="T34" fmla="*/ 123 w 152"/>
                <a:gd name="T35" fmla="*/ 20 h 140"/>
                <a:gd name="T36" fmla="*/ 129 w 152"/>
                <a:gd name="T37" fmla="*/ 35 h 140"/>
                <a:gd name="T38" fmla="*/ 129 w 152"/>
                <a:gd name="T39" fmla="*/ 58 h 140"/>
                <a:gd name="T40" fmla="*/ 135 w 152"/>
                <a:gd name="T41" fmla="*/ 58 h 140"/>
                <a:gd name="T42" fmla="*/ 152 w 152"/>
                <a:gd name="T43" fmla="*/ 76 h 140"/>
                <a:gd name="T44" fmla="*/ 152 w 152"/>
                <a:gd name="T45" fmla="*/ 114 h 140"/>
                <a:gd name="T46" fmla="*/ 117 w 152"/>
                <a:gd name="T47" fmla="*/ 70 h 140"/>
                <a:gd name="T48" fmla="*/ 117 w 152"/>
                <a:gd name="T49" fmla="*/ 35 h 140"/>
                <a:gd name="T50" fmla="*/ 102 w 152"/>
                <a:gd name="T51" fmla="*/ 35 h 140"/>
                <a:gd name="T52" fmla="*/ 94 w 152"/>
                <a:gd name="T53" fmla="*/ 26 h 140"/>
                <a:gd name="T54" fmla="*/ 94 w 152"/>
                <a:gd name="T55" fmla="*/ 11 h 140"/>
                <a:gd name="T56" fmla="*/ 35 w 152"/>
                <a:gd name="T57" fmla="*/ 11 h 140"/>
                <a:gd name="T58" fmla="*/ 35 w 152"/>
                <a:gd name="T59" fmla="*/ 70 h 140"/>
                <a:gd name="T60" fmla="*/ 117 w 152"/>
                <a:gd name="T61" fmla="*/ 70 h 140"/>
                <a:gd name="T62" fmla="*/ 117 w 152"/>
                <a:gd name="T63" fmla="*/ 129 h 140"/>
                <a:gd name="T64" fmla="*/ 117 w 152"/>
                <a:gd name="T65" fmla="*/ 105 h 140"/>
                <a:gd name="T66" fmla="*/ 35 w 152"/>
                <a:gd name="T67" fmla="*/ 105 h 140"/>
                <a:gd name="T68" fmla="*/ 35 w 152"/>
                <a:gd name="T69" fmla="*/ 129 h 140"/>
                <a:gd name="T70" fmla="*/ 117 w 152"/>
                <a:gd name="T71" fmla="*/ 129 h 140"/>
                <a:gd name="T72" fmla="*/ 135 w 152"/>
                <a:gd name="T73" fmla="*/ 70 h 140"/>
                <a:gd name="T74" fmla="*/ 129 w 152"/>
                <a:gd name="T75" fmla="*/ 76 h 140"/>
                <a:gd name="T76" fmla="*/ 135 w 152"/>
                <a:gd name="T77" fmla="*/ 82 h 140"/>
                <a:gd name="T78" fmla="*/ 140 w 152"/>
                <a:gd name="T79" fmla="*/ 76 h 140"/>
                <a:gd name="T80" fmla="*/ 135 w 152"/>
                <a:gd name="T81"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2" h="140">
                  <a:moveTo>
                    <a:pt x="152" y="114"/>
                  </a:moveTo>
                  <a:cubicBezTo>
                    <a:pt x="152" y="115"/>
                    <a:pt x="151" y="117"/>
                    <a:pt x="149" y="117"/>
                  </a:cubicBezTo>
                  <a:cubicBezTo>
                    <a:pt x="129" y="117"/>
                    <a:pt x="129" y="117"/>
                    <a:pt x="129" y="117"/>
                  </a:cubicBezTo>
                  <a:cubicBezTo>
                    <a:pt x="129" y="131"/>
                    <a:pt x="129" y="131"/>
                    <a:pt x="129" y="131"/>
                  </a:cubicBezTo>
                  <a:cubicBezTo>
                    <a:pt x="129" y="136"/>
                    <a:pt x="125" y="140"/>
                    <a:pt x="120" y="140"/>
                  </a:cubicBezTo>
                  <a:cubicBezTo>
                    <a:pt x="32" y="140"/>
                    <a:pt x="32" y="140"/>
                    <a:pt x="32" y="140"/>
                  </a:cubicBezTo>
                  <a:cubicBezTo>
                    <a:pt x="27" y="140"/>
                    <a:pt x="23" y="136"/>
                    <a:pt x="23" y="131"/>
                  </a:cubicBezTo>
                  <a:cubicBezTo>
                    <a:pt x="23" y="117"/>
                    <a:pt x="23" y="117"/>
                    <a:pt x="23" y="117"/>
                  </a:cubicBezTo>
                  <a:cubicBezTo>
                    <a:pt x="3" y="117"/>
                    <a:pt x="3" y="117"/>
                    <a:pt x="3" y="117"/>
                  </a:cubicBezTo>
                  <a:cubicBezTo>
                    <a:pt x="1" y="117"/>
                    <a:pt x="0" y="115"/>
                    <a:pt x="0" y="114"/>
                  </a:cubicBezTo>
                  <a:cubicBezTo>
                    <a:pt x="0" y="76"/>
                    <a:pt x="0" y="76"/>
                    <a:pt x="0" y="76"/>
                  </a:cubicBezTo>
                  <a:cubicBezTo>
                    <a:pt x="0" y="66"/>
                    <a:pt x="8" y="58"/>
                    <a:pt x="17" y="58"/>
                  </a:cubicBezTo>
                  <a:cubicBezTo>
                    <a:pt x="23" y="58"/>
                    <a:pt x="23" y="58"/>
                    <a:pt x="23" y="58"/>
                  </a:cubicBezTo>
                  <a:cubicBezTo>
                    <a:pt x="23" y="8"/>
                    <a:pt x="23" y="8"/>
                    <a:pt x="23" y="8"/>
                  </a:cubicBezTo>
                  <a:cubicBezTo>
                    <a:pt x="23" y="4"/>
                    <a:pt x="27" y="0"/>
                    <a:pt x="32" y="0"/>
                  </a:cubicBezTo>
                  <a:cubicBezTo>
                    <a:pt x="94" y="0"/>
                    <a:pt x="94" y="0"/>
                    <a:pt x="94" y="0"/>
                  </a:cubicBezTo>
                  <a:cubicBezTo>
                    <a:pt x="98" y="0"/>
                    <a:pt x="105" y="2"/>
                    <a:pt x="109" y="6"/>
                  </a:cubicBezTo>
                  <a:cubicBezTo>
                    <a:pt x="123" y="20"/>
                    <a:pt x="123" y="20"/>
                    <a:pt x="123" y="20"/>
                  </a:cubicBezTo>
                  <a:cubicBezTo>
                    <a:pt x="126" y="23"/>
                    <a:pt x="129" y="30"/>
                    <a:pt x="129" y="35"/>
                  </a:cubicBezTo>
                  <a:cubicBezTo>
                    <a:pt x="129" y="58"/>
                    <a:pt x="129" y="58"/>
                    <a:pt x="129" y="58"/>
                  </a:cubicBezTo>
                  <a:cubicBezTo>
                    <a:pt x="135" y="58"/>
                    <a:pt x="135" y="58"/>
                    <a:pt x="135" y="58"/>
                  </a:cubicBezTo>
                  <a:cubicBezTo>
                    <a:pt x="144" y="58"/>
                    <a:pt x="152" y="66"/>
                    <a:pt x="152" y="76"/>
                  </a:cubicBezTo>
                  <a:lnTo>
                    <a:pt x="152" y="114"/>
                  </a:lnTo>
                  <a:close/>
                  <a:moveTo>
                    <a:pt x="117" y="70"/>
                  </a:moveTo>
                  <a:cubicBezTo>
                    <a:pt x="117" y="35"/>
                    <a:pt x="117" y="35"/>
                    <a:pt x="117" y="35"/>
                  </a:cubicBezTo>
                  <a:cubicBezTo>
                    <a:pt x="102" y="35"/>
                    <a:pt x="102" y="35"/>
                    <a:pt x="102" y="35"/>
                  </a:cubicBezTo>
                  <a:cubicBezTo>
                    <a:pt x="98" y="35"/>
                    <a:pt x="94" y="31"/>
                    <a:pt x="94" y="26"/>
                  </a:cubicBezTo>
                  <a:cubicBezTo>
                    <a:pt x="94" y="11"/>
                    <a:pt x="94" y="11"/>
                    <a:pt x="94" y="11"/>
                  </a:cubicBezTo>
                  <a:cubicBezTo>
                    <a:pt x="35" y="11"/>
                    <a:pt x="35" y="11"/>
                    <a:pt x="35" y="11"/>
                  </a:cubicBezTo>
                  <a:cubicBezTo>
                    <a:pt x="35" y="70"/>
                    <a:pt x="35" y="70"/>
                    <a:pt x="35" y="70"/>
                  </a:cubicBezTo>
                  <a:lnTo>
                    <a:pt x="117" y="70"/>
                  </a:lnTo>
                  <a:close/>
                  <a:moveTo>
                    <a:pt x="117" y="129"/>
                  </a:moveTo>
                  <a:cubicBezTo>
                    <a:pt x="117" y="105"/>
                    <a:pt x="117" y="105"/>
                    <a:pt x="117" y="105"/>
                  </a:cubicBezTo>
                  <a:cubicBezTo>
                    <a:pt x="35" y="105"/>
                    <a:pt x="35" y="105"/>
                    <a:pt x="35" y="105"/>
                  </a:cubicBezTo>
                  <a:cubicBezTo>
                    <a:pt x="35" y="129"/>
                    <a:pt x="35" y="129"/>
                    <a:pt x="35" y="129"/>
                  </a:cubicBezTo>
                  <a:lnTo>
                    <a:pt x="117" y="129"/>
                  </a:lnTo>
                  <a:close/>
                  <a:moveTo>
                    <a:pt x="135" y="70"/>
                  </a:moveTo>
                  <a:cubicBezTo>
                    <a:pt x="131" y="70"/>
                    <a:pt x="129" y="73"/>
                    <a:pt x="129" y="76"/>
                  </a:cubicBezTo>
                  <a:cubicBezTo>
                    <a:pt x="129" y="79"/>
                    <a:pt x="131" y="82"/>
                    <a:pt x="135" y="82"/>
                  </a:cubicBezTo>
                  <a:cubicBezTo>
                    <a:pt x="138" y="82"/>
                    <a:pt x="140" y="79"/>
                    <a:pt x="140" y="76"/>
                  </a:cubicBezTo>
                  <a:cubicBezTo>
                    <a:pt x="140" y="73"/>
                    <a:pt x="138" y="70"/>
                    <a:pt x="135" y="7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grpSp>
        <p:nvGrpSpPr>
          <p:cNvPr id="49" name="Group 3"/>
          <p:cNvGrpSpPr/>
          <p:nvPr/>
        </p:nvGrpSpPr>
        <p:grpSpPr>
          <a:xfrm>
            <a:off x="4919615" y="2404388"/>
            <a:ext cx="1110937" cy="947678"/>
            <a:chOff x="3684228" y="1869676"/>
            <a:chExt cx="823252" cy="710758"/>
          </a:xfrm>
        </p:grpSpPr>
        <p:grpSp>
          <p:nvGrpSpPr>
            <p:cNvPr id="50" name="Group 1"/>
            <p:cNvGrpSpPr/>
            <p:nvPr/>
          </p:nvGrpSpPr>
          <p:grpSpPr>
            <a:xfrm>
              <a:off x="3684228" y="1869676"/>
              <a:ext cx="823252" cy="710758"/>
              <a:chOff x="3755667" y="1931353"/>
              <a:chExt cx="680374" cy="587404"/>
            </a:xfrm>
            <a:solidFill>
              <a:srgbClr val="FFFFFF"/>
            </a:solidFill>
          </p:grpSpPr>
          <p:sp>
            <p:nvSpPr>
              <p:cNvPr id="67" name="Freeform 46"/>
              <p:cNvSpPr/>
              <p:nvPr/>
            </p:nvSpPr>
            <p:spPr>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3"/>
              </a:solid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sp>
            <p:nvSpPr>
              <p:cNvPr id="68" name="Freeform 46"/>
              <p:cNvSpPr/>
              <p:nvPr/>
            </p:nvSpPr>
            <p:spPr>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grpFill/>
              <a:ln w="0">
                <a:noFill/>
                <a:prstDash val="solid"/>
                <a:round/>
              </a:ln>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
          <p:nvSpPr>
            <p:cNvPr id="66" name="Freeform 11"/>
            <p:cNvSpPr>
              <a:spLocks noEditPoints="1"/>
            </p:cNvSpPr>
            <p:nvPr/>
          </p:nvSpPr>
          <p:spPr>
            <a:xfrm>
              <a:off x="3950778" y="2059444"/>
              <a:ext cx="290153" cy="341524"/>
            </a:xfrm>
            <a:custGeom>
              <a:avLst/>
              <a:gdLst>
                <a:gd name="T0" fmla="*/ 118 w 129"/>
                <a:gd name="T1" fmla="*/ 87 h 152"/>
                <a:gd name="T2" fmla="*/ 107 w 129"/>
                <a:gd name="T3" fmla="*/ 99 h 152"/>
                <a:gd name="T4" fmla="*/ 51 w 129"/>
                <a:gd name="T5" fmla="*/ 107 h 152"/>
                <a:gd name="T6" fmla="*/ 15 w 129"/>
                <a:gd name="T7" fmla="*/ 94 h 152"/>
                <a:gd name="T8" fmla="*/ 9 w 129"/>
                <a:gd name="T9" fmla="*/ 79 h 152"/>
                <a:gd name="T10" fmla="*/ 0 w 129"/>
                <a:gd name="T11" fmla="*/ 22 h 152"/>
                <a:gd name="T12" fmla="*/ 17 w 129"/>
                <a:gd name="T13" fmla="*/ 8 h 152"/>
                <a:gd name="T14" fmla="*/ 46 w 129"/>
                <a:gd name="T15" fmla="*/ 2 h 152"/>
                <a:gd name="T16" fmla="*/ 107 w 129"/>
                <a:gd name="T17" fmla="*/ 6 h 152"/>
                <a:gd name="T18" fmla="*/ 127 w 129"/>
                <a:gd name="T19" fmla="*/ 18 h 152"/>
                <a:gd name="T20" fmla="*/ 128 w 129"/>
                <a:gd name="T21" fmla="*/ 27 h 152"/>
                <a:gd name="T22" fmla="*/ 118 w 129"/>
                <a:gd name="T23" fmla="*/ 87 h 152"/>
                <a:gd name="T24" fmla="*/ 101 w 129"/>
                <a:gd name="T25" fmla="*/ 141 h 152"/>
                <a:gd name="T26" fmla="*/ 47 w 129"/>
                <a:gd name="T27" fmla="*/ 148 h 152"/>
                <a:gd name="T28" fmla="*/ 21 w 129"/>
                <a:gd name="T29" fmla="*/ 135 h 152"/>
                <a:gd name="T30" fmla="*/ 16 w 129"/>
                <a:gd name="T31" fmla="*/ 108 h 152"/>
                <a:gd name="T32" fmla="*/ 16 w 129"/>
                <a:gd name="T33" fmla="*/ 106 h 152"/>
                <a:gd name="T34" fmla="*/ 18 w 129"/>
                <a:gd name="T35" fmla="*/ 106 h 152"/>
                <a:gd name="T36" fmla="*/ 111 w 129"/>
                <a:gd name="T37" fmla="*/ 106 h 152"/>
                <a:gd name="T38" fmla="*/ 112 w 129"/>
                <a:gd name="T39" fmla="*/ 115 h 152"/>
                <a:gd name="T40" fmla="*/ 101 w 129"/>
                <a:gd name="T41" fmla="*/ 141 h 152"/>
                <a:gd name="T42" fmla="*/ 89 w 129"/>
                <a:gd name="T43" fmla="*/ 13 h 152"/>
                <a:gd name="T44" fmla="*/ 38 w 129"/>
                <a:gd name="T45" fmla="*/ 13 h 152"/>
                <a:gd name="T46" fmla="*/ 22 w 129"/>
                <a:gd name="T47" fmla="*/ 20 h 152"/>
                <a:gd name="T48" fmla="*/ 44 w 129"/>
                <a:gd name="T49" fmla="*/ 28 h 152"/>
                <a:gd name="T50" fmla="*/ 85 w 129"/>
                <a:gd name="T51" fmla="*/ 28 h 152"/>
                <a:gd name="T52" fmla="*/ 106 w 129"/>
                <a:gd name="T53" fmla="*/ 20 h 152"/>
                <a:gd name="T54" fmla="*/ 89 w 129"/>
                <a:gd name="T55" fmla="*/ 13 h 152"/>
                <a:gd name="T56" fmla="*/ 56 w 129"/>
                <a:gd name="T57" fmla="*/ 54 h 152"/>
                <a:gd name="T58" fmla="*/ 44 w 129"/>
                <a:gd name="T59" fmla="*/ 74 h 152"/>
                <a:gd name="T60" fmla="*/ 66 w 129"/>
                <a:gd name="T61" fmla="*/ 93 h 152"/>
                <a:gd name="T62" fmla="*/ 84 w 129"/>
                <a:gd name="T63" fmla="*/ 70 h 152"/>
                <a:gd name="T64" fmla="*/ 56 w 129"/>
                <a:gd name="T65" fmla="*/ 54 h 152"/>
                <a:gd name="T66" fmla="*/ 59 w 129"/>
                <a:gd name="T67" fmla="*/ 82 h 152"/>
                <a:gd name="T68" fmla="*/ 59 w 129"/>
                <a:gd name="T69" fmla="*/ 64 h 152"/>
                <a:gd name="T70" fmla="*/ 74 w 129"/>
                <a:gd name="T71" fmla="*/ 72 h 152"/>
                <a:gd name="T72" fmla="*/ 59 w 129"/>
                <a:gd name="T73" fmla="*/ 8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2">
                  <a:moveTo>
                    <a:pt x="118" y="87"/>
                  </a:moveTo>
                  <a:cubicBezTo>
                    <a:pt x="117" y="93"/>
                    <a:pt x="111" y="96"/>
                    <a:pt x="107" y="99"/>
                  </a:cubicBezTo>
                  <a:cubicBezTo>
                    <a:pt x="89" y="107"/>
                    <a:pt x="69" y="109"/>
                    <a:pt x="51" y="107"/>
                  </a:cubicBezTo>
                  <a:cubicBezTo>
                    <a:pt x="38" y="106"/>
                    <a:pt x="25" y="102"/>
                    <a:pt x="15" y="94"/>
                  </a:cubicBezTo>
                  <a:cubicBezTo>
                    <a:pt x="10" y="90"/>
                    <a:pt x="10" y="84"/>
                    <a:pt x="9" y="79"/>
                  </a:cubicBezTo>
                  <a:cubicBezTo>
                    <a:pt x="6" y="60"/>
                    <a:pt x="2" y="41"/>
                    <a:pt x="0" y="22"/>
                  </a:cubicBezTo>
                  <a:cubicBezTo>
                    <a:pt x="1" y="14"/>
                    <a:pt x="10" y="10"/>
                    <a:pt x="17" y="8"/>
                  </a:cubicBezTo>
                  <a:cubicBezTo>
                    <a:pt x="26" y="4"/>
                    <a:pt x="36" y="3"/>
                    <a:pt x="46" y="2"/>
                  </a:cubicBezTo>
                  <a:cubicBezTo>
                    <a:pt x="66" y="0"/>
                    <a:pt x="87" y="1"/>
                    <a:pt x="107" y="6"/>
                  </a:cubicBezTo>
                  <a:cubicBezTo>
                    <a:pt x="115" y="9"/>
                    <a:pt x="122" y="12"/>
                    <a:pt x="127" y="18"/>
                  </a:cubicBezTo>
                  <a:cubicBezTo>
                    <a:pt x="129" y="20"/>
                    <a:pt x="129" y="24"/>
                    <a:pt x="128" y="27"/>
                  </a:cubicBezTo>
                  <a:cubicBezTo>
                    <a:pt x="125" y="47"/>
                    <a:pt x="121" y="67"/>
                    <a:pt x="118" y="87"/>
                  </a:cubicBezTo>
                  <a:close/>
                  <a:moveTo>
                    <a:pt x="101" y="141"/>
                  </a:moveTo>
                  <a:cubicBezTo>
                    <a:pt x="85" y="151"/>
                    <a:pt x="65" y="152"/>
                    <a:pt x="47" y="148"/>
                  </a:cubicBezTo>
                  <a:cubicBezTo>
                    <a:pt x="37" y="147"/>
                    <a:pt x="26" y="144"/>
                    <a:pt x="21" y="135"/>
                  </a:cubicBezTo>
                  <a:cubicBezTo>
                    <a:pt x="18" y="126"/>
                    <a:pt x="17" y="117"/>
                    <a:pt x="16" y="108"/>
                  </a:cubicBezTo>
                  <a:cubicBezTo>
                    <a:pt x="16" y="106"/>
                    <a:pt x="16" y="106"/>
                    <a:pt x="16" y="106"/>
                  </a:cubicBezTo>
                  <a:cubicBezTo>
                    <a:pt x="18" y="106"/>
                    <a:pt x="18" y="106"/>
                    <a:pt x="18" y="106"/>
                  </a:cubicBezTo>
                  <a:cubicBezTo>
                    <a:pt x="45" y="124"/>
                    <a:pt x="83" y="124"/>
                    <a:pt x="111" y="106"/>
                  </a:cubicBezTo>
                  <a:cubicBezTo>
                    <a:pt x="115" y="107"/>
                    <a:pt x="112" y="112"/>
                    <a:pt x="112" y="115"/>
                  </a:cubicBezTo>
                  <a:cubicBezTo>
                    <a:pt x="109" y="124"/>
                    <a:pt x="110" y="136"/>
                    <a:pt x="101" y="141"/>
                  </a:cubicBezTo>
                  <a:close/>
                  <a:moveTo>
                    <a:pt x="89" y="13"/>
                  </a:moveTo>
                  <a:cubicBezTo>
                    <a:pt x="72" y="11"/>
                    <a:pt x="55" y="10"/>
                    <a:pt x="38" y="13"/>
                  </a:cubicBezTo>
                  <a:cubicBezTo>
                    <a:pt x="32" y="14"/>
                    <a:pt x="26" y="15"/>
                    <a:pt x="22" y="20"/>
                  </a:cubicBezTo>
                  <a:cubicBezTo>
                    <a:pt x="28" y="26"/>
                    <a:pt x="36" y="27"/>
                    <a:pt x="44" y="28"/>
                  </a:cubicBezTo>
                  <a:cubicBezTo>
                    <a:pt x="57" y="29"/>
                    <a:pt x="71" y="30"/>
                    <a:pt x="85" y="28"/>
                  </a:cubicBezTo>
                  <a:cubicBezTo>
                    <a:pt x="92" y="27"/>
                    <a:pt x="101" y="26"/>
                    <a:pt x="106" y="20"/>
                  </a:cubicBezTo>
                  <a:cubicBezTo>
                    <a:pt x="102" y="15"/>
                    <a:pt x="95" y="14"/>
                    <a:pt x="89" y="13"/>
                  </a:cubicBezTo>
                  <a:close/>
                  <a:moveTo>
                    <a:pt x="56" y="54"/>
                  </a:moveTo>
                  <a:cubicBezTo>
                    <a:pt x="48" y="57"/>
                    <a:pt x="43" y="65"/>
                    <a:pt x="44" y="74"/>
                  </a:cubicBezTo>
                  <a:cubicBezTo>
                    <a:pt x="44" y="85"/>
                    <a:pt x="55" y="94"/>
                    <a:pt x="66" y="93"/>
                  </a:cubicBezTo>
                  <a:cubicBezTo>
                    <a:pt x="77" y="92"/>
                    <a:pt x="86" y="81"/>
                    <a:pt x="84" y="70"/>
                  </a:cubicBezTo>
                  <a:cubicBezTo>
                    <a:pt x="83" y="57"/>
                    <a:pt x="68" y="48"/>
                    <a:pt x="56" y="54"/>
                  </a:cubicBezTo>
                  <a:close/>
                  <a:moveTo>
                    <a:pt x="59" y="82"/>
                  </a:moveTo>
                  <a:cubicBezTo>
                    <a:pt x="52" y="79"/>
                    <a:pt x="52" y="67"/>
                    <a:pt x="59" y="64"/>
                  </a:cubicBezTo>
                  <a:cubicBezTo>
                    <a:pt x="65" y="60"/>
                    <a:pt x="74" y="65"/>
                    <a:pt x="74" y="72"/>
                  </a:cubicBezTo>
                  <a:cubicBezTo>
                    <a:pt x="75" y="80"/>
                    <a:pt x="66" y="86"/>
                    <a:pt x="59" y="82"/>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ctr" defTabSz="1218565" rtl="0" eaLnBrk="1" fontAlgn="base" latinLnBrk="0" hangingPunct="1">
                <a:lnSpc>
                  <a:spcPct val="100000"/>
                </a:lnSpc>
                <a:spcBef>
                  <a:spcPct val="0"/>
                </a:spcBef>
                <a:spcAft>
                  <a:spcPct val="0"/>
                </a:spcAft>
                <a:buClrTx/>
                <a:buSzTx/>
                <a:buFontTx/>
                <a:buNone/>
                <a:defRPr/>
              </a:pPr>
              <a:endParaRPr kumimoji="0" lang="en-US" sz="2930" b="0" i="0" u="none" strike="noStrike" cap="none" normalizeH="0" noProof="0">
                <a:ln>
                  <a:noFill/>
                </a:ln>
                <a:solidFill>
                  <a:srgbClr val="000000"/>
                </a:solidFill>
                <a:effectLst/>
                <a:uLnTx/>
                <a:uFillTx/>
                <a:latin typeface="思源黑体 CN Medium"/>
                <a:ea typeface="思源黑体 CN Medium"/>
                <a:cs typeface="思源黑体 CN Medium"/>
                <a:sym typeface="思源黑体 CN Medium"/>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4526178" y="4182285"/>
            <a:ext cx="1749464" cy="1749463"/>
            <a:chOff x="3012066" y="4238100"/>
            <a:chExt cx="2371719" cy="2371719"/>
          </a:xfrm>
        </p:grpSpPr>
        <p:sp>
          <p:nvSpPr>
            <p:cNvPr id="5" name="Oval 4"/>
            <p:cNvSpPr/>
            <p:nvPr/>
          </p:nvSpPr>
          <p:spPr>
            <a:xfrm>
              <a:off x="3012066" y="4238100"/>
              <a:ext cx="2371719" cy="237171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3" name="Group 5"/>
            <p:cNvGrpSpPr/>
            <p:nvPr/>
          </p:nvGrpSpPr>
          <p:grpSpPr>
            <a:xfrm>
              <a:off x="3965753" y="4927075"/>
              <a:ext cx="464344" cy="450850"/>
              <a:chOff x="8216107" y="4449763"/>
              <a:chExt cx="464344" cy="450850"/>
            </a:xfrm>
            <a:solidFill>
              <a:schemeClr val="bg1"/>
            </a:solidFill>
          </p:grpSpPr>
          <p:sp>
            <p:nvSpPr>
              <p:cNvPr id="8" name="AutoShape 16"/>
              <p:cNvSpPr/>
              <p:nvPr/>
            </p:nvSpPr>
            <p:spPr>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9" name="AutoShape 17"/>
              <p:cNvSpPr/>
              <p:nvPr/>
            </p:nvSpPr>
            <p:spPr>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7" name="TextBox 6"/>
            <p:cNvSpPr txBox="1"/>
            <p:nvPr/>
          </p:nvSpPr>
          <p:spPr>
            <a:xfrm>
              <a:off x="3272501" y="5425592"/>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4" name="Group 9"/>
          <p:cNvGrpSpPr/>
          <p:nvPr/>
        </p:nvGrpSpPr>
        <p:grpSpPr>
          <a:xfrm>
            <a:off x="5820666" y="3189508"/>
            <a:ext cx="1749464" cy="1749463"/>
            <a:chOff x="4783283" y="2878610"/>
            <a:chExt cx="2371719" cy="2371719"/>
          </a:xfrm>
        </p:grpSpPr>
        <p:sp>
          <p:nvSpPr>
            <p:cNvPr id="11" name="Oval 10"/>
            <p:cNvSpPr/>
            <p:nvPr/>
          </p:nvSpPr>
          <p:spPr>
            <a:xfrm>
              <a:off x="4783283" y="2878610"/>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6" name="Group 11"/>
            <p:cNvGrpSpPr/>
            <p:nvPr/>
          </p:nvGrpSpPr>
          <p:grpSpPr>
            <a:xfrm>
              <a:off x="5733691" y="3499170"/>
              <a:ext cx="465138" cy="435769"/>
              <a:chOff x="5368132" y="3540125"/>
              <a:chExt cx="465138" cy="435769"/>
            </a:xfrm>
            <a:solidFill>
              <a:schemeClr val="bg1"/>
            </a:solidFill>
          </p:grpSpPr>
          <p:sp>
            <p:nvSpPr>
              <p:cNvPr id="14" name="AutoShape 110"/>
              <p:cNvSpPr/>
              <p:nvPr/>
            </p:nvSpPr>
            <p:spPr>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15" name="AutoShape 111"/>
              <p:cNvSpPr/>
              <p:nvPr/>
            </p:nvSpPr>
            <p:spPr>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13" name="TextBox 12"/>
            <p:cNvSpPr txBox="1"/>
            <p:nvPr/>
          </p:nvSpPr>
          <p:spPr>
            <a:xfrm>
              <a:off x="5057462" y="3823781"/>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0" name="Group 15"/>
          <p:cNvGrpSpPr/>
          <p:nvPr/>
        </p:nvGrpSpPr>
        <p:grpSpPr>
          <a:xfrm>
            <a:off x="7106286" y="2131591"/>
            <a:ext cx="1749464" cy="1749463"/>
            <a:chOff x="6554500" y="1450117"/>
            <a:chExt cx="2371719" cy="2371719"/>
          </a:xfrm>
        </p:grpSpPr>
        <p:sp>
          <p:nvSpPr>
            <p:cNvPr id="17" name="Oval 16"/>
            <p:cNvSpPr/>
            <p:nvPr/>
          </p:nvSpPr>
          <p:spPr>
            <a:xfrm>
              <a:off x="6554500" y="1450117"/>
              <a:ext cx="2371719" cy="237171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nvGrpSpPr>
            <p:cNvPr id="12" name="Group 17"/>
            <p:cNvGrpSpPr/>
            <p:nvPr/>
          </p:nvGrpSpPr>
          <p:grpSpPr>
            <a:xfrm>
              <a:off x="7507790" y="1897832"/>
              <a:ext cx="465138" cy="391319"/>
              <a:chOff x="5368132" y="2625725"/>
              <a:chExt cx="465138" cy="391319"/>
            </a:xfrm>
            <a:solidFill>
              <a:schemeClr val="bg1"/>
            </a:solidFill>
          </p:grpSpPr>
          <p:sp>
            <p:nvSpPr>
              <p:cNvPr id="20" name="AutoShape 120"/>
              <p:cNvSpPr/>
              <p:nvPr/>
            </p:nvSpPr>
            <p:spPr>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21" name="AutoShape 121"/>
              <p:cNvSpPr/>
              <p:nvPr/>
            </p:nvSpPr>
            <p:spPr>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sp>
            <p:nvSpPr>
              <p:cNvPr id="22" name="AutoShape 122"/>
              <p:cNvSpPr/>
              <p:nvPr/>
            </p:nvSpPr>
            <p:spPr>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43" tIns="19043" rIns="19043" bIns="19043" anchor="ctr"/>
              <a:lstStyle/>
              <a:p>
                <a:pPr marL="0" marR="0" lvl="0" indent="0" algn="ctr" defTabSz="228600" rtl="0" eaLnBrk="1" fontAlgn="auto" latinLnBrk="0" hangingPunct="0">
                  <a:lnSpc>
                    <a:spcPct val="120000"/>
                  </a:lnSpc>
                  <a:spcBef>
                    <a:spcPct val="0"/>
                  </a:spcBef>
                  <a:spcAft>
                    <a:spcPct val="0"/>
                  </a:spcAft>
                  <a:buClrTx/>
                  <a:buSzTx/>
                  <a:buFontTx/>
                  <a:buNone/>
                  <a:defRPr/>
                </a:pPr>
                <a:endParaRPr kumimoji="0" lang="en-US" sz="1330" b="0" i="0" u="none" strike="noStrike" kern="1200" cap="none" normalizeH="0" noProof="0">
                  <a:ln>
                    <a:noFill/>
                  </a:ln>
                  <a:solidFill>
                    <a:srgbClr val="FFFFFF"/>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19" name="TextBox 18"/>
            <p:cNvSpPr txBox="1"/>
            <p:nvPr/>
          </p:nvSpPr>
          <p:spPr>
            <a:xfrm>
              <a:off x="6822550" y="2388921"/>
              <a:ext cx="1850847" cy="456255"/>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6" name="Group 22"/>
          <p:cNvGrpSpPr/>
          <p:nvPr/>
        </p:nvGrpSpPr>
        <p:grpSpPr>
          <a:xfrm>
            <a:off x="8321282" y="2011561"/>
            <a:ext cx="674494" cy="674492"/>
            <a:chOff x="8315058" y="1179092"/>
            <a:chExt cx="914400" cy="914400"/>
          </a:xfrm>
        </p:grpSpPr>
        <p:sp>
          <p:nvSpPr>
            <p:cNvPr id="24" name="Oval 23"/>
            <p:cNvSpPr/>
            <p:nvPr/>
          </p:nvSpPr>
          <p:spPr>
            <a:xfrm>
              <a:off x="8315058" y="1179092"/>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5" name="TextBox 24"/>
            <p:cNvSpPr txBox="1"/>
            <p:nvPr/>
          </p:nvSpPr>
          <p:spPr>
            <a:xfrm>
              <a:off x="8419304" y="1396745"/>
              <a:ext cx="705904"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100%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18" name="Group 25"/>
          <p:cNvGrpSpPr/>
          <p:nvPr/>
        </p:nvGrpSpPr>
        <p:grpSpPr>
          <a:xfrm>
            <a:off x="7085677" y="3206563"/>
            <a:ext cx="674495" cy="674492"/>
            <a:chOff x="6375422" y="2866838"/>
            <a:chExt cx="914400" cy="914400"/>
          </a:xfrm>
        </p:grpSpPr>
        <p:sp>
          <p:nvSpPr>
            <p:cNvPr id="27" name="Oval 26"/>
            <p:cNvSpPr/>
            <p:nvPr/>
          </p:nvSpPr>
          <p:spPr>
            <a:xfrm>
              <a:off x="6375422" y="2866838"/>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28" name="TextBox 27"/>
            <p:cNvSpPr txBox="1"/>
            <p:nvPr/>
          </p:nvSpPr>
          <p:spPr>
            <a:xfrm>
              <a:off x="6554100" y="3080078"/>
              <a:ext cx="591409"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70%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grpSp>
        <p:nvGrpSpPr>
          <p:cNvPr id="23" name="Group 28"/>
          <p:cNvGrpSpPr/>
          <p:nvPr/>
        </p:nvGrpSpPr>
        <p:grpSpPr>
          <a:xfrm>
            <a:off x="5755746" y="4211109"/>
            <a:ext cx="674495" cy="674492"/>
            <a:chOff x="4701717" y="4238100"/>
            <a:chExt cx="914400" cy="914400"/>
          </a:xfrm>
        </p:grpSpPr>
        <p:sp>
          <p:nvSpPr>
            <p:cNvPr id="30" name="Oval 29"/>
            <p:cNvSpPr/>
            <p:nvPr/>
          </p:nvSpPr>
          <p:spPr>
            <a:xfrm>
              <a:off x="4701717" y="4238100"/>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565" rtl="0" eaLnBrk="1" fontAlgn="auto" latinLnBrk="0" hangingPunct="1">
                <a:lnSpc>
                  <a:spcPct val="120000"/>
                </a:lnSpc>
                <a:spcBef>
                  <a:spcPct val="0"/>
                </a:spcBef>
                <a:spcAft>
                  <a:spcPct val="0"/>
                </a:spcAft>
                <a:buClrTx/>
                <a:buSzTx/>
                <a:buFontTx/>
                <a:buNone/>
                <a:defRPr/>
              </a:pP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sp>
          <p:nvSpPr>
            <p:cNvPr id="31" name="TextBox 30"/>
            <p:cNvSpPr txBox="1"/>
            <p:nvPr/>
          </p:nvSpPr>
          <p:spPr>
            <a:xfrm>
              <a:off x="4867295" y="4398483"/>
              <a:ext cx="591409" cy="456256"/>
            </a:xfrm>
            <a:prstGeom prst="rect">
              <a:avLst/>
            </a:prstGeom>
            <a:noFill/>
          </p:spPr>
          <p:txBody>
            <a:bodyPr wrap="none" rtlCol="0">
              <a:spAutoFit/>
            </a:bodyPr>
            <a:lstStyle/>
            <a:p>
              <a:pPr marL="0" marR="0" lvl="0" indent="0" algn="ctr" defTabSz="1218565" rtl="0" eaLnBrk="1" fontAlgn="auto" latinLnBrk="0" hangingPunct="1">
                <a:lnSpc>
                  <a:spcPct val="120000"/>
                </a:lnSpc>
                <a:spcBef>
                  <a:spcPct val="0"/>
                </a:spcBef>
                <a:spcAft>
                  <a:spcPct val="0"/>
                </a:spcAft>
                <a:buClrTx/>
                <a:buSzTx/>
                <a:buFontTx/>
                <a:buNone/>
                <a:defRPr/>
              </a:pPr>
              <a:r>
                <a:rPr kumimoji="0" lang="en-US"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rPr>
                <a:t>50%</a:t>
              </a:r>
              <a:endParaRPr kumimoji="0" lang="en-GB" sz="1330" b="0" i="0" u="none" strike="noStrike" kern="1200" cap="none" normalizeH="0" noProof="0">
                <a:ln>
                  <a:noFill/>
                </a:ln>
                <a:solidFill>
                  <a:prstClr val="white"/>
                </a:solidFill>
                <a:effectLst/>
                <a:uLnTx/>
                <a:uFillTx/>
                <a:latin typeface="思源黑体 CN Medium"/>
                <a:ea typeface="思源黑体 CN Medium"/>
                <a:cs typeface="思源黑体 CN Medium"/>
                <a:sym typeface="思源黑体 CN Medium"/>
              </a:endParaRPr>
            </a:p>
          </p:txBody>
        </p:sp>
      </p:grpSp>
      <p:sp>
        <p:nvSpPr>
          <p:cNvPr id="32" name="Rectangle 31"/>
          <p:cNvSpPr/>
          <p:nvPr/>
        </p:nvSpPr>
        <p:spPr>
          <a:xfrm>
            <a:off x="1435865" y="2685284"/>
            <a:ext cx="3848876" cy="6502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请替换文字内容，点击添加相关标题文字，修改文字内容，也可以直接复制你的内容到此。，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nvGrpSpPr>
          <p:cNvPr id="26" name="Group 32"/>
          <p:cNvGrpSpPr/>
          <p:nvPr/>
        </p:nvGrpSpPr>
        <p:grpSpPr>
          <a:xfrm>
            <a:off x="9010299" y="2565938"/>
            <a:ext cx="2136437" cy="606609"/>
            <a:chOff x="9229458" y="2785396"/>
            <a:chExt cx="3471881" cy="606829"/>
          </a:xfrm>
        </p:grpSpPr>
        <p:sp>
          <p:nvSpPr>
            <p:cNvPr id="34" name="TextBox 33"/>
            <p:cNvSpPr txBox="1"/>
            <p:nvPr/>
          </p:nvSpPr>
          <p:spPr>
            <a:xfrm>
              <a:off x="9229458" y="2785396"/>
              <a:ext cx="221864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35" name="Rectangle 34"/>
            <p:cNvSpPr/>
            <p:nvPr/>
          </p:nvSpPr>
          <p:spPr>
            <a:xfrm>
              <a:off x="9229458" y="3021250"/>
              <a:ext cx="3471881" cy="370975"/>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grpSp>
        <p:nvGrpSpPr>
          <p:cNvPr id="29" name="Group 35"/>
          <p:cNvGrpSpPr/>
          <p:nvPr/>
        </p:nvGrpSpPr>
        <p:grpSpPr>
          <a:xfrm>
            <a:off x="7659805" y="4178453"/>
            <a:ext cx="2190123" cy="589734"/>
            <a:chOff x="9199697" y="2802274"/>
            <a:chExt cx="3978172" cy="589948"/>
          </a:xfrm>
        </p:grpSpPr>
        <p:sp>
          <p:nvSpPr>
            <p:cNvPr id="37" name="TextBox 36"/>
            <p:cNvSpPr txBox="1"/>
            <p:nvPr/>
          </p:nvSpPr>
          <p:spPr>
            <a:xfrm>
              <a:off x="9199697" y="2802274"/>
              <a:ext cx="247986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38" name="Rectangle 37"/>
            <p:cNvSpPr/>
            <p:nvPr/>
          </p:nvSpPr>
          <p:spPr>
            <a:xfrm>
              <a:off x="9229457" y="3021247"/>
              <a:ext cx="3948412" cy="370975"/>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grpSp>
        <p:nvGrpSpPr>
          <p:cNvPr id="33" name="Group 38"/>
          <p:cNvGrpSpPr/>
          <p:nvPr/>
        </p:nvGrpSpPr>
        <p:grpSpPr>
          <a:xfrm>
            <a:off x="6265403" y="5290706"/>
            <a:ext cx="2151205" cy="591353"/>
            <a:chOff x="9183395" y="2800657"/>
            <a:chExt cx="4657696" cy="591567"/>
          </a:xfrm>
        </p:grpSpPr>
        <p:sp>
          <p:nvSpPr>
            <p:cNvPr id="40" name="TextBox 39"/>
            <p:cNvSpPr txBox="1"/>
            <p:nvPr/>
          </p:nvSpPr>
          <p:spPr>
            <a:xfrm>
              <a:off x="9183395" y="2800657"/>
              <a:ext cx="2955980" cy="336672"/>
            </a:xfrm>
            <a:prstGeom prst="rect">
              <a:avLst/>
            </a:prstGeom>
            <a:noFill/>
          </p:spPr>
          <p:txBody>
            <a:bodyPr wrap="non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1" name="Rectangle 40"/>
            <p:cNvSpPr/>
            <p:nvPr/>
          </p:nvSpPr>
          <p:spPr>
            <a:xfrm>
              <a:off x="9229459" y="3021250"/>
              <a:ext cx="4611632" cy="370974"/>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grpSp>
      <p:sp>
        <p:nvSpPr>
          <p:cNvPr id="42" name="TextBox 41"/>
          <p:cNvSpPr txBox="1"/>
          <p:nvPr/>
        </p:nvSpPr>
        <p:spPr>
          <a:xfrm>
            <a:off x="1435864" y="2323244"/>
            <a:ext cx="1616733" cy="336550"/>
          </a:xfrm>
          <a:prstGeom prst="rect">
            <a:avLst/>
          </a:prstGeom>
          <a:noFill/>
        </p:spPr>
        <p:txBody>
          <a:bodyPr wrap="square" rtlCol="0">
            <a:spAutoFit/>
          </a:bodyPr>
          <a:lstStyle/>
          <a:p>
            <a:pPr marL="0" marR="0" lvl="0" indent="0" algn="l" defTabSz="1218565" rtl="0" eaLnBrk="1" fontAlgn="auto" latinLnBrk="0" hangingPunct="1">
              <a:lnSpc>
                <a:spcPct val="120000"/>
              </a:lnSpc>
              <a:spcBef>
                <a:spcPct val="0"/>
              </a:spcBef>
              <a:spcAft>
                <a:spcPct val="0"/>
              </a:spcAft>
              <a:buClrTx/>
              <a:buSzTx/>
              <a:buFontTx/>
              <a:buNone/>
              <a:defRPr/>
            </a:pPr>
            <a:r>
              <a:rPr kumimoji="0" lang="zh-CN" altLang="en-US"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a:t>
            </a:r>
            <a:endParaRPr kumimoji="0" lang="en-GB" sz="133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cxnSp>
        <p:nvCxnSpPr>
          <p:cNvPr id="43" name="Straight Connector 42"/>
          <p:cNvCxnSpPr/>
          <p:nvPr/>
        </p:nvCxnSpPr>
        <p:spPr>
          <a:xfrm>
            <a:off x="1527495" y="2666266"/>
            <a:ext cx="370215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6" name="Group 43"/>
          <p:cNvGrpSpPr/>
          <p:nvPr/>
        </p:nvGrpSpPr>
        <p:grpSpPr>
          <a:xfrm>
            <a:off x="1375705" y="3657241"/>
            <a:ext cx="469062" cy="469062"/>
            <a:chOff x="647516" y="3587220"/>
            <a:chExt cx="469232" cy="469232"/>
          </a:xfrm>
        </p:grpSpPr>
        <p:sp>
          <p:nvSpPr>
            <p:cNvPr id="45" name="Oval 44"/>
            <p:cNvSpPr/>
            <p:nvPr/>
          </p:nvSpPr>
          <p:spPr>
            <a:xfrm>
              <a:off x="647516" y="3587220"/>
              <a:ext cx="469232" cy="4692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6" name="AutoShape 139"/>
            <p:cNvSpPr/>
            <p:nvPr/>
          </p:nvSpPr>
          <p:spPr>
            <a:xfrm>
              <a:off x="707698" y="3643040"/>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grpSp>
        <p:nvGrpSpPr>
          <p:cNvPr id="39" name="Group 46"/>
          <p:cNvGrpSpPr/>
          <p:nvPr/>
        </p:nvGrpSpPr>
        <p:grpSpPr>
          <a:xfrm>
            <a:off x="1375705" y="4472850"/>
            <a:ext cx="469062" cy="469062"/>
            <a:chOff x="647516" y="4402912"/>
            <a:chExt cx="469232" cy="469232"/>
          </a:xfrm>
        </p:grpSpPr>
        <p:sp>
          <p:nvSpPr>
            <p:cNvPr id="48" name="Oval 47"/>
            <p:cNvSpPr/>
            <p:nvPr/>
          </p:nvSpPr>
          <p:spPr>
            <a:xfrm>
              <a:off x="647516" y="4402912"/>
              <a:ext cx="469232" cy="4692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49" name="AutoShape 139"/>
            <p:cNvSpPr/>
            <p:nvPr/>
          </p:nvSpPr>
          <p:spPr>
            <a:xfrm>
              <a:off x="709612" y="4468460"/>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grpSp>
        <p:nvGrpSpPr>
          <p:cNvPr id="44" name="Group 49"/>
          <p:cNvGrpSpPr/>
          <p:nvPr/>
        </p:nvGrpSpPr>
        <p:grpSpPr>
          <a:xfrm>
            <a:off x="1375705" y="5290701"/>
            <a:ext cx="469062" cy="469062"/>
            <a:chOff x="647516" y="5218604"/>
            <a:chExt cx="469232" cy="469232"/>
          </a:xfrm>
        </p:grpSpPr>
        <p:sp>
          <p:nvSpPr>
            <p:cNvPr id="51" name="Oval 50"/>
            <p:cNvSpPr/>
            <p:nvPr/>
          </p:nvSpPr>
          <p:spPr>
            <a:xfrm>
              <a:off x="647516" y="5218604"/>
              <a:ext cx="469232" cy="4692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1218565" rtl="0" eaLnBrk="1" fontAlgn="auto" latinLnBrk="0" hangingPunct="1">
                <a:lnSpc>
                  <a:spcPct val="120000"/>
                </a:lnSpc>
                <a:spcBef>
                  <a:spcPct val="0"/>
                </a:spcBef>
                <a:spcAft>
                  <a:spcPct val="0"/>
                </a:spcAft>
                <a:buClrTx/>
                <a:buSzTx/>
                <a:buFontTx/>
                <a:buNone/>
                <a:defRPr/>
              </a:pP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2" name="AutoShape 139"/>
            <p:cNvSpPr/>
            <p:nvPr/>
          </p:nvSpPr>
          <p:spPr>
            <a:xfrm>
              <a:off x="707698" y="5284152"/>
              <a:ext cx="348868" cy="338135"/>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43" tIns="19043" rIns="19043" bIns="19043" anchor="ctr"/>
            <a:lstStyle/>
            <a:p>
              <a:pPr marL="0" marR="0" lvl="0" indent="0" algn="just" defTabSz="228600" rtl="0" eaLnBrk="1" fontAlgn="auto" latinLnBrk="0" hangingPunct="0">
                <a:lnSpc>
                  <a:spcPct val="120000"/>
                </a:lnSpc>
                <a:spcBef>
                  <a:spcPct val="0"/>
                </a:spcBef>
                <a:spcAft>
                  <a:spcPct val="0"/>
                </a:spcAft>
                <a:buClrTx/>
                <a:buSzTx/>
                <a:buFontTx/>
                <a:buNone/>
                <a:defRPr/>
              </a:pPr>
              <a:endParaRPr kumimoji="0" lang="en-US" sz="760" b="0" i="0" u="none" strike="noStrike" kern="1200" cap="none" normalizeH="0" noProof="0">
                <a:ln>
                  <a:noFill/>
                </a:ln>
                <a:solidFill>
                  <a:prstClr val="white">
                    <a:lumMod val="65000"/>
                  </a:prstClr>
                </a:solidFill>
                <a:effectLst>
                  <a:outerShdw blurRad="38100" dist="38100" dir="2700000" algn="tl">
                    <a:srgbClr val="000000"/>
                  </a:outerShdw>
                </a:effectLst>
                <a:uLnTx/>
                <a:uFillTx/>
                <a:latin typeface="思源黑体 CN Medium"/>
                <a:ea typeface="思源黑体 CN Medium"/>
                <a:cs typeface="思源黑体 CN Medium"/>
                <a:sym typeface="思源黑体 CN Medium"/>
              </a:endParaRPr>
            </a:p>
          </p:txBody>
        </p:sp>
      </p:grpSp>
      <p:sp>
        <p:nvSpPr>
          <p:cNvPr id="53" name="Rectangle 52"/>
          <p:cNvSpPr/>
          <p:nvPr/>
        </p:nvSpPr>
        <p:spPr>
          <a:xfrm>
            <a:off x="1850554" y="3683367"/>
            <a:ext cx="2172951"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altLang="zh-CN"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4" name="Rectangle 53"/>
          <p:cNvSpPr/>
          <p:nvPr/>
        </p:nvSpPr>
        <p:spPr>
          <a:xfrm>
            <a:off x="1850554" y="4498977"/>
            <a:ext cx="2172951"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
        <p:nvSpPr>
          <p:cNvPr id="55" name="Rectangle 54"/>
          <p:cNvSpPr/>
          <p:nvPr/>
        </p:nvSpPr>
        <p:spPr>
          <a:xfrm>
            <a:off x="1850556" y="5316827"/>
            <a:ext cx="2172949" cy="370840"/>
          </a:xfrm>
          <a:prstGeom prst="rect">
            <a:avLst/>
          </a:prstGeom>
        </p:spPr>
        <p:txBody>
          <a:bodyPr wrap="square">
            <a:spAutoFit/>
          </a:bodyPr>
          <a:lstStyle/>
          <a:p>
            <a:pPr marL="0" marR="0" lvl="0" indent="0" algn="just" defTabSz="1218565" rtl="0" eaLnBrk="1" fontAlgn="auto" latinLnBrk="0" hangingPunct="1">
              <a:lnSpc>
                <a:spcPct val="120000"/>
              </a:lnSpc>
              <a:spcBef>
                <a:spcPct val="0"/>
              </a:spcBef>
              <a:spcAft>
                <a:spcPct val="0"/>
              </a:spcAft>
              <a:buClrTx/>
              <a:buSzTx/>
              <a:buFontTx/>
              <a:buNone/>
              <a:defRPr/>
            </a:pPr>
            <a:r>
              <a:rPr kumimoji="0" lang="zh-CN" altLang="en-US"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rPr>
              <a:t>请替换文字内容，点击添加相关标题文字，修改文字内容，也可以直接复制你的内容到此。</a:t>
            </a:r>
            <a:endParaRPr kumimoji="0" lang="en-GB" sz="760" b="0" i="0" u="none" strike="noStrike" kern="1200" cap="none" normalizeH="0" noProof="0">
              <a:ln>
                <a:noFill/>
              </a:ln>
              <a:solidFill>
                <a:prstClr val="white">
                  <a:lumMod val="65000"/>
                </a:prstClr>
              </a:solidFill>
              <a:effectLst/>
              <a:uLnTx/>
              <a:uFillTx/>
              <a:latin typeface="思源黑体 CN Medium"/>
              <a:ea typeface="思源黑体 CN Medium"/>
              <a:cs typeface="思源黑体 CN Medium"/>
              <a:sym typeface="思源黑体 CN Medium"/>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a:xfrm>
            <a:off x="2616687" y="2923550"/>
            <a:ext cx="6958626"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pitchFamily="34" charset="0"/>
              </a:defRPr>
            </a:lvl9pPr>
          </a:lstStyle>
          <a:p>
            <a:pPr marL="0" marR="0" lvl="0" indent="0" algn="ctr" defTabSz="1218565" rtl="0" eaLnBrk="1" fontAlgn="auto" latinLnBrk="0" hangingPunct="1">
              <a:lnSpc>
                <a:spcPct val="100000"/>
              </a:lnSpc>
              <a:spcBef>
                <a:spcPct val="20000"/>
              </a:spcBef>
              <a:spcAft>
                <a:spcPct val="0"/>
              </a:spcAft>
              <a:buClrTx/>
              <a:buSzTx/>
              <a:buFont typeface="Arial" panose="020B0604020202020204" pitchFamily="34" charset="0"/>
              <a:buNone/>
              <a:defRPr/>
            </a:pPr>
            <a:r>
              <a:rPr kumimoji="0" lang="zh-CN" altLang="en-US"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rPr>
              <a:t>演讲完毕  谢谢您的观看</a:t>
            </a:r>
            <a:endParaRPr kumimoji="0" lang="en-US" altLang="zh-CN" sz="4265" b="0" i="0" u="none" strike="noStrike" kern="1200" cap="all" normalizeH="0" noProof="0">
              <a:ln>
                <a:noFill/>
              </a:ln>
              <a:solidFill>
                <a:srgbClr val="65AA33"/>
              </a:solidFill>
              <a:effectLst/>
              <a:uLnTx/>
              <a:uFillTx/>
              <a:latin typeface="思源黑体 CN Medium"/>
              <a:ea typeface="思源黑体 CN Medium"/>
              <a:cs typeface="思源黑体 CN Medium"/>
              <a:sym typeface="思源黑体 CN Medium"/>
            </a:endParaRPr>
          </a:p>
        </p:txBody>
      </p:sp>
      <p:sp>
        <p:nvSpPr>
          <p:cNvPr id="5" name="原创设计师QQ598969553                 _16"/>
          <p:cNvSpPr txBox="1"/>
          <p:nvPr/>
        </p:nvSpPr>
        <p:spPr>
          <a:xfrm>
            <a:off x="2736664" y="3723909"/>
            <a:ext cx="6718673" cy="45910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I know you need to include your content here, remember this is an important thingI know you need to include your content here, remember this is an important thingI know you need to include your content here, remember this is an important thin</a:t>
            </a:r>
            <a:endParaRPr kumimoji="0" lang="zh-CN" altLang="en-US" sz="8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6" name="原创设计师QQ598969553                 _15"/>
          <p:cNvSpPr/>
          <p:nvPr/>
        </p:nvSpPr>
        <p:spPr>
          <a:xfrm>
            <a:off x="4005132" y="4299190"/>
            <a:ext cx="4181736" cy="2782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marL="0" marR="0" lvl="0" indent="0" algn="ctr" defTabSz="1218565" rtl="0" eaLnBrk="1" fontAlgn="auto" latinLnBrk="0" hangingPunct="1">
              <a:lnSpc>
                <a:spcPct val="100000"/>
              </a:lnSpc>
              <a:spcBef>
                <a:spcPct val="0"/>
              </a:spcBef>
              <a:spcAft>
                <a:spcPct val="0"/>
              </a:spcAft>
              <a:buClrTx/>
              <a:buSzTx/>
              <a:buFontTx/>
              <a:buNone/>
              <a:defRPr/>
            </a:pP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汇报人：你的名字       日期：</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年</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03</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月</a:t>
            </a:r>
            <a:r>
              <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04</a:t>
            </a:r>
            <a:r>
              <a:rPr kumimoji="0" lang="zh-CN" altLang="en-US"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日</a:t>
            </a:r>
            <a:endParaRPr kumimoji="0" lang="en-US" altLang="zh-CN" sz="1465"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endParaRPr>
          </a:p>
        </p:txBody>
      </p:sp>
      <p:sp>
        <p:nvSpPr>
          <p:cNvPr id="8" name="原创设计师QQ598969553                 _16"/>
          <p:cNvSpPr txBox="1"/>
          <p:nvPr/>
        </p:nvSpPr>
        <p:spPr>
          <a:xfrm>
            <a:off x="4985021" y="1442229"/>
            <a:ext cx="2221958" cy="1613535"/>
          </a:xfrm>
          <a:prstGeom prst="rect">
            <a:avLst/>
          </a:prstGeom>
          <a:noFill/>
          <a:effectLst/>
        </p:spPr>
        <p:txBody>
          <a:bodyPr wrap="square" lIns="91412" tIns="45706" rIns="91412" bIns="45706" rtlCol="0">
            <a:spAutoFit/>
          </a:bodyPr>
          <a:lstStyle/>
          <a:p>
            <a:pPr marL="0" marR="0" lvl="0" indent="0" algn="ctr" defTabSz="1218565" rtl="0" eaLnBrk="1" fontAlgn="auto" latinLnBrk="0" hangingPunct="1">
              <a:lnSpc>
                <a:spcPct val="150000"/>
              </a:lnSpc>
              <a:spcBef>
                <a:spcPct val="0"/>
              </a:spcBef>
              <a:spcAft>
                <a:spcPct val="0"/>
              </a:spcAft>
              <a:buClrTx/>
              <a:buSzTx/>
              <a:buFontTx/>
              <a:buNone/>
              <a:defRPr/>
            </a:pPr>
            <a:r>
              <a:rPr kumimoji="0" lang="en-US" altLang="zh-CN" sz="6600" b="0" i="0" u="none" strike="noStrike" kern="1200" cap="none" normalizeH="0" noProof="0">
                <a:ln>
                  <a:noFill/>
                </a:ln>
                <a:solidFill>
                  <a:prstClr val="black">
                    <a:lumMod val="50000"/>
                    <a:lumOff val="50000"/>
                  </a:prstClr>
                </a:solidFill>
                <a:effectLst/>
                <a:uLnTx/>
                <a:uFillTx/>
                <a:latin typeface="思源黑体 CN Medium"/>
                <a:ea typeface="思源黑体 CN Medium"/>
                <a:cs typeface="思源黑体 CN Medium"/>
                <a:sym typeface="思源黑体 CN Medium"/>
              </a:rPr>
              <a:t>201X</a:t>
            </a:r>
          </a:p>
        </p:txBody>
      </p:sp>
      <p:pic>
        <p:nvPicPr>
          <p:cNvPr id="7" name="Picture 2" descr="æ¤ç©åºçº¹èæ¯"/>
          <p:cNvPicPr>
            <a:picLocks noChangeAspect="1" noChangeArrowheads="1"/>
          </p:cNvPicPr>
          <p:nvPr/>
        </p:nvPicPr>
        <p:blipFill>
          <a:blip r:embed="rId3">
            <a:clrChange>
              <a:clrFrom>
                <a:srgbClr val="FFFFFF"/>
              </a:clrFrom>
              <a:clrTo>
                <a:srgbClr val="FFFFFF">
                  <a:alpha val="0"/>
                </a:srgbClr>
              </a:clrTo>
            </a:clrChange>
          </a:blip>
          <a:srcRect t="40798" b="50309"/>
          <a:stretch>
            <a:fillRect/>
          </a:stretch>
        </p:blipFill>
        <p:spPr>
          <a:xfrm>
            <a:off x="3223115" y="4844823"/>
            <a:ext cx="5745769" cy="2051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Mac OS X 10.16 unknown"/>
  <p:tag name="AS_OS" val="Mac OS X 10.16 unknown"/>
  <p:tag name="AS_RELEASE_DATE" val="2013.12.17"/>
  <p:tag name="AS_TITLE" val="Spire.Presentation for .NET "/>
  <p:tag name="AS_VERSION" val="2.1.0.0"/>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3.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MH" val="20160630124613"/>
  <p:tag name="MH_LIBRARY" val="GRAPHIC"/>
</p:tagLst>
</file>

<file path=ppt/tags/tag9.xml><?xml version="1.0" encoding="utf-8"?>
<p:tagLst xmlns:a="http://schemas.openxmlformats.org/drawingml/2006/main" xmlns:r="http://schemas.openxmlformats.org/officeDocument/2006/relationships" xmlns:p="http://schemas.openxmlformats.org/presentationml/2006/main">
  <p:tag name="SELECTED" val="True"/>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ags/tag14.xml><?xml version="1.0" encoding="utf-8"?>
<p:tagLst xmlns:a="http://schemas.openxmlformats.org/drawingml/2006/main" xmlns:r="http://schemas.openxmlformats.org/officeDocument/2006/relationships" xmlns:p="http://schemas.openxmlformats.org/presentationml/2006/main">
  <p:tag name="ISLIDE.DIAGRAM" val="282051"/>
</p:tagLst>
</file>

<file path=ppt/tags/tag15.xml><?xml version="1.0" encoding="utf-8"?>
<p:tagLst xmlns:a="http://schemas.openxmlformats.org/drawingml/2006/main" xmlns:r="http://schemas.openxmlformats.org/officeDocument/2006/relationships" xmlns:p="http://schemas.openxmlformats.org/presentationml/2006/main">
  <p:tag name="ISLIDE.DIAGRAM" val="294734"/>
</p:tagLst>
</file>

<file path=ppt/tags/tag16.xml><?xml version="1.0" encoding="utf-8"?>
<p:tagLst xmlns:a="http://schemas.openxmlformats.org/drawingml/2006/main" xmlns:r="http://schemas.openxmlformats.org/officeDocument/2006/relationships" xmlns:p="http://schemas.openxmlformats.org/presentationml/2006/main">
  <p:tag name="ISLIDE.DIAGRAM" val="294700"/>
</p:tagLst>
</file>

<file path=ppt/tags/tag17.xml><?xml version="1.0" encoding="utf-8"?>
<p:tagLst xmlns:a="http://schemas.openxmlformats.org/drawingml/2006/main" xmlns:r="http://schemas.openxmlformats.org/officeDocument/2006/relationships" xmlns:p="http://schemas.openxmlformats.org/presentationml/2006/main">
  <p:tag name="ISLIDE.DIAGRAM" val="282110"/>
</p:tagLst>
</file>

<file path=ppt/tags/tag18.xml><?xml version="1.0" encoding="utf-8"?>
<p:tagLst xmlns:a="http://schemas.openxmlformats.org/drawingml/2006/main" xmlns:r="http://schemas.openxmlformats.org/officeDocument/2006/relationships" xmlns:p="http://schemas.openxmlformats.org/presentationml/2006/main">
  <p:tag name="ISLIDE.DIAGRAM" val="282177"/>
</p:tagLst>
</file>

<file path=ppt/tags/tag19.xml><?xml version="1.0" encoding="utf-8"?>
<p:tagLst xmlns:a="http://schemas.openxmlformats.org/drawingml/2006/main" xmlns:r="http://schemas.openxmlformats.org/officeDocument/2006/relationships" xmlns:p="http://schemas.openxmlformats.org/presentationml/2006/main">
  <p:tag name="ISLIDE.DIAGRAM" val="267004"/>
</p:tagLst>
</file>

<file path=ppt/tags/tag20.xml><?xml version="1.0" encoding="utf-8"?>
<p:tagLst xmlns:a="http://schemas.openxmlformats.org/drawingml/2006/main" xmlns:r="http://schemas.openxmlformats.org/officeDocument/2006/relationships" xmlns:p="http://schemas.openxmlformats.org/presentationml/2006/main">
  <p:tag name="ISLIDE.DIAGRAM" val="270684"/>
</p:tagLst>
</file>

<file path=ppt/tags/tag21.xml><?xml version="1.0" encoding="utf-8"?>
<p:tagLst xmlns:a="http://schemas.openxmlformats.org/drawingml/2006/main" xmlns:r="http://schemas.openxmlformats.org/officeDocument/2006/relationships" xmlns:p="http://schemas.openxmlformats.org/presentationml/2006/main">
  <p:tag name="ISLIDE.DIAGRAM" val="246782"/>
</p:tagLst>
</file>

<file path=ppt/tags/tag22.xml><?xml version="1.0" encoding="utf-8"?>
<p:tagLst xmlns:a="http://schemas.openxmlformats.org/drawingml/2006/main" xmlns:r="http://schemas.openxmlformats.org/officeDocument/2006/relationships" xmlns:p="http://schemas.openxmlformats.org/presentationml/2006/main">
  <p:tag name="ISLIDE.DIAGRAM" val="224376"/>
</p:tagLst>
</file>

<file path=ppt/tags/tag23.xml><?xml version="1.0" encoding="utf-8"?>
<p:tagLst xmlns:a="http://schemas.openxmlformats.org/drawingml/2006/main" xmlns:r="http://schemas.openxmlformats.org/officeDocument/2006/relationships" xmlns:p="http://schemas.openxmlformats.org/presentationml/2006/main">
  <p:tag name="ISLIDE.DIAGRAM" val="249324"/>
</p:tagLst>
</file>

<file path=ppt/tags/tag24.xml><?xml version="1.0" encoding="utf-8"?>
<p:tagLst xmlns:a="http://schemas.openxmlformats.org/drawingml/2006/main" xmlns:r="http://schemas.openxmlformats.org/officeDocument/2006/relationships" xmlns:p="http://schemas.openxmlformats.org/presentationml/2006/main">
  <p:tag name="ISLIDE.DIAGRAM" val="264819"/>
</p:tagLst>
</file>

<file path=ppt/tags/tag25.xml><?xml version="1.0" encoding="utf-8"?>
<p:tagLst xmlns:a="http://schemas.openxmlformats.org/drawingml/2006/main" xmlns:r="http://schemas.openxmlformats.org/officeDocument/2006/relationships" xmlns:p="http://schemas.openxmlformats.org/presentationml/2006/main">
  <p:tag name="PA" val="v3.0.0"/>
</p:tagLst>
</file>

<file path=ppt/tags/tag26.xml><?xml version="1.0" encoding="utf-8"?>
<p:tagLst xmlns:a="http://schemas.openxmlformats.org/drawingml/2006/main" xmlns:r="http://schemas.openxmlformats.org/officeDocument/2006/relationships" xmlns:p="http://schemas.openxmlformats.org/presentationml/2006/main">
  <p:tag name="PA" val="v3.0.0"/>
</p:tagLst>
</file>

<file path=ppt/tags/tag27.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4"/>
  <p:tag name="MH_TYPE" val="Other"/>
</p:tagLst>
</file>

<file path=ppt/tags/tag28.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4"/>
  <p:tag name="MH_TYPE" val="SubTitle"/>
</p:tagLst>
</file>

<file path=ppt/tags/tag29.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3"/>
  <p:tag name="MH_TYPE" val="Other"/>
</p:tagLst>
</file>

<file path=ppt/tags/tag30.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3"/>
  <p:tag name="MH_TYPE" val="SubTitle"/>
</p:tagLst>
</file>

<file path=ppt/tags/tag31.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2"/>
  <p:tag name="MH_TYPE" val="Other"/>
</p:tagLst>
</file>

<file path=ppt/tags/tag32.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2"/>
  <p:tag name="MH_TYPE" val="SubTitle"/>
</p:tagLst>
</file>

<file path=ppt/tags/tag33.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4.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SubTitle"/>
</p:tagLst>
</file>

<file path=ppt/tags/tag35.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6.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7.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ags/tag38.xml><?xml version="1.0" encoding="utf-8"?>
<p:tagLst xmlns:a="http://schemas.openxmlformats.org/drawingml/2006/main" xmlns:r="http://schemas.openxmlformats.org/officeDocument/2006/relationships" xmlns:p="http://schemas.openxmlformats.org/presentationml/2006/main">
  <p:tag name="MH" val="20170404181522"/>
  <p:tag name="MH_LIBRARY" val="GRAPHIC"/>
  <p:tag name="MH_ORDER" val="1"/>
  <p:tag name="MH_TYPE" val="Oth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9_,">
  <a:themeElements>
    <a:clrScheme name="自定义 548">
      <a:dk1>
        <a:sysClr val="windowText" lastClr="000000"/>
      </a:dk1>
      <a:lt1>
        <a:sysClr val="window" lastClr="FFFFFF"/>
      </a:lt1>
      <a:dk2>
        <a:srgbClr val="1F497D"/>
      </a:dk2>
      <a:lt2>
        <a:srgbClr val="EEECE1"/>
      </a:lt2>
      <a:accent1>
        <a:srgbClr val="585251"/>
      </a:accent1>
      <a:accent2>
        <a:srgbClr val="EEE895"/>
      </a:accent2>
      <a:accent3>
        <a:srgbClr val="585251"/>
      </a:accent3>
      <a:accent4>
        <a:srgbClr val="EEE895"/>
      </a:accent4>
      <a:accent5>
        <a:srgbClr val="585251"/>
      </a:accent5>
      <a:accent6>
        <a:srgbClr val="EEE895"/>
      </a:accent6>
      <a:hlink>
        <a:srgbClr val="0000FF"/>
      </a:hlink>
      <a:folHlink>
        <a:srgbClr val="800080"/>
      </a:folHlink>
    </a:clrScheme>
    <a:fontScheme name="vpiri3rg">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9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10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1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1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1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17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18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19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txDef>
      <a:spPr>
        <a:noFill/>
        <a:effectLst>
          <a:outerShdw blurRad="215900" dist="50800" dir="5400000" algn="ctr" rotWithShape="0">
            <a:srgbClr val="000000">
              <a:alpha val="81000"/>
            </a:srgbClr>
          </a:outerShdw>
        </a:effectLst>
      </a:spPr>
      <a:bodyPr wrap="none" rtlCol="0">
        <a:spAutoFit/>
      </a:bodyPr>
      <a:lstStyle>
        <a:defPPr algn="l">
          <a:defRPr sz="4000" b="1" dirty="0" smtClean="0">
            <a:solidFill>
              <a:schemeClr val="bg1">
                <a:lumMod val="95000"/>
              </a:schemeClr>
            </a:solidFill>
            <a:latin typeface="微软雅黑" panose="020B0503020204020204" charset="-122"/>
            <a:ea typeface="微软雅黑" panose="020B050302020402020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1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2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3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5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6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7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8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9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10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11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12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13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14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15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16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17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18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19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20_Office 主题">
  <a:themeElements>
    <a:clrScheme name="自定义 1264">
      <a:dk1>
        <a:sysClr val="windowText" lastClr="000000"/>
      </a:dk1>
      <a:lt1>
        <a:sysClr val="window" lastClr="FFFFFF"/>
      </a:lt1>
      <a:dk2>
        <a:srgbClr val="1F497D"/>
      </a:dk2>
      <a:lt2>
        <a:srgbClr val="EEECE1"/>
      </a:lt2>
      <a:accent1>
        <a:srgbClr val="65AA33"/>
      </a:accent1>
      <a:accent2>
        <a:srgbClr val="307930"/>
      </a:accent2>
      <a:accent3>
        <a:srgbClr val="65AA33"/>
      </a:accent3>
      <a:accent4>
        <a:srgbClr val="307930"/>
      </a:accent4>
      <a:accent5>
        <a:srgbClr val="65AA33"/>
      </a:accent5>
      <a:accent6>
        <a:srgbClr val="307930"/>
      </a:accent6>
      <a:hlink>
        <a:srgbClr val="0000FF"/>
      </a:hlink>
      <a:folHlink>
        <a:srgbClr val="800080"/>
      </a:folHlink>
    </a:clrScheme>
    <a:fontScheme name="e3akjhe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tileRect/>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tileRect/>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3354</TotalTime>
  <Words>10573</Words>
  <Application>Microsoft Office PowerPoint</Application>
  <PresentationFormat>寬螢幕</PresentationFormat>
  <Paragraphs>749</Paragraphs>
  <Slides>96</Slides>
  <Notes>47</Notes>
  <HiddenSlides>0</HiddenSlides>
  <MMClips>0</MMClips>
  <ScaleCrop>false</ScaleCrop>
  <HeadingPairs>
    <vt:vector size="6" baseType="variant">
      <vt:variant>
        <vt:lpstr>使用字型</vt:lpstr>
      </vt:variant>
      <vt:variant>
        <vt:i4>9</vt:i4>
      </vt:variant>
      <vt:variant>
        <vt:lpstr>佈景主題</vt:lpstr>
      </vt:variant>
      <vt:variant>
        <vt:i4>60</vt:i4>
      </vt:variant>
      <vt:variant>
        <vt:lpstr>投影片標題</vt:lpstr>
      </vt:variant>
      <vt:variant>
        <vt:i4>96</vt:i4>
      </vt:variant>
    </vt:vector>
  </HeadingPairs>
  <TitlesOfParts>
    <vt:vector size="165" baseType="lpstr">
      <vt:lpstr>等线</vt:lpstr>
      <vt:lpstr>等线 Light</vt:lpstr>
      <vt:lpstr>微软雅黑</vt:lpstr>
      <vt:lpstr>微软雅黑</vt:lpstr>
      <vt:lpstr>微软雅黑</vt:lpstr>
      <vt:lpstr>宋体</vt:lpstr>
      <vt:lpstr>思源黑体 CN Medium</vt:lpstr>
      <vt:lpstr>Arial</vt:lpstr>
      <vt:lpstr>Calibri</vt:lpstr>
      <vt:lpstr>Office 主题</vt:lpstr>
      <vt:lpstr>,</vt:lpstr>
      <vt:lpstr>1_,</vt:lpstr>
      <vt:lpstr>2_,</vt:lpstr>
      <vt:lpstr>3_,</vt:lpstr>
      <vt:lpstr>4_,</vt:lpstr>
      <vt:lpstr>5_,</vt:lpstr>
      <vt:lpstr>6_,</vt:lpstr>
      <vt:lpstr>7_,</vt:lpstr>
      <vt:lpstr>8_,</vt:lpstr>
      <vt:lpstr>9_,</vt:lpstr>
      <vt:lpstr>10_,</vt:lpstr>
      <vt:lpstr>11_,</vt:lpstr>
      <vt:lpstr>12_,</vt:lpstr>
      <vt:lpstr>13_,</vt:lpstr>
      <vt:lpstr>14_,</vt:lpstr>
      <vt:lpstr>15_,</vt:lpstr>
      <vt:lpstr>16_,</vt:lpstr>
      <vt:lpstr>17_,</vt:lpstr>
      <vt:lpstr>18_,</vt:lpstr>
      <vt:lpstr>19_,</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20_Office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Li zhen</cp:lastModifiedBy>
  <cp:revision>75</cp:revision>
  <dcterms:created xsi:type="dcterms:W3CDTF">2019-08-24T02:07:00Z</dcterms:created>
  <dcterms:modified xsi:type="dcterms:W3CDTF">2025-02-15T09:47:15Z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2052-11.1.0.12650</vt:lpwstr>
  </property>
  <property fmtid="{D5CDD505-2E9C-101B-9397-08002B2CF9AE}" pid="3" name="5B77E7CEEC58BC6AFAE8886BEB80DBEB">
    <vt:lpwstr>otCYQxs9Dbw2bUEn/Soxv9pYAoWsCRIsU8+gIbxzzmNcJN13+qHIPyWmbF9hFzPHyi2m8DLwi54E5OVVM5pJ0yGmgAiYTaR6oYUdYZxdjep6I9xviFUFZ9aTScfBW9OGFbSO3z9Ie4W3FTTQnBej3VqwvJLXeu2Nr+3n88Tifs8J/zI+hj+NbS6pHTnXv9ChJR5/t4t7h6qB3q8s8l7UZOilIMxkG3CVi54sd9MNt6aAcvkA1Lmb966x05SdLju</vt:lpwstr>
  </property>
  <property fmtid="{D5CDD505-2E9C-101B-9397-08002B2CF9AE}" pid="4" name="ICV">
    <vt:lpwstr>BB4EB75B5E244A3DB2CA2BBE8A834F81</vt:lpwstr>
  </property>
</Properties>
</file>