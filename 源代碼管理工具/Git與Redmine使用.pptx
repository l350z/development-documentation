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4" r:id="rId3"/>
    <p:sldId id="261" r:id="rId4"/>
    <p:sldId id="257" r:id="rId5"/>
    <p:sldId id="258" r:id="rId6"/>
    <p:sldId id="259" r:id="rId7"/>
    <p:sldId id="265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657ED-0018-446A-A3C8-D8D2E106D666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D1FE4-8C90-4E31-B503-721617F370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96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07BFA-A3E9-431C-B96C-E7D6433B9E5A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797B1-0C48-40D3-ADB1-22C9B73BD9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790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373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1637692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74223"/>
            <a:ext cx="9601196" cy="744031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315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78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72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35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8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784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8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0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90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918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221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568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521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477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601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05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07485"/>
            <a:ext cx="9601196" cy="76269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1968062"/>
            <a:ext cx="9601196" cy="3907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416D96-BE38-424C-A372-BA113E2A6D83}" type="datetimeFigureOut">
              <a:rPr lang="zh-TW" altLang="en-US" smtClean="0"/>
              <a:t>2019/09/05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B72EAC-3A2F-497E-A02A-F16C3D98EC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10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redmine.efih-foxconn.com/" TargetMode="External"/><Relationship Id="rId2" Type="http://schemas.openxmlformats.org/officeDocument/2006/relationships/hyperlink" Target="http://gitlab.efih-foxconn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GitLab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Redmine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管理工具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VS2013</a:t>
            </a:r>
            <a:r>
              <a:rPr lang="zh-CN" altLang="en-US" dirty="0" smtClean="0"/>
              <a:t>為例</a:t>
            </a:r>
            <a:endParaRPr lang="en-US" altLang="zh-CN" dirty="0" smtClean="0"/>
          </a:p>
          <a:p>
            <a:r>
              <a:rPr lang="zh-CN" altLang="en-US" dirty="0" smtClean="0"/>
              <a:t>使用簡介（無廢話）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626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GitLab</a:t>
            </a:r>
            <a:r>
              <a:rPr lang="zh-CN" altLang="en-US" dirty="0" smtClean="0"/>
              <a:t>與</a:t>
            </a:r>
            <a:r>
              <a:rPr lang="en-US" altLang="zh-CN" dirty="0" err="1" smtClean="0"/>
              <a:t>Redmine</a:t>
            </a:r>
            <a:r>
              <a:rPr lang="zh-CN" altLang="en-US" dirty="0" smtClean="0"/>
              <a:t>地址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1690688"/>
            <a:ext cx="46895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GitLab</a:t>
            </a:r>
            <a:r>
              <a:rPr lang="zh-CN" altLang="en-US" dirty="0" smtClean="0"/>
              <a:t>地址：</a:t>
            </a:r>
            <a:r>
              <a:rPr lang="en-US" altLang="zh-CN" dirty="0" smtClean="0">
                <a:hlinkClick r:id="rId2"/>
              </a:rPr>
              <a:t>http://gitlab.efih-foxconn.com</a:t>
            </a:r>
            <a:endParaRPr lang="en-US" altLang="zh-CN" dirty="0" smtClean="0"/>
          </a:p>
          <a:p>
            <a:r>
              <a:rPr lang="en-US" altLang="zh-CN" dirty="0" err="1" smtClean="0"/>
              <a:t>Redmine</a:t>
            </a:r>
            <a:r>
              <a:rPr lang="zh-CN" altLang="en-US" dirty="0" smtClean="0"/>
              <a:t>地址：</a:t>
            </a:r>
            <a:r>
              <a:rPr lang="en-US" altLang="zh-CN" dirty="0" smtClean="0">
                <a:hlinkClick r:id="rId3"/>
              </a:rPr>
              <a:t>http://redmine.efih-foxconn.com</a:t>
            </a:r>
            <a:endParaRPr lang="en-US" altLang="zh-CN" dirty="0" smtClean="0"/>
          </a:p>
          <a:p>
            <a:r>
              <a:rPr lang="zh-CN" altLang="en-US" dirty="0"/>
              <a:t>登錄名：工號，默認密碼：</a:t>
            </a:r>
            <a:r>
              <a:rPr lang="en-US" altLang="zh-CN" dirty="0" smtClean="0"/>
              <a:t>1~8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730" y="2614018"/>
            <a:ext cx="4812045" cy="347191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6784" y="2614018"/>
            <a:ext cx="4812045" cy="347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4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Git</a:t>
            </a:r>
            <a:r>
              <a:rPr lang="zh-CN" altLang="en-US" dirty="0"/>
              <a:t>設置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8164" y="1933399"/>
            <a:ext cx="4949389" cy="363697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721" y="1933398"/>
            <a:ext cx="4949389" cy="3636978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7074687" y="2846841"/>
            <a:ext cx="1201566" cy="2229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7395038" y="3069772"/>
            <a:ext cx="1201566" cy="2229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7395038" y="3292703"/>
            <a:ext cx="1201566" cy="2229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83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首次代碼上傳（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282" y="1677016"/>
            <a:ext cx="6941976" cy="390486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425" y="4074173"/>
            <a:ext cx="4012261" cy="1673302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6615405" y="3468931"/>
            <a:ext cx="1698171" cy="3172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2550367" y="4817706"/>
            <a:ext cx="1698171" cy="3172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829366" y="5821066"/>
            <a:ext cx="420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建議重新複製一份代碼作為</a:t>
            </a:r>
            <a:r>
              <a:rPr lang="en-US" altLang="zh-CN" dirty="0" err="1" smtClean="0"/>
              <a:t>Gitlab</a:t>
            </a:r>
            <a:r>
              <a:rPr lang="zh-CN" altLang="en-US" dirty="0" smtClean="0"/>
              <a:t>的代碼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1542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首次代碼上傳（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000" y="2015412"/>
            <a:ext cx="4965107" cy="365594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6865" y="2015413"/>
            <a:ext cx="4975205" cy="3655948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2715208" y="5225143"/>
            <a:ext cx="1698171" cy="3172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6960637" y="2783635"/>
            <a:ext cx="1184988" cy="2892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7009250" y="3020011"/>
            <a:ext cx="1184988" cy="2892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7694084" y="2732319"/>
            <a:ext cx="1184988" cy="2892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6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4883" y="2307098"/>
            <a:ext cx="5603778" cy="338871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73" y="2276289"/>
            <a:ext cx="4605906" cy="33845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首次代碼上傳（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1854086" y="2836507"/>
            <a:ext cx="1698171" cy="3172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9665704" y="3460395"/>
            <a:ext cx="1122327" cy="1943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9035144" y="3557589"/>
            <a:ext cx="715346" cy="243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19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首次代碼上</a:t>
            </a:r>
            <a:r>
              <a:rPr lang="zh-CN" altLang="en-US" dirty="0" smtClean="0"/>
              <a:t>傳成功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6710" y="1782431"/>
            <a:ext cx="7767734" cy="42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0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097" y="1773531"/>
            <a:ext cx="5936991" cy="436270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首次</a:t>
            </a:r>
            <a:r>
              <a:rPr lang="zh-CN" altLang="en-US" dirty="0" smtClean="0"/>
              <a:t>代碼下載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5539678" y="3153741"/>
            <a:ext cx="3137791" cy="2612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>
            <a:off x="5462312" y="3359012"/>
            <a:ext cx="1122327" cy="1943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5462312" y="3498675"/>
            <a:ext cx="715346" cy="243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941943" y="356143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首次複製需要輸入登錄名和密碼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416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一般代碼變更與下載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61" y="1814414"/>
            <a:ext cx="5062439" cy="324703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4748" y="1802095"/>
            <a:ext cx="5067273" cy="3247033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4320074" y="3999844"/>
            <a:ext cx="1054360" cy="177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8634720" y="2547254"/>
            <a:ext cx="1209076" cy="2052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26560" y="5049128"/>
            <a:ext cx="46015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備註為必填項，用於描述代碼變更的內容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針對</a:t>
            </a:r>
            <a:r>
              <a:rPr lang="en-US" altLang="zh-CN" dirty="0" err="1" smtClean="0"/>
              <a:t>Redmine</a:t>
            </a:r>
            <a:r>
              <a:rPr lang="zh-CN" altLang="en-US" dirty="0" smtClean="0"/>
              <a:t>上問題的修復，可以使用如：</a:t>
            </a:r>
            <a:endParaRPr lang="en-US" altLang="zh-CN" dirty="0" smtClean="0"/>
          </a:p>
          <a:p>
            <a:r>
              <a:rPr lang="en-US" altLang="zh-CN" dirty="0" smtClean="0"/>
              <a:t>[Fixed/Ongoing]</a:t>
            </a:r>
            <a:r>
              <a:rPr lang="zh-CN" altLang="en-US" dirty="0" smtClean="0"/>
              <a:t>空格</a:t>
            </a:r>
            <a:r>
              <a:rPr lang="en-US" altLang="zh-CN" dirty="0" smtClean="0"/>
              <a:t>[#</a:t>
            </a:r>
            <a:r>
              <a:rPr lang="zh-CN" altLang="en-US" dirty="0" smtClean="0"/>
              <a:t>缺陷號</a:t>
            </a:r>
            <a:r>
              <a:rPr lang="en-US" altLang="zh-CN" dirty="0" smtClean="0"/>
              <a:t>]</a:t>
            </a:r>
            <a:r>
              <a:rPr lang="zh-CN" altLang="en-US" dirty="0" smtClean="0"/>
              <a:t>空格</a:t>
            </a:r>
            <a:r>
              <a:rPr lang="en-US" altLang="zh-CN" dirty="0" smtClean="0"/>
              <a:t>[</a:t>
            </a:r>
            <a:r>
              <a:rPr lang="zh-CN" altLang="en-US" dirty="0"/>
              <a:t>描述</a:t>
            </a:r>
            <a:r>
              <a:rPr lang="en-US" altLang="zh-CN" dirty="0" smtClean="0"/>
              <a:t>]</a:t>
            </a:r>
          </a:p>
          <a:p>
            <a:r>
              <a:rPr lang="en-US" altLang="zh-TW" dirty="0"/>
              <a:t>Fixed #144 </a:t>
            </a:r>
            <a:r>
              <a:rPr lang="zh-TW" altLang="en-US" dirty="0"/>
              <a:t>修改創建群組問題</a:t>
            </a:r>
            <a:endParaRPr lang="en-US" altLang="zh-CN" dirty="0" smtClean="0"/>
          </a:p>
        </p:txBody>
      </p:sp>
      <p:sp>
        <p:nvSpPr>
          <p:cNvPr id="10" name="橢圓 9"/>
          <p:cNvSpPr/>
          <p:nvPr/>
        </p:nvSpPr>
        <p:spPr>
          <a:xfrm>
            <a:off x="8634720" y="2649892"/>
            <a:ext cx="715346" cy="243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01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9911" y="1695202"/>
            <a:ext cx="7076687" cy="453463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一般代碼變更與下載（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7103221" y="2491272"/>
            <a:ext cx="1054360" cy="177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7025863" y="2824200"/>
            <a:ext cx="777154" cy="2269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71248" y="1695202"/>
            <a:ext cx="2775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說明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認可完代碼后需要同步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>
                <a:solidFill>
                  <a:srgbClr val="FF0000"/>
                </a:solidFill>
              </a:rPr>
              <a:t>同步處理</a:t>
            </a:r>
            <a:r>
              <a:rPr lang="zh-CN" altLang="en-US" dirty="0" smtClean="0"/>
              <a:t>表示上傳提交的代碼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>
                <a:solidFill>
                  <a:srgbClr val="FF0000"/>
                </a:solidFill>
              </a:rPr>
              <a:t>提取</a:t>
            </a:r>
            <a:r>
              <a:rPr lang="zh-CN" altLang="en-US" dirty="0" smtClean="0"/>
              <a:t>表示取得服務器上的版本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>
                <a:solidFill>
                  <a:srgbClr val="FF0000"/>
                </a:solidFill>
              </a:rPr>
              <a:t>推送</a:t>
            </a:r>
            <a:r>
              <a:rPr lang="zh-CN" altLang="en-US" dirty="0" smtClean="0"/>
              <a:t>表示提交本機版本到服務器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803017" y="2852776"/>
            <a:ext cx="186611" cy="243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7989628" y="2852776"/>
            <a:ext cx="186611" cy="243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21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83696" y="2967335"/>
            <a:ext cx="442460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謝謝！！！</a:t>
            </a:r>
            <a:endParaRPr lang="zh-TW" altLang="en-US" sz="6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231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444</TotalTime>
  <Words>219</Words>
  <Application>Microsoft Office PowerPoint</Application>
  <PresentationFormat>寬螢幕</PresentationFormat>
  <Paragraphs>49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方正舒体</vt:lpstr>
      <vt:lpstr>微軟正黑體</vt:lpstr>
      <vt:lpstr>新細明體</vt:lpstr>
      <vt:lpstr>Arial</vt:lpstr>
      <vt:lpstr>Calibri</vt:lpstr>
      <vt:lpstr>Garamond</vt:lpstr>
      <vt:lpstr>有機</vt:lpstr>
      <vt:lpstr>GitLab、Redmine 管理工具</vt:lpstr>
      <vt:lpstr>GitLab與Redmine地址</vt:lpstr>
      <vt:lpstr>Git設置</vt:lpstr>
      <vt:lpstr>首次代碼上傳（1）</vt:lpstr>
      <vt:lpstr>首次代碼上傳（2）</vt:lpstr>
      <vt:lpstr>首次代碼上傳（3）</vt:lpstr>
      <vt:lpstr>首次代碼上傳成功</vt:lpstr>
      <vt:lpstr>首次代碼下載</vt:lpstr>
      <vt:lpstr>一般代碼變更與下載（1）</vt:lpstr>
      <vt:lpstr>一般代碼變更與下載（2）</vt:lpstr>
      <vt:lpstr>PowerPoint 簡報</vt:lpstr>
    </vt:vector>
  </TitlesOfParts>
  <Company>FIH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Peak</dc:creator>
  <cp:lastModifiedBy>Peak</cp:lastModifiedBy>
  <cp:revision>17</cp:revision>
  <dcterms:created xsi:type="dcterms:W3CDTF">2019-09-05T02:20:58Z</dcterms:created>
  <dcterms:modified xsi:type="dcterms:W3CDTF">2019-09-05T09:45:16Z</dcterms:modified>
</cp:coreProperties>
</file>